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diagrams/colors1.xml" ContentType="application/vnd.openxmlformats-officedocument.drawingml.diagramColors+xml"/>
  <Override PartName="/ppt/diagrams/colors2.xml" ContentType="application/vnd.openxmlformats-officedocument.drawingml.diagramColors+xml"/>
  <Override PartName="/ppt/diagrams/colors3.xml" ContentType="application/vnd.openxmlformats-officedocument.drawingml.diagramColors+xml"/>
  <Override PartName="/ppt/diagrams/colors4.xml" ContentType="application/vnd.openxmlformats-officedocument.drawingml.diagramColors+xml"/>
  <Override PartName="/ppt/diagrams/data1.xml" ContentType="application/vnd.openxmlformats-officedocument.drawingml.diagramData+xml"/>
  <Override PartName="/ppt/diagrams/data2.xml" ContentType="application/vnd.openxmlformats-officedocument.drawingml.diagramData+xml"/>
  <Override PartName="/ppt/diagrams/data3.xml" ContentType="application/vnd.openxmlformats-officedocument.drawingml.diagramData+xml"/>
  <Override PartName="/ppt/diagrams/data4.xml" ContentType="application/vnd.openxmlformats-officedocument.drawingml.diagramData+xml"/>
  <Override PartName="/ppt/diagrams/drawing1.xml" ContentType="application/vnd.ms-office.drawingml.diagramDrawing+xml"/>
  <Override PartName="/ppt/diagrams/drawing2.xml" ContentType="application/vnd.ms-office.drawingml.diagramDrawing+xml"/>
  <Override PartName="/ppt/diagrams/drawing3.xml" ContentType="application/vnd.ms-office.drawingml.diagramDrawing+xml"/>
  <Override PartName="/ppt/diagrams/drawing4.xml" ContentType="application/vnd.ms-office.drawingml.diagramDrawing+xml"/>
  <Override PartName="/ppt/diagrams/layout1.xml" ContentType="application/vnd.openxmlformats-officedocument.drawingml.diagramLayout+xml"/>
  <Override PartName="/ppt/diagrams/layout2.xml" ContentType="application/vnd.openxmlformats-officedocument.drawingml.diagramLayout+xml"/>
  <Override PartName="/ppt/diagrams/layout3.xml" ContentType="application/vnd.openxmlformats-officedocument.drawingml.diagramLayout+xml"/>
  <Override PartName="/ppt/diagrams/layout4.xml" ContentType="application/vnd.openxmlformats-officedocument.drawingml.diagramLayout+xml"/>
  <Override PartName="/ppt/diagrams/quickStyle1.xml" ContentType="application/vnd.openxmlformats-officedocument.drawingml.diagramStyle+xml"/>
  <Override PartName="/ppt/diagrams/quickStyle2.xml" ContentType="application/vnd.openxmlformats-officedocument.drawingml.diagramStyle+xml"/>
  <Override PartName="/ppt/diagrams/quickStyle3.xml" ContentType="application/vnd.openxmlformats-officedocument.drawingml.diagramStyle+xml"/>
  <Override PartName="/ppt/diagrams/quickStyle4.xml" ContentType="application/vnd.openxmlformats-officedocument.drawingml.diagramStyle+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
  </p:notesMasterIdLst>
  <p:sldIdLst>
    <p:sldId id="256" r:id="rId3"/>
    <p:sldId id="285" r:id="rId4"/>
    <p:sldId id="258" r:id="rId6"/>
    <p:sldId id="259" r:id="rId7"/>
    <p:sldId id="261" r:id="rId8"/>
    <p:sldId id="260"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Lst>
  <p:sldSz cx="12192000" cy="6858000"/>
  <p:notesSz cx="6858000" cy="9144000"/>
  <p:custDataLst>
    <p:tags r:id="rId3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k" initials="tk" lastIdx="7" clrIdx="0"/>
  <p:cmAuthor id="2" name="LD" initials="L" lastIdx="2" clrIdx="1"/>
  <p:cmAuthor id="3" name="Lv0593" initials="L" lastIdx="15" clrIdx="2"/>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453" autoAdjust="0"/>
    <p:restoredTop sz="94660"/>
  </p:normalViewPr>
  <p:slideViewPr>
    <p:cSldViewPr snapToGrid="0" showGuides="1">
      <p:cViewPr>
        <p:scale>
          <a:sx n="80" d="100"/>
          <a:sy n="80" d="100"/>
        </p:scale>
        <p:origin x="228" y="-5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notesMaster" Target="notesMasters/notesMaster1.xml"/><Relationship Id="rId4" Type="http://schemas.openxmlformats.org/officeDocument/2006/relationships/slide" Target="slides/slide2.xml"/><Relationship Id="rId36" Type="http://schemas.openxmlformats.org/officeDocument/2006/relationships/tags" Target="tags/tag12.xml"/><Relationship Id="rId35" Type="http://schemas.openxmlformats.org/officeDocument/2006/relationships/commentAuthors" Target="commentAuthors.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6FED88E1-DB6A-438E-BE4B-908FA90BDDC6}"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FD20597F-A8C6-43FF-9AA6-CA80507CEDA7}">
      <dgm:prSet custT="1"/>
      <dgm:spPr/>
      <dgm:t>
        <a:bodyPr/>
        <a:lstStyle/>
        <a:p>
          <a:pPr rtl="0"/>
          <a:r>
            <a:rPr lang="en-US" sz="1400" b="1" dirty="0" smtClean="0">
              <a:solidFill>
                <a:srgbClr val="FFC000"/>
              </a:solidFill>
              <a:latin typeface="微软雅黑" panose="020B0503020204020204" pitchFamily="34" charset="-122"/>
              <a:ea typeface="微软雅黑" panose="020B0503020204020204" pitchFamily="34" charset="-122"/>
            </a:rPr>
            <a:t>1.</a:t>
          </a:r>
          <a:r>
            <a:rPr lang="zh-CN" sz="1400" b="1" dirty="0" smtClean="0">
              <a:solidFill>
                <a:srgbClr val="FFC000"/>
              </a:solidFill>
              <a:latin typeface="微软雅黑" panose="020B0503020204020204" pitchFamily="34" charset="-122"/>
              <a:ea typeface="微软雅黑" panose="020B0503020204020204" pitchFamily="34" charset="-122"/>
            </a:rPr>
            <a:t>采取技术防护手段</a:t>
          </a:r>
          <a:endParaRPr lang="zh-CN" sz="1400" b="1" dirty="0">
            <a:solidFill>
              <a:srgbClr val="FFC000"/>
            </a:solidFill>
            <a:latin typeface="微软雅黑" panose="020B0503020204020204" pitchFamily="34" charset="-122"/>
            <a:ea typeface="微软雅黑" panose="020B0503020204020204" pitchFamily="34" charset="-122"/>
          </a:endParaRPr>
        </a:p>
      </dgm:t>
    </dgm:pt>
    <dgm:pt modelId="{14CB3D91-6848-44A7-AF4B-8365F5B9AC3C}" cxnId="{6AFFB72B-0E08-40F2-B1E7-25949D3B8AD7}" type="parTrans">
      <dgm:prSet/>
      <dgm:spPr/>
      <dgm:t>
        <a:bodyPr/>
        <a:lstStyle/>
        <a:p>
          <a:endParaRPr lang="zh-CN" altLang="en-US"/>
        </a:p>
      </dgm:t>
    </dgm:pt>
    <dgm:pt modelId="{E4F00D4C-5F6A-47AF-AC54-83E81AD52E46}" cxnId="{6AFFB72B-0E08-40F2-B1E7-25949D3B8AD7}" type="sibTrans">
      <dgm:prSet/>
      <dgm:spPr/>
      <dgm:t>
        <a:bodyPr/>
        <a:lstStyle/>
        <a:p>
          <a:endParaRPr lang="zh-CN" altLang="en-US"/>
        </a:p>
      </dgm:t>
    </dgm:pt>
    <dgm:pt modelId="{DCE773CB-8832-40CD-B79C-6F580EDEDFB3}">
      <dgm:prSet custT="1"/>
      <dgm:spPr/>
      <dgm:t>
        <a:bodyPr/>
        <a:lstStyle/>
        <a:p>
          <a:pPr rtl="0"/>
          <a:r>
            <a:rPr lang="en-US" sz="1400" b="1" dirty="0" smtClean="0">
              <a:solidFill>
                <a:srgbClr val="FFC000"/>
              </a:solidFill>
              <a:latin typeface="微软雅黑" panose="020B0503020204020204" pitchFamily="34" charset="-122"/>
              <a:ea typeface="微软雅黑" panose="020B0503020204020204" pitchFamily="34" charset="-122"/>
            </a:rPr>
            <a:t>2.</a:t>
          </a:r>
          <a:r>
            <a:rPr lang="zh-CN" sz="1400" b="1" dirty="0" smtClean="0">
              <a:solidFill>
                <a:srgbClr val="FFC000"/>
              </a:solidFill>
              <a:latin typeface="微软雅黑" panose="020B0503020204020204" pitchFamily="34" charset="-122"/>
              <a:ea typeface="微软雅黑" panose="020B0503020204020204" pitchFamily="34" charset="-122"/>
            </a:rPr>
            <a:t>构建信息安全保密体系</a:t>
          </a:r>
          <a:endParaRPr lang="zh-CN" sz="1400" dirty="0">
            <a:solidFill>
              <a:srgbClr val="FFC000"/>
            </a:solidFill>
            <a:latin typeface="微软雅黑" panose="020B0503020204020204" pitchFamily="34" charset="-122"/>
            <a:ea typeface="微软雅黑" panose="020B0503020204020204" pitchFamily="34" charset="-122"/>
          </a:endParaRPr>
        </a:p>
      </dgm:t>
    </dgm:pt>
    <dgm:pt modelId="{98974371-B3D0-4D66-95A4-E8117D2DB13B}" cxnId="{50F24B15-10DC-4917-B61E-CA8B155BB995}" type="parTrans">
      <dgm:prSet/>
      <dgm:spPr/>
      <dgm:t>
        <a:bodyPr/>
        <a:lstStyle/>
        <a:p>
          <a:endParaRPr lang="zh-CN" altLang="en-US"/>
        </a:p>
      </dgm:t>
    </dgm:pt>
    <dgm:pt modelId="{D07FBCAD-635D-4BAA-856E-BB4293DDB4B5}" cxnId="{50F24B15-10DC-4917-B61E-CA8B155BB995}" type="sibTrans">
      <dgm:prSet/>
      <dgm:spPr/>
      <dgm:t>
        <a:bodyPr/>
        <a:lstStyle/>
        <a:p>
          <a:endParaRPr lang="zh-CN" altLang="en-US"/>
        </a:p>
      </dgm:t>
    </dgm:pt>
    <dgm:pt modelId="{940FCAF0-D1D0-4041-AB32-FFD21659E4F2}">
      <dgm:prSet custT="1"/>
      <dgm:spPr/>
      <dgm:t>
        <a:bodyPr/>
        <a:lstStyle/>
        <a:p>
          <a:pPr rtl="0"/>
          <a:r>
            <a:rPr lang="zh-CN" altLang="en-US" sz="2000" dirty="0" smtClean="0">
              <a:solidFill>
                <a:srgbClr val="FF0000"/>
              </a:solidFill>
              <a:latin typeface="微软雅黑" panose="020B0503020204020204" pitchFamily="34" charset="-122"/>
              <a:ea typeface="微软雅黑" panose="020B0503020204020204" pitchFamily="34" charset="-122"/>
            </a:rPr>
            <a:t>网络安全策略</a:t>
          </a:r>
          <a:endParaRPr lang="zh-CN" altLang="en-US" sz="2000" dirty="0">
            <a:solidFill>
              <a:srgbClr val="FF0000"/>
            </a:solidFill>
            <a:latin typeface="微软雅黑" panose="020B0503020204020204" pitchFamily="34" charset="-122"/>
            <a:ea typeface="微软雅黑" panose="020B0503020204020204" pitchFamily="34" charset="-122"/>
          </a:endParaRPr>
        </a:p>
      </dgm:t>
    </dgm:pt>
    <dgm:pt modelId="{8ECC8973-2FAE-4661-804C-F8F7FCF2F48E}" cxnId="{01852024-8432-44C9-9852-66E4A44542CD}" type="parTrans">
      <dgm:prSet/>
      <dgm:spPr/>
      <dgm:t>
        <a:bodyPr/>
        <a:lstStyle/>
        <a:p>
          <a:endParaRPr lang="zh-CN" altLang="en-US"/>
        </a:p>
      </dgm:t>
    </dgm:pt>
    <dgm:pt modelId="{52EACCE8-B18D-4776-81BD-2EC87918F188}" cxnId="{01852024-8432-44C9-9852-66E4A44542CD}" type="sibTrans">
      <dgm:prSet/>
      <dgm:spPr/>
      <dgm:t>
        <a:bodyPr/>
        <a:lstStyle/>
        <a:p>
          <a:endParaRPr lang="zh-CN" altLang="en-US"/>
        </a:p>
      </dgm:t>
    </dgm:pt>
    <dgm:pt modelId="{FB3ED40D-F762-485E-BFFA-B1DEDE1DA0B1}">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物理安全策略</a:t>
          </a:r>
          <a:endParaRPr lang="zh-CN" altLang="en-US" sz="1200" b="1" dirty="0">
            <a:latin typeface="微软雅黑" panose="020B0503020204020204" pitchFamily="34" charset="-122"/>
            <a:ea typeface="微软雅黑" panose="020B0503020204020204" pitchFamily="34" charset="-122"/>
          </a:endParaRPr>
        </a:p>
      </dgm:t>
    </dgm:pt>
    <dgm:pt modelId="{05B400E4-062C-4BB0-9FDB-6211BBFEABF4}" cxnId="{8BFF698F-2AA7-4DE2-8BC4-BB4D077C8E86}" type="parTrans">
      <dgm:prSet/>
      <dgm:spPr/>
      <dgm:t>
        <a:bodyPr/>
        <a:lstStyle/>
        <a:p>
          <a:endParaRPr lang="zh-CN" altLang="en-US"/>
        </a:p>
      </dgm:t>
    </dgm:pt>
    <dgm:pt modelId="{E31E17C9-46F6-48FF-92C1-7E78D9526B8D}" cxnId="{8BFF698F-2AA7-4DE2-8BC4-BB4D077C8E86}" type="sibTrans">
      <dgm:prSet/>
      <dgm:spPr/>
      <dgm:t>
        <a:bodyPr/>
        <a:lstStyle/>
        <a:p>
          <a:endParaRPr lang="zh-CN" altLang="en-US"/>
        </a:p>
      </dgm:t>
    </dgm:pt>
    <dgm:pt modelId="{E4685403-F673-4F85-B9B2-D9E485CD9616}">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访问控制策略</a:t>
          </a:r>
          <a:endParaRPr lang="zh-CN" altLang="en-US" sz="1200" b="1" dirty="0">
            <a:latin typeface="微软雅黑" panose="020B0503020204020204" pitchFamily="34" charset="-122"/>
            <a:ea typeface="微软雅黑" panose="020B0503020204020204" pitchFamily="34" charset="-122"/>
          </a:endParaRPr>
        </a:p>
      </dgm:t>
    </dgm:pt>
    <dgm:pt modelId="{DE447D32-86BD-440A-8476-2946463F71D9}" cxnId="{D0A785A4-3B2D-4512-BD94-6AB44687DBC4}" type="parTrans">
      <dgm:prSet/>
      <dgm:spPr/>
      <dgm:t>
        <a:bodyPr/>
        <a:lstStyle/>
        <a:p>
          <a:endParaRPr lang="zh-CN" altLang="en-US"/>
        </a:p>
      </dgm:t>
    </dgm:pt>
    <dgm:pt modelId="{B6410B96-BA0F-42AB-A632-901418D6AECD}" cxnId="{D0A785A4-3B2D-4512-BD94-6AB44687DBC4}" type="sibTrans">
      <dgm:prSet/>
      <dgm:spPr/>
      <dgm:t>
        <a:bodyPr/>
        <a:lstStyle/>
        <a:p>
          <a:endParaRPr lang="zh-CN" altLang="en-US"/>
        </a:p>
      </dgm:t>
    </dgm:pt>
    <dgm:pt modelId="{ABB4ADBE-FC80-4691-829E-3C157AC4838E}">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信息加密技术</a:t>
          </a:r>
          <a:endParaRPr lang="zh-CN" altLang="en-US" sz="1200" b="1" dirty="0">
            <a:latin typeface="微软雅黑" panose="020B0503020204020204" pitchFamily="34" charset="-122"/>
            <a:ea typeface="微软雅黑" panose="020B0503020204020204" pitchFamily="34" charset="-122"/>
          </a:endParaRPr>
        </a:p>
      </dgm:t>
    </dgm:pt>
    <dgm:pt modelId="{85BA2A94-1D06-4AB9-AADE-FFC8DEA53DFD}" cxnId="{886392AA-0E72-48E7-951E-5A57798235A4}" type="parTrans">
      <dgm:prSet/>
      <dgm:spPr/>
      <dgm:t>
        <a:bodyPr/>
        <a:lstStyle/>
        <a:p>
          <a:endParaRPr lang="zh-CN" altLang="en-US"/>
        </a:p>
      </dgm:t>
    </dgm:pt>
    <dgm:pt modelId="{B60F590F-F7A8-4F6E-9DEB-9406AC81DEE0}" cxnId="{886392AA-0E72-48E7-951E-5A57798235A4}" type="sibTrans">
      <dgm:prSet/>
      <dgm:spPr/>
      <dgm:t>
        <a:bodyPr/>
        <a:lstStyle/>
        <a:p>
          <a:endParaRPr lang="zh-CN" altLang="en-US"/>
        </a:p>
      </dgm:t>
    </dgm:pt>
    <dgm:pt modelId="{F7ADD7E0-BE22-4E70-B227-2ADF64984674}">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路由器和虚拟专用网技术</a:t>
          </a:r>
          <a:endParaRPr lang="zh-CN" altLang="en-US" sz="1200" b="1" dirty="0">
            <a:latin typeface="微软雅黑" panose="020B0503020204020204" pitchFamily="34" charset="-122"/>
            <a:ea typeface="微软雅黑" panose="020B0503020204020204" pitchFamily="34" charset="-122"/>
          </a:endParaRPr>
        </a:p>
      </dgm:t>
    </dgm:pt>
    <dgm:pt modelId="{F96FC702-C98B-4607-A3CA-13113493E74B}" cxnId="{23A30F86-094E-4D81-8DA3-B22CF6A8A952}" type="parTrans">
      <dgm:prSet/>
      <dgm:spPr/>
      <dgm:t>
        <a:bodyPr/>
        <a:lstStyle/>
        <a:p>
          <a:endParaRPr lang="zh-CN" altLang="en-US"/>
        </a:p>
      </dgm:t>
    </dgm:pt>
    <dgm:pt modelId="{425DFCE0-0F2A-4DC3-968C-C7E9EB18F536}" cxnId="{23A30F86-094E-4D81-8DA3-B22CF6A8A952}" type="sibTrans">
      <dgm:prSet/>
      <dgm:spPr/>
      <dgm:t>
        <a:bodyPr/>
        <a:lstStyle/>
        <a:p>
          <a:endParaRPr lang="zh-CN" altLang="en-US"/>
        </a:p>
      </dgm:t>
    </dgm:pt>
    <dgm:pt modelId="{EF3D0E33-EC42-427D-A6E8-E41C10F91B2F}">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安装防病毒软件和防火墙</a:t>
          </a:r>
          <a:endParaRPr lang="zh-CN" altLang="en-US" sz="1200" b="1" dirty="0">
            <a:latin typeface="微软雅黑" panose="020B0503020204020204" pitchFamily="34" charset="-122"/>
            <a:ea typeface="微软雅黑" panose="020B0503020204020204" pitchFamily="34" charset="-122"/>
          </a:endParaRPr>
        </a:p>
      </dgm:t>
    </dgm:pt>
    <dgm:pt modelId="{D5062FB0-CF5B-4D41-8D3B-F812B80DC2BB}" cxnId="{8210B272-12AF-4924-B6CB-A7E14F5E936C}" type="parTrans">
      <dgm:prSet/>
      <dgm:spPr/>
      <dgm:t>
        <a:bodyPr/>
        <a:lstStyle/>
        <a:p>
          <a:endParaRPr lang="zh-CN" altLang="en-US"/>
        </a:p>
      </dgm:t>
    </dgm:pt>
    <dgm:pt modelId="{E52A76C2-DFA1-479C-9F5F-1058B383957B}" cxnId="{8210B272-12AF-4924-B6CB-A7E14F5E936C}" type="sibTrans">
      <dgm:prSet/>
      <dgm:spPr/>
      <dgm:t>
        <a:bodyPr/>
        <a:lstStyle/>
        <a:p>
          <a:endParaRPr lang="zh-CN" altLang="en-US"/>
        </a:p>
      </dgm:t>
    </dgm:pt>
    <dgm:pt modelId="{9D5F3D62-7676-4BFD-B598-E19C2C05CBA1}">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信息安全保密的体系框架</a:t>
          </a:r>
          <a:endParaRPr lang="zh-CN" altLang="en-US" sz="1200" b="1" dirty="0">
            <a:latin typeface="微软雅黑" panose="020B0503020204020204" pitchFamily="34" charset="-122"/>
            <a:ea typeface="微软雅黑" panose="020B0503020204020204" pitchFamily="34" charset="-122"/>
          </a:endParaRPr>
        </a:p>
      </dgm:t>
    </dgm:pt>
    <dgm:pt modelId="{C04D2F45-242D-4892-9A20-B5A4026D3C17}" cxnId="{60D7FC53-29CC-4C85-AC76-379806621BE5}" type="parTrans">
      <dgm:prSet/>
      <dgm:spPr/>
      <dgm:t>
        <a:bodyPr/>
        <a:lstStyle/>
        <a:p>
          <a:endParaRPr lang="zh-CN" altLang="en-US"/>
        </a:p>
      </dgm:t>
    </dgm:pt>
    <dgm:pt modelId="{9B7433AE-64FD-4E3F-93B6-86C4534DCEEA}" cxnId="{60D7FC53-29CC-4C85-AC76-379806621BE5}" type="sibTrans">
      <dgm:prSet/>
      <dgm:spPr/>
      <dgm:t>
        <a:bodyPr/>
        <a:lstStyle/>
        <a:p>
          <a:endParaRPr lang="zh-CN" altLang="en-US"/>
        </a:p>
      </dgm:t>
    </dgm:pt>
    <dgm:pt modelId="{06187A7B-36DA-40B8-BB0C-CDDDFC99AB36}">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信息安全保密的服务支持体系</a:t>
          </a:r>
          <a:endParaRPr lang="zh-CN" altLang="en-US" sz="1200" b="1" dirty="0">
            <a:latin typeface="微软雅黑" panose="020B0503020204020204" pitchFamily="34" charset="-122"/>
            <a:ea typeface="微软雅黑" panose="020B0503020204020204" pitchFamily="34" charset="-122"/>
          </a:endParaRPr>
        </a:p>
      </dgm:t>
    </dgm:pt>
    <dgm:pt modelId="{5C2EBAD0-73C4-41BD-8FB1-9A1C348E5573}" cxnId="{0F5E08B8-078D-4628-8FC8-4650F5E748C8}" type="parTrans">
      <dgm:prSet/>
      <dgm:spPr/>
      <dgm:t>
        <a:bodyPr/>
        <a:lstStyle/>
        <a:p>
          <a:endParaRPr lang="zh-CN" altLang="en-US"/>
        </a:p>
      </dgm:t>
    </dgm:pt>
    <dgm:pt modelId="{8493F868-5C22-4D79-B9C6-84733CB55133}" cxnId="{0F5E08B8-078D-4628-8FC8-4650F5E748C8}" type="sibTrans">
      <dgm:prSet/>
      <dgm:spPr/>
      <dgm:t>
        <a:bodyPr/>
        <a:lstStyle/>
        <a:p>
          <a:endParaRPr lang="zh-CN" altLang="en-US"/>
        </a:p>
      </dgm:t>
    </dgm:pt>
    <dgm:pt modelId="{FF0A334E-AA95-40A2-84A2-29A56141AB36}">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信息安全保密的标准规范体系</a:t>
          </a:r>
          <a:endParaRPr lang="zh-CN" altLang="en-US" sz="1200" b="1" dirty="0">
            <a:latin typeface="微软雅黑" panose="020B0503020204020204" pitchFamily="34" charset="-122"/>
            <a:ea typeface="微软雅黑" panose="020B0503020204020204" pitchFamily="34" charset="-122"/>
          </a:endParaRPr>
        </a:p>
      </dgm:t>
    </dgm:pt>
    <dgm:pt modelId="{12517852-5A22-4593-80E6-5B93FB4CE3C6}" cxnId="{4BE00686-5209-413E-8724-C1BA78E1696F}" type="parTrans">
      <dgm:prSet/>
      <dgm:spPr/>
      <dgm:t>
        <a:bodyPr/>
        <a:lstStyle/>
        <a:p>
          <a:endParaRPr lang="zh-CN" altLang="en-US"/>
        </a:p>
      </dgm:t>
    </dgm:pt>
    <dgm:pt modelId="{400340EE-472A-436D-813B-8BB87ABD5E0A}" cxnId="{4BE00686-5209-413E-8724-C1BA78E1696F}" type="sibTrans">
      <dgm:prSet/>
      <dgm:spPr/>
      <dgm:t>
        <a:bodyPr/>
        <a:lstStyle/>
        <a:p>
          <a:endParaRPr lang="zh-CN" altLang="en-US"/>
        </a:p>
      </dgm:t>
    </dgm:pt>
    <dgm:pt modelId="{F9AC0219-7DA1-46F2-8186-A8C736426256}">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信息安全保密的技术防范体系</a:t>
          </a:r>
          <a:endParaRPr lang="zh-CN" altLang="en-US" sz="1200" b="1" dirty="0">
            <a:latin typeface="微软雅黑" panose="020B0503020204020204" pitchFamily="34" charset="-122"/>
            <a:ea typeface="微软雅黑" panose="020B0503020204020204" pitchFamily="34" charset="-122"/>
          </a:endParaRPr>
        </a:p>
      </dgm:t>
    </dgm:pt>
    <dgm:pt modelId="{EEC07C4B-6B42-4672-8F50-2E84E6693EA8}" cxnId="{FFC9A37B-7230-43E1-8386-29752742336B}" type="parTrans">
      <dgm:prSet/>
      <dgm:spPr/>
      <dgm:t>
        <a:bodyPr/>
        <a:lstStyle/>
        <a:p>
          <a:endParaRPr lang="zh-CN" altLang="en-US"/>
        </a:p>
      </dgm:t>
    </dgm:pt>
    <dgm:pt modelId="{9C51F195-B69D-4EF1-BE35-976B2E9178B2}" cxnId="{FFC9A37B-7230-43E1-8386-29752742336B}" type="sibTrans">
      <dgm:prSet/>
      <dgm:spPr/>
      <dgm:t>
        <a:bodyPr/>
        <a:lstStyle/>
        <a:p>
          <a:endParaRPr lang="zh-CN" altLang="en-US"/>
        </a:p>
      </dgm:t>
    </dgm:pt>
    <dgm:pt modelId="{4D4FD76C-54DF-4AE7-8177-F742D2A889E4}">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信息安全保密的管理保障体系</a:t>
          </a:r>
          <a:endParaRPr lang="zh-CN" altLang="en-US" sz="1200" b="1" dirty="0">
            <a:latin typeface="微软雅黑" panose="020B0503020204020204" pitchFamily="34" charset="-122"/>
            <a:ea typeface="微软雅黑" panose="020B0503020204020204" pitchFamily="34" charset="-122"/>
          </a:endParaRPr>
        </a:p>
      </dgm:t>
    </dgm:pt>
    <dgm:pt modelId="{8C1056BD-B762-4888-9106-FFA9A6EB8001}" cxnId="{6CE06D10-98BA-447C-A067-5D4E5FAACD77}" type="parTrans">
      <dgm:prSet/>
      <dgm:spPr/>
      <dgm:t>
        <a:bodyPr/>
        <a:lstStyle/>
        <a:p>
          <a:endParaRPr lang="zh-CN" altLang="en-US"/>
        </a:p>
      </dgm:t>
    </dgm:pt>
    <dgm:pt modelId="{3779C65F-BD15-44FF-B07B-6417BEE10D70}" cxnId="{6CE06D10-98BA-447C-A067-5D4E5FAACD77}" type="sibTrans">
      <dgm:prSet/>
      <dgm:spPr/>
      <dgm:t>
        <a:bodyPr/>
        <a:lstStyle/>
        <a:p>
          <a:endParaRPr lang="zh-CN" altLang="en-US"/>
        </a:p>
      </dgm:t>
    </dgm:pt>
    <dgm:pt modelId="{2380A339-2EF1-4E42-8ED3-7553D8B6FF8A}">
      <dgm:prSet custT="1"/>
      <dgm:spPr/>
      <dgm:t>
        <a:bodyPr/>
        <a:lstStyle/>
        <a:p>
          <a:pPr rtl="0"/>
          <a:r>
            <a:rPr lang="zh-CN" altLang="en-US" sz="1200" b="1" dirty="0" smtClean="0">
              <a:latin typeface="微软雅黑" panose="020B0503020204020204" pitchFamily="34" charset="-122"/>
              <a:ea typeface="微软雅黑" panose="020B0503020204020204" pitchFamily="34" charset="-122"/>
            </a:rPr>
            <a:t>信息安全保密的工作能力体系</a:t>
          </a:r>
          <a:endParaRPr lang="zh-CN" altLang="en-US" sz="1200" b="1" dirty="0">
            <a:latin typeface="微软雅黑" panose="020B0503020204020204" pitchFamily="34" charset="-122"/>
            <a:ea typeface="微软雅黑" panose="020B0503020204020204" pitchFamily="34" charset="-122"/>
          </a:endParaRPr>
        </a:p>
      </dgm:t>
    </dgm:pt>
    <dgm:pt modelId="{4C6A835B-B8B0-428D-A663-DFCDE07CFE1A}" cxnId="{5EF9CC58-499F-463C-B9E4-08289B74D54E}" type="parTrans">
      <dgm:prSet/>
      <dgm:spPr/>
      <dgm:t>
        <a:bodyPr/>
        <a:lstStyle/>
        <a:p>
          <a:endParaRPr lang="zh-CN" altLang="en-US"/>
        </a:p>
      </dgm:t>
    </dgm:pt>
    <dgm:pt modelId="{2E99D503-5E4E-4A8A-B88E-2CA50E24F463}" cxnId="{5EF9CC58-499F-463C-B9E4-08289B74D54E}" type="sibTrans">
      <dgm:prSet/>
      <dgm:spPr/>
      <dgm:t>
        <a:bodyPr/>
        <a:lstStyle/>
        <a:p>
          <a:endParaRPr lang="zh-CN" altLang="en-US"/>
        </a:p>
      </dgm:t>
    </dgm:pt>
    <dgm:pt modelId="{5785833E-BABC-40BC-99D1-AD41CEE56F2C}" type="pres">
      <dgm:prSet presAssocID="{6FED88E1-DB6A-438E-BE4B-908FA90BDDC6}" presName="diagram" presStyleCnt="0">
        <dgm:presLayoutVars>
          <dgm:chPref val="1"/>
          <dgm:dir/>
          <dgm:animOne val="branch"/>
          <dgm:animLvl val="lvl"/>
          <dgm:resizeHandles val="exact"/>
        </dgm:presLayoutVars>
      </dgm:prSet>
      <dgm:spPr/>
      <dgm:t>
        <a:bodyPr/>
        <a:lstStyle/>
        <a:p>
          <a:endParaRPr lang="zh-CN" altLang="en-US"/>
        </a:p>
      </dgm:t>
    </dgm:pt>
    <dgm:pt modelId="{BEE72323-4B2F-499C-8CC0-9FC171F1C1EC}" type="pres">
      <dgm:prSet presAssocID="{940FCAF0-D1D0-4041-AB32-FFD21659E4F2}" presName="root1" presStyleCnt="0"/>
      <dgm:spPr/>
    </dgm:pt>
    <dgm:pt modelId="{F49DDA3B-6010-41E2-B0BD-8F74957158FC}" type="pres">
      <dgm:prSet presAssocID="{940FCAF0-D1D0-4041-AB32-FFD21659E4F2}" presName="LevelOneTextNode" presStyleLbl="node0" presStyleIdx="0" presStyleCnt="1" custScaleX="192789" custScaleY="140515">
        <dgm:presLayoutVars>
          <dgm:chPref val="3"/>
        </dgm:presLayoutVars>
      </dgm:prSet>
      <dgm:spPr/>
      <dgm:t>
        <a:bodyPr/>
        <a:lstStyle/>
        <a:p>
          <a:endParaRPr lang="zh-CN" altLang="en-US"/>
        </a:p>
      </dgm:t>
    </dgm:pt>
    <dgm:pt modelId="{288D7F0C-09EF-4352-A92B-F5A2F033794C}" type="pres">
      <dgm:prSet presAssocID="{940FCAF0-D1D0-4041-AB32-FFD21659E4F2}" presName="level2hierChild" presStyleCnt="0"/>
      <dgm:spPr/>
    </dgm:pt>
    <dgm:pt modelId="{173B74DE-BEC9-4DCB-A364-D17311818A20}" type="pres">
      <dgm:prSet presAssocID="{14CB3D91-6848-44A7-AF4B-8365F5B9AC3C}" presName="conn2-1" presStyleLbl="parChTrans1D2" presStyleIdx="0" presStyleCnt="2"/>
      <dgm:spPr/>
      <dgm:t>
        <a:bodyPr/>
        <a:lstStyle/>
        <a:p>
          <a:endParaRPr lang="zh-CN" altLang="en-US"/>
        </a:p>
      </dgm:t>
    </dgm:pt>
    <dgm:pt modelId="{22C5AC36-2EB0-4EB5-9B38-686EE36B20E9}" type="pres">
      <dgm:prSet presAssocID="{14CB3D91-6848-44A7-AF4B-8365F5B9AC3C}" presName="connTx" presStyleLbl="parChTrans1D2" presStyleIdx="0" presStyleCnt="2"/>
      <dgm:spPr/>
      <dgm:t>
        <a:bodyPr/>
        <a:lstStyle/>
        <a:p>
          <a:endParaRPr lang="zh-CN" altLang="en-US"/>
        </a:p>
      </dgm:t>
    </dgm:pt>
    <dgm:pt modelId="{F4088165-F8AF-459F-84C8-144B8DCD4EA9}" type="pres">
      <dgm:prSet presAssocID="{FD20597F-A8C6-43FF-9AA6-CA80507CEDA7}" presName="root2" presStyleCnt="0"/>
      <dgm:spPr/>
    </dgm:pt>
    <dgm:pt modelId="{052AB52A-8066-424D-94D6-58D3EBDF294B}" type="pres">
      <dgm:prSet presAssocID="{FD20597F-A8C6-43FF-9AA6-CA80507CEDA7}" presName="LevelTwoTextNode" presStyleLbl="node2" presStyleIdx="0" presStyleCnt="2" custScaleX="232594">
        <dgm:presLayoutVars>
          <dgm:chPref val="3"/>
        </dgm:presLayoutVars>
      </dgm:prSet>
      <dgm:spPr/>
      <dgm:t>
        <a:bodyPr/>
        <a:lstStyle/>
        <a:p>
          <a:endParaRPr lang="zh-CN" altLang="en-US"/>
        </a:p>
      </dgm:t>
    </dgm:pt>
    <dgm:pt modelId="{A3B348E4-2353-4D2F-9BBD-47866E9629E7}" type="pres">
      <dgm:prSet presAssocID="{FD20597F-A8C6-43FF-9AA6-CA80507CEDA7}" presName="level3hierChild" presStyleCnt="0"/>
      <dgm:spPr/>
    </dgm:pt>
    <dgm:pt modelId="{16FE8A6E-932E-4325-9C4F-5E62C2ECF76D}" type="pres">
      <dgm:prSet presAssocID="{05B400E4-062C-4BB0-9FDB-6211BBFEABF4}" presName="conn2-1" presStyleLbl="parChTrans1D3" presStyleIdx="0" presStyleCnt="11"/>
      <dgm:spPr/>
      <dgm:t>
        <a:bodyPr/>
        <a:lstStyle/>
        <a:p>
          <a:endParaRPr lang="zh-CN" altLang="en-US"/>
        </a:p>
      </dgm:t>
    </dgm:pt>
    <dgm:pt modelId="{22F6EAF1-F281-4CEA-81B0-889B27FB39E2}" type="pres">
      <dgm:prSet presAssocID="{05B400E4-062C-4BB0-9FDB-6211BBFEABF4}" presName="connTx" presStyleLbl="parChTrans1D3" presStyleIdx="0" presStyleCnt="11"/>
      <dgm:spPr/>
      <dgm:t>
        <a:bodyPr/>
        <a:lstStyle/>
        <a:p>
          <a:endParaRPr lang="zh-CN" altLang="en-US"/>
        </a:p>
      </dgm:t>
    </dgm:pt>
    <dgm:pt modelId="{22BF4EB5-4B53-498E-937F-012289926313}" type="pres">
      <dgm:prSet presAssocID="{FB3ED40D-F762-485E-BFFA-B1DEDE1DA0B1}" presName="root2" presStyleCnt="0"/>
      <dgm:spPr/>
    </dgm:pt>
    <dgm:pt modelId="{53008630-D9BB-46F4-8999-AB24D1A84BA6}" type="pres">
      <dgm:prSet presAssocID="{FB3ED40D-F762-485E-BFFA-B1DEDE1DA0B1}" presName="LevelTwoTextNode" presStyleLbl="node3" presStyleIdx="0" presStyleCnt="11" custScaleX="232594">
        <dgm:presLayoutVars>
          <dgm:chPref val="3"/>
        </dgm:presLayoutVars>
      </dgm:prSet>
      <dgm:spPr/>
      <dgm:t>
        <a:bodyPr/>
        <a:lstStyle/>
        <a:p>
          <a:endParaRPr lang="zh-CN" altLang="en-US"/>
        </a:p>
      </dgm:t>
    </dgm:pt>
    <dgm:pt modelId="{14807C87-8298-4437-87EA-FDB7AFE71958}" type="pres">
      <dgm:prSet presAssocID="{FB3ED40D-F762-485E-BFFA-B1DEDE1DA0B1}" presName="level3hierChild" presStyleCnt="0"/>
      <dgm:spPr/>
    </dgm:pt>
    <dgm:pt modelId="{5DB43B33-E3AD-49F8-B711-AF22F48A493F}" type="pres">
      <dgm:prSet presAssocID="{DE447D32-86BD-440A-8476-2946463F71D9}" presName="conn2-1" presStyleLbl="parChTrans1D3" presStyleIdx="1" presStyleCnt="11"/>
      <dgm:spPr/>
      <dgm:t>
        <a:bodyPr/>
        <a:lstStyle/>
        <a:p>
          <a:endParaRPr lang="zh-CN" altLang="en-US"/>
        </a:p>
      </dgm:t>
    </dgm:pt>
    <dgm:pt modelId="{DAAD8148-18A6-48E3-A77E-6A47A5B6C3FC}" type="pres">
      <dgm:prSet presAssocID="{DE447D32-86BD-440A-8476-2946463F71D9}" presName="connTx" presStyleLbl="parChTrans1D3" presStyleIdx="1" presStyleCnt="11"/>
      <dgm:spPr/>
      <dgm:t>
        <a:bodyPr/>
        <a:lstStyle/>
        <a:p>
          <a:endParaRPr lang="zh-CN" altLang="en-US"/>
        </a:p>
      </dgm:t>
    </dgm:pt>
    <dgm:pt modelId="{B35F06C8-3AC0-4D63-BCBC-CEBC88797FFC}" type="pres">
      <dgm:prSet presAssocID="{E4685403-F673-4F85-B9B2-D9E485CD9616}" presName="root2" presStyleCnt="0"/>
      <dgm:spPr/>
    </dgm:pt>
    <dgm:pt modelId="{179D26CD-A8BE-4BA0-A097-77B5A507997E}" type="pres">
      <dgm:prSet presAssocID="{E4685403-F673-4F85-B9B2-D9E485CD9616}" presName="LevelTwoTextNode" presStyleLbl="node3" presStyleIdx="1" presStyleCnt="11" custScaleX="232594">
        <dgm:presLayoutVars>
          <dgm:chPref val="3"/>
        </dgm:presLayoutVars>
      </dgm:prSet>
      <dgm:spPr/>
      <dgm:t>
        <a:bodyPr/>
        <a:lstStyle/>
        <a:p>
          <a:endParaRPr lang="zh-CN" altLang="en-US"/>
        </a:p>
      </dgm:t>
    </dgm:pt>
    <dgm:pt modelId="{09DF8E91-7545-4867-B974-9AF87BA41106}" type="pres">
      <dgm:prSet presAssocID="{E4685403-F673-4F85-B9B2-D9E485CD9616}" presName="level3hierChild" presStyleCnt="0"/>
      <dgm:spPr/>
    </dgm:pt>
    <dgm:pt modelId="{816E5119-8777-49AA-9AE6-CE1B9EC2E8BF}" type="pres">
      <dgm:prSet presAssocID="{85BA2A94-1D06-4AB9-AADE-FFC8DEA53DFD}" presName="conn2-1" presStyleLbl="parChTrans1D3" presStyleIdx="2" presStyleCnt="11"/>
      <dgm:spPr/>
      <dgm:t>
        <a:bodyPr/>
        <a:lstStyle/>
        <a:p>
          <a:endParaRPr lang="zh-CN" altLang="en-US"/>
        </a:p>
      </dgm:t>
    </dgm:pt>
    <dgm:pt modelId="{E5BD0301-6AF2-4622-8211-B40C9CEB407D}" type="pres">
      <dgm:prSet presAssocID="{85BA2A94-1D06-4AB9-AADE-FFC8DEA53DFD}" presName="connTx" presStyleLbl="parChTrans1D3" presStyleIdx="2" presStyleCnt="11"/>
      <dgm:spPr/>
      <dgm:t>
        <a:bodyPr/>
        <a:lstStyle/>
        <a:p>
          <a:endParaRPr lang="zh-CN" altLang="en-US"/>
        </a:p>
      </dgm:t>
    </dgm:pt>
    <dgm:pt modelId="{C2743418-C275-46C6-A525-BEC56B70318B}" type="pres">
      <dgm:prSet presAssocID="{ABB4ADBE-FC80-4691-829E-3C157AC4838E}" presName="root2" presStyleCnt="0"/>
      <dgm:spPr/>
    </dgm:pt>
    <dgm:pt modelId="{0B6CD1D7-0283-4B3D-91AF-607DF11899CD}" type="pres">
      <dgm:prSet presAssocID="{ABB4ADBE-FC80-4691-829E-3C157AC4838E}" presName="LevelTwoTextNode" presStyleLbl="node3" presStyleIdx="2" presStyleCnt="11" custScaleX="232594">
        <dgm:presLayoutVars>
          <dgm:chPref val="3"/>
        </dgm:presLayoutVars>
      </dgm:prSet>
      <dgm:spPr/>
      <dgm:t>
        <a:bodyPr/>
        <a:lstStyle/>
        <a:p>
          <a:endParaRPr lang="zh-CN" altLang="en-US"/>
        </a:p>
      </dgm:t>
    </dgm:pt>
    <dgm:pt modelId="{317C4F7B-0B9B-4B5F-8CB5-A3A2DA6C185E}" type="pres">
      <dgm:prSet presAssocID="{ABB4ADBE-FC80-4691-829E-3C157AC4838E}" presName="level3hierChild" presStyleCnt="0"/>
      <dgm:spPr/>
    </dgm:pt>
    <dgm:pt modelId="{B3D8E4F2-5DB1-4397-8C91-4D8B24975969}" type="pres">
      <dgm:prSet presAssocID="{F96FC702-C98B-4607-A3CA-13113493E74B}" presName="conn2-1" presStyleLbl="parChTrans1D3" presStyleIdx="3" presStyleCnt="11"/>
      <dgm:spPr/>
      <dgm:t>
        <a:bodyPr/>
        <a:lstStyle/>
        <a:p>
          <a:endParaRPr lang="zh-CN" altLang="en-US"/>
        </a:p>
      </dgm:t>
    </dgm:pt>
    <dgm:pt modelId="{9E0B3FDE-4A7C-4125-B09E-9426842869AB}" type="pres">
      <dgm:prSet presAssocID="{F96FC702-C98B-4607-A3CA-13113493E74B}" presName="connTx" presStyleLbl="parChTrans1D3" presStyleIdx="3" presStyleCnt="11"/>
      <dgm:spPr/>
      <dgm:t>
        <a:bodyPr/>
        <a:lstStyle/>
        <a:p>
          <a:endParaRPr lang="zh-CN" altLang="en-US"/>
        </a:p>
      </dgm:t>
    </dgm:pt>
    <dgm:pt modelId="{39AB4696-A5E6-4D33-8A4D-AEDA97CD8672}" type="pres">
      <dgm:prSet presAssocID="{F7ADD7E0-BE22-4E70-B227-2ADF64984674}" presName="root2" presStyleCnt="0"/>
      <dgm:spPr/>
    </dgm:pt>
    <dgm:pt modelId="{342B858C-5B9A-4D81-B0FA-90FBF04CCC57}" type="pres">
      <dgm:prSet presAssocID="{F7ADD7E0-BE22-4E70-B227-2ADF64984674}" presName="LevelTwoTextNode" presStyleLbl="node3" presStyleIdx="3" presStyleCnt="11" custScaleX="232594">
        <dgm:presLayoutVars>
          <dgm:chPref val="3"/>
        </dgm:presLayoutVars>
      </dgm:prSet>
      <dgm:spPr/>
      <dgm:t>
        <a:bodyPr/>
        <a:lstStyle/>
        <a:p>
          <a:endParaRPr lang="zh-CN" altLang="en-US"/>
        </a:p>
      </dgm:t>
    </dgm:pt>
    <dgm:pt modelId="{6C9E2CD8-4804-4FF6-BCFE-3D690CD4A0FC}" type="pres">
      <dgm:prSet presAssocID="{F7ADD7E0-BE22-4E70-B227-2ADF64984674}" presName="level3hierChild" presStyleCnt="0"/>
      <dgm:spPr/>
    </dgm:pt>
    <dgm:pt modelId="{A8A19A62-A14A-43C3-B55D-DCC9F145537B}" type="pres">
      <dgm:prSet presAssocID="{D5062FB0-CF5B-4D41-8D3B-F812B80DC2BB}" presName="conn2-1" presStyleLbl="parChTrans1D3" presStyleIdx="4" presStyleCnt="11"/>
      <dgm:spPr/>
      <dgm:t>
        <a:bodyPr/>
        <a:lstStyle/>
        <a:p>
          <a:endParaRPr lang="zh-CN" altLang="en-US"/>
        </a:p>
      </dgm:t>
    </dgm:pt>
    <dgm:pt modelId="{462FDECF-9241-4A4B-89D1-C3C57DFFB2A8}" type="pres">
      <dgm:prSet presAssocID="{D5062FB0-CF5B-4D41-8D3B-F812B80DC2BB}" presName="connTx" presStyleLbl="parChTrans1D3" presStyleIdx="4" presStyleCnt="11"/>
      <dgm:spPr/>
      <dgm:t>
        <a:bodyPr/>
        <a:lstStyle/>
        <a:p>
          <a:endParaRPr lang="zh-CN" altLang="en-US"/>
        </a:p>
      </dgm:t>
    </dgm:pt>
    <dgm:pt modelId="{EB3F2F53-D879-4239-9C72-D41399265EC7}" type="pres">
      <dgm:prSet presAssocID="{EF3D0E33-EC42-427D-A6E8-E41C10F91B2F}" presName="root2" presStyleCnt="0"/>
      <dgm:spPr/>
    </dgm:pt>
    <dgm:pt modelId="{9117EEDA-1552-436E-8851-DF58CCB6DDF9}" type="pres">
      <dgm:prSet presAssocID="{EF3D0E33-EC42-427D-A6E8-E41C10F91B2F}" presName="LevelTwoTextNode" presStyleLbl="node3" presStyleIdx="4" presStyleCnt="11" custScaleX="232594">
        <dgm:presLayoutVars>
          <dgm:chPref val="3"/>
        </dgm:presLayoutVars>
      </dgm:prSet>
      <dgm:spPr/>
      <dgm:t>
        <a:bodyPr/>
        <a:lstStyle/>
        <a:p>
          <a:endParaRPr lang="zh-CN" altLang="en-US"/>
        </a:p>
      </dgm:t>
    </dgm:pt>
    <dgm:pt modelId="{8F5F9154-A571-4D96-869E-84AE44577D46}" type="pres">
      <dgm:prSet presAssocID="{EF3D0E33-EC42-427D-A6E8-E41C10F91B2F}" presName="level3hierChild" presStyleCnt="0"/>
      <dgm:spPr/>
    </dgm:pt>
    <dgm:pt modelId="{3B5D49A3-CCDC-40BB-8D9C-7FBC41D3B976}" type="pres">
      <dgm:prSet presAssocID="{98974371-B3D0-4D66-95A4-E8117D2DB13B}" presName="conn2-1" presStyleLbl="parChTrans1D2" presStyleIdx="1" presStyleCnt="2"/>
      <dgm:spPr/>
      <dgm:t>
        <a:bodyPr/>
        <a:lstStyle/>
        <a:p>
          <a:endParaRPr lang="zh-CN" altLang="en-US"/>
        </a:p>
      </dgm:t>
    </dgm:pt>
    <dgm:pt modelId="{C0987C44-25DD-4A5A-AEB0-A12990AB971F}" type="pres">
      <dgm:prSet presAssocID="{98974371-B3D0-4D66-95A4-E8117D2DB13B}" presName="connTx" presStyleLbl="parChTrans1D2" presStyleIdx="1" presStyleCnt="2"/>
      <dgm:spPr/>
      <dgm:t>
        <a:bodyPr/>
        <a:lstStyle/>
        <a:p>
          <a:endParaRPr lang="zh-CN" altLang="en-US"/>
        </a:p>
      </dgm:t>
    </dgm:pt>
    <dgm:pt modelId="{3483D436-7C4B-4C04-8B2F-8B4E430ACE31}" type="pres">
      <dgm:prSet presAssocID="{DCE773CB-8832-40CD-B79C-6F580EDEDFB3}" presName="root2" presStyleCnt="0"/>
      <dgm:spPr/>
    </dgm:pt>
    <dgm:pt modelId="{EBA88E9C-D62E-4D14-883D-6803658DFA15}" type="pres">
      <dgm:prSet presAssocID="{DCE773CB-8832-40CD-B79C-6F580EDEDFB3}" presName="LevelTwoTextNode" presStyleLbl="node2" presStyleIdx="1" presStyleCnt="2" custScaleX="232594">
        <dgm:presLayoutVars>
          <dgm:chPref val="3"/>
        </dgm:presLayoutVars>
      </dgm:prSet>
      <dgm:spPr/>
      <dgm:t>
        <a:bodyPr/>
        <a:lstStyle/>
        <a:p>
          <a:endParaRPr lang="zh-CN" altLang="en-US"/>
        </a:p>
      </dgm:t>
    </dgm:pt>
    <dgm:pt modelId="{32342622-3B7C-49E8-BE99-9F960656501E}" type="pres">
      <dgm:prSet presAssocID="{DCE773CB-8832-40CD-B79C-6F580EDEDFB3}" presName="level3hierChild" presStyleCnt="0"/>
      <dgm:spPr/>
    </dgm:pt>
    <dgm:pt modelId="{751707D9-60C2-4E77-9D3F-6C9272B27279}" type="pres">
      <dgm:prSet presAssocID="{C04D2F45-242D-4892-9A20-B5A4026D3C17}" presName="conn2-1" presStyleLbl="parChTrans1D3" presStyleIdx="5" presStyleCnt="11"/>
      <dgm:spPr/>
      <dgm:t>
        <a:bodyPr/>
        <a:lstStyle/>
        <a:p>
          <a:endParaRPr lang="zh-CN" altLang="en-US"/>
        </a:p>
      </dgm:t>
    </dgm:pt>
    <dgm:pt modelId="{FB0F0E0B-F175-45F0-BA72-38C5B3B29262}" type="pres">
      <dgm:prSet presAssocID="{C04D2F45-242D-4892-9A20-B5A4026D3C17}" presName="connTx" presStyleLbl="parChTrans1D3" presStyleIdx="5" presStyleCnt="11"/>
      <dgm:spPr/>
      <dgm:t>
        <a:bodyPr/>
        <a:lstStyle/>
        <a:p>
          <a:endParaRPr lang="zh-CN" altLang="en-US"/>
        </a:p>
      </dgm:t>
    </dgm:pt>
    <dgm:pt modelId="{4B212167-FFFC-49C5-8631-135885A79500}" type="pres">
      <dgm:prSet presAssocID="{9D5F3D62-7676-4BFD-B598-E19C2C05CBA1}" presName="root2" presStyleCnt="0"/>
      <dgm:spPr/>
    </dgm:pt>
    <dgm:pt modelId="{4C481D98-6E63-4E07-8F4A-E9265E9CD9FB}" type="pres">
      <dgm:prSet presAssocID="{9D5F3D62-7676-4BFD-B598-E19C2C05CBA1}" presName="LevelTwoTextNode" presStyleLbl="node3" presStyleIdx="5" presStyleCnt="11" custScaleX="232594">
        <dgm:presLayoutVars>
          <dgm:chPref val="3"/>
        </dgm:presLayoutVars>
      </dgm:prSet>
      <dgm:spPr/>
      <dgm:t>
        <a:bodyPr/>
        <a:lstStyle/>
        <a:p>
          <a:endParaRPr lang="zh-CN" altLang="en-US"/>
        </a:p>
      </dgm:t>
    </dgm:pt>
    <dgm:pt modelId="{C183D90C-79BD-4E90-A68C-E38A715058C3}" type="pres">
      <dgm:prSet presAssocID="{9D5F3D62-7676-4BFD-B598-E19C2C05CBA1}" presName="level3hierChild" presStyleCnt="0"/>
      <dgm:spPr/>
    </dgm:pt>
    <dgm:pt modelId="{342D1140-A554-4156-AA11-A1DD0F483AF3}" type="pres">
      <dgm:prSet presAssocID="{5C2EBAD0-73C4-41BD-8FB1-9A1C348E5573}" presName="conn2-1" presStyleLbl="parChTrans1D3" presStyleIdx="6" presStyleCnt="11"/>
      <dgm:spPr/>
      <dgm:t>
        <a:bodyPr/>
        <a:lstStyle/>
        <a:p>
          <a:endParaRPr lang="zh-CN" altLang="en-US"/>
        </a:p>
      </dgm:t>
    </dgm:pt>
    <dgm:pt modelId="{512CC894-B6A7-41A6-BB5C-67E67C2E7182}" type="pres">
      <dgm:prSet presAssocID="{5C2EBAD0-73C4-41BD-8FB1-9A1C348E5573}" presName="connTx" presStyleLbl="parChTrans1D3" presStyleIdx="6" presStyleCnt="11"/>
      <dgm:spPr/>
      <dgm:t>
        <a:bodyPr/>
        <a:lstStyle/>
        <a:p>
          <a:endParaRPr lang="zh-CN" altLang="en-US"/>
        </a:p>
      </dgm:t>
    </dgm:pt>
    <dgm:pt modelId="{12B601B6-1CEF-420E-AB99-3336C5907D0C}" type="pres">
      <dgm:prSet presAssocID="{06187A7B-36DA-40B8-BB0C-CDDDFC99AB36}" presName="root2" presStyleCnt="0"/>
      <dgm:spPr/>
    </dgm:pt>
    <dgm:pt modelId="{DC17299C-3FE6-46DA-9B35-A7F918DAA4A1}" type="pres">
      <dgm:prSet presAssocID="{06187A7B-36DA-40B8-BB0C-CDDDFC99AB36}" presName="LevelTwoTextNode" presStyleLbl="node3" presStyleIdx="6" presStyleCnt="11" custScaleX="232594">
        <dgm:presLayoutVars>
          <dgm:chPref val="3"/>
        </dgm:presLayoutVars>
      </dgm:prSet>
      <dgm:spPr/>
      <dgm:t>
        <a:bodyPr/>
        <a:lstStyle/>
        <a:p>
          <a:endParaRPr lang="zh-CN" altLang="en-US"/>
        </a:p>
      </dgm:t>
    </dgm:pt>
    <dgm:pt modelId="{3B055279-B95A-4174-8489-FC7F3565D128}" type="pres">
      <dgm:prSet presAssocID="{06187A7B-36DA-40B8-BB0C-CDDDFC99AB36}" presName="level3hierChild" presStyleCnt="0"/>
      <dgm:spPr/>
    </dgm:pt>
    <dgm:pt modelId="{56D599B6-6925-4105-B57A-C5CA256248FA}" type="pres">
      <dgm:prSet presAssocID="{12517852-5A22-4593-80E6-5B93FB4CE3C6}" presName="conn2-1" presStyleLbl="parChTrans1D3" presStyleIdx="7" presStyleCnt="11"/>
      <dgm:spPr/>
      <dgm:t>
        <a:bodyPr/>
        <a:lstStyle/>
        <a:p>
          <a:endParaRPr lang="zh-CN" altLang="en-US"/>
        </a:p>
      </dgm:t>
    </dgm:pt>
    <dgm:pt modelId="{524B228F-19AB-4453-B1AB-458DDA208C9A}" type="pres">
      <dgm:prSet presAssocID="{12517852-5A22-4593-80E6-5B93FB4CE3C6}" presName="connTx" presStyleLbl="parChTrans1D3" presStyleIdx="7" presStyleCnt="11"/>
      <dgm:spPr/>
      <dgm:t>
        <a:bodyPr/>
        <a:lstStyle/>
        <a:p>
          <a:endParaRPr lang="zh-CN" altLang="en-US"/>
        </a:p>
      </dgm:t>
    </dgm:pt>
    <dgm:pt modelId="{926B79C5-1692-44AA-8C11-726721E534C2}" type="pres">
      <dgm:prSet presAssocID="{FF0A334E-AA95-40A2-84A2-29A56141AB36}" presName="root2" presStyleCnt="0"/>
      <dgm:spPr/>
    </dgm:pt>
    <dgm:pt modelId="{4B9AC542-9F41-4735-BD54-F85A9E698CED}" type="pres">
      <dgm:prSet presAssocID="{FF0A334E-AA95-40A2-84A2-29A56141AB36}" presName="LevelTwoTextNode" presStyleLbl="node3" presStyleIdx="7" presStyleCnt="11" custScaleX="232594">
        <dgm:presLayoutVars>
          <dgm:chPref val="3"/>
        </dgm:presLayoutVars>
      </dgm:prSet>
      <dgm:spPr/>
      <dgm:t>
        <a:bodyPr/>
        <a:lstStyle/>
        <a:p>
          <a:endParaRPr lang="zh-CN" altLang="en-US"/>
        </a:p>
      </dgm:t>
    </dgm:pt>
    <dgm:pt modelId="{57541DC8-F1A6-4EA8-BF72-3C45FD0F5BF3}" type="pres">
      <dgm:prSet presAssocID="{FF0A334E-AA95-40A2-84A2-29A56141AB36}" presName="level3hierChild" presStyleCnt="0"/>
      <dgm:spPr/>
    </dgm:pt>
    <dgm:pt modelId="{44669895-7CF8-45C9-857F-803C3991D92C}" type="pres">
      <dgm:prSet presAssocID="{EEC07C4B-6B42-4672-8F50-2E84E6693EA8}" presName="conn2-1" presStyleLbl="parChTrans1D3" presStyleIdx="8" presStyleCnt="11"/>
      <dgm:spPr/>
      <dgm:t>
        <a:bodyPr/>
        <a:lstStyle/>
        <a:p>
          <a:endParaRPr lang="zh-CN" altLang="en-US"/>
        </a:p>
      </dgm:t>
    </dgm:pt>
    <dgm:pt modelId="{D448526A-4471-473B-8CA1-7C7F42A388AB}" type="pres">
      <dgm:prSet presAssocID="{EEC07C4B-6B42-4672-8F50-2E84E6693EA8}" presName="connTx" presStyleLbl="parChTrans1D3" presStyleIdx="8" presStyleCnt="11"/>
      <dgm:spPr/>
      <dgm:t>
        <a:bodyPr/>
        <a:lstStyle/>
        <a:p>
          <a:endParaRPr lang="zh-CN" altLang="en-US"/>
        </a:p>
      </dgm:t>
    </dgm:pt>
    <dgm:pt modelId="{C6CD0C15-6752-4B95-9C12-55341925468F}" type="pres">
      <dgm:prSet presAssocID="{F9AC0219-7DA1-46F2-8186-A8C736426256}" presName="root2" presStyleCnt="0"/>
      <dgm:spPr/>
    </dgm:pt>
    <dgm:pt modelId="{6FA4A15D-F41A-4ED4-85EA-589EBBF12C2E}" type="pres">
      <dgm:prSet presAssocID="{F9AC0219-7DA1-46F2-8186-A8C736426256}" presName="LevelTwoTextNode" presStyleLbl="node3" presStyleIdx="8" presStyleCnt="11" custScaleX="232594">
        <dgm:presLayoutVars>
          <dgm:chPref val="3"/>
        </dgm:presLayoutVars>
      </dgm:prSet>
      <dgm:spPr/>
      <dgm:t>
        <a:bodyPr/>
        <a:lstStyle/>
        <a:p>
          <a:endParaRPr lang="zh-CN" altLang="en-US"/>
        </a:p>
      </dgm:t>
    </dgm:pt>
    <dgm:pt modelId="{C11EA871-9B50-4291-A7F9-E0331F8EFEE8}" type="pres">
      <dgm:prSet presAssocID="{F9AC0219-7DA1-46F2-8186-A8C736426256}" presName="level3hierChild" presStyleCnt="0"/>
      <dgm:spPr/>
    </dgm:pt>
    <dgm:pt modelId="{CDAA6C39-A72A-44A1-A000-79057B2CA615}" type="pres">
      <dgm:prSet presAssocID="{8C1056BD-B762-4888-9106-FFA9A6EB8001}" presName="conn2-1" presStyleLbl="parChTrans1D3" presStyleIdx="9" presStyleCnt="11"/>
      <dgm:spPr/>
      <dgm:t>
        <a:bodyPr/>
        <a:lstStyle/>
        <a:p>
          <a:endParaRPr lang="zh-CN" altLang="en-US"/>
        </a:p>
      </dgm:t>
    </dgm:pt>
    <dgm:pt modelId="{75C375FC-67B8-4441-8835-75FD9D8B436D}" type="pres">
      <dgm:prSet presAssocID="{8C1056BD-B762-4888-9106-FFA9A6EB8001}" presName="connTx" presStyleLbl="parChTrans1D3" presStyleIdx="9" presStyleCnt="11"/>
      <dgm:spPr/>
      <dgm:t>
        <a:bodyPr/>
        <a:lstStyle/>
        <a:p>
          <a:endParaRPr lang="zh-CN" altLang="en-US"/>
        </a:p>
      </dgm:t>
    </dgm:pt>
    <dgm:pt modelId="{8FF04D85-B31D-45BA-AAF8-A248BDDA9972}" type="pres">
      <dgm:prSet presAssocID="{4D4FD76C-54DF-4AE7-8177-F742D2A889E4}" presName="root2" presStyleCnt="0"/>
      <dgm:spPr/>
    </dgm:pt>
    <dgm:pt modelId="{4E2FD54F-87A7-4466-982B-7ECC03A9C591}" type="pres">
      <dgm:prSet presAssocID="{4D4FD76C-54DF-4AE7-8177-F742D2A889E4}" presName="LevelTwoTextNode" presStyleLbl="node3" presStyleIdx="9" presStyleCnt="11" custScaleX="232594">
        <dgm:presLayoutVars>
          <dgm:chPref val="3"/>
        </dgm:presLayoutVars>
      </dgm:prSet>
      <dgm:spPr/>
      <dgm:t>
        <a:bodyPr/>
        <a:lstStyle/>
        <a:p>
          <a:endParaRPr lang="zh-CN" altLang="en-US"/>
        </a:p>
      </dgm:t>
    </dgm:pt>
    <dgm:pt modelId="{A13AF019-B752-4C56-B58F-6EDA0D0A6A9C}" type="pres">
      <dgm:prSet presAssocID="{4D4FD76C-54DF-4AE7-8177-F742D2A889E4}" presName="level3hierChild" presStyleCnt="0"/>
      <dgm:spPr/>
    </dgm:pt>
    <dgm:pt modelId="{ECB516E7-18C4-4BF2-9231-9030884CC94C}" type="pres">
      <dgm:prSet presAssocID="{4C6A835B-B8B0-428D-A663-DFCDE07CFE1A}" presName="conn2-1" presStyleLbl="parChTrans1D3" presStyleIdx="10" presStyleCnt="11"/>
      <dgm:spPr/>
      <dgm:t>
        <a:bodyPr/>
        <a:lstStyle/>
        <a:p>
          <a:endParaRPr lang="zh-CN" altLang="en-US"/>
        </a:p>
      </dgm:t>
    </dgm:pt>
    <dgm:pt modelId="{1FFAFFD4-78E8-4146-A24A-C97914EFC6F2}" type="pres">
      <dgm:prSet presAssocID="{4C6A835B-B8B0-428D-A663-DFCDE07CFE1A}" presName="connTx" presStyleLbl="parChTrans1D3" presStyleIdx="10" presStyleCnt="11"/>
      <dgm:spPr/>
      <dgm:t>
        <a:bodyPr/>
        <a:lstStyle/>
        <a:p>
          <a:endParaRPr lang="zh-CN" altLang="en-US"/>
        </a:p>
      </dgm:t>
    </dgm:pt>
    <dgm:pt modelId="{69142575-1850-4A1C-B406-0CF1D32473AD}" type="pres">
      <dgm:prSet presAssocID="{2380A339-2EF1-4E42-8ED3-7553D8B6FF8A}" presName="root2" presStyleCnt="0"/>
      <dgm:spPr/>
    </dgm:pt>
    <dgm:pt modelId="{6BE51BFE-F975-45C4-B191-F9F907DE9820}" type="pres">
      <dgm:prSet presAssocID="{2380A339-2EF1-4E42-8ED3-7553D8B6FF8A}" presName="LevelTwoTextNode" presStyleLbl="node3" presStyleIdx="10" presStyleCnt="11" custScaleX="232594">
        <dgm:presLayoutVars>
          <dgm:chPref val="3"/>
        </dgm:presLayoutVars>
      </dgm:prSet>
      <dgm:spPr/>
      <dgm:t>
        <a:bodyPr/>
        <a:lstStyle/>
        <a:p>
          <a:endParaRPr lang="zh-CN" altLang="en-US"/>
        </a:p>
      </dgm:t>
    </dgm:pt>
    <dgm:pt modelId="{1BB38E23-FC1D-407E-8D72-BBBDB5BA944E}" type="pres">
      <dgm:prSet presAssocID="{2380A339-2EF1-4E42-8ED3-7553D8B6FF8A}" presName="level3hierChild" presStyleCnt="0"/>
      <dgm:spPr/>
    </dgm:pt>
  </dgm:ptLst>
  <dgm:cxnLst>
    <dgm:cxn modelId="{C0276FC3-C527-465B-BD49-E5688B3F741F}" type="presOf" srcId="{EEC07C4B-6B42-4672-8F50-2E84E6693EA8}" destId="{D448526A-4471-473B-8CA1-7C7F42A388AB}" srcOrd="1" destOrd="0" presId="urn:microsoft.com/office/officeart/2005/8/layout/hierarchy2"/>
    <dgm:cxn modelId="{D0A785A4-3B2D-4512-BD94-6AB44687DBC4}" srcId="{FD20597F-A8C6-43FF-9AA6-CA80507CEDA7}" destId="{E4685403-F673-4F85-B9B2-D9E485CD9616}" srcOrd="1" destOrd="0" parTransId="{DE447D32-86BD-440A-8476-2946463F71D9}" sibTransId="{B6410B96-BA0F-42AB-A632-901418D6AECD}"/>
    <dgm:cxn modelId="{99BE526F-3EA1-4AEB-B28E-E676DC600344}" type="presOf" srcId="{FB3ED40D-F762-485E-BFFA-B1DEDE1DA0B1}" destId="{53008630-D9BB-46F4-8999-AB24D1A84BA6}" srcOrd="0" destOrd="0" presId="urn:microsoft.com/office/officeart/2005/8/layout/hierarchy2"/>
    <dgm:cxn modelId="{6CE06D10-98BA-447C-A067-5D4E5FAACD77}" srcId="{DCE773CB-8832-40CD-B79C-6F580EDEDFB3}" destId="{4D4FD76C-54DF-4AE7-8177-F742D2A889E4}" srcOrd="4" destOrd="0" parTransId="{8C1056BD-B762-4888-9106-FFA9A6EB8001}" sibTransId="{3779C65F-BD15-44FF-B07B-6417BEE10D70}"/>
    <dgm:cxn modelId="{EBF07ABA-17EE-497C-867B-2F9825920821}" type="presOf" srcId="{940FCAF0-D1D0-4041-AB32-FFD21659E4F2}" destId="{F49DDA3B-6010-41E2-B0BD-8F74957158FC}" srcOrd="0" destOrd="0" presId="urn:microsoft.com/office/officeart/2005/8/layout/hierarchy2"/>
    <dgm:cxn modelId="{91EA1E45-A125-4D41-9307-2CA7EF0D0A98}" type="presOf" srcId="{DE447D32-86BD-440A-8476-2946463F71D9}" destId="{DAAD8148-18A6-48E3-A77E-6A47A5B6C3FC}" srcOrd="1" destOrd="0" presId="urn:microsoft.com/office/officeart/2005/8/layout/hierarchy2"/>
    <dgm:cxn modelId="{206F690F-D639-4A3A-A3E1-E328B406CC8D}" type="presOf" srcId="{FF0A334E-AA95-40A2-84A2-29A56141AB36}" destId="{4B9AC542-9F41-4735-BD54-F85A9E698CED}" srcOrd="0" destOrd="0" presId="urn:microsoft.com/office/officeart/2005/8/layout/hierarchy2"/>
    <dgm:cxn modelId="{886392AA-0E72-48E7-951E-5A57798235A4}" srcId="{FD20597F-A8C6-43FF-9AA6-CA80507CEDA7}" destId="{ABB4ADBE-FC80-4691-829E-3C157AC4838E}" srcOrd="2" destOrd="0" parTransId="{85BA2A94-1D06-4AB9-AADE-FFC8DEA53DFD}" sibTransId="{B60F590F-F7A8-4F6E-9DEB-9406AC81DEE0}"/>
    <dgm:cxn modelId="{0DDB60D3-E665-49DB-8B30-AED48914F6D3}" type="presOf" srcId="{5C2EBAD0-73C4-41BD-8FB1-9A1C348E5573}" destId="{342D1140-A554-4156-AA11-A1DD0F483AF3}" srcOrd="0" destOrd="0" presId="urn:microsoft.com/office/officeart/2005/8/layout/hierarchy2"/>
    <dgm:cxn modelId="{60D7FC53-29CC-4C85-AC76-379806621BE5}" srcId="{DCE773CB-8832-40CD-B79C-6F580EDEDFB3}" destId="{9D5F3D62-7676-4BFD-B598-E19C2C05CBA1}" srcOrd="0" destOrd="0" parTransId="{C04D2F45-242D-4892-9A20-B5A4026D3C17}" sibTransId="{9B7433AE-64FD-4E3F-93B6-86C4534DCEEA}"/>
    <dgm:cxn modelId="{765E4C90-0CC9-413E-9B69-C0B8B10CFD10}" type="presOf" srcId="{06187A7B-36DA-40B8-BB0C-CDDDFC99AB36}" destId="{DC17299C-3FE6-46DA-9B35-A7F918DAA4A1}" srcOrd="0" destOrd="0" presId="urn:microsoft.com/office/officeart/2005/8/layout/hierarchy2"/>
    <dgm:cxn modelId="{23A30F86-094E-4D81-8DA3-B22CF6A8A952}" srcId="{FD20597F-A8C6-43FF-9AA6-CA80507CEDA7}" destId="{F7ADD7E0-BE22-4E70-B227-2ADF64984674}" srcOrd="3" destOrd="0" parTransId="{F96FC702-C98B-4607-A3CA-13113493E74B}" sibTransId="{425DFCE0-0F2A-4DC3-968C-C7E9EB18F536}"/>
    <dgm:cxn modelId="{35CFC312-9A89-45A4-BDF6-B0E624090C8A}" type="presOf" srcId="{C04D2F45-242D-4892-9A20-B5A4026D3C17}" destId="{751707D9-60C2-4E77-9D3F-6C9272B27279}" srcOrd="0" destOrd="0" presId="urn:microsoft.com/office/officeart/2005/8/layout/hierarchy2"/>
    <dgm:cxn modelId="{2B365425-F936-4F9E-8C64-D00C0D81F942}" type="presOf" srcId="{85BA2A94-1D06-4AB9-AADE-FFC8DEA53DFD}" destId="{816E5119-8777-49AA-9AE6-CE1B9EC2E8BF}" srcOrd="0" destOrd="0" presId="urn:microsoft.com/office/officeart/2005/8/layout/hierarchy2"/>
    <dgm:cxn modelId="{57C1FF32-C61E-46A8-A042-8821AE24381C}" type="presOf" srcId="{8C1056BD-B762-4888-9106-FFA9A6EB8001}" destId="{75C375FC-67B8-4441-8835-75FD9D8B436D}" srcOrd="1" destOrd="0" presId="urn:microsoft.com/office/officeart/2005/8/layout/hierarchy2"/>
    <dgm:cxn modelId="{DC759CB9-C601-44FF-9300-9C3FAAE5A32C}" type="presOf" srcId="{12517852-5A22-4593-80E6-5B93FB4CE3C6}" destId="{56D599B6-6925-4105-B57A-C5CA256248FA}" srcOrd="0" destOrd="0" presId="urn:microsoft.com/office/officeart/2005/8/layout/hierarchy2"/>
    <dgm:cxn modelId="{545F35C3-BC08-446A-A860-DAC552FC3BB2}" type="presOf" srcId="{5C2EBAD0-73C4-41BD-8FB1-9A1C348E5573}" destId="{512CC894-B6A7-41A6-BB5C-67E67C2E7182}" srcOrd="1" destOrd="0" presId="urn:microsoft.com/office/officeart/2005/8/layout/hierarchy2"/>
    <dgm:cxn modelId="{B8382D2F-88C7-4447-9578-A82DE577F4DC}" type="presOf" srcId="{14CB3D91-6848-44A7-AF4B-8365F5B9AC3C}" destId="{173B74DE-BEC9-4DCB-A364-D17311818A20}" srcOrd="0" destOrd="0" presId="urn:microsoft.com/office/officeart/2005/8/layout/hierarchy2"/>
    <dgm:cxn modelId="{6715B6B5-EEEE-45FA-B150-EAA22089AB83}" type="presOf" srcId="{98974371-B3D0-4D66-95A4-E8117D2DB13B}" destId="{C0987C44-25DD-4A5A-AEB0-A12990AB971F}" srcOrd="1" destOrd="0" presId="urn:microsoft.com/office/officeart/2005/8/layout/hierarchy2"/>
    <dgm:cxn modelId="{870234CC-DABF-450E-852E-78F9EAC7509D}" type="presOf" srcId="{F9AC0219-7DA1-46F2-8186-A8C736426256}" destId="{6FA4A15D-F41A-4ED4-85EA-589EBBF12C2E}" srcOrd="0" destOrd="0" presId="urn:microsoft.com/office/officeart/2005/8/layout/hierarchy2"/>
    <dgm:cxn modelId="{ECC9549C-048A-498E-9A6B-994E73280B23}" type="presOf" srcId="{8C1056BD-B762-4888-9106-FFA9A6EB8001}" destId="{CDAA6C39-A72A-44A1-A000-79057B2CA615}" srcOrd="0" destOrd="0" presId="urn:microsoft.com/office/officeart/2005/8/layout/hierarchy2"/>
    <dgm:cxn modelId="{4BE00686-5209-413E-8724-C1BA78E1696F}" srcId="{DCE773CB-8832-40CD-B79C-6F580EDEDFB3}" destId="{FF0A334E-AA95-40A2-84A2-29A56141AB36}" srcOrd="2" destOrd="0" parTransId="{12517852-5A22-4593-80E6-5B93FB4CE3C6}" sibTransId="{400340EE-472A-436D-813B-8BB87ABD5E0A}"/>
    <dgm:cxn modelId="{6AFFB72B-0E08-40F2-B1E7-25949D3B8AD7}" srcId="{940FCAF0-D1D0-4041-AB32-FFD21659E4F2}" destId="{FD20597F-A8C6-43FF-9AA6-CA80507CEDA7}" srcOrd="0" destOrd="0" parTransId="{14CB3D91-6848-44A7-AF4B-8365F5B9AC3C}" sibTransId="{E4F00D4C-5F6A-47AF-AC54-83E81AD52E46}"/>
    <dgm:cxn modelId="{4D775C6A-133A-45C0-B831-0789FE275E03}" type="presOf" srcId="{ABB4ADBE-FC80-4691-829E-3C157AC4838E}" destId="{0B6CD1D7-0283-4B3D-91AF-607DF11899CD}" srcOrd="0" destOrd="0" presId="urn:microsoft.com/office/officeart/2005/8/layout/hierarchy2"/>
    <dgm:cxn modelId="{13608C32-846E-40DE-8B3F-3D4CCE0E6094}" type="presOf" srcId="{D5062FB0-CF5B-4D41-8D3B-F812B80DC2BB}" destId="{462FDECF-9241-4A4B-89D1-C3C57DFFB2A8}" srcOrd="1" destOrd="0" presId="urn:microsoft.com/office/officeart/2005/8/layout/hierarchy2"/>
    <dgm:cxn modelId="{FFC9A37B-7230-43E1-8386-29752742336B}" srcId="{DCE773CB-8832-40CD-B79C-6F580EDEDFB3}" destId="{F9AC0219-7DA1-46F2-8186-A8C736426256}" srcOrd="3" destOrd="0" parTransId="{EEC07C4B-6B42-4672-8F50-2E84E6693EA8}" sibTransId="{9C51F195-B69D-4EF1-BE35-976B2E9178B2}"/>
    <dgm:cxn modelId="{61697BF8-8533-422D-973B-483C61EEED7F}" type="presOf" srcId="{9D5F3D62-7676-4BFD-B598-E19C2C05CBA1}" destId="{4C481D98-6E63-4E07-8F4A-E9265E9CD9FB}" srcOrd="0" destOrd="0" presId="urn:microsoft.com/office/officeart/2005/8/layout/hierarchy2"/>
    <dgm:cxn modelId="{5EF9CC58-499F-463C-B9E4-08289B74D54E}" srcId="{DCE773CB-8832-40CD-B79C-6F580EDEDFB3}" destId="{2380A339-2EF1-4E42-8ED3-7553D8B6FF8A}" srcOrd="5" destOrd="0" parTransId="{4C6A835B-B8B0-428D-A663-DFCDE07CFE1A}" sibTransId="{2E99D503-5E4E-4A8A-B88E-2CA50E24F463}"/>
    <dgm:cxn modelId="{04D233FB-2388-4A63-B996-9AFED8A36724}" type="presOf" srcId="{FD20597F-A8C6-43FF-9AA6-CA80507CEDA7}" destId="{052AB52A-8066-424D-94D6-58D3EBDF294B}" srcOrd="0" destOrd="0" presId="urn:microsoft.com/office/officeart/2005/8/layout/hierarchy2"/>
    <dgm:cxn modelId="{CB7CE10A-B47B-4E3F-92DC-C8B597B29614}" type="presOf" srcId="{F7ADD7E0-BE22-4E70-B227-2ADF64984674}" destId="{342B858C-5B9A-4D81-B0FA-90FBF04CCC57}" srcOrd="0" destOrd="0" presId="urn:microsoft.com/office/officeart/2005/8/layout/hierarchy2"/>
    <dgm:cxn modelId="{FEA97E3F-21EC-4FB2-A04E-2165DFD52651}" type="presOf" srcId="{E4685403-F673-4F85-B9B2-D9E485CD9616}" destId="{179D26CD-A8BE-4BA0-A097-77B5A507997E}" srcOrd="0" destOrd="0" presId="urn:microsoft.com/office/officeart/2005/8/layout/hierarchy2"/>
    <dgm:cxn modelId="{99609F89-0787-47CC-9559-73AFCEA46825}" type="presOf" srcId="{DE447D32-86BD-440A-8476-2946463F71D9}" destId="{5DB43B33-E3AD-49F8-B711-AF22F48A493F}" srcOrd="0" destOrd="0" presId="urn:microsoft.com/office/officeart/2005/8/layout/hierarchy2"/>
    <dgm:cxn modelId="{8210B272-12AF-4924-B6CB-A7E14F5E936C}" srcId="{FD20597F-A8C6-43FF-9AA6-CA80507CEDA7}" destId="{EF3D0E33-EC42-427D-A6E8-E41C10F91B2F}" srcOrd="4" destOrd="0" parTransId="{D5062FB0-CF5B-4D41-8D3B-F812B80DC2BB}" sibTransId="{E52A76C2-DFA1-479C-9F5F-1058B383957B}"/>
    <dgm:cxn modelId="{95598C77-4515-47F6-8407-B470AA7702CC}" type="presOf" srcId="{4D4FD76C-54DF-4AE7-8177-F742D2A889E4}" destId="{4E2FD54F-87A7-4466-982B-7ECC03A9C591}" srcOrd="0" destOrd="0" presId="urn:microsoft.com/office/officeart/2005/8/layout/hierarchy2"/>
    <dgm:cxn modelId="{EEF7A5EF-7A49-4797-9AA6-ADBB170DA7A3}" type="presOf" srcId="{F96FC702-C98B-4607-A3CA-13113493E74B}" destId="{B3D8E4F2-5DB1-4397-8C91-4D8B24975969}" srcOrd="0" destOrd="0" presId="urn:microsoft.com/office/officeart/2005/8/layout/hierarchy2"/>
    <dgm:cxn modelId="{7642A916-E346-4EA9-86C3-5024227BDD7E}" type="presOf" srcId="{85BA2A94-1D06-4AB9-AADE-FFC8DEA53DFD}" destId="{E5BD0301-6AF2-4622-8211-B40C9CEB407D}" srcOrd="1" destOrd="0" presId="urn:microsoft.com/office/officeart/2005/8/layout/hierarchy2"/>
    <dgm:cxn modelId="{01852024-8432-44C9-9852-66E4A44542CD}" srcId="{6FED88E1-DB6A-438E-BE4B-908FA90BDDC6}" destId="{940FCAF0-D1D0-4041-AB32-FFD21659E4F2}" srcOrd="0" destOrd="0" parTransId="{8ECC8973-2FAE-4661-804C-F8F7FCF2F48E}" sibTransId="{52EACCE8-B18D-4776-81BD-2EC87918F188}"/>
    <dgm:cxn modelId="{8BFF698F-2AA7-4DE2-8BC4-BB4D077C8E86}" srcId="{FD20597F-A8C6-43FF-9AA6-CA80507CEDA7}" destId="{FB3ED40D-F762-485E-BFFA-B1DEDE1DA0B1}" srcOrd="0" destOrd="0" parTransId="{05B400E4-062C-4BB0-9FDB-6211BBFEABF4}" sibTransId="{E31E17C9-46F6-48FF-92C1-7E78D9526B8D}"/>
    <dgm:cxn modelId="{E9F3371C-B5DA-4825-BA9A-75F6D611D8F3}" type="presOf" srcId="{EEC07C4B-6B42-4672-8F50-2E84E6693EA8}" destId="{44669895-7CF8-45C9-857F-803C3991D92C}" srcOrd="0" destOrd="0" presId="urn:microsoft.com/office/officeart/2005/8/layout/hierarchy2"/>
    <dgm:cxn modelId="{C5F2B728-6F08-4AB0-8EBB-2198087FDAD6}" type="presOf" srcId="{D5062FB0-CF5B-4D41-8D3B-F812B80DC2BB}" destId="{A8A19A62-A14A-43C3-B55D-DCC9F145537B}" srcOrd="0" destOrd="0" presId="urn:microsoft.com/office/officeart/2005/8/layout/hierarchy2"/>
    <dgm:cxn modelId="{B54725CA-CD3D-4F58-99F1-109E2C3A4D98}" type="presOf" srcId="{05B400E4-062C-4BB0-9FDB-6211BBFEABF4}" destId="{16FE8A6E-932E-4325-9C4F-5E62C2ECF76D}" srcOrd="0" destOrd="0" presId="urn:microsoft.com/office/officeart/2005/8/layout/hierarchy2"/>
    <dgm:cxn modelId="{A456ECD7-1277-46C3-B551-D3C03681F2D1}" type="presOf" srcId="{DCE773CB-8832-40CD-B79C-6F580EDEDFB3}" destId="{EBA88E9C-D62E-4D14-883D-6803658DFA15}" srcOrd="0" destOrd="0" presId="urn:microsoft.com/office/officeart/2005/8/layout/hierarchy2"/>
    <dgm:cxn modelId="{50F24B15-10DC-4917-B61E-CA8B155BB995}" srcId="{940FCAF0-D1D0-4041-AB32-FFD21659E4F2}" destId="{DCE773CB-8832-40CD-B79C-6F580EDEDFB3}" srcOrd="1" destOrd="0" parTransId="{98974371-B3D0-4D66-95A4-E8117D2DB13B}" sibTransId="{D07FBCAD-635D-4BAA-856E-BB4293DDB4B5}"/>
    <dgm:cxn modelId="{37E3E3DF-1255-4AA6-8945-2DCDD0F1F216}" type="presOf" srcId="{4C6A835B-B8B0-428D-A663-DFCDE07CFE1A}" destId="{1FFAFFD4-78E8-4146-A24A-C97914EFC6F2}" srcOrd="1" destOrd="0" presId="urn:microsoft.com/office/officeart/2005/8/layout/hierarchy2"/>
    <dgm:cxn modelId="{15FC5F22-EA00-400C-AA0B-DDCC8E93D482}" type="presOf" srcId="{12517852-5A22-4593-80E6-5B93FB4CE3C6}" destId="{524B228F-19AB-4453-B1AB-458DDA208C9A}" srcOrd="1" destOrd="0" presId="urn:microsoft.com/office/officeart/2005/8/layout/hierarchy2"/>
    <dgm:cxn modelId="{C3A9D110-C4AA-46E1-BC3E-AB0CB81777D6}" type="presOf" srcId="{2380A339-2EF1-4E42-8ED3-7553D8B6FF8A}" destId="{6BE51BFE-F975-45C4-B191-F9F907DE9820}" srcOrd="0" destOrd="0" presId="urn:microsoft.com/office/officeart/2005/8/layout/hierarchy2"/>
    <dgm:cxn modelId="{D3D8FB9E-5353-4A66-B387-8AC72D3EBAC1}" type="presOf" srcId="{4C6A835B-B8B0-428D-A663-DFCDE07CFE1A}" destId="{ECB516E7-18C4-4BF2-9231-9030884CC94C}" srcOrd="0" destOrd="0" presId="urn:microsoft.com/office/officeart/2005/8/layout/hierarchy2"/>
    <dgm:cxn modelId="{0F5E08B8-078D-4628-8FC8-4650F5E748C8}" srcId="{DCE773CB-8832-40CD-B79C-6F580EDEDFB3}" destId="{06187A7B-36DA-40B8-BB0C-CDDDFC99AB36}" srcOrd="1" destOrd="0" parTransId="{5C2EBAD0-73C4-41BD-8FB1-9A1C348E5573}" sibTransId="{8493F868-5C22-4D79-B9C6-84733CB55133}"/>
    <dgm:cxn modelId="{97F9BBEC-A6BB-44BE-B43A-EAAC28B4D66B}" type="presOf" srcId="{14CB3D91-6848-44A7-AF4B-8365F5B9AC3C}" destId="{22C5AC36-2EB0-4EB5-9B38-686EE36B20E9}" srcOrd="1" destOrd="0" presId="urn:microsoft.com/office/officeart/2005/8/layout/hierarchy2"/>
    <dgm:cxn modelId="{91D245E1-455E-46EB-9864-B7E95F80F902}" type="presOf" srcId="{F96FC702-C98B-4607-A3CA-13113493E74B}" destId="{9E0B3FDE-4A7C-4125-B09E-9426842869AB}" srcOrd="1" destOrd="0" presId="urn:microsoft.com/office/officeart/2005/8/layout/hierarchy2"/>
    <dgm:cxn modelId="{C335F437-4E39-41CA-8094-491FB6894685}" type="presOf" srcId="{6FED88E1-DB6A-438E-BE4B-908FA90BDDC6}" destId="{5785833E-BABC-40BC-99D1-AD41CEE56F2C}" srcOrd="0" destOrd="0" presId="urn:microsoft.com/office/officeart/2005/8/layout/hierarchy2"/>
    <dgm:cxn modelId="{1860D0F9-1F23-4E35-99F5-D933BDBA7DD5}" type="presOf" srcId="{98974371-B3D0-4D66-95A4-E8117D2DB13B}" destId="{3B5D49A3-CCDC-40BB-8D9C-7FBC41D3B976}" srcOrd="0" destOrd="0" presId="urn:microsoft.com/office/officeart/2005/8/layout/hierarchy2"/>
    <dgm:cxn modelId="{21397F95-8C25-49A2-BF8F-4B0237BC15E0}" type="presOf" srcId="{EF3D0E33-EC42-427D-A6E8-E41C10F91B2F}" destId="{9117EEDA-1552-436E-8851-DF58CCB6DDF9}" srcOrd="0" destOrd="0" presId="urn:microsoft.com/office/officeart/2005/8/layout/hierarchy2"/>
    <dgm:cxn modelId="{E82723E0-F7A7-4E3C-B9A8-64CC01455265}" type="presOf" srcId="{05B400E4-062C-4BB0-9FDB-6211BBFEABF4}" destId="{22F6EAF1-F281-4CEA-81B0-889B27FB39E2}" srcOrd="1" destOrd="0" presId="urn:microsoft.com/office/officeart/2005/8/layout/hierarchy2"/>
    <dgm:cxn modelId="{5EB5B20D-F3FB-4A85-9517-F3516F99A084}" type="presOf" srcId="{C04D2F45-242D-4892-9A20-B5A4026D3C17}" destId="{FB0F0E0B-F175-45F0-BA72-38C5B3B29262}" srcOrd="1" destOrd="0" presId="urn:microsoft.com/office/officeart/2005/8/layout/hierarchy2"/>
    <dgm:cxn modelId="{189E01F7-3FD4-4481-B75F-58FDF07BB0B3}" type="presParOf" srcId="{5785833E-BABC-40BC-99D1-AD41CEE56F2C}" destId="{BEE72323-4B2F-499C-8CC0-9FC171F1C1EC}" srcOrd="0" destOrd="0" presId="urn:microsoft.com/office/officeart/2005/8/layout/hierarchy2"/>
    <dgm:cxn modelId="{FA4A867B-29ED-46B5-9DC3-14DA222AC5A5}" type="presParOf" srcId="{BEE72323-4B2F-499C-8CC0-9FC171F1C1EC}" destId="{F49DDA3B-6010-41E2-B0BD-8F74957158FC}" srcOrd="0" destOrd="0" presId="urn:microsoft.com/office/officeart/2005/8/layout/hierarchy2"/>
    <dgm:cxn modelId="{A9BC30E0-8AC1-4E14-B0B0-B64F7C47E08E}" type="presParOf" srcId="{BEE72323-4B2F-499C-8CC0-9FC171F1C1EC}" destId="{288D7F0C-09EF-4352-A92B-F5A2F033794C}" srcOrd="1" destOrd="0" presId="urn:microsoft.com/office/officeart/2005/8/layout/hierarchy2"/>
    <dgm:cxn modelId="{73A43775-54B8-472F-991A-76BC0EA95C24}" type="presParOf" srcId="{288D7F0C-09EF-4352-A92B-F5A2F033794C}" destId="{173B74DE-BEC9-4DCB-A364-D17311818A20}" srcOrd="0" destOrd="0" presId="urn:microsoft.com/office/officeart/2005/8/layout/hierarchy2"/>
    <dgm:cxn modelId="{38B3021C-4822-40A8-820D-6918F9895096}" type="presParOf" srcId="{173B74DE-BEC9-4DCB-A364-D17311818A20}" destId="{22C5AC36-2EB0-4EB5-9B38-686EE36B20E9}" srcOrd="0" destOrd="0" presId="urn:microsoft.com/office/officeart/2005/8/layout/hierarchy2"/>
    <dgm:cxn modelId="{E73D9A75-7CD8-4E0D-9AB0-B43BD71FC690}" type="presParOf" srcId="{288D7F0C-09EF-4352-A92B-F5A2F033794C}" destId="{F4088165-F8AF-459F-84C8-144B8DCD4EA9}" srcOrd="1" destOrd="0" presId="urn:microsoft.com/office/officeart/2005/8/layout/hierarchy2"/>
    <dgm:cxn modelId="{7299E9D5-F4AE-4338-9E15-C33C06333C10}" type="presParOf" srcId="{F4088165-F8AF-459F-84C8-144B8DCD4EA9}" destId="{052AB52A-8066-424D-94D6-58D3EBDF294B}" srcOrd="0" destOrd="0" presId="urn:microsoft.com/office/officeart/2005/8/layout/hierarchy2"/>
    <dgm:cxn modelId="{8832A76B-1DD9-4211-9161-F945AFCEE92E}" type="presParOf" srcId="{F4088165-F8AF-459F-84C8-144B8DCD4EA9}" destId="{A3B348E4-2353-4D2F-9BBD-47866E9629E7}" srcOrd="1" destOrd="0" presId="urn:microsoft.com/office/officeart/2005/8/layout/hierarchy2"/>
    <dgm:cxn modelId="{9BBB766E-3A2E-41FF-862F-B23FE06D1654}" type="presParOf" srcId="{A3B348E4-2353-4D2F-9BBD-47866E9629E7}" destId="{16FE8A6E-932E-4325-9C4F-5E62C2ECF76D}" srcOrd="0" destOrd="0" presId="urn:microsoft.com/office/officeart/2005/8/layout/hierarchy2"/>
    <dgm:cxn modelId="{E1119A60-D516-4A89-AEEC-C1208C1B2E97}" type="presParOf" srcId="{16FE8A6E-932E-4325-9C4F-5E62C2ECF76D}" destId="{22F6EAF1-F281-4CEA-81B0-889B27FB39E2}" srcOrd="0" destOrd="0" presId="urn:microsoft.com/office/officeart/2005/8/layout/hierarchy2"/>
    <dgm:cxn modelId="{07CAA4B9-3CD3-415B-8A4D-7F5D6901364A}" type="presParOf" srcId="{A3B348E4-2353-4D2F-9BBD-47866E9629E7}" destId="{22BF4EB5-4B53-498E-937F-012289926313}" srcOrd="1" destOrd="0" presId="urn:microsoft.com/office/officeart/2005/8/layout/hierarchy2"/>
    <dgm:cxn modelId="{460FB19C-4842-439D-BF96-50A6D2CB8922}" type="presParOf" srcId="{22BF4EB5-4B53-498E-937F-012289926313}" destId="{53008630-D9BB-46F4-8999-AB24D1A84BA6}" srcOrd="0" destOrd="0" presId="urn:microsoft.com/office/officeart/2005/8/layout/hierarchy2"/>
    <dgm:cxn modelId="{748E7E5B-483D-4F0E-A4FD-5908FDE41F08}" type="presParOf" srcId="{22BF4EB5-4B53-498E-937F-012289926313}" destId="{14807C87-8298-4437-87EA-FDB7AFE71958}" srcOrd="1" destOrd="0" presId="urn:microsoft.com/office/officeart/2005/8/layout/hierarchy2"/>
    <dgm:cxn modelId="{C71101FC-5669-4DD9-A5C0-12E9F71193EF}" type="presParOf" srcId="{A3B348E4-2353-4D2F-9BBD-47866E9629E7}" destId="{5DB43B33-E3AD-49F8-B711-AF22F48A493F}" srcOrd="2" destOrd="0" presId="urn:microsoft.com/office/officeart/2005/8/layout/hierarchy2"/>
    <dgm:cxn modelId="{7A6BA54C-E5DA-4CB7-89A2-082579F0E5D8}" type="presParOf" srcId="{5DB43B33-E3AD-49F8-B711-AF22F48A493F}" destId="{DAAD8148-18A6-48E3-A77E-6A47A5B6C3FC}" srcOrd="0" destOrd="0" presId="urn:microsoft.com/office/officeart/2005/8/layout/hierarchy2"/>
    <dgm:cxn modelId="{121C9DBA-5E50-4CED-B3CE-2C7810D68211}" type="presParOf" srcId="{A3B348E4-2353-4D2F-9BBD-47866E9629E7}" destId="{B35F06C8-3AC0-4D63-BCBC-CEBC88797FFC}" srcOrd="3" destOrd="0" presId="urn:microsoft.com/office/officeart/2005/8/layout/hierarchy2"/>
    <dgm:cxn modelId="{2EE8812C-1A95-4D9E-AD1B-EC706C06470D}" type="presParOf" srcId="{B35F06C8-3AC0-4D63-BCBC-CEBC88797FFC}" destId="{179D26CD-A8BE-4BA0-A097-77B5A507997E}" srcOrd="0" destOrd="0" presId="urn:microsoft.com/office/officeart/2005/8/layout/hierarchy2"/>
    <dgm:cxn modelId="{9B986BB2-FBE4-4F07-9252-4709994D6733}" type="presParOf" srcId="{B35F06C8-3AC0-4D63-BCBC-CEBC88797FFC}" destId="{09DF8E91-7545-4867-B974-9AF87BA41106}" srcOrd="1" destOrd="0" presId="urn:microsoft.com/office/officeart/2005/8/layout/hierarchy2"/>
    <dgm:cxn modelId="{E3E4755C-5B16-4268-9E65-A802BF548E67}" type="presParOf" srcId="{A3B348E4-2353-4D2F-9BBD-47866E9629E7}" destId="{816E5119-8777-49AA-9AE6-CE1B9EC2E8BF}" srcOrd="4" destOrd="0" presId="urn:microsoft.com/office/officeart/2005/8/layout/hierarchy2"/>
    <dgm:cxn modelId="{184365F2-04CA-4991-AB5D-902A7A1429B9}" type="presParOf" srcId="{816E5119-8777-49AA-9AE6-CE1B9EC2E8BF}" destId="{E5BD0301-6AF2-4622-8211-B40C9CEB407D}" srcOrd="0" destOrd="0" presId="urn:microsoft.com/office/officeart/2005/8/layout/hierarchy2"/>
    <dgm:cxn modelId="{DD94FE42-A51A-4283-A9A5-184C94AC464D}" type="presParOf" srcId="{A3B348E4-2353-4D2F-9BBD-47866E9629E7}" destId="{C2743418-C275-46C6-A525-BEC56B70318B}" srcOrd="5" destOrd="0" presId="urn:microsoft.com/office/officeart/2005/8/layout/hierarchy2"/>
    <dgm:cxn modelId="{EDDE00BF-A3CD-44DB-9578-5A92B7BEF61B}" type="presParOf" srcId="{C2743418-C275-46C6-A525-BEC56B70318B}" destId="{0B6CD1D7-0283-4B3D-91AF-607DF11899CD}" srcOrd="0" destOrd="0" presId="urn:microsoft.com/office/officeart/2005/8/layout/hierarchy2"/>
    <dgm:cxn modelId="{31585CFE-4F10-4AD3-86D8-83F4529D2A9D}" type="presParOf" srcId="{C2743418-C275-46C6-A525-BEC56B70318B}" destId="{317C4F7B-0B9B-4B5F-8CB5-A3A2DA6C185E}" srcOrd="1" destOrd="0" presId="urn:microsoft.com/office/officeart/2005/8/layout/hierarchy2"/>
    <dgm:cxn modelId="{E81BF130-CA3B-46FA-98BF-9F1AED99DA9E}" type="presParOf" srcId="{A3B348E4-2353-4D2F-9BBD-47866E9629E7}" destId="{B3D8E4F2-5DB1-4397-8C91-4D8B24975969}" srcOrd="6" destOrd="0" presId="urn:microsoft.com/office/officeart/2005/8/layout/hierarchy2"/>
    <dgm:cxn modelId="{781AA667-2F05-4FD9-8E48-06D27F227680}" type="presParOf" srcId="{B3D8E4F2-5DB1-4397-8C91-4D8B24975969}" destId="{9E0B3FDE-4A7C-4125-B09E-9426842869AB}" srcOrd="0" destOrd="0" presId="urn:microsoft.com/office/officeart/2005/8/layout/hierarchy2"/>
    <dgm:cxn modelId="{72CCA135-178F-4100-AAC0-D96AD69F6C2B}" type="presParOf" srcId="{A3B348E4-2353-4D2F-9BBD-47866E9629E7}" destId="{39AB4696-A5E6-4D33-8A4D-AEDA97CD8672}" srcOrd="7" destOrd="0" presId="urn:microsoft.com/office/officeart/2005/8/layout/hierarchy2"/>
    <dgm:cxn modelId="{25436635-D4CB-4E98-BFD5-C3D22A1F4899}" type="presParOf" srcId="{39AB4696-A5E6-4D33-8A4D-AEDA97CD8672}" destId="{342B858C-5B9A-4D81-B0FA-90FBF04CCC57}" srcOrd="0" destOrd="0" presId="urn:microsoft.com/office/officeart/2005/8/layout/hierarchy2"/>
    <dgm:cxn modelId="{08904725-5F04-4E65-87C3-794581A51618}" type="presParOf" srcId="{39AB4696-A5E6-4D33-8A4D-AEDA97CD8672}" destId="{6C9E2CD8-4804-4FF6-BCFE-3D690CD4A0FC}" srcOrd="1" destOrd="0" presId="urn:microsoft.com/office/officeart/2005/8/layout/hierarchy2"/>
    <dgm:cxn modelId="{761409B2-E9CC-401B-8D32-3811F4165207}" type="presParOf" srcId="{A3B348E4-2353-4D2F-9BBD-47866E9629E7}" destId="{A8A19A62-A14A-43C3-B55D-DCC9F145537B}" srcOrd="8" destOrd="0" presId="urn:microsoft.com/office/officeart/2005/8/layout/hierarchy2"/>
    <dgm:cxn modelId="{6501513B-1D3E-4A72-82B9-8ED7A30874F7}" type="presParOf" srcId="{A8A19A62-A14A-43C3-B55D-DCC9F145537B}" destId="{462FDECF-9241-4A4B-89D1-C3C57DFFB2A8}" srcOrd="0" destOrd="0" presId="urn:microsoft.com/office/officeart/2005/8/layout/hierarchy2"/>
    <dgm:cxn modelId="{76E31A39-2137-4680-9A20-0EB800A9B95C}" type="presParOf" srcId="{A3B348E4-2353-4D2F-9BBD-47866E9629E7}" destId="{EB3F2F53-D879-4239-9C72-D41399265EC7}" srcOrd="9" destOrd="0" presId="urn:microsoft.com/office/officeart/2005/8/layout/hierarchy2"/>
    <dgm:cxn modelId="{39D94F2A-ECA3-4A65-BFC9-4A213BD54D9F}" type="presParOf" srcId="{EB3F2F53-D879-4239-9C72-D41399265EC7}" destId="{9117EEDA-1552-436E-8851-DF58CCB6DDF9}" srcOrd="0" destOrd="0" presId="urn:microsoft.com/office/officeart/2005/8/layout/hierarchy2"/>
    <dgm:cxn modelId="{A69D9B73-1736-49D2-8A57-E4822F6ADE47}" type="presParOf" srcId="{EB3F2F53-D879-4239-9C72-D41399265EC7}" destId="{8F5F9154-A571-4D96-869E-84AE44577D46}" srcOrd="1" destOrd="0" presId="urn:microsoft.com/office/officeart/2005/8/layout/hierarchy2"/>
    <dgm:cxn modelId="{934C913C-326A-4724-BD0F-B348FADA69E0}" type="presParOf" srcId="{288D7F0C-09EF-4352-A92B-F5A2F033794C}" destId="{3B5D49A3-CCDC-40BB-8D9C-7FBC41D3B976}" srcOrd="2" destOrd="0" presId="urn:microsoft.com/office/officeart/2005/8/layout/hierarchy2"/>
    <dgm:cxn modelId="{CC7ED34D-4871-4C84-A9B8-3CB48BC5DCC7}" type="presParOf" srcId="{3B5D49A3-CCDC-40BB-8D9C-7FBC41D3B976}" destId="{C0987C44-25DD-4A5A-AEB0-A12990AB971F}" srcOrd="0" destOrd="0" presId="urn:microsoft.com/office/officeart/2005/8/layout/hierarchy2"/>
    <dgm:cxn modelId="{0206F010-EF51-4DE4-9A43-B346AB6DD7D1}" type="presParOf" srcId="{288D7F0C-09EF-4352-A92B-F5A2F033794C}" destId="{3483D436-7C4B-4C04-8B2F-8B4E430ACE31}" srcOrd="3" destOrd="0" presId="urn:microsoft.com/office/officeart/2005/8/layout/hierarchy2"/>
    <dgm:cxn modelId="{5E74D91E-CB37-45CB-963F-96F042A85F14}" type="presParOf" srcId="{3483D436-7C4B-4C04-8B2F-8B4E430ACE31}" destId="{EBA88E9C-D62E-4D14-883D-6803658DFA15}" srcOrd="0" destOrd="0" presId="urn:microsoft.com/office/officeart/2005/8/layout/hierarchy2"/>
    <dgm:cxn modelId="{B50FF09F-4CEA-4C89-B8CE-F962FA692ADB}" type="presParOf" srcId="{3483D436-7C4B-4C04-8B2F-8B4E430ACE31}" destId="{32342622-3B7C-49E8-BE99-9F960656501E}" srcOrd="1" destOrd="0" presId="urn:microsoft.com/office/officeart/2005/8/layout/hierarchy2"/>
    <dgm:cxn modelId="{2D9FFBEB-D03D-483F-BD38-2548F8BBD87A}" type="presParOf" srcId="{32342622-3B7C-49E8-BE99-9F960656501E}" destId="{751707D9-60C2-4E77-9D3F-6C9272B27279}" srcOrd="0" destOrd="0" presId="urn:microsoft.com/office/officeart/2005/8/layout/hierarchy2"/>
    <dgm:cxn modelId="{48017D34-0B0D-4D17-BEEF-2C4A608EE133}" type="presParOf" srcId="{751707D9-60C2-4E77-9D3F-6C9272B27279}" destId="{FB0F0E0B-F175-45F0-BA72-38C5B3B29262}" srcOrd="0" destOrd="0" presId="urn:microsoft.com/office/officeart/2005/8/layout/hierarchy2"/>
    <dgm:cxn modelId="{EA4D9C10-C7DF-45E1-A183-081382911683}" type="presParOf" srcId="{32342622-3B7C-49E8-BE99-9F960656501E}" destId="{4B212167-FFFC-49C5-8631-135885A79500}" srcOrd="1" destOrd="0" presId="urn:microsoft.com/office/officeart/2005/8/layout/hierarchy2"/>
    <dgm:cxn modelId="{A029B36C-20ED-4AC8-91FD-800D69838D09}" type="presParOf" srcId="{4B212167-FFFC-49C5-8631-135885A79500}" destId="{4C481D98-6E63-4E07-8F4A-E9265E9CD9FB}" srcOrd="0" destOrd="0" presId="urn:microsoft.com/office/officeart/2005/8/layout/hierarchy2"/>
    <dgm:cxn modelId="{7062BB0D-4284-40D0-B1D1-7C2AE63B32FC}" type="presParOf" srcId="{4B212167-FFFC-49C5-8631-135885A79500}" destId="{C183D90C-79BD-4E90-A68C-E38A715058C3}" srcOrd="1" destOrd="0" presId="urn:microsoft.com/office/officeart/2005/8/layout/hierarchy2"/>
    <dgm:cxn modelId="{C2D82D5F-8AA9-4A8F-A44A-F58ABC358805}" type="presParOf" srcId="{32342622-3B7C-49E8-BE99-9F960656501E}" destId="{342D1140-A554-4156-AA11-A1DD0F483AF3}" srcOrd="2" destOrd="0" presId="urn:microsoft.com/office/officeart/2005/8/layout/hierarchy2"/>
    <dgm:cxn modelId="{DF25F0C1-766B-4D52-9FB3-34A8A23A1B49}" type="presParOf" srcId="{342D1140-A554-4156-AA11-A1DD0F483AF3}" destId="{512CC894-B6A7-41A6-BB5C-67E67C2E7182}" srcOrd="0" destOrd="0" presId="urn:microsoft.com/office/officeart/2005/8/layout/hierarchy2"/>
    <dgm:cxn modelId="{98046119-117B-4A18-AD81-F1A031FF082B}" type="presParOf" srcId="{32342622-3B7C-49E8-BE99-9F960656501E}" destId="{12B601B6-1CEF-420E-AB99-3336C5907D0C}" srcOrd="3" destOrd="0" presId="urn:microsoft.com/office/officeart/2005/8/layout/hierarchy2"/>
    <dgm:cxn modelId="{19A75521-A6B5-4C87-8579-AD0DAB2FC474}" type="presParOf" srcId="{12B601B6-1CEF-420E-AB99-3336C5907D0C}" destId="{DC17299C-3FE6-46DA-9B35-A7F918DAA4A1}" srcOrd="0" destOrd="0" presId="urn:microsoft.com/office/officeart/2005/8/layout/hierarchy2"/>
    <dgm:cxn modelId="{782CC13D-F531-4824-A969-EB764A2A7B6F}" type="presParOf" srcId="{12B601B6-1CEF-420E-AB99-3336C5907D0C}" destId="{3B055279-B95A-4174-8489-FC7F3565D128}" srcOrd="1" destOrd="0" presId="urn:microsoft.com/office/officeart/2005/8/layout/hierarchy2"/>
    <dgm:cxn modelId="{68B91FA9-BFFA-4769-A036-E861BB8066FB}" type="presParOf" srcId="{32342622-3B7C-49E8-BE99-9F960656501E}" destId="{56D599B6-6925-4105-B57A-C5CA256248FA}" srcOrd="4" destOrd="0" presId="urn:microsoft.com/office/officeart/2005/8/layout/hierarchy2"/>
    <dgm:cxn modelId="{BB38FDAE-9C2F-4E6E-BC6B-54BE1F25F820}" type="presParOf" srcId="{56D599B6-6925-4105-B57A-C5CA256248FA}" destId="{524B228F-19AB-4453-B1AB-458DDA208C9A}" srcOrd="0" destOrd="0" presId="urn:microsoft.com/office/officeart/2005/8/layout/hierarchy2"/>
    <dgm:cxn modelId="{2485FDB6-D6A7-449A-A926-708B3F78F55A}" type="presParOf" srcId="{32342622-3B7C-49E8-BE99-9F960656501E}" destId="{926B79C5-1692-44AA-8C11-726721E534C2}" srcOrd="5" destOrd="0" presId="urn:microsoft.com/office/officeart/2005/8/layout/hierarchy2"/>
    <dgm:cxn modelId="{99011BCC-3E50-4FE8-BDED-69D5DD979DC7}" type="presParOf" srcId="{926B79C5-1692-44AA-8C11-726721E534C2}" destId="{4B9AC542-9F41-4735-BD54-F85A9E698CED}" srcOrd="0" destOrd="0" presId="urn:microsoft.com/office/officeart/2005/8/layout/hierarchy2"/>
    <dgm:cxn modelId="{342949C9-7690-4ACC-AFBE-B79525CC18C1}" type="presParOf" srcId="{926B79C5-1692-44AA-8C11-726721E534C2}" destId="{57541DC8-F1A6-4EA8-BF72-3C45FD0F5BF3}" srcOrd="1" destOrd="0" presId="urn:microsoft.com/office/officeart/2005/8/layout/hierarchy2"/>
    <dgm:cxn modelId="{FC29A53D-AA3B-481C-BC8D-E01029B0D50B}" type="presParOf" srcId="{32342622-3B7C-49E8-BE99-9F960656501E}" destId="{44669895-7CF8-45C9-857F-803C3991D92C}" srcOrd="6" destOrd="0" presId="urn:microsoft.com/office/officeart/2005/8/layout/hierarchy2"/>
    <dgm:cxn modelId="{7131C75F-4E5F-499D-B7AD-1560E2DFF338}" type="presParOf" srcId="{44669895-7CF8-45C9-857F-803C3991D92C}" destId="{D448526A-4471-473B-8CA1-7C7F42A388AB}" srcOrd="0" destOrd="0" presId="urn:microsoft.com/office/officeart/2005/8/layout/hierarchy2"/>
    <dgm:cxn modelId="{0E9E5627-C255-4291-B38A-1EB35031376B}" type="presParOf" srcId="{32342622-3B7C-49E8-BE99-9F960656501E}" destId="{C6CD0C15-6752-4B95-9C12-55341925468F}" srcOrd="7" destOrd="0" presId="urn:microsoft.com/office/officeart/2005/8/layout/hierarchy2"/>
    <dgm:cxn modelId="{3F0B2D88-B4EF-433C-BED2-0E1957403380}" type="presParOf" srcId="{C6CD0C15-6752-4B95-9C12-55341925468F}" destId="{6FA4A15D-F41A-4ED4-85EA-589EBBF12C2E}" srcOrd="0" destOrd="0" presId="urn:microsoft.com/office/officeart/2005/8/layout/hierarchy2"/>
    <dgm:cxn modelId="{265C2A7E-2293-4FB9-BF44-C215091A9759}" type="presParOf" srcId="{C6CD0C15-6752-4B95-9C12-55341925468F}" destId="{C11EA871-9B50-4291-A7F9-E0331F8EFEE8}" srcOrd="1" destOrd="0" presId="urn:microsoft.com/office/officeart/2005/8/layout/hierarchy2"/>
    <dgm:cxn modelId="{B6D4C135-B134-4DA0-B60D-3D08A9BFC8DC}" type="presParOf" srcId="{32342622-3B7C-49E8-BE99-9F960656501E}" destId="{CDAA6C39-A72A-44A1-A000-79057B2CA615}" srcOrd="8" destOrd="0" presId="urn:microsoft.com/office/officeart/2005/8/layout/hierarchy2"/>
    <dgm:cxn modelId="{EFD8F9BD-C776-475D-84C5-E258E736DC65}" type="presParOf" srcId="{CDAA6C39-A72A-44A1-A000-79057B2CA615}" destId="{75C375FC-67B8-4441-8835-75FD9D8B436D}" srcOrd="0" destOrd="0" presId="urn:microsoft.com/office/officeart/2005/8/layout/hierarchy2"/>
    <dgm:cxn modelId="{4CD7C155-75C5-4B3C-A043-FCDAB9A90E17}" type="presParOf" srcId="{32342622-3B7C-49E8-BE99-9F960656501E}" destId="{8FF04D85-B31D-45BA-AAF8-A248BDDA9972}" srcOrd="9" destOrd="0" presId="urn:microsoft.com/office/officeart/2005/8/layout/hierarchy2"/>
    <dgm:cxn modelId="{125D2B2F-25F5-4D8B-9751-A8250DA2AF72}" type="presParOf" srcId="{8FF04D85-B31D-45BA-AAF8-A248BDDA9972}" destId="{4E2FD54F-87A7-4466-982B-7ECC03A9C591}" srcOrd="0" destOrd="0" presId="urn:microsoft.com/office/officeart/2005/8/layout/hierarchy2"/>
    <dgm:cxn modelId="{F832F7F7-6E98-46DB-8300-D20E09738F8B}" type="presParOf" srcId="{8FF04D85-B31D-45BA-AAF8-A248BDDA9972}" destId="{A13AF019-B752-4C56-B58F-6EDA0D0A6A9C}" srcOrd="1" destOrd="0" presId="urn:microsoft.com/office/officeart/2005/8/layout/hierarchy2"/>
    <dgm:cxn modelId="{AA358D4E-65F4-4A02-9CAF-124DC7211F56}" type="presParOf" srcId="{32342622-3B7C-49E8-BE99-9F960656501E}" destId="{ECB516E7-18C4-4BF2-9231-9030884CC94C}" srcOrd="10" destOrd="0" presId="urn:microsoft.com/office/officeart/2005/8/layout/hierarchy2"/>
    <dgm:cxn modelId="{AB4AD285-42E5-4D6D-85AC-E906856C0146}" type="presParOf" srcId="{ECB516E7-18C4-4BF2-9231-9030884CC94C}" destId="{1FFAFFD4-78E8-4146-A24A-C97914EFC6F2}" srcOrd="0" destOrd="0" presId="urn:microsoft.com/office/officeart/2005/8/layout/hierarchy2"/>
    <dgm:cxn modelId="{5691574A-4F46-4DD7-8AEC-0220FDB0604A}" type="presParOf" srcId="{32342622-3B7C-49E8-BE99-9F960656501E}" destId="{69142575-1850-4A1C-B406-0CF1D32473AD}" srcOrd="11" destOrd="0" presId="urn:microsoft.com/office/officeart/2005/8/layout/hierarchy2"/>
    <dgm:cxn modelId="{4C47FBEA-1593-46B5-8FB1-9656A26A1A1E}" type="presParOf" srcId="{69142575-1850-4A1C-B406-0CF1D32473AD}" destId="{6BE51BFE-F975-45C4-B191-F9F907DE9820}" srcOrd="0" destOrd="0" presId="urn:microsoft.com/office/officeart/2005/8/layout/hierarchy2"/>
    <dgm:cxn modelId="{CA4A1C39-9738-4FF9-8CE5-53DC80712649}" type="presParOf" srcId="{69142575-1850-4A1C-B406-0CF1D32473AD}" destId="{1BB38E23-FC1D-407E-8D72-BBBDB5BA944E}"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F3DFBFE-AF63-4EBF-8F4C-F7DA23BC546D}" type="doc">
      <dgm:prSet loTypeId="urn:microsoft.com/office/officeart/2005/8/layout/radial2" loCatId="relationship" qsTypeId="urn:microsoft.com/office/officeart/2005/8/quickstyle/simple1" qsCatId="simple" csTypeId="urn:microsoft.com/office/officeart/2005/8/colors/colorful1" csCatId="colorful" phldr="1"/>
      <dgm:spPr/>
      <dgm:t>
        <a:bodyPr/>
        <a:lstStyle/>
        <a:p>
          <a:endParaRPr lang="zh-CN" altLang="en-US"/>
        </a:p>
      </dgm:t>
    </dgm:pt>
    <dgm:pt modelId="{42C946D4-407E-4984-A9DC-83C94B63717A}">
      <dgm:prSet/>
      <dgm:spPr/>
      <dgm:t>
        <a:bodyPr/>
        <a:lstStyle/>
        <a:p>
          <a:pPr rtl="0"/>
          <a:r>
            <a:rPr lang="en-US" b="1" dirty="0" smtClean="0"/>
            <a:t>1.</a:t>
          </a:r>
          <a:r>
            <a:rPr lang="zh-CN" b="1" dirty="0" smtClean="0"/>
            <a:t>鉴权</a:t>
          </a:r>
          <a:endParaRPr lang="zh-CN" dirty="0"/>
        </a:p>
      </dgm:t>
    </dgm:pt>
    <dgm:pt modelId="{5551C73A-B29E-4C12-9518-67C11833E88D}" cxnId="{4D9D6E54-F248-444A-8559-BC174E915DBE}" type="parTrans">
      <dgm:prSet/>
      <dgm:spPr/>
      <dgm:t>
        <a:bodyPr/>
        <a:lstStyle/>
        <a:p>
          <a:endParaRPr lang="zh-CN" altLang="en-US"/>
        </a:p>
      </dgm:t>
    </dgm:pt>
    <dgm:pt modelId="{E4257447-92EC-47EF-BCE6-A62944C5BB3D}" cxnId="{4D9D6E54-F248-444A-8559-BC174E915DBE}" type="sibTrans">
      <dgm:prSet/>
      <dgm:spPr/>
      <dgm:t>
        <a:bodyPr/>
        <a:lstStyle/>
        <a:p>
          <a:endParaRPr lang="zh-CN" altLang="en-US"/>
        </a:p>
      </dgm:t>
    </dgm:pt>
    <dgm:pt modelId="{24C446F0-9E76-4294-BB95-127DE3A01179}">
      <dgm:prSet/>
      <dgm:spPr/>
      <dgm:t>
        <a:bodyPr/>
        <a:lstStyle/>
        <a:p>
          <a:pPr rtl="0"/>
          <a:r>
            <a:rPr lang="en-US" b="1" smtClean="0"/>
            <a:t>2.</a:t>
          </a:r>
          <a:r>
            <a:rPr lang="zh-CN" b="1" smtClean="0"/>
            <a:t>完整性</a:t>
          </a:r>
          <a:endParaRPr lang="zh-CN"/>
        </a:p>
      </dgm:t>
    </dgm:pt>
    <dgm:pt modelId="{61FCF3AF-7F3D-4183-A762-D40A665A3C85}" cxnId="{0E1FB601-04F8-460A-A799-E1CBAFB04EEB}" type="parTrans">
      <dgm:prSet/>
      <dgm:spPr/>
      <dgm:t>
        <a:bodyPr/>
        <a:lstStyle/>
        <a:p>
          <a:endParaRPr lang="zh-CN" altLang="en-US"/>
        </a:p>
      </dgm:t>
    </dgm:pt>
    <dgm:pt modelId="{281F7C13-96DC-4902-9EA9-93F69E85A6F0}" cxnId="{0E1FB601-04F8-460A-A799-E1CBAFB04EEB}" type="sibTrans">
      <dgm:prSet/>
      <dgm:spPr/>
      <dgm:t>
        <a:bodyPr/>
        <a:lstStyle/>
        <a:p>
          <a:endParaRPr lang="zh-CN" altLang="en-US"/>
        </a:p>
      </dgm:t>
    </dgm:pt>
    <dgm:pt modelId="{DF6775E6-7E79-492D-A0A5-F0E48BF50BE5}">
      <dgm:prSet/>
      <dgm:spPr/>
      <dgm:t>
        <a:bodyPr/>
        <a:lstStyle/>
        <a:p>
          <a:pPr rtl="0"/>
          <a:r>
            <a:rPr lang="en-US" b="1" smtClean="0"/>
            <a:t>3.</a:t>
          </a:r>
          <a:r>
            <a:rPr lang="zh-CN" b="1" smtClean="0"/>
            <a:t>不可抵赖</a:t>
          </a:r>
          <a:endParaRPr lang="zh-CN"/>
        </a:p>
      </dgm:t>
    </dgm:pt>
    <dgm:pt modelId="{344520A4-DC29-4FA0-9127-4111FFDDF959}" cxnId="{34270F06-3E6A-43DD-AD28-372385041542}" type="parTrans">
      <dgm:prSet/>
      <dgm:spPr/>
      <dgm:t>
        <a:bodyPr/>
        <a:lstStyle/>
        <a:p>
          <a:endParaRPr lang="zh-CN" altLang="en-US"/>
        </a:p>
      </dgm:t>
    </dgm:pt>
    <dgm:pt modelId="{76488220-9CDF-4EE2-B359-FD0E981F6832}" cxnId="{34270F06-3E6A-43DD-AD28-372385041542}" type="sibTrans">
      <dgm:prSet/>
      <dgm:spPr/>
      <dgm:t>
        <a:bodyPr/>
        <a:lstStyle/>
        <a:p>
          <a:endParaRPr lang="zh-CN" altLang="en-US"/>
        </a:p>
      </dgm:t>
    </dgm:pt>
    <dgm:pt modelId="{581EAC2E-337E-47D3-8C68-A850548A8087}" type="pres">
      <dgm:prSet presAssocID="{0F3DFBFE-AF63-4EBF-8F4C-F7DA23BC546D}" presName="composite" presStyleCnt="0">
        <dgm:presLayoutVars>
          <dgm:chMax val="5"/>
          <dgm:dir/>
          <dgm:animLvl val="ctr"/>
          <dgm:resizeHandles val="exact"/>
        </dgm:presLayoutVars>
      </dgm:prSet>
      <dgm:spPr/>
      <dgm:t>
        <a:bodyPr/>
        <a:lstStyle/>
        <a:p>
          <a:endParaRPr lang="zh-CN" altLang="en-US"/>
        </a:p>
      </dgm:t>
    </dgm:pt>
    <dgm:pt modelId="{5273398D-37C3-4DC8-970B-A432B8F80F48}" type="pres">
      <dgm:prSet presAssocID="{0F3DFBFE-AF63-4EBF-8F4C-F7DA23BC546D}" presName="cycle" presStyleCnt="0"/>
      <dgm:spPr/>
    </dgm:pt>
    <dgm:pt modelId="{124AA380-25A0-42EF-92B4-C4A28B2A2976}" type="pres">
      <dgm:prSet presAssocID="{0F3DFBFE-AF63-4EBF-8F4C-F7DA23BC546D}" presName="centerShape" presStyleCnt="0"/>
      <dgm:spPr/>
    </dgm:pt>
    <dgm:pt modelId="{C4F5E0F2-75F6-4C07-BE73-03E5F20B80A5}" type="pres">
      <dgm:prSet presAssocID="{0F3DFBFE-AF63-4EBF-8F4C-F7DA23BC546D}" presName="connSite" presStyleLbl="node1" presStyleIdx="0" presStyleCnt="4"/>
      <dgm:spPr/>
    </dgm:pt>
    <dgm:pt modelId="{5B96A6F7-182C-4084-A2C0-C2EB24CF468C}" type="pres">
      <dgm:prSet presAssocID="{0F3DFBFE-AF63-4EBF-8F4C-F7DA23BC546D}" presName="visible" presStyleLbl="node1" presStyleIdx="0" presStyleCnt="4"/>
      <dgm:spPr/>
    </dgm:pt>
    <dgm:pt modelId="{29F33F01-EB5B-4CE0-AD4E-0D86BD6ADD14}" type="pres">
      <dgm:prSet presAssocID="{5551C73A-B29E-4C12-9518-67C11833E88D}" presName="Name25" presStyleLbl="parChTrans1D1" presStyleIdx="0" presStyleCnt="3"/>
      <dgm:spPr/>
      <dgm:t>
        <a:bodyPr/>
        <a:lstStyle/>
        <a:p>
          <a:endParaRPr lang="zh-CN" altLang="en-US"/>
        </a:p>
      </dgm:t>
    </dgm:pt>
    <dgm:pt modelId="{A924B7EE-E979-487B-AD00-C88AF9EE29A6}" type="pres">
      <dgm:prSet presAssocID="{42C946D4-407E-4984-A9DC-83C94B63717A}" presName="node" presStyleCnt="0"/>
      <dgm:spPr/>
    </dgm:pt>
    <dgm:pt modelId="{E77B6231-D0EE-4128-8442-A201ED9340BE}" type="pres">
      <dgm:prSet presAssocID="{42C946D4-407E-4984-A9DC-83C94B63717A}" presName="parentNode" presStyleLbl="node1" presStyleIdx="1" presStyleCnt="4">
        <dgm:presLayoutVars>
          <dgm:chMax val="1"/>
          <dgm:bulletEnabled val="1"/>
        </dgm:presLayoutVars>
      </dgm:prSet>
      <dgm:spPr/>
      <dgm:t>
        <a:bodyPr/>
        <a:lstStyle/>
        <a:p>
          <a:endParaRPr lang="zh-CN" altLang="en-US"/>
        </a:p>
      </dgm:t>
    </dgm:pt>
    <dgm:pt modelId="{DEB02F09-F119-4786-9D9F-13DADB830F2C}" type="pres">
      <dgm:prSet presAssocID="{42C946D4-407E-4984-A9DC-83C94B63717A}" presName="childNode" presStyleLbl="revTx" presStyleIdx="0" presStyleCnt="0">
        <dgm:presLayoutVars>
          <dgm:bulletEnabled val="1"/>
        </dgm:presLayoutVars>
      </dgm:prSet>
      <dgm:spPr/>
    </dgm:pt>
    <dgm:pt modelId="{F62CCE61-6AF2-443C-9B2D-BA8585C6CEFC}" type="pres">
      <dgm:prSet presAssocID="{61FCF3AF-7F3D-4183-A762-D40A665A3C85}" presName="Name25" presStyleLbl="parChTrans1D1" presStyleIdx="1" presStyleCnt="3"/>
      <dgm:spPr/>
      <dgm:t>
        <a:bodyPr/>
        <a:lstStyle/>
        <a:p>
          <a:endParaRPr lang="zh-CN" altLang="en-US"/>
        </a:p>
      </dgm:t>
    </dgm:pt>
    <dgm:pt modelId="{B89859AE-05B8-4744-BFDD-57F1882D6BE6}" type="pres">
      <dgm:prSet presAssocID="{24C446F0-9E76-4294-BB95-127DE3A01179}" presName="node" presStyleCnt="0"/>
      <dgm:spPr/>
    </dgm:pt>
    <dgm:pt modelId="{E570F79C-C311-40BD-894B-DF5D298DAFF2}" type="pres">
      <dgm:prSet presAssocID="{24C446F0-9E76-4294-BB95-127DE3A01179}" presName="parentNode" presStyleLbl="node1" presStyleIdx="2" presStyleCnt="4">
        <dgm:presLayoutVars>
          <dgm:chMax val="1"/>
          <dgm:bulletEnabled val="1"/>
        </dgm:presLayoutVars>
      </dgm:prSet>
      <dgm:spPr/>
      <dgm:t>
        <a:bodyPr/>
        <a:lstStyle/>
        <a:p>
          <a:endParaRPr lang="zh-CN" altLang="en-US"/>
        </a:p>
      </dgm:t>
    </dgm:pt>
    <dgm:pt modelId="{7C0FACD8-2779-4269-A482-9B47EEA00E26}" type="pres">
      <dgm:prSet presAssocID="{24C446F0-9E76-4294-BB95-127DE3A01179}" presName="childNode" presStyleLbl="revTx" presStyleIdx="0" presStyleCnt="0">
        <dgm:presLayoutVars>
          <dgm:bulletEnabled val="1"/>
        </dgm:presLayoutVars>
      </dgm:prSet>
      <dgm:spPr/>
    </dgm:pt>
    <dgm:pt modelId="{77A13E82-AF43-4583-86B9-6740B6446EF0}" type="pres">
      <dgm:prSet presAssocID="{344520A4-DC29-4FA0-9127-4111FFDDF959}" presName="Name25" presStyleLbl="parChTrans1D1" presStyleIdx="2" presStyleCnt="3"/>
      <dgm:spPr/>
      <dgm:t>
        <a:bodyPr/>
        <a:lstStyle/>
        <a:p>
          <a:endParaRPr lang="zh-CN" altLang="en-US"/>
        </a:p>
      </dgm:t>
    </dgm:pt>
    <dgm:pt modelId="{A1A9A93D-BE56-4FDD-A8E2-0FA303D1CE95}" type="pres">
      <dgm:prSet presAssocID="{DF6775E6-7E79-492D-A0A5-F0E48BF50BE5}" presName="node" presStyleCnt="0"/>
      <dgm:spPr/>
    </dgm:pt>
    <dgm:pt modelId="{3438028E-E263-4CDF-9225-6A78D918414B}" type="pres">
      <dgm:prSet presAssocID="{DF6775E6-7E79-492D-A0A5-F0E48BF50BE5}" presName="parentNode" presStyleLbl="node1" presStyleIdx="3" presStyleCnt="4">
        <dgm:presLayoutVars>
          <dgm:chMax val="1"/>
          <dgm:bulletEnabled val="1"/>
        </dgm:presLayoutVars>
      </dgm:prSet>
      <dgm:spPr/>
      <dgm:t>
        <a:bodyPr/>
        <a:lstStyle/>
        <a:p>
          <a:endParaRPr lang="zh-CN" altLang="en-US"/>
        </a:p>
      </dgm:t>
    </dgm:pt>
    <dgm:pt modelId="{C4E8CC2F-4D7B-4E4F-B5FD-7CB28B7EDF4E}" type="pres">
      <dgm:prSet presAssocID="{DF6775E6-7E79-492D-A0A5-F0E48BF50BE5}" presName="childNode" presStyleLbl="revTx" presStyleIdx="0" presStyleCnt="0">
        <dgm:presLayoutVars>
          <dgm:bulletEnabled val="1"/>
        </dgm:presLayoutVars>
      </dgm:prSet>
      <dgm:spPr/>
    </dgm:pt>
  </dgm:ptLst>
  <dgm:cxnLst>
    <dgm:cxn modelId="{4D9D6E54-F248-444A-8559-BC174E915DBE}" srcId="{0F3DFBFE-AF63-4EBF-8F4C-F7DA23BC546D}" destId="{42C946D4-407E-4984-A9DC-83C94B63717A}" srcOrd="0" destOrd="0" parTransId="{5551C73A-B29E-4C12-9518-67C11833E88D}" sibTransId="{E4257447-92EC-47EF-BCE6-A62944C5BB3D}"/>
    <dgm:cxn modelId="{E2B45D4D-7981-4077-8904-066265D4AD09}" type="presOf" srcId="{0F3DFBFE-AF63-4EBF-8F4C-F7DA23BC546D}" destId="{581EAC2E-337E-47D3-8C68-A850548A8087}" srcOrd="0" destOrd="0" presId="urn:microsoft.com/office/officeart/2005/8/layout/radial2"/>
    <dgm:cxn modelId="{8383E991-C25F-480E-9789-CF0E76D40C41}" type="presOf" srcId="{24C446F0-9E76-4294-BB95-127DE3A01179}" destId="{E570F79C-C311-40BD-894B-DF5D298DAFF2}" srcOrd="0" destOrd="0" presId="urn:microsoft.com/office/officeart/2005/8/layout/radial2"/>
    <dgm:cxn modelId="{3ED791C7-4AB5-4D66-90A5-8067F12BFB41}" type="presOf" srcId="{61FCF3AF-7F3D-4183-A762-D40A665A3C85}" destId="{F62CCE61-6AF2-443C-9B2D-BA8585C6CEFC}" srcOrd="0" destOrd="0" presId="urn:microsoft.com/office/officeart/2005/8/layout/radial2"/>
    <dgm:cxn modelId="{57AEAB0E-27D4-4EF4-B6E1-AEBD874D69E9}" type="presOf" srcId="{42C946D4-407E-4984-A9DC-83C94B63717A}" destId="{E77B6231-D0EE-4128-8442-A201ED9340BE}" srcOrd="0" destOrd="0" presId="urn:microsoft.com/office/officeart/2005/8/layout/radial2"/>
    <dgm:cxn modelId="{34270F06-3E6A-43DD-AD28-372385041542}" srcId="{0F3DFBFE-AF63-4EBF-8F4C-F7DA23BC546D}" destId="{DF6775E6-7E79-492D-A0A5-F0E48BF50BE5}" srcOrd="2" destOrd="0" parTransId="{344520A4-DC29-4FA0-9127-4111FFDDF959}" sibTransId="{76488220-9CDF-4EE2-B359-FD0E981F6832}"/>
    <dgm:cxn modelId="{5B07641C-8AF8-4112-A2C7-2D12A0CB5000}" type="presOf" srcId="{5551C73A-B29E-4C12-9518-67C11833E88D}" destId="{29F33F01-EB5B-4CE0-AD4E-0D86BD6ADD14}" srcOrd="0" destOrd="0" presId="urn:microsoft.com/office/officeart/2005/8/layout/radial2"/>
    <dgm:cxn modelId="{E94D54D0-1E0C-41B1-8CB3-63094EB62014}" type="presOf" srcId="{344520A4-DC29-4FA0-9127-4111FFDDF959}" destId="{77A13E82-AF43-4583-86B9-6740B6446EF0}" srcOrd="0" destOrd="0" presId="urn:microsoft.com/office/officeart/2005/8/layout/radial2"/>
    <dgm:cxn modelId="{12E9AD17-4656-4330-B396-5A8D8BB5AB82}" type="presOf" srcId="{DF6775E6-7E79-492D-A0A5-F0E48BF50BE5}" destId="{3438028E-E263-4CDF-9225-6A78D918414B}" srcOrd="0" destOrd="0" presId="urn:microsoft.com/office/officeart/2005/8/layout/radial2"/>
    <dgm:cxn modelId="{0E1FB601-04F8-460A-A799-E1CBAFB04EEB}" srcId="{0F3DFBFE-AF63-4EBF-8F4C-F7DA23BC546D}" destId="{24C446F0-9E76-4294-BB95-127DE3A01179}" srcOrd="1" destOrd="0" parTransId="{61FCF3AF-7F3D-4183-A762-D40A665A3C85}" sibTransId="{281F7C13-96DC-4902-9EA9-93F69E85A6F0}"/>
    <dgm:cxn modelId="{74558418-9ADB-4E7A-929B-DA6EC201A735}" type="presParOf" srcId="{581EAC2E-337E-47D3-8C68-A850548A8087}" destId="{5273398D-37C3-4DC8-970B-A432B8F80F48}" srcOrd="0" destOrd="0" presId="urn:microsoft.com/office/officeart/2005/8/layout/radial2"/>
    <dgm:cxn modelId="{3EC4BFB4-2381-4253-80ED-138339009E31}" type="presParOf" srcId="{5273398D-37C3-4DC8-970B-A432B8F80F48}" destId="{124AA380-25A0-42EF-92B4-C4A28B2A2976}" srcOrd="0" destOrd="0" presId="urn:microsoft.com/office/officeart/2005/8/layout/radial2"/>
    <dgm:cxn modelId="{45D936C7-470E-4739-A2BB-684B12566E2D}" type="presParOf" srcId="{124AA380-25A0-42EF-92B4-C4A28B2A2976}" destId="{C4F5E0F2-75F6-4C07-BE73-03E5F20B80A5}" srcOrd="0" destOrd="0" presId="urn:microsoft.com/office/officeart/2005/8/layout/radial2"/>
    <dgm:cxn modelId="{A03226D7-522B-4621-8284-2A79FABBDB33}" type="presParOf" srcId="{124AA380-25A0-42EF-92B4-C4A28B2A2976}" destId="{5B96A6F7-182C-4084-A2C0-C2EB24CF468C}" srcOrd="1" destOrd="0" presId="urn:microsoft.com/office/officeart/2005/8/layout/radial2"/>
    <dgm:cxn modelId="{09594613-EB6F-429D-B7B7-831C9D35D7AC}" type="presParOf" srcId="{5273398D-37C3-4DC8-970B-A432B8F80F48}" destId="{29F33F01-EB5B-4CE0-AD4E-0D86BD6ADD14}" srcOrd="1" destOrd="0" presId="urn:microsoft.com/office/officeart/2005/8/layout/radial2"/>
    <dgm:cxn modelId="{94A53C3F-C734-4E9A-8ACB-C8415EB16C2D}" type="presParOf" srcId="{5273398D-37C3-4DC8-970B-A432B8F80F48}" destId="{A924B7EE-E979-487B-AD00-C88AF9EE29A6}" srcOrd="2" destOrd="0" presId="urn:microsoft.com/office/officeart/2005/8/layout/radial2"/>
    <dgm:cxn modelId="{4E94296C-14C8-40FF-A698-F40A79891E22}" type="presParOf" srcId="{A924B7EE-E979-487B-AD00-C88AF9EE29A6}" destId="{E77B6231-D0EE-4128-8442-A201ED9340BE}" srcOrd="0" destOrd="0" presId="urn:microsoft.com/office/officeart/2005/8/layout/radial2"/>
    <dgm:cxn modelId="{8A871526-2FF7-4707-BBAF-F10917892F02}" type="presParOf" srcId="{A924B7EE-E979-487B-AD00-C88AF9EE29A6}" destId="{DEB02F09-F119-4786-9D9F-13DADB830F2C}" srcOrd="1" destOrd="0" presId="urn:microsoft.com/office/officeart/2005/8/layout/radial2"/>
    <dgm:cxn modelId="{E9B3DF9E-8DE0-4699-AD80-5A3AB137D9B9}" type="presParOf" srcId="{5273398D-37C3-4DC8-970B-A432B8F80F48}" destId="{F62CCE61-6AF2-443C-9B2D-BA8585C6CEFC}" srcOrd="3" destOrd="0" presId="urn:microsoft.com/office/officeart/2005/8/layout/radial2"/>
    <dgm:cxn modelId="{D5C6A42B-4D5B-4A37-9E69-16B3A8D37B77}" type="presParOf" srcId="{5273398D-37C3-4DC8-970B-A432B8F80F48}" destId="{B89859AE-05B8-4744-BFDD-57F1882D6BE6}" srcOrd="4" destOrd="0" presId="urn:microsoft.com/office/officeart/2005/8/layout/radial2"/>
    <dgm:cxn modelId="{48F7757E-59CF-4B99-88D7-95B56BE42676}" type="presParOf" srcId="{B89859AE-05B8-4744-BFDD-57F1882D6BE6}" destId="{E570F79C-C311-40BD-894B-DF5D298DAFF2}" srcOrd="0" destOrd="0" presId="urn:microsoft.com/office/officeart/2005/8/layout/radial2"/>
    <dgm:cxn modelId="{0ACB4B61-D5B6-4A21-A061-E6F0C6D5624B}" type="presParOf" srcId="{B89859AE-05B8-4744-BFDD-57F1882D6BE6}" destId="{7C0FACD8-2779-4269-A482-9B47EEA00E26}" srcOrd="1" destOrd="0" presId="urn:microsoft.com/office/officeart/2005/8/layout/radial2"/>
    <dgm:cxn modelId="{E7857EEC-5358-4BF0-8C55-76A530631544}" type="presParOf" srcId="{5273398D-37C3-4DC8-970B-A432B8F80F48}" destId="{77A13E82-AF43-4583-86B9-6740B6446EF0}" srcOrd="5" destOrd="0" presId="urn:microsoft.com/office/officeart/2005/8/layout/radial2"/>
    <dgm:cxn modelId="{100558C2-7C81-4D8F-A6C0-F875D3A4AB8D}" type="presParOf" srcId="{5273398D-37C3-4DC8-970B-A432B8F80F48}" destId="{A1A9A93D-BE56-4FDD-A8E2-0FA303D1CE95}" srcOrd="6" destOrd="0" presId="urn:microsoft.com/office/officeart/2005/8/layout/radial2"/>
    <dgm:cxn modelId="{8D28271D-4194-477A-9FF1-9F0162BD1BF5}" type="presParOf" srcId="{A1A9A93D-BE56-4FDD-A8E2-0FA303D1CE95}" destId="{3438028E-E263-4CDF-9225-6A78D918414B}" srcOrd="0" destOrd="0" presId="urn:microsoft.com/office/officeart/2005/8/layout/radial2"/>
    <dgm:cxn modelId="{976CD552-38D2-476A-91C7-4B3663AFFF32}" type="presParOf" srcId="{A1A9A93D-BE56-4FDD-A8E2-0FA303D1CE95}" destId="{C4E8CC2F-4D7B-4E4F-B5FD-7CB28B7EDF4E}" srcOrd="1" destOrd="0" presId="urn:microsoft.com/office/officeart/2005/8/layout/radial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2A8BD99-FBB2-4D07-9478-0AA3DB33D4C5}" type="doc">
      <dgm:prSet loTypeId="urn:microsoft.com/office/officeart/2005/8/layout/process1" loCatId="process" qsTypeId="urn:microsoft.com/office/officeart/2005/8/quickstyle/simple1" qsCatId="simple" csTypeId="urn:microsoft.com/office/officeart/2005/8/colors/colorful2" csCatId="colorful" phldr="1"/>
      <dgm:spPr/>
      <dgm:t>
        <a:bodyPr/>
        <a:lstStyle/>
        <a:p>
          <a:endParaRPr lang="zh-CN" altLang="en-US"/>
        </a:p>
      </dgm:t>
    </dgm:pt>
    <dgm:pt modelId="{669D6EB1-F7A1-457D-A04E-6914736BA072}">
      <dgm:prSet custT="1"/>
      <dgm:spPr/>
      <dgm:t>
        <a:bodyPr/>
        <a:lstStyle/>
        <a:p>
          <a:pPr rtl="0"/>
          <a:r>
            <a:rPr lang="en-US" sz="2400" b="1" smtClean="0"/>
            <a:t>1.</a:t>
          </a:r>
          <a:r>
            <a:rPr lang="zh-CN" sz="2400" b="1" smtClean="0"/>
            <a:t>密钥生成</a:t>
          </a:r>
          <a:endParaRPr lang="zh-CN" sz="2400" b="1"/>
        </a:p>
      </dgm:t>
    </dgm:pt>
    <dgm:pt modelId="{651CAFE8-3EBD-4313-BDA7-3908588BA987}" cxnId="{687F146E-F447-49B9-908F-D2C86BD74F60}" type="parTrans">
      <dgm:prSet/>
      <dgm:spPr/>
      <dgm:t>
        <a:bodyPr/>
        <a:lstStyle/>
        <a:p>
          <a:endParaRPr lang="zh-CN" altLang="en-US" sz="1600" b="1"/>
        </a:p>
      </dgm:t>
    </dgm:pt>
    <dgm:pt modelId="{9ACA31B8-EC28-48A9-BA70-6AED4443C1B5}" cxnId="{687F146E-F447-49B9-908F-D2C86BD74F60}" type="sibTrans">
      <dgm:prSet custT="1"/>
      <dgm:spPr/>
      <dgm:t>
        <a:bodyPr/>
        <a:lstStyle/>
        <a:p>
          <a:endParaRPr lang="zh-CN" altLang="en-US" sz="1600" b="1"/>
        </a:p>
      </dgm:t>
    </dgm:pt>
    <dgm:pt modelId="{D300E44F-13CF-45D0-B01D-E5D8DB1ABB70}">
      <dgm:prSet custT="1"/>
      <dgm:spPr/>
      <dgm:t>
        <a:bodyPr/>
        <a:lstStyle/>
        <a:p>
          <a:pPr rtl="0"/>
          <a:r>
            <a:rPr lang="en-US" sz="2400" b="1" smtClean="0"/>
            <a:t>2.</a:t>
          </a:r>
          <a:r>
            <a:rPr lang="zh-CN" sz="2400" b="1" smtClean="0"/>
            <a:t>密钥分发</a:t>
          </a:r>
          <a:endParaRPr lang="zh-CN" sz="2400" b="1"/>
        </a:p>
      </dgm:t>
    </dgm:pt>
    <dgm:pt modelId="{E82D2922-51C7-42DD-AC11-5C1634660E1B}" cxnId="{B0216E68-E81C-4DF6-A874-36A883DD02F9}" type="parTrans">
      <dgm:prSet/>
      <dgm:spPr/>
      <dgm:t>
        <a:bodyPr/>
        <a:lstStyle/>
        <a:p>
          <a:endParaRPr lang="zh-CN" altLang="en-US" sz="1600" b="1"/>
        </a:p>
      </dgm:t>
    </dgm:pt>
    <dgm:pt modelId="{EE6B3F68-9943-4B26-9B49-D71CDDF26EB4}" cxnId="{B0216E68-E81C-4DF6-A874-36A883DD02F9}" type="sibTrans">
      <dgm:prSet custT="1"/>
      <dgm:spPr/>
      <dgm:t>
        <a:bodyPr/>
        <a:lstStyle/>
        <a:p>
          <a:endParaRPr lang="zh-CN" altLang="en-US" sz="1600" b="1"/>
        </a:p>
      </dgm:t>
    </dgm:pt>
    <dgm:pt modelId="{21D9DEC9-6486-4618-AD4B-3FF2C3D0C496}">
      <dgm:prSet custT="1"/>
      <dgm:spPr/>
      <dgm:t>
        <a:bodyPr/>
        <a:lstStyle/>
        <a:p>
          <a:pPr rtl="0"/>
          <a:r>
            <a:rPr lang="en-US" sz="2400" b="1" smtClean="0"/>
            <a:t>4.</a:t>
          </a:r>
          <a:r>
            <a:rPr lang="zh-CN" sz="2400" b="1" smtClean="0"/>
            <a:t>更新密钥</a:t>
          </a:r>
          <a:endParaRPr lang="zh-CN" sz="2400" b="1"/>
        </a:p>
      </dgm:t>
    </dgm:pt>
    <dgm:pt modelId="{4536421A-C9B4-4F46-A31E-9FE037E1F2E2}" cxnId="{F1A6B50A-FCB7-4A73-BC8E-037A29BD9C1C}" type="parTrans">
      <dgm:prSet/>
      <dgm:spPr/>
      <dgm:t>
        <a:bodyPr/>
        <a:lstStyle/>
        <a:p>
          <a:endParaRPr lang="zh-CN" altLang="en-US" sz="1600" b="1"/>
        </a:p>
      </dgm:t>
    </dgm:pt>
    <dgm:pt modelId="{57644C3E-3A63-4E54-B58C-327406A54787}" cxnId="{F1A6B50A-FCB7-4A73-BC8E-037A29BD9C1C}" type="sibTrans">
      <dgm:prSet custT="1"/>
      <dgm:spPr/>
      <dgm:t>
        <a:bodyPr/>
        <a:lstStyle/>
        <a:p>
          <a:endParaRPr lang="zh-CN" altLang="en-US" sz="1600" b="1"/>
        </a:p>
      </dgm:t>
    </dgm:pt>
    <dgm:pt modelId="{48E88E6B-E9ED-4D45-B459-7D2F9020A02C}">
      <dgm:prSet custT="1"/>
      <dgm:spPr/>
      <dgm:t>
        <a:bodyPr/>
        <a:lstStyle/>
        <a:p>
          <a:pPr rtl="0"/>
          <a:r>
            <a:rPr lang="en-US" sz="2400" b="1" smtClean="0"/>
            <a:t>5.</a:t>
          </a:r>
          <a:r>
            <a:rPr lang="zh-CN" sz="2400" b="1" smtClean="0"/>
            <a:t>密钥存储</a:t>
          </a:r>
          <a:endParaRPr lang="zh-CN" sz="2400" b="1"/>
        </a:p>
      </dgm:t>
    </dgm:pt>
    <dgm:pt modelId="{151CF844-2DA1-4D1E-AC39-13E03C54B747}" cxnId="{42AC08B5-6BE8-4A84-B749-3695A842BC7C}" type="parTrans">
      <dgm:prSet/>
      <dgm:spPr/>
      <dgm:t>
        <a:bodyPr/>
        <a:lstStyle/>
        <a:p>
          <a:endParaRPr lang="zh-CN" altLang="en-US" sz="1600" b="1"/>
        </a:p>
      </dgm:t>
    </dgm:pt>
    <dgm:pt modelId="{3BABD4C3-CBD7-416A-B82D-9AC97A3E3B78}" cxnId="{42AC08B5-6BE8-4A84-B749-3695A842BC7C}" type="sibTrans">
      <dgm:prSet custT="1"/>
      <dgm:spPr/>
      <dgm:t>
        <a:bodyPr/>
        <a:lstStyle/>
        <a:p>
          <a:endParaRPr lang="zh-CN" altLang="en-US" sz="1600" b="1"/>
        </a:p>
      </dgm:t>
    </dgm:pt>
    <dgm:pt modelId="{1E2628F2-8BC9-4A1F-B7A1-ED4A093A60B1}">
      <dgm:prSet custT="1"/>
      <dgm:spPr/>
      <dgm:t>
        <a:bodyPr/>
        <a:lstStyle/>
        <a:p>
          <a:pPr rtl="0"/>
          <a:r>
            <a:rPr lang="en-US" sz="2400" b="1" dirty="0" smtClean="0"/>
            <a:t>6.</a:t>
          </a:r>
          <a:r>
            <a:rPr lang="zh-CN" sz="2400" b="1" dirty="0" smtClean="0"/>
            <a:t>备份密钥</a:t>
          </a:r>
          <a:endParaRPr lang="zh-CN" sz="2400" b="1" dirty="0"/>
        </a:p>
      </dgm:t>
    </dgm:pt>
    <dgm:pt modelId="{7EDA588D-252B-4AEA-A693-DE4E99C2496D}" cxnId="{4514AB9C-D04A-4113-B6A4-E21E03F34040}" type="parTrans">
      <dgm:prSet/>
      <dgm:spPr/>
      <dgm:t>
        <a:bodyPr/>
        <a:lstStyle/>
        <a:p>
          <a:endParaRPr lang="zh-CN" altLang="en-US" sz="1600" b="1"/>
        </a:p>
      </dgm:t>
    </dgm:pt>
    <dgm:pt modelId="{7F4C97B4-A94D-4C84-96B5-562C7DD16F89}" cxnId="{4514AB9C-D04A-4113-B6A4-E21E03F34040}" type="sibTrans">
      <dgm:prSet custT="1"/>
      <dgm:spPr/>
      <dgm:t>
        <a:bodyPr/>
        <a:lstStyle/>
        <a:p>
          <a:endParaRPr lang="zh-CN" altLang="en-US" sz="1600" b="1"/>
        </a:p>
      </dgm:t>
    </dgm:pt>
    <dgm:pt modelId="{F37100D4-88A4-4D37-A81A-D671BF2CE926}">
      <dgm:prSet custT="1"/>
      <dgm:spPr/>
      <dgm:t>
        <a:bodyPr/>
        <a:lstStyle/>
        <a:p>
          <a:pPr rtl="0"/>
          <a:r>
            <a:rPr lang="en-US" altLang="zh-CN" sz="2400" b="1" dirty="0" smtClean="0"/>
            <a:t>7.</a:t>
          </a:r>
          <a:r>
            <a:rPr lang="zh-CN" altLang="en-US" sz="2400" b="1" dirty="0" smtClean="0"/>
            <a:t>密钥有效期</a:t>
          </a:r>
          <a:endParaRPr lang="zh-CN" sz="2400" b="1" dirty="0"/>
        </a:p>
      </dgm:t>
    </dgm:pt>
    <dgm:pt modelId="{C799B354-A64C-41D9-ADD4-9D640C6A0E9A}" cxnId="{BD7AB4E3-8ECE-4402-A053-394633D26B95}" type="parTrans">
      <dgm:prSet/>
      <dgm:spPr/>
      <dgm:t>
        <a:bodyPr/>
        <a:lstStyle/>
        <a:p>
          <a:endParaRPr lang="zh-CN" altLang="en-US" sz="2000"/>
        </a:p>
      </dgm:t>
    </dgm:pt>
    <dgm:pt modelId="{0499FEFA-4520-4D8C-A9C7-4818C2FEDCEA}" cxnId="{BD7AB4E3-8ECE-4402-A053-394633D26B95}" type="sibTrans">
      <dgm:prSet custT="1"/>
      <dgm:spPr/>
      <dgm:t>
        <a:bodyPr/>
        <a:lstStyle/>
        <a:p>
          <a:endParaRPr lang="zh-CN" altLang="en-US" sz="1400"/>
        </a:p>
      </dgm:t>
    </dgm:pt>
    <dgm:pt modelId="{163A8C19-D0D1-4879-B4EF-16A6D9443C75}">
      <dgm:prSet custT="1"/>
      <dgm:spPr/>
      <dgm:t>
        <a:bodyPr/>
        <a:lstStyle/>
        <a:p>
          <a:pPr rtl="0"/>
          <a:r>
            <a:rPr lang="en-US" altLang="zh-CN" sz="2400" b="1" dirty="0" smtClean="0"/>
            <a:t>8.</a:t>
          </a:r>
          <a:r>
            <a:rPr lang="zh-CN" altLang="en-US" sz="2400" b="1" dirty="0" smtClean="0"/>
            <a:t>销毁密钥</a:t>
          </a:r>
          <a:endParaRPr lang="zh-CN" sz="2400" b="1" dirty="0"/>
        </a:p>
      </dgm:t>
    </dgm:pt>
    <dgm:pt modelId="{CEABA7D6-5479-488E-8E9D-9B37DFF981A4}" cxnId="{CBE07F25-3A34-47F5-9B18-3B79E31616FE}" type="parTrans">
      <dgm:prSet/>
      <dgm:spPr/>
      <dgm:t>
        <a:bodyPr/>
        <a:lstStyle/>
        <a:p>
          <a:endParaRPr lang="zh-CN" altLang="en-US" sz="2000"/>
        </a:p>
      </dgm:t>
    </dgm:pt>
    <dgm:pt modelId="{78F41322-C776-45F2-8922-101BFCD55085}" cxnId="{CBE07F25-3A34-47F5-9B18-3B79E31616FE}" type="sibTrans">
      <dgm:prSet/>
      <dgm:spPr/>
      <dgm:t>
        <a:bodyPr/>
        <a:lstStyle/>
        <a:p>
          <a:endParaRPr lang="zh-CN" altLang="en-US" sz="2000"/>
        </a:p>
      </dgm:t>
    </dgm:pt>
    <dgm:pt modelId="{C199F7D9-9697-4BE0-AC7E-C6E6ACCC3F08}" type="pres">
      <dgm:prSet presAssocID="{02A8BD99-FBB2-4D07-9478-0AA3DB33D4C5}" presName="Name0" presStyleCnt="0">
        <dgm:presLayoutVars>
          <dgm:dir/>
          <dgm:resizeHandles val="exact"/>
        </dgm:presLayoutVars>
      </dgm:prSet>
      <dgm:spPr/>
      <dgm:t>
        <a:bodyPr/>
        <a:lstStyle/>
        <a:p>
          <a:endParaRPr lang="zh-CN" altLang="en-US"/>
        </a:p>
      </dgm:t>
    </dgm:pt>
    <dgm:pt modelId="{8924C9D8-44AC-46EB-A2CE-8EDD60FBF501}" type="pres">
      <dgm:prSet presAssocID="{669D6EB1-F7A1-457D-A04E-6914736BA072}" presName="node" presStyleLbl="node1" presStyleIdx="0" presStyleCnt="7">
        <dgm:presLayoutVars>
          <dgm:bulletEnabled val="1"/>
        </dgm:presLayoutVars>
      </dgm:prSet>
      <dgm:spPr/>
      <dgm:t>
        <a:bodyPr/>
        <a:lstStyle/>
        <a:p>
          <a:endParaRPr lang="zh-CN" altLang="en-US"/>
        </a:p>
      </dgm:t>
    </dgm:pt>
    <dgm:pt modelId="{307B04C7-C87F-49AB-9406-0C8342325C21}" type="pres">
      <dgm:prSet presAssocID="{9ACA31B8-EC28-48A9-BA70-6AED4443C1B5}" presName="sibTrans" presStyleLbl="sibTrans2D1" presStyleIdx="0" presStyleCnt="6"/>
      <dgm:spPr/>
      <dgm:t>
        <a:bodyPr/>
        <a:lstStyle/>
        <a:p>
          <a:endParaRPr lang="zh-CN" altLang="en-US"/>
        </a:p>
      </dgm:t>
    </dgm:pt>
    <dgm:pt modelId="{462A2186-AB54-428C-BAC0-1D4386A7C0D5}" type="pres">
      <dgm:prSet presAssocID="{9ACA31B8-EC28-48A9-BA70-6AED4443C1B5}" presName="connectorText" presStyleLbl="sibTrans2D1" presStyleIdx="0" presStyleCnt="6"/>
      <dgm:spPr/>
      <dgm:t>
        <a:bodyPr/>
        <a:lstStyle/>
        <a:p>
          <a:endParaRPr lang="zh-CN" altLang="en-US"/>
        </a:p>
      </dgm:t>
    </dgm:pt>
    <dgm:pt modelId="{8F6A1C97-B84A-4D3B-8627-884E49842757}" type="pres">
      <dgm:prSet presAssocID="{D300E44F-13CF-45D0-B01D-E5D8DB1ABB70}" presName="node" presStyleLbl="node1" presStyleIdx="1" presStyleCnt="7">
        <dgm:presLayoutVars>
          <dgm:bulletEnabled val="1"/>
        </dgm:presLayoutVars>
      </dgm:prSet>
      <dgm:spPr/>
      <dgm:t>
        <a:bodyPr/>
        <a:lstStyle/>
        <a:p>
          <a:endParaRPr lang="zh-CN" altLang="en-US"/>
        </a:p>
      </dgm:t>
    </dgm:pt>
    <dgm:pt modelId="{D850408A-BBB8-4065-AD34-122F3EFB1080}" type="pres">
      <dgm:prSet presAssocID="{EE6B3F68-9943-4B26-9B49-D71CDDF26EB4}" presName="sibTrans" presStyleLbl="sibTrans2D1" presStyleIdx="1" presStyleCnt="6"/>
      <dgm:spPr/>
      <dgm:t>
        <a:bodyPr/>
        <a:lstStyle/>
        <a:p>
          <a:endParaRPr lang="zh-CN" altLang="en-US"/>
        </a:p>
      </dgm:t>
    </dgm:pt>
    <dgm:pt modelId="{6F95DB14-F1F1-4AD0-982A-DD4323608986}" type="pres">
      <dgm:prSet presAssocID="{EE6B3F68-9943-4B26-9B49-D71CDDF26EB4}" presName="connectorText" presStyleLbl="sibTrans2D1" presStyleIdx="1" presStyleCnt="6"/>
      <dgm:spPr/>
      <dgm:t>
        <a:bodyPr/>
        <a:lstStyle/>
        <a:p>
          <a:endParaRPr lang="zh-CN" altLang="en-US"/>
        </a:p>
      </dgm:t>
    </dgm:pt>
    <dgm:pt modelId="{52AF4301-D54D-432E-A154-52890E741198}" type="pres">
      <dgm:prSet presAssocID="{21D9DEC9-6486-4618-AD4B-3FF2C3D0C496}" presName="node" presStyleLbl="node1" presStyleIdx="2" presStyleCnt="7">
        <dgm:presLayoutVars>
          <dgm:bulletEnabled val="1"/>
        </dgm:presLayoutVars>
      </dgm:prSet>
      <dgm:spPr/>
      <dgm:t>
        <a:bodyPr/>
        <a:lstStyle/>
        <a:p>
          <a:endParaRPr lang="zh-CN" altLang="en-US"/>
        </a:p>
      </dgm:t>
    </dgm:pt>
    <dgm:pt modelId="{CA1A5FF4-ADCB-4CD4-96B7-57D0FD7DB2E7}" type="pres">
      <dgm:prSet presAssocID="{57644C3E-3A63-4E54-B58C-327406A54787}" presName="sibTrans" presStyleLbl="sibTrans2D1" presStyleIdx="2" presStyleCnt="6"/>
      <dgm:spPr/>
      <dgm:t>
        <a:bodyPr/>
        <a:lstStyle/>
        <a:p>
          <a:endParaRPr lang="zh-CN" altLang="en-US"/>
        </a:p>
      </dgm:t>
    </dgm:pt>
    <dgm:pt modelId="{6B7ADEEF-FF2B-4310-8841-F1D6B0D90730}" type="pres">
      <dgm:prSet presAssocID="{57644C3E-3A63-4E54-B58C-327406A54787}" presName="connectorText" presStyleLbl="sibTrans2D1" presStyleIdx="2" presStyleCnt="6"/>
      <dgm:spPr/>
      <dgm:t>
        <a:bodyPr/>
        <a:lstStyle/>
        <a:p>
          <a:endParaRPr lang="zh-CN" altLang="en-US"/>
        </a:p>
      </dgm:t>
    </dgm:pt>
    <dgm:pt modelId="{D606B060-A8C5-4240-B817-7A2736CFFC77}" type="pres">
      <dgm:prSet presAssocID="{48E88E6B-E9ED-4D45-B459-7D2F9020A02C}" presName="node" presStyleLbl="node1" presStyleIdx="3" presStyleCnt="7">
        <dgm:presLayoutVars>
          <dgm:bulletEnabled val="1"/>
        </dgm:presLayoutVars>
      </dgm:prSet>
      <dgm:spPr/>
      <dgm:t>
        <a:bodyPr/>
        <a:lstStyle/>
        <a:p>
          <a:endParaRPr lang="zh-CN" altLang="en-US"/>
        </a:p>
      </dgm:t>
    </dgm:pt>
    <dgm:pt modelId="{7FBFBF89-470F-4003-88F9-587C0D34B3E9}" type="pres">
      <dgm:prSet presAssocID="{3BABD4C3-CBD7-416A-B82D-9AC97A3E3B78}" presName="sibTrans" presStyleLbl="sibTrans2D1" presStyleIdx="3" presStyleCnt="6"/>
      <dgm:spPr/>
      <dgm:t>
        <a:bodyPr/>
        <a:lstStyle/>
        <a:p>
          <a:endParaRPr lang="zh-CN" altLang="en-US"/>
        </a:p>
      </dgm:t>
    </dgm:pt>
    <dgm:pt modelId="{8FCB4488-E96F-4877-8FE9-C7CB61281F5E}" type="pres">
      <dgm:prSet presAssocID="{3BABD4C3-CBD7-416A-B82D-9AC97A3E3B78}" presName="connectorText" presStyleLbl="sibTrans2D1" presStyleIdx="3" presStyleCnt="6"/>
      <dgm:spPr/>
      <dgm:t>
        <a:bodyPr/>
        <a:lstStyle/>
        <a:p>
          <a:endParaRPr lang="zh-CN" altLang="en-US"/>
        </a:p>
      </dgm:t>
    </dgm:pt>
    <dgm:pt modelId="{886EE742-1165-45A2-A91A-33A0B46230AF}" type="pres">
      <dgm:prSet presAssocID="{1E2628F2-8BC9-4A1F-B7A1-ED4A093A60B1}" presName="node" presStyleLbl="node1" presStyleIdx="4" presStyleCnt="7">
        <dgm:presLayoutVars>
          <dgm:bulletEnabled val="1"/>
        </dgm:presLayoutVars>
      </dgm:prSet>
      <dgm:spPr/>
      <dgm:t>
        <a:bodyPr/>
        <a:lstStyle/>
        <a:p>
          <a:endParaRPr lang="zh-CN" altLang="en-US"/>
        </a:p>
      </dgm:t>
    </dgm:pt>
    <dgm:pt modelId="{B0F74A58-06AD-45C9-8A82-219CE0C8893C}" type="pres">
      <dgm:prSet presAssocID="{7F4C97B4-A94D-4C84-96B5-562C7DD16F89}" presName="sibTrans" presStyleLbl="sibTrans2D1" presStyleIdx="4" presStyleCnt="6"/>
      <dgm:spPr/>
      <dgm:t>
        <a:bodyPr/>
        <a:lstStyle/>
        <a:p>
          <a:endParaRPr lang="zh-CN" altLang="en-US"/>
        </a:p>
      </dgm:t>
    </dgm:pt>
    <dgm:pt modelId="{376ED8DE-D6A4-46E1-8BE0-526BB583EA15}" type="pres">
      <dgm:prSet presAssocID="{7F4C97B4-A94D-4C84-96B5-562C7DD16F89}" presName="connectorText" presStyleLbl="sibTrans2D1" presStyleIdx="4" presStyleCnt="6"/>
      <dgm:spPr/>
      <dgm:t>
        <a:bodyPr/>
        <a:lstStyle/>
        <a:p>
          <a:endParaRPr lang="zh-CN" altLang="en-US"/>
        </a:p>
      </dgm:t>
    </dgm:pt>
    <dgm:pt modelId="{BF45DCC3-2607-4366-9CB2-DEF3639DB1C0}" type="pres">
      <dgm:prSet presAssocID="{F37100D4-88A4-4D37-A81A-D671BF2CE926}" presName="node" presStyleLbl="node1" presStyleIdx="5" presStyleCnt="7">
        <dgm:presLayoutVars>
          <dgm:bulletEnabled val="1"/>
        </dgm:presLayoutVars>
      </dgm:prSet>
      <dgm:spPr/>
      <dgm:t>
        <a:bodyPr/>
        <a:lstStyle/>
        <a:p>
          <a:endParaRPr lang="zh-CN" altLang="en-US"/>
        </a:p>
      </dgm:t>
    </dgm:pt>
    <dgm:pt modelId="{8943FEB0-C469-4122-B46F-BB5C6B51B2A7}" type="pres">
      <dgm:prSet presAssocID="{0499FEFA-4520-4D8C-A9C7-4818C2FEDCEA}" presName="sibTrans" presStyleLbl="sibTrans2D1" presStyleIdx="5" presStyleCnt="6"/>
      <dgm:spPr/>
      <dgm:t>
        <a:bodyPr/>
        <a:lstStyle/>
        <a:p>
          <a:endParaRPr lang="zh-CN" altLang="en-US"/>
        </a:p>
      </dgm:t>
    </dgm:pt>
    <dgm:pt modelId="{8C000FD4-A144-4E0C-907E-D1A86188CE24}" type="pres">
      <dgm:prSet presAssocID="{0499FEFA-4520-4D8C-A9C7-4818C2FEDCEA}" presName="connectorText" presStyleLbl="sibTrans2D1" presStyleIdx="5" presStyleCnt="6"/>
      <dgm:spPr/>
      <dgm:t>
        <a:bodyPr/>
        <a:lstStyle/>
        <a:p>
          <a:endParaRPr lang="zh-CN" altLang="en-US"/>
        </a:p>
      </dgm:t>
    </dgm:pt>
    <dgm:pt modelId="{D2F98C5B-0F53-4FF8-AA0F-4603D94EED21}" type="pres">
      <dgm:prSet presAssocID="{163A8C19-D0D1-4879-B4EF-16A6D9443C75}" presName="node" presStyleLbl="node1" presStyleIdx="6" presStyleCnt="7">
        <dgm:presLayoutVars>
          <dgm:bulletEnabled val="1"/>
        </dgm:presLayoutVars>
      </dgm:prSet>
      <dgm:spPr/>
      <dgm:t>
        <a:bodyPr/>
        <a:lstStyle/>
        <a:p>
          <a:endParaRPr lang="zh-CN" altLang="en-US"/>
        </a:p>
      </dgm:t>
    </dgm:pt>
  </dgm:ptLst>
  <dgm:cxnLst>
    <dgm:cxn modelId="{CBE07F25-3A34-47F5-9B18-3B79E31616FE}" srcId="{02A8BD99-FBB2-4D07-9478-0AA3DB33D4C5}" destId="{163A8C19-D0D1-4879-B4EF-16A6D9443C75}" srcOrd="6" destOrd="0" parTransId="{CEABA7D6-5479-488E-8E9D-9B37DFF981A4}" sibTransId="{78F41322-C776-45F2-8922-101BFCD55085}"/>
    <dgm:cxn modelId="{1CD67F0B-F213-4098-A711-68905190A6E8}" type="presOf" srcId="{669D6EB1-F7A1-457D-A04E-6914736BA072}" destId="{8924C9D8-44AC-46EB-A2CE-8EDD60FBF501}" srcOrd="0" destOrd="0" presId="urn:microsoft.com/office/officeart/2005/8/layout/process1"/>
    <dgm:cxn modelId="{D02AE210-CA59-42BC-AC21-A777CFD15F78}" type="presOf" srcId="{163A8C19-D0D1-4879-B4EF-16A6D9443C75}" destId="{D2F98C5B-0F53-4FF8-AA0F-4603D94EED21}" srcOrd="0" destOrd="0" presId="urn:microsoft.com/office/officeart/2005/8/layout/process1"/>
    <dgm:cxn modelId="{5A507320-80C0-4AB0-96AD-0720371B631F}" type="presOf" srcId="{3BABD4C3-CBD7-416A-B82D-9AC97A3E3B78}" destId="{7FBFBF89-470F-4003-88F9-587C0D34B3E9}" srcOrd="0" destOrd="0" presId="urn:microsoft.com/office/officeart/2005/8/layout/process1"/>
    <dgm:cxn modelId="{687F146E-F447-49B9-908F-D2C86BD74F60}" srcId="{02A8BD99-FBB2-4D07-9478-0AA3DB33D4C5}" destId="{669D6EB1-F7A1-457D-A04E-6914736BA072}" srcOrd="0" destOrd="0" parTransId="{651CAFE8-3EBD-4313-BDA7-3908588BA987}" sibTransId="{9ACA31B8-EC28-48A9-BA70-6AED4443C1B5}"/>
    <dgm:cxn modelId="{BD7AB4E3-8ECE-4402-A053-394633D26B95}" srcId="{02A8BD99-FBB2-4D07-9478-0AA3DB33D4C5}" destId="{F37100D4-88A4-4D37-A81A-D671BF2CE926}" srcOrd="5" destOrd="0" parTransId="{C799B354-A64C-41D9-ADD4-9D640C6A0E9A}" sibTransId="{0499FEFA-4520-4D8C-A9C7-4818C2FEDCEA}"/>
    <dgm:cxn modelId="{334537F8-0E94-4DFC-899E-47AD347AC655}" type="presOf" srcId="{F37100D4-88A4-4D37-A81A-D671BF2CE926}" destId="{BF45DCC3-2607-4366-9CB2-DEF3639DB1C0}" srcOrd="0" destOrd="0" presId="urn:microsoft.com/office/officeart/2005/8/layout/process1"/>
    <dgm:cxn modelId="{E037C426-5061-41DD-B068-A7848DCEFFB6}" type="presOf" srcId="{1E2628F2-8BC9-4A1F-B7A1-ED4A093A60B1}" destId="{886EE742-1165-45A2-A91A-33A0B46230AF}" srcOrd="0" destOrd="0" presId="urn:microsoft.com/office/officeart/2005/8/layout/process1"/>
    <dgm:cxn modelId="{5125BFA2-6425-42E9-B2AC-361D6FA3F403}" type="presOf" srcId="{7F4C97B4-A94D-4C84-96B5-562C7DD16F89}" destId="{376ED8DE-D6A4-46E1-8BE0-526BB583EA15}" srcOrd="1" destOrd="0" presId="urn:microsoft.com/office/officeart/2005/8/layout/process1"/>
    <dgm:cxn modelId="{970CB54B-042A-4CD5-AB1C-6CE3C220B68E}" type="presOf" srcId="{0499FEFA-4520-4D8C-A9C7-4818C2FEDCEA}" destId="{8C000FD4-A144-4E0C-907E-D1A86188CE24}" srcOrd="1" destOrd="0" presId="urn:microsoft.com/office/officeart/2005/8/layout/process1"/>
    <dgm:cxn modelId="{E73A2298-8C5D-4495-938C-733EF462FA00}" type="presOf" srcId="{D300E44F-13CF-45D0-B01D-E5D8DB1ABB70}" destId="{8F6A1C97-B84A-4D3B-8627-884E49842757}" srcOrd="0" destOrd="0" presId="urn:microsoft.com/office/officeart/2005/8/layout/process1"/>
    <dgm:cxn modelId="{D99E8E47-B9AF-474D-835D-8D55C8E103DE}" type="presOf" srcId="{EE6B3F68-9943-4B26-9B49-D71CDDF26EB4}" destId="{6F95DB14-F1F1-4AD0-982A-DD4323608986}" srcOrd="1" destOrd="0" presId="urn:microsoft.com/office/officeart/2005/8/layout/process1"/>
    <dgm:cxn modelId="{F1A6B50A-FCB7-4A73-BC8E-037A29BD9C1C}" srcId="{02A8BD99-FBB2-4D07-9478-0AA3DB33D4C5}" destId="{21D9DEC9-6486-4618-AD4B-3FF2C3D0C496}" srcOrd="2" destOrd="0" parTransId="{4536421A-C9B4-4F46-A31E-9FE037E1F2E2}" sibTransId="{57644C3E-3A63-4E54-B58C-327406A54787}"/>
    <dgm:cxn modelId="{CD2CC720-9E56-4AFE-948A-01A0DAB722EF}" type="presOf" srcId="{7F4C97B4-A94D-4C84-96B5-562C7DD16F89}" destId="{B0F74A58-06AD-45C9-8A82-219CE0C8893C}" srcOrd="0" destOrd="0" presId="urn:microsoft.com/office/officeart/2005/8/layout/process1"/>
    <dgm:cxn modelId="{18ECA36E-3212-48B9-B0B2-102988BD3A56}" type="presOf" srcId="{48E88E6B-E9ED-4D45-B459-7D2F9020A02C}" destId="{D606B060-A8C5-4240-B817-7A2736CFFC77}" srcOrd="0" destOrd="0" presId="urn:microsoft.com/office/officeart/2005/8/layout/process1"/>
    <dgm:cxn modelId="{2CD440A9-2A6F-42CF-8466-A053FA07B7DA}" type="presOf" srcId="{57644C3E-3A63-4E54-B58C-327406A54787}" destId="{CA1A5FF4-ADCB-4CD4-96B7-57D0FD7DB2E7}" srcOrd="0" destOrd="0" presId="urn:microsoft.com/office/officeart/2005/8/layout/process1"/>
    <dgm:cxn modelId="{7E0B4E6D-E7DD-43BE-B408-60E863027A48}" type="presOf" srcId="{0499FEFA-4520-4D8C-A9C7-4818C2FEDCEA}" destId="{8943FEB0-C469-4122-B46F-BB5C6B51B2A7}" srcOrd="0" destOrd="0" presId="urn:microsoft.com/office/officeart/2005/8/layout/process1"/>
    <dgm:cxn modelId="{FE7BF0C2-55C1-430C-85CB-1754C606BC01}" type="presOf" srcId="{9ACA31B8-EC28-48A9-BA70-6AED4443C1B5}" destId="{307B04C7-C87F-49AB-9406-0C8342325C21}" srcOrd="0" destOrd="0" presId="urn:microsoft.com/office/officeart/2005/8/layout/process1"/>
    <dgm:cxn modelId="{932D4802-FF3D-4558-AB02-108D3978617B}" type="presOf" srcId="{02A8BD99-FBB2-4D07-9478-0AA3DB33D4C5}" destId="{C199F7D9-9697-4BE0-AC7E-C6E6ACCC3F08}" srcOrd="0" destOrd="0" presId="urn:microsoft.com/office/officeart/2005/8/layout/process1"/>
    <dgm:cxn modelId="{42AC08B5-6BE8-4A84-B749-3695A842BC7C}" srcId="{02A8BD99-FBB2-4D07-9478-0AA3DB33D4C5}" destId="{48E88E6B-E9ED-4D45-B459-7D2F9020A02C}" srcOrd="3" destOrd="0" parTransId="{151CF844-2DA1-4D1E-AC39-13E03C54B747}" sibTransId="{3BABD4C3-CBD7-416A-B82D-9AC97A3E3B78}"/>
    <dgm:cxn modelId="{B0216E68-E81C-4DF6-A874-36A883DD02F9}" srcId="{02A8BD99-FBB2-4D07-9478-0AA3DB33D4C5}" destId="{D300E44F-13CF-45D0-B01D-E5D8DB1ABB70}" srcOrd="1" destOrd="0" parTransId="{E82D2922-51C7-42DD-AC11-5C1634660E1B}" sibTransId="{EE6B3F68-9943-4B26-9B49-D71CDDF26EB4}"/>
    <dgm:cxn modelId="{4514AB9C-D04A-4113-B6A4-E21E03F34040}" srcId="{02A8BD99-FBB2-4D07-9478-0AA3DB33D4C5}" destId="{1E2628F2-8BC9-4A1F-B7A1-ED4A093A60B1}" srcOrd="4" destOrd="0" parTransId="{7EDA588D-252B-4AEA-A693-DE4E99C2496D}" sibTransId="{7F4C97B4-A94D-4C84-96B5-562C7DD16F89}"/>
    <dgm:cxn modelId="{163B242C-8B20-43CA-A85A-54E43C354A6A}" type="presOf" srcId="{9ACA31B8-EC28-48A9-BA70-6AED4443C1B5}" destId="{462A2186-AB54-428C-BAC0-1D4386A7C0D5}" srcOrd="1" destOrd="0" presId="urn:microsoft.com/office/officeart/2005/8/layout/process1"/>
    <dgm:cxn modelId="{8E83CE70-D7C8-4846-B7B8-E70F3341795F}" type="presOf" srcId="{57644C3E-3A63-4E54-B58C-327406A54787}" destId="{6B7ADEEF-FF2B-4310-8841-F1D6B0D90730}" srcOrd="1" destOrd="0" presId="urn:microsoft.com/office/officeart/2005/8/layout/process1"/>
    <dgm:cxn modelId="{9FF0F3E7-0ACA-44A8-8AE1-CB6E21686FC4}" type="presOf" srcId="{21D9DEC9-6486-4618-AD4B-3FF2C3D0C496}" destId="{52AF4301-D54D-432E-A154-52890E741198}" srcOrd="0" destOrd="0" presId="urn:microsoft.com/office/officeart/2005/8/layout/process1"/>
    <dgm:cxn modelId="{256A3666-66D2-4C0A-8C30-588FAE9778CA}" type="presOf" srcId="{3BABD4C3-CBD7-416A-B82D-9AC97A3E3B78}" destId="{8FCB4488-E96F-4877-8FE9-C7CB61281F5E}" srcOrd="1" destOrd="0" presId="urn:microsoft.com/office/officeart/2005/8/layout/process1"/>
    <dgm:cxn modelId="{EAB1EE00-AC3A-4CE3-9093-5B5D61405F25}" type="presOf" srcId="{EE6B3F68-9943-4B26-9B49-D71CDDF26EB4}" destId="{D850408A-BBB8-4065-AD34-122F3EFB1080}" srcOrd="0" destOrd="0" presId="urn:microsoft.com/office/officeart/2005/8/layout/process1"/>
    <dgm:cxn modelId="{B28E0707-FA94-4418-B594-14B7B5798B14}" type="presParOf" srcId="{C199F7D9-9697-4BE0-AC7E-C6E6ACCC3F08}" destId="{8924C9D8-44AC-46EB-A2CE-8EDD60FBF501}" srcOrd="0" destOrd="0" presId="urn:microsoft.com/office/officeart/2005/8/layout/process1"/>
    <dgm:cxn modelId="{3DAD5F7B-712C-4C0E-8C48-7906AE1A43F2}" type="presParOf" srcId="{C199F7D9-9697-4BE0-AC7E-C6E6ACCC3F08}" destId="{307B04C7-C87F-49AB-9406-0C8342325C21}" srcOrd="1" destOrd="0" presId="urn:microsoft.com/office/officeart/2005/8/layout/process1"/>
    <dgm:cxn modelId="{3F817A9E-BDA8-431E-BF80-D7410F456ADD}" type="presParOf" srcId="{307B04C7-C87F-49AB-9406-0C8342325C21}" destId="{462A2186-AB54-428C-BAC0-1D4386A7C0D5}" srcOrd="0" destOrd="0" presId="urn:microsoft.com/office/officeart/2005/8/layout/process1"/>
    <dgm:cxn modelId="{F02C08FD-BB45-4BA8-A0DB-E29A179AE482}" type="presParOf" srcId="{C199F7D9-9697-4BE0-AC7E-C6E6ACCC3F08}" destId="{8F6A1C97-B84A-4D3B-8627-884E49842757}" srcOrd="2" destOrd="0" presId="urn:microsoft.com/office/officeart/2005/8/layout/process1"/>
    <dgm:cxn modelId="{5575C8E1-EBEF-4053-95B4-F31AF44EE09F}" type="presParOf" srcId="{C199F7D9-9697-4BE0-AC7E-C6E6ACCC3F08}" destId="{D850408A-BBB8-4065-AD34-122F3EFB1080}" srcOrd="3" destOrd="0" presId="urn:microsoft.com/office/officeart/2005/8/layout/process1"/>
    <dgm:cxn modelId="{BDCF0C40-159A-4BB0-86B2-F9F415FAF114}" type="presParOf" srcId="{D850408A-BBB8-4065-AD34-122F3EFB1080}" destId="{6F95DB14-F1F1-4AD0-982A-DD4323608986}" srcOrd="0" destOrd="0" presId="urn:microsoft.com/office/officeart/2005/8/layout/process1"/>
    <dgm:cxn modelId="{A1867E8A-6FC7-4058-B7F6-7A24B2C14934}" type="presParOf" srcId="{C199F7D9-9697-4BE0-AC7E-C6E6ACCC3F08}" destId="{52AF4301-D54D-432E-A154-52890E741198}" srcOrd="4" destOrd="0" presId="urn:microsoft.com/office/officeart/2005/8/layout/process1"/>
    <dgm:cxn modelId="{2BA73749-44DC-48D7-8969-E965D3ACFB95}" type="presParOf" srcId="{C199F7D9-9697-4BE0-AC7E-C6E6ACCC3F08}" destId="{CA1A5FF4-ADCB-4CD4-96B7-57D0FD7DB2E7}" srcOrd="5" destOrd="0" presId="urn:microsoft.com/office/officeart/2005/8/layout/process1"/>
    <dgm:cxn modelId="{6FD4DE6A-B467-4656-82E7-6209D1A29ED4}" type="presParOf" srcId="{CA1A5FF4-ADCB-4CD4-96B7-57D0FD7DB2E7}" destId="{6B7ADEEF-FF2B-4310-8841-F1D6B0D90730}" srcOrd="0" destOrd="0" presId="urn:microsoft.com/office/officeart/2005/8/layout/process1"/>
    <dgm:cxn modelId="{4A710F70-0A7B-46BD-9F28-3FA894F972C4}" type="presParOf" srcId="{C199F7D9-9697-4BE0-AC7E-C6E6ACCC3F08}" destId="{D606B060-A8C5-4240-B817-7A2736CFFC77}" srcOrd="6" destOrd="0" presId="urn:microsoft.com/office/officeart/2005/8/layout/process1"/>
    <dgm:cxn modelId="{2E97597A-2B26-40A1-ACC0-7AD189185B4F}" type="presParOf" srcId="{C199F7D9-9697-4BE0-AC7E-C6E6ACCC3F08}" destId="{7FBFBF89-470F-4003-88F9-587C0D34B3E9}" srcOrd="7" destOrd="0" presId="urn:microsoft.com/office/officeart/2005/8/layout/process1"/>
    <dgm:cxn modelId="{1B5CCB96-292A-48B4-AA29-F0FE477490EC}" type="presParOf" srcId="{7FBFBF89-470F-4003-88F9-587C0D34B3E9}" destId="{8FCB4488-E96F-4877-8FE9-C7CB61281F5E}" srcOrd="0" destOrd="0" presId="urn:microsoft.com/office/officeart/2005/8/layout/process1"/>
    <dgm:cxn modelId="{520D1AC9-2E4A-490A-B083-7F7C7F821764}" type="presParOf" srcId="{C199F7D9-9697-4BE0-AC7E-C6E6ACCC3F08}" destId="{886EE742-1165-45A2-A91A-33A0B46230AF}" srcOrd="8" destOrd="0" presId="urn:microsoft.com/office/officeart/2005/8/layout/process1"/>
    <dgm:cxn modelId="{A4CA7ECB-700C-4C28-B85A-28B8C0C474D4}" type="presParOf" srcId="{C199F7D9-9697-4BE0-AC7E-C6E6ACCC3F08}" destId="{B0F74A58-06AD-45C9-8A82-219CE0C8893C}" srcOrd="9" destOrd="0" presId="urn:microsoft.com/office/officeart/2005/8/layout/process1"/>
    <dgm:cxn modelId="{041CB8DA-C4B7-4039-82BD-FD3480ADA1CC}" type="presParOf" srcId="{B0F74A58-06AD-45C9-8A82-219CE0C8893C}" destId="{376ED8DE-D6A4-46E1-8BE0-526BB583EA15}" srcOrd="0" destOrd="0" presId="urn:microsoft.com/office/officeart/2005/8/layout/process1"/>
    <dgm:cxn modelId="{90B31798-7381-494C-842D-E1B81BEA62C7}" type="presParOf" srcId="{C199F7D9-9697-4BE0-AC7E-C6E6ACCC3F08}" destId="{BF45DCC3-2607-4366-9CB2-DEF3639DB1C0}" srcOrd="10" destOrd="0" presId="urn:microsoft.com/office/officeart/2005/8/layout/process1"/>
    <dgm:cxn modelId="{60CE838F-7660-49CF-A14D-767F8013B309}" type="presParOf" srcId="{C199F7D9-9697-4BE0-AC7E-C6E6ACCC3F08}" destId="{8943FEB0-C469-4122-B46F-BB5C6B51B2A7}" srcOrd="11" destOrd="0" presId="urn:microsoft.com/office/officeart/2005/8/layout/process1"/>
    <dgm:cxn modelId="{8E9AAA94-A2A7-4A95-BCE6-1A1C21FDB7AC}" type="presParOf" srcId="{8943FEB0-C469-4122-B46F-BB5C6B51B2A7}" destId="{8C000FD4-A144-4E0C-907E-D1A86188CE24}" srcOrd="0" destOrd="0" presId="urn:microsoft.com/office/officeart/2005/8/layout/process1"/>
    <dgm:cxn modelId="{60DDF6BA-6DC4-4D22-ADA6-BE5E110FE57E}" type="presParOf" srcId="{C199F7D9-9697-4BE0-AC7E-C6E6ACCC3F08}" destId="{D2F98C5B-0F53-4FF8-AA0F-4603D94EED21}" srcOrd="12" destOrd="0" presId="urn:microsoft.com/office/officeart/2005/8/layout/process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9216343-7E84-4187-BCBD-5E9A34796459}" type="doc">
      <dgm:prSet loTypeId="urn:microsoft.com/office/officeart/2005/8/layout/hierarchy2" loCatId="hierarchy" qsTypeId="urn:microsoft.com/office/officeart/2005/8/quickstyle/simple1" qsCatId="simple" csTypeId="urn:microsoft.com/office/officeart/2005/8/colors/accent1_2" csCatId="accent1" phldr="1"/>
      <dgm:spPr/>
      <dgm:t>
        <a:bodyPr/>
        <a:lstStyle/>
        <a:p>
          <a:endParaRPr lang="zh-CN" altLang="en-US"/>
        </a:p>
      </dgm:t>
    </dgm:pt>
    <dgm:pt modelId="{556DB80C-4C8D-4365-8491-4084D5A49DDA}">
      <dgm:prSet/>
      <dgm:spPr/>
      <dgm:t>
        <a:bodyPr/>
        <a:lstStyle/>
        <a:p>
          <a:pPr rtl="0"/>
          <a:r>
            <a:rPr lang="en-US" b="1" dirty="0" smtClean="0">
              <a:solidFill>
                <a:srgbClr val="FFFF00"/>
              </a:solidFill>
              <a:latin typeface="微软雅黑" panose="020B0503020204020204" pitchFamily="34" charset="-122"/>
              <a:ea typeface="微软雅黑" panose="020B0503020204020204" pitchFamily="34" charset="-122"/>
            </a:rPr>
            <a:t>1.</a:t>
          </a:r>
          <a:r>
            <a:rPr lang="zh-CN" b="1" dirty="0" smtClean="0">
              <a:solidFill>
                <a:srgbClr val="FFFF00"/>
              </a:solidFill>
              <a:latin typeface="微软雅黑" panose="020B0503020204020204" pitchFamily="34" charset="-122"/>
              <a:ea typeface="微软雅黑" panose="020B0503020204020204" pitchFamily="34" charset="-122"/>
            </a:rPr>
            <a:t>按技术划分</a:t>
          </a:r>
          <a:endParaRPr lang="zh-CN" dirty="0">
            <a:solidFill>
              <a:srgbClr val="FFFF00"/>
            </a:solidFill>
            <a:latin typeface="微软雅黑" panose="020B0503020204020204" pitchFamily="34" charset="-122"/>
            <a:ea typeface="微软雅黑" panose="020B0503020204020204" pitchFamily="34" charset="-122"/>
          </a:endParaRPr>
        </a:p>
      </dgm:t>
    </dgm:pt>
    <dgm:pt modelId="{119650B2-394E-4CCD-BEC4-EC5083BCB441}" cxnId="{1366B57A-6F1C-40A1-B3F3-E3498F38BD7D}" type="parTrans">
      <dgm:prSet/>
      <dgm:spPr/>
      <dgm:t>
        <a:bodyPr/>
        <a:lstStyle/>
        <a:p>
          <a:endParaRPr lang="zh-CN" altLang="en-US"/>
        </a:p>
      </dgm:t>
    </dgm:pt>
    <dgm:pt modelId="{BD0F1D0C-CEE5-42CF-922E-D413A7EB910D}" cxnId="{1366B57A-6F1C-40A1-B3F3-E3498F38BD7D}" type="sibTrans">
      <dgm:prSet/>
      <dgm:spPr/>
      <dgm:t>
        <a:bodyPr/>
        <a:lstStyle/>
        <a:p>
          <a:endParaRPr lang="zh-CN" altLang="en-US"/>
        </a:p>
      </dgm:t>
    </dgm:pt>
    <dgm:pt modelId="{EBBAB344-1201-4239-8548-091614A46318}">
      <dgm:prSet/>
      <dgm:spPr/>
      <dgm:t>
        <a:bodyPr/>
        <a:lstStyle/>
        <a:p>
          <a:pPr algn="l" rtl="0"/>
          <a:r>
            <a:rPr lang="zh-CN" b="1" dirty="0" smtClean="0"/>
            <a:t>（</a:t>
          </a:r>
          <a:r>
            <a:rPr lang="en-US" b="1" dirty="0" smtClean="0"/>
            <a:t>1</a:t>
          </a:r>
          <a:r>
            <a:rPr lang="zh-CN" b="1" dirty="0" smtClean="0"/>
            <a:t>）异常检测模型</a:t>
          </a:r>
          <a:endParaRPr lang="zh-CN" b="1" dirty="0"/>
        </a:p>
      </dgm:t>
    </dgm:pt>
    <dgm:pt modelId="{41CF4432-9E5F-43A3-A852-CED8734D6AB6}" cxnId="{E2CE7FD8-9737-423F-A358-3C4CE4C79A63}" type="parTrans">
      <dgm:prSet/>
      <dgm:spPr/>
      <dgm:t>
        <a:bodyPr/>
        <a:lstStyle/>
        <a:p>
          <a:endParaRPr lang="zh-CN" altLang="en-US"/>
        </a:p>
      </dgm:t>
    </dgm:pt>
    <dgm:pt modelId="{66000EBF-66AE-4637-AD8B-948A77A57684}" cxnId="{E2CE7FD8-9737-423F-A358-3C4CE4C79A63}" type="sibTrans">
      <dgm:prSet/>
      <dgm:spPr/>
      <dgm:t>
        <a:bodyPr/>
        <a:lstStyle/>
        <a:p>
          <a:endParaRPr lang="zh-CN" altLang="en-US"/>
        </a:p>
      </dgm:t>
    </dgm:pt>
    <dgm:pt modelId="{988668D1-6F01-4AD6-BAFC-CF0C03B2A14D}">
      <dgm:prSet/>
      <dgm:spPr/>
      <dgm:t>
        <a:bodyPr/>
        <a:lstStyle/>
        <a:p>
          <a:pPr algn="l" rtl="0"/>
          <a:r>
            <a:rPr lang="zh-CN" b="1" dirty="0" smtClean="0"/>
            <a:t>（</a:t>
          </a:r>
          <a:r>
            <a:rPr lang="en-US" b="1" dirty="0" smtClean="0"/>
            <a:t>2</a:t>
          </a:r>
          <a:r>
            <a:rPr lang="zh-CN" b="1" dirty="0" smtClean="0"/>
            <a:t>）误用检测模型</a:t>
          </a:r>
          <a:endParaRPr lang="zh-CN" b="1" dirty="0"/>
        </a:p>
      </dgm:t>
    </dgm:pt>
    <dgm:pt modelId="{193A06D1-2058-4BDF-ADB7-7F7084AC4F86}" cxnId="{5109BD8C-D1D8-4676-A283-737980C35EF3}" type="parTrans">
      <dgm:prSet/>
      <dgm:spPr/>
      <dgm:t>
        <a:bodyPr/>
        <a:lstStyle/>
        <a:p>
          <a:endParaRPr lang="zh-CN" altLang="en-US"/>
        </a:p>
      </dgm:t>
    </dgm:pt>
    <dgm:pt modelId="{B51F7894-7608-4DFD-9A46-59735E92F088}" cxnId="{5109BD8C-D1D8-4676-A283-737980C35EF3}" type="sibTrans">
      <dgm:prSet/>
      <dgm:spPr/>
      <dgm:t>
        <a:bodyPr/>
        <a:lstStyle/>
        <a:p>
          <a:endParaRPr lang="zh-CN" altLang="en-US"/>
        </a:p>
      </dgm:t>
    </dgm:pt>
    <dgm:pt modelId="{EB7EA429-7A9F-4662-B653-768BB60F5899}">
      <dgm:prSet/>
      <dgm:spPr/>
      <dgm:t>
        <a:bodyPr/>
        <a:lstStyle/>
        <a:p>
          <a:pPr rtl="0"/>
          <a:r>
            <a:rPr lang="en-US" b="1" smtClean="0">
              <a:solidFill>
                <a:srgbClr val="FFFF00"/>
              </a:solidFill>
              <a:latin typeface="微软雅黑" panose="020B0503020204020204" pitchFamily="34" charset="-122"/>
              <a:ea typeface="微软雅黑" panose="020B0503020204020204" pitchFamily="34" charset="-122"/>
            </a:rPr>
            <a:t>2.</a:t>
          </a:r>
          <a:r>
            <a:rPr lang="zh-CN" b="1" smtClean="0">
              <a:solidFill>
                <a:srgbClr val="FFFF00"/>
              </a:solidFill>
              <a:latin typeface="微软雅黑" panose="020B0503020204020204" pitchFamily="34" charset="-122"/>
              <a:ea typeface="微软雅黑" panose="020B0503020204020204" pitchFamily="34" charset="-122"/>
            </a:rPr>
            <a:t>按对象划分</a:t>
          </a:r>
          <a:endParaRPr lang="zh-CN">
            <a:solidFill>
              <a:srgbClr val="FFFF00"/>
            </a:solidFill>
            <a:latin typeface="微软雅黑" panose="020B0503020204020204" pitchFamily="34" charset="-122"/>
            <a:ea typeface="微软雅黑" panose="020B0503020204020204" pitchFamily="34" charset="-122"/>
          </a:endParaRPr>
        </a:p>
      </dgm:t>
    </dgm:pt>
    <dgm:pt modelId="{136EC057-D8C0-40C8-9868-618C346E4CE8}" cxnId="{56E0E0CF-9CE5-4AFD-8A03-4F711219443E}" type="parTrans">
      <dgm:prSet/>
      <dgm:spPr/>
      <dgm:t>
        <a:bodyPr/>
        <a:lstStyle/>
        <a:p>
          <a:endParaRPr lang="zh-CN" altLang="en-US"/>
        </a:p>
      </dgm:t>
    </dgm:pt>
    <dgm:pt modelId="{0F17F496-B8B3-4D98-B72C-F634A40603E7}" cxnId="{56E0E0CF-9CE5-4AFD-8A03-4F711219443E}" type="sibTrans">
      <dgm:prSet/>
      <dgm:spPr/>
      <dgm:t>
        <a:bodyPr/>
        <a:lstStyle/>
        <a:p>
          <a:endParaRPr lang="zh-CN" altLang="en-US"/>
        </a:p>
      </dgm:t>
    </dgm:pt>
    <dgm:pt modelId="{7D550123-4CF5-43C0-9060-3AB9C70353F6}">
      <dgm:prSet/>
      <dgm:spPr/>
      <dgm:t>
        <a:bodyPr/>
        <a:lstStyle/>
        <a:p>
          <a:pPr algn="l" rtl="0"/>
          <a:r>
            <a:rPr lang="zh-CN" b="1" dirty="0" smtClean="0"/>
            <a:t>（</a:t>
          </a:r>
          <a:r>
            <a:rPr lang="en-US" b="1" dirty="0" smtClean="0"/>
            <a:t>1</a:t>
          </a:r>
          <a:r>
            <a:rPr lang="zh-CN" b="1" dirty="0" smtClean="0"/>
            <a:t>）基于主机</a:t>
          </a:r>
          <a:endParaRPr lang="zh-CN" b="1" dirty="0"/>
        </a:p>
      </dgm:t>
    </dgm:pt>
    <dgm:pt modelId="{3E12E508-5CFE-4A88-BEB2-AC5F620BD4C9}" cxnId="{160D0FE0-E603-4444-9EEF-35574B249F20}" type="parTrans">
      <dgm:prSet/>
      <dgm:spPr/>
      <dgm:t>
        <a:bodyPr/>
        <a:lstStyle/>
        <a:p>
          <a:endParaRPr lang="zh-CN" altLang="en-US"/>
        </a:p>
      </dgm:t>
    </dgm:pt>
    <dgm:pt modelId="{D0F22446-DCCC-439E-B70D-EC28527F4753}" cxnId="{160D0FE0-E603-4444-9EEF-35574B249F20}" type="sibTrans">
      <dgm:prSet/>
      <dgm:spPr/>
      <dgm:t>
        <a:bodyPr/>
        <a:lstStyle/>
        <a:p>
          <a:endParaRPr lang="zh-CN" altLang="en-US"/>
        </a:p>
      </dgm:t>
    </dgm:pt>
    <dgm:pt modelId="{AEDD372D-4828-454C-A766-14656375C342}">
      <dgm:prSet/>
      <dgm:spPr/>
      <dgm:t>
        <a:bodyPr/>
        <a:lstStyle/>
        <a:p>
          <a:pPr algn="l" rtl="0"/>
          <a:r>
            <a:rPr lang="zh-CN" b="1" dirty="0" smtClean="0"/>
            <a:t>（</a:t>
          </a:r>
          <a:r>
            <a:rPr lang="en-US" b="1" dirty="0" smtClean="0"/>
            <a:t>2</a:t>
          </a:r>
          <a:r>
            <a:rPr lang="zh-CN" b="1" dirty="0" smtClean="0"/>
            <a:t>）基于网络</a:t>
          </a:r>
          <a:endParaRPr lang="zh-CN" b="1" dirty="0"/>
        </a:p>
      </dgm:t>
    </dgm:pt>
    <dgm:pt modelId="{2AB712DC-950A-4F6C-81D6-63EBA81B8455}" cxnId="{A6ED37DA-0878-4FE4-8E60-C55A5DF867D5}" type="parTrans">
      <dgm:prSet/>
      <dgm:spPr/>
      <dgm:t>
        <a:bodyPr/>
        <a:lstStyle/>
        <a:p>
          <a:endParaRPr lang="zh-CN" altLang="en-US"/>
        </a:p>
      </dgm:t>
    </dgm:pt>
    <dgm:pt modelId="{995C1E55-F390-4D03-9CC5-71E046F5B52D}" cxnId="{A6ED37DA-0878-4FE4-8E60-C55A5DF867D5}" type="sibTrans">
      <dgm:prSet/>
      <dgm:spPr/>
      <dgm:t>
        <a:bodyPr/>
        <a:lstStyle/>
        <a:p>
          <a:endParaRPr lang="zh-CN" altLang="en-US"/>
        </a:p>
      </dgm:t>
    </dgm:pt>
    <dgm:pt modelId="{ADE9457B-2609-4ACD-B713-BC47704B22CB}">
      <dgm:prSet/>
      <dgm:spPr/>
      <dgm:t>
        <a:bodyPr/>
        <a:lstStyle/>
        <a:p>
          <a:pPr algn="l" rtl="0"/>
          <a:r>
            <a:rPr lang="zh-CN" b="1" dirty="0" smtClean="0"/>
            <a:t>（</a:t>
          </a:r>
          <a:r>
            <a:rPr lang="en-US" b="1" dirty="0" smtClean="0"/>
            <a:t>3</a:t>
          </a:r>
          <a:r>
            <a:rPr lang="zh-CN" b="1" dirty="0" smtClean="0"/>
            <a:t>）混合型</a:t>
          </a:r>
          <a:endParaRPr lang="zh-CN" b="1" dirty="0"/>
        </a:p>
      </dgm:t>
    </dgm:pt>
    <dgm:pt modelId="{00DDFF6C-1534-45F3-8B9D-E7C13DAD6E87}" cxnId="{52E8356B-660F-4292-AA7E-4732E8536C92}" type="parTrans">
      <dgm:prSet/>
      <dgm:spPr/>
      <dgm:t>
        <a:bodyPr/>
        <a:lstStyle/>
        <a:p>
          <a:endParaRPr lang="zh-CN" altLang="en-US"/>
        </a:p>
      </dgm:t>
    </dgm:pt>
    <dgm:pt modelId="{8102CBF0-DB1A-47B6-9F88-AB56A1AF8D24}" cxnId="{52E8356B-660F-4292-AA7E-4732E8536C92}" type="sibTrans">
      <dgm:prSet/>
      <dgm:spPr/>
      <dgm:t>
        <a:bodyPr/>
        <a:lstStyle/>
        <a:p>
          <a:endParaRPr lang="zh-CN" altLang="en-US"/>
        </a:p>
      </dgm:t>
    </dgm:pt>
    <dgm:pt modelId="{A205B4D4-10FE-4DB6-A1E5-2BFD72CA94F4}" type="pres">
      <dgm:prSet presAssocID="{59216343-7E84-4187-BCBD-5E9A34796459}" presName="diagram" presStyleCnt="0">
        <dgm:presLayoutVars>
          <dgm:chPref val="1"/>
          <dgm:dir/>
          <dgm:animOne val="branch"/>
          <dgm:animLvl val="lvl"/>
          <dgm:resizeHandles val="exact"/>
        </dgm:presLayoutVars>
      </dgm:prSet>
      <dgm:spPr/>
      <dgm:t>
        <a:bodyPr/>
        <a:lstStyle/>
        <a:p>
          <a:endParaRPr lang="zh-CN" altLang="en-US"/>
        </a:p>
      </dgm:t>
    </dgm:pt>
    <dgm:pt modelId="{0C307505-632A-467E-8D7B-BEDEDAE47320}" type="pres">
      <dgm:prSet presAssocID="{556DB80C-4C8D-4365-8491-4084D5A49DDA}" presName="root1" presStyleCnt="0"/>
      <dgm:spPr/>
    </dgm:pt>
    <dgm:pt modelId="{281B1F92-67BF-4A0B-AB4B-54E6CCDECADC}" type="pres">
      <dgm:prSet presAssocID="{556DB80C-4C8D-4365-8491-4084D5A49DDA}" presName="LevelOneTextNode" presStyleLbl="node0" presStyleIdx="0" presStyleCnt="2" custScaleX="134214">
        <dgm:presLayoutVars>
          <dgm:chPref val="3"/>
        </dgm:presLayoutVars>
      </dgm:prSet>
      <dgm:spPr/>
      <dgm:t>
        <a:bodyPr/>
        <a:lstStyle/>
        <a:p>
          <a:endParaRPr lang="zh-CN" altLang="en-US"/>
        </a:p>
      </dgm:t>
    </dgm:pt>
    <dgm:pt modelId="{087A60C1-D9A1-4D23-87C0-23F8B57A832F}" type="pres">
      <dgm:prSet presAssocID="{556DB80C-4C8D-4365-8491-4084D5A49DDA}" presName="level2hierChild" presStyleCnt="0"/>
      <dgm:spPr/>
    </dgm:pt>
    <dgm:pt modelId="{90E44178-8FE3-4CAD-9CBA-FEF2D00E14D1}" type="pres">
      <dgm:prSet presAssocID="{41CF4432-9E5F-43A3-A852-CED8734D6AB6}" presName="conn2-1" presStyleLbl="parChTrans1D2" presStyleIdx="0" presStyleCnt="5"/>
      <dgm:spPr/>
      <dgm:t>
        <a:bodyPr/>
        <a:lstStyle/>
        <a:p>
          <a:endParaRPr lang="zh-CN" altLang="en-US"/>
        </a:p>
      </dgm:t>
    </dgm:pt>
    <dgm:pt modelId="{F663ADBA-9C22-4432-A5B7-D9205EA2A481}" type="pres">
      <dgm:prSet presAssocID="{41CF4432-9E5F-43A3-A852-CED8734D6AB6}" presName="connTx" presStyleLbl="parChTrans1D2" presStyleIdx="0" presStyleCnt="5"/>
      <dgm:spPr/>
      <dgm:t>
        <a:bodyPr/>
        <a:lstStyle/>
        <a:p>
          <a:endParaRPr lang="zh-CN" altLang="en-US"/>
        </a:p>
      </dgm:t>
    </dgm:pt>
    <dgm:pt modelId="{903B1DC3-5E18-46F5-BAA2-98A89AA62FCC}" type="pres">
      <dgm:prSet presAssocID="{EBBAB344-1201-4239-8548-091614A46318}" presName="root2" presStyleCnt="0"/>
      <dgm:spPr/>
    </dgm:pt>
    <dgm:pt modelId="{CC85D356-7E7B-44BB-8372-90D9844E7877}" type="pres">
      <dgm:prSet presAssocID="{EBBAB344-1201-4239-8548-091614A46318}" presName="LevelTwoTextNode" presStyleLbl="node2" presStyleIdx="0" presStyleCnt="5" custScaleX="223690">
        <dgm:presLayoutVars>
          <dgm:chPref val="3"/>
        </dgm:presLayoutVars>
      </dgm:prSet>
      <dgm:spPr/>
      <dgm:t>
        <a:bodyPr/>
        <a:lstStyle/>
        <a:p>
          <a:endParaRPr lang="zh-CN" altLang="en-US"/>
        </a:p>
      </dgm:t>
    </dgm:pt>
    <dgm:pt modelId="{6EBC05C6-36AE-4C86-B35B-3936C6A00C0B}" type="pres">
      <dgm:prSet presAssocID="{EBBAB344-1201-4239-8548-091614A46318}" presName="level3hierChild" presStyleCnt="0"/>
      <dgm:spPr/>
    </dgm:pt>
    <dgm:pt modelId="{668D7767-D744-44BF-9BCE-4E04519F821B}" type="pres">
      <dgm:prSet presAssocID="{193A06D1-2058-4BDF-ADB7-7F7084AC4F86}" presName="conn2-1" presStyleLbl="parChTrans1D2" presStyleIdx="1" presStyleCnt="5"/>
      <dgm:spPr/>
      <dgm:t>
        <a:bodyPr/>
        <a:lstStyle/>
        <a:p>
          <a:endParaRPr lang="zh-CN" altLang="en-US"/>
        </a:p>
      </dgm:t>
    </dgm:pt>
    <dgm:pt modelId="{055CD4C3-75A5-48D1-A02E-17142083229F}" type="pres">
      <dgm:prSet presAssocID="{193A06D1-2058-4BDF-ADB7-7F7084AC4F86}" presName="connTx" presStyleLbl="parChTrans1D2" presStyleIdx="1" presStyleCnt="5"/>
      <dgm:spPr/>
      <dgm:t>
        <a:bodyPr/>
        <a:lstStyle/>
        <a:p>
          <a:endParaRPr lang="zh-CN" altLang="en-US"/>
        </a:p>
      </dgm:t>
    </dgm:pt>
    <dgm:pt modelId="{536DB5F9-666A-4A0D-9F94-1B6AE949649A}" type="pres">
      <dgm:prSet presAssocID="{988668D1-6F01-4AD6-BAFC-CF0C03B2A14D}" presName="root2" presStyleCnt="0"/>
      <dgm:spPr/>
    </dgm:pt>
    <dgm:pt modelId="{2C95FF71-BB6E-41C0-B281-681D152EA400}" type="pres">
      <dgm:prSet presAssocID="{988668D1-6F01-4AD6-BAFC-CF0C03B2A14D}" presName="LevelTwoTextNode" presStyleLbl="node2" presStyleIdx="1" presStyleCnt="5" custScaleX="223690">
        <dgm:presLayoutVars>
          <dgm:chPref val="3"/>
        </dgm:presLayoutVars>
      </dgm:prSet>
      <dgm:spPr/>
      <dgm:t>
        <a:bodyPr/>
        <a:lstStyle/>
        <a:p>
          <a:endParaRPr lang="zh-CN" altLang="en-US"/>
        </a:p>
      </dgm:t>
    </dgm:pt>
    <dgm:pt modelId="{580D058F-FFC8-4330-82C7-DB5EAA8B4359}" type="pres">
      <dgm:prSet presAssocID="{988668D1-6F01-4AD6-BAFC-CF0C03B2A14D}" presName="level3hierChild" presStyleCnt="0"/>
      <dgm:spPr/>
    </dgm:pt>
    <dgm:pt modelId="{A322F3C1-EE5C-46EE-9DD8-9D6EC851CE66}" type="pres">
      <dgm:prSet presAssocID="{EB7EA429-7A9F-4662-B653-768BB60F5899}" presName="root1" presStyleCnt="0"/>
      <dgm:spPr/>
    </dgm:pt>
    <dgm:pt modelId="{43E9ECAC-9099-48BD-8C86-8E65CA3231D1}" type="pres">
      <dgm:prSet presAssocID="{EB7EA429-7A9F-4662-B653-768BB60F5899}" presName="LevelOneTextNode" presStyleLbl="node0" presStyleIdx="1" presStyleCnt="2" custScaleX="134214">
        <dgm:presLayoutVars>
          <dgm:chPref val="3"/>
        </dgm:presLayoutVars>
      </dgm:prSet>
      <dgm:spPr/>
      <dgm:t>
        <a:bodyPr/>
        <a:lstStyle/>
        <a:p>
          <a:endParaRPr lang="zh-CN" altLang="en-US"/>
        </a:p>
      </dgm:t>
    </dgm:pt>
    <dgm:pt modelId="{4881B5EC-18C5-497E-84B1-55331EEF2F19}" type="pres">
      <dgm:prSet presAssocID="{EB7EA429-7A9F-4662-B653-768BB60F5899}" presName="level2hierChild" presStyleCnt="0"/>
      <dgm:spPr/>
    </dgm:pt>
    <dgm:pt modelId="{3FB723D8-D008-4662-912B-659135CB7ABF}" type="pres">
      <dgm:prSet presAssocID="{3E12E508-5CFE-4A88-BEB2-AC5F620BD4C9}" presName="conn2-1" presStyleLbl="parChTrans1D2" presStyleIdx="2" presStyleCnt="5"/>
      <dgm:spPr/>
      <dgm:t>
        <a:bodyPr/>
        <a:lstStyle/>
        <a:p>
          <a:endParaRPr lang="zh-CN" altLang="en-US"/>
        </a:p>
      </dgm:t>
    </dgm:pt>
    <dgm:pt modelId="{753F63B2-856E-40E1-918D-3CD51443CCEC}" type="pres">
      <dgm:prSet presAssocID="{3E12E508-5CFE-4A88-BEB2-AC5F620BD4C9}" presName="connTx" presStyleLbl="parChTrans1D2" presStyleIdx="2" presStyleCnt="5"/>
      <dgm:spPr/>
      <dgm:t>
        <a:bodyPr/>
        <a:lstStyle/>
        <a:p>
          <a:endParaRPr lang="zh-CN" altLang="en-US"/>
        </a:p>
      </dgm:t>
    </dgm:pt>
    <dgm:pt modelId="{2242F199-90A2-45EF-B051-5DB49169594C}" type="pres">
      <dgm:prSet presAssocID="{7D550123-4CF5-43C0-9060-3AB9C70353F6}" presName="root2" presStyleCnt="0"/>
      <dgm:spPr/>
    </dgm:pt>
    <dgm:pt modelId="{1F0E1ADC-292E-472A-83B5-ADFF2ECE9CA1}" type="pres">
      <dgm:prSet presAssocID="{7D550123-4CF5-43C0-9060-3AB9C70353F6}" presName="LevelTwoTextNode" presStyleLbl="node2" presStyleIdx="2" presStyleCnt="5" custScaleX="223690">
        <dgm:presLayoutVars>
          <dgm:chPref val="3"/>
        </dgm:presLayoutVars>
      </dgm:prSet>
      <dgm:spPr/>
      <dgm:t>
        <a:bodyPr/>
        <a:lstStyle/>
        <a:p>
          <a:endParaRPr lang="zh-CN" altLang="en-US"/>
        </a:p>
      </dgm:t>
    </dgm:pt>
    <dgm:pt modelId="{67B95767-73A2-494A-9BDF-14C90B8233A9}" type="pres">
      <dgm:prSet presAssocID="{7D550123-4CF5-43C0-9060-3AB9C70353F6}" presName="level3hierChild" presStyleCnt="0"/>
      <dgm:spPr/>
    </dgm:pt>
    <dgm:pt modelId="{42CE270C-8FD0-4241-AFE1-CC068ADFF977}" type="pres">
      <dgm:prSet presAssocID="{2AB712DC-950A-4F6C-81D6-63EBA81B8455}" presName="conn2-1" presStyleLbl="parChTrans1D2" presStyleIdx="3" presStyleCnt="5"/>
      <dgm:spPr/>
      <dgm:t>
        <a:bodyPr/>
        <a:lstStyle/>
        <a:p>
          <a:endParaRPr lang="zh-CN" altLang="en-US"/>
        </a:p>
      </dgm:t>
    </dgm:pt>
    <dgm:pt modelId="{CC8A4C8C-5ECB-4996-A6F9-CC44A6F731E8}" type="pres">
      <dgm:prSet presAssocID="{2AB712DC-950A-4F6C-81D6-63EBA81B8455}" presName="connTx" presStyleLbl="parChTrans1D2" presStyleIdx="3" presStyleCnt="5"/>
      <dgm:spPr/>
      <dgm:t>
        <a:bodyPr/>
        <a:lstStyle/>
        <a:p>
          <a:endParaRPr lang="zh-CN" altLang="en-US"/>
        </a:p>
      </dgm:t>
    </dgm:pt>
    <dgm:pt modelId="{F4388E30-CFBD-44D2-99CF-F817259B2AFE}" type="pres">
      <dgm:prSet presAssocID="{AEDD372D-4828-454C-A766-14656375C342}" presName="root2" presStyleCnt="0"/>
      <dgm:spPr/>
    </dgm:pt>
    <dgm:pt modelId="{9C9F46D3-BA6F-4629-8BBD-A24021BD13E3}" type="pres">
      <dgm:prSet presAssocID="{AEDD372D-4828-454C-A766-14656375C342}" presName="LevelTwoTextNode" presStyleLbl="node2" presStyleIdx="3" presStyleCnt="5" custScaleX="223690">
        <dgm:presLayoutVars>
          <dgm:chPref val="3"/>
        </dgm:presLayoutVars>
      </dgm:prSet>
      <dgm:spPr/>
      <dgm:t>
        <a:bodyPr/>
        <a:lstStyle/>
        <a:p>
          <a:endParaRPr lang="zh-CN" altLang="en-US"/>
        </a:p>
      </dgm:t>
    </dgm:pt>
    <dgm:pt modelId="{A01756D7-B052-4C0E-BB2E-E21A678C3D16}" type="pres">
      <dgm:prSet presAssocID="{AEDD372D-4828-454C-A766-14656375C342}" presName="level3hierChild" presStyleCnt="0"/>
      <dgm:spPr/>
    </dgm:pt>
    <dgm:pt modelId="{7BC90246-6C11-4E93-B506-EDFAE00835EB}" type="pres">
      <dgm:prSet presAssocID="{00DDFF6C-1534-45F3-8B9D-E7C13DAD6E87}" presName="conn2-1" presStyleLbl="parChTrans1D2" presStyleIdx="4" presStyleCnt="5"/>
      <dgm:spPr/>
      <dgm:t>
        <a:bodyPr/>
        <a:lstStyle/>
        <a:p>
          <a:endParaRPr lang="zh-CN" altLang="en-US"/>
        </a:p>
      </dgm:t>
    </dgm:pt>
    <dgm:pt modelId="{F0E2B5F3-B2A7-4AE8-925E-F8649F11C05B}" type="pres">
      <dgm:prSet presAssocID="{00DDFF6C-1534-45F3-8B9D-E7C13DAD6E87}" presName="connTx" presStyleLbl="parChTrans1D2" presStyleIdx="4" presStyleCnt="5"/>
      <dgm:spPr/>
      <dgm:t>
        <a:bodyPr/>
        <a:lstStyle/>
        <a:p>
          <a:endParaRPr lang="zh-CN" altLang="en-US"/>
        </a:p>
      </dgm:t>
    </dgm:pt>
    <dgm:pt modelId="{E03FBFEC-13A9-4490-9ED6-09C734E1FD9E}" type="pres">
      <dgm:prSet presAssocID="{ADE9457B-2609-4ACD-B713-BC47704B22CB}" presName="root2" presStyleCnt="0"/>
      <dgm:spPr/>
    </dgm:pt>
    <dgm:pt modelId="{13E0B6FF-A419-44AC-92E2-44DB16C556C9}" type="pres">
      <dgm:prSet presAssocID="{ADE9457B-2609-4ACD-B713-BC47704B22CB}" presName="LevelTwoTextNode" presStyleLbl="node2" presStyleIdx="4" presStyleCnt="5" custScaleX="223690">
        <dgm:presLayoutVars>
          <dgm:chPref val="3"/>
        </dgm:presLayoutVars>
      </dgm:prSet>
      <dgm:spPr/>
      <dgm:t>
        <a:bodyPr/>
        <a:lstStyle/>
        <a:p>
          <a:endParaRPr lang="zh-CN" altLang="en-US"/>
        </a:p>
      </dgm:t>
    </dgm:pt>
    <dgm:pt modelId="{2B97EFCF-19A9-4DA2-A218-1CBCB3CAC91A}" type="pres">
      <dgm:prSet presAssocID="{ADE9457B-2609-4ACD-B713-BC47704B22CB}" presName="level3hierChild" presStyleCnt="0"/>
      <dgm:spPr/>
    </dgm:pt>
  </dgm:ptLst>
  <dgm:cxnLst>
    <dgm:cxn modelId="{A6ED37DA-0878-4FE4-8E60-C55A5DF867D5}" srcId="{EB7EA429-7A9F-4662-B653-768BB60F5899}" destId="{AEDD372D-4828-454C-A766-14656375C342}" srcOrd="1" destOrd="0" parTransId="{2AB712DC-950A-4F6C-81D6-63EBA81B8455}" sibTransId="{995C1E55-F390-4D03-9CC5-71E046F5B52D}"/>
    <dgm:cxn modelId="{B0EB6176-F90F-4854-9EA5-EB951F120D3B}" type="presOf" srcId="{00DDFF6C-1534-45F3-8B9D-E7C13DAD6E87}" destId="{7BC90246-6C11-4E93-B506-EDFAE00835EB}" srcOrd="0" destOrd="0" presId="urn:microsoft.com/office/officeart/2005/8/layout/hierarchy2"/>
    <dgm:cxn modelId="{5B43D6ED-9BF5-474E-B4CF-D1E6E5EC3069}" type="presOf" srcId="{3E12E508-5CFE-4A88-BEB2-AC5F620BD4C9}" destId="{753F63B2-856E-40E1-918D-3CD51443CCEC}" srcOrd="1" destOrd="0" presId="urn:microsoft.com/office/officeart/2005/8/layout/hierarchy2"/>
    <dgm:cxn modelId="{CFBE1630-27BD-44F8-A19D-E51E888C19DC}" type="presOf" srcId="{2AB712DC-950A-4F6C-81D6-63EBA81B8455}" destId="{42CE270C-8FD0-4241-AFE1-CC068ADFF977}" srcOrd="0" destOrd="0" presId="urn:microsoft.com/office/officeart/2005/8/layout/hierarchy2"/>
    <dgm:cxn modelId="{D3FABE98-A362-4D6A-A7E9-A63FB48D237B}" type="presOf" srcId="{7D550123-4CF5-43C0-9060-3AB9C70353F6}" destId="{1F0E1ADC-292E-472A-83B5-ADFF2ECE9CA1}" srcOrd="0" destOrd="0" presId="urn:microsoft.com/office/officeart/2005/8/layout/hierarchy2"/>
    <dgm:cxn modelId="{1366B57A-6F1C-40A1-B3F3-E3498F38BD7D}" srcId="{59216343-7E84-4187-BCBD-5E9A34796459}" destId="{556DB80C-4C8D-4365-8491-4084D5A49DDA}" srcOrd="0" destOrd="0" parTransId="{119650B2-394E-4CCD-BEC4-EC5083BCB441}" sibTransId="{BD0F1D0C-CEE5-42CF-922E-D413A7EB910D}"/>
    <dgm:cxn modelId="{5EBC5162-91B9-4522-BAE4-8DD6553B7F34}" type="presOf" srcId="{00DDFF6C-1534-45F3-8B9D-E7C13DAD6E87}" destId="{F0E2B5F3-B2A7-4AE8-925E-F8649F11C05B}" srcOrd="1" destOrd="0" presId="urn:microsoft.com/office/officeart/2005/8/layout/hierarchy2"/>
    <dgm:cxn modelId="{D5F8656F-8C86-40AF-8BC1-A0AAD88BB5A2}" type="presOf" srcId="{59216343-7E84-4187-BCBD-5E9A34796459}" destId="{A205B4D4-10FE-4DB6-A1E5-2BFD72CA94F4}" srcOrd="0" destOrd="0" presId="urn:microsoft.com/office/officeart/2005/8/layout/hierarchy2"/>
    <dgm:cxn modelId="{E2CE7FD8-9737-423F-A358-3C4CE4C79A63}" srcId="{556DB80C-4C8D-4365-8491-4084D5A49DDA}" destId="{EBBAB344-1201-4239-8548-091614A46318}" srcOrd="0" destOrd="0" parTransId="{41CF4432-9E5F-43A3-A852-CED8734D6AB6}" sibTransId="{66000EBF-66AE-4637-AD8B-948A77A57684}"/>
    <dgm:cxn modelId="{B9493C7B-9012-48AB-84EC-F34098F869EE}" type="presOf" srcId="{41CF4432-9E5F-43A3-A852-CED8734D6AB6}" destId="{90E44178-8FE3-4CAD-9CBA-FEF2D00E14D1}" srcOrd="0" destOrd="0" presId="urn:microsoft.com/office/officeart/2005/8/layout/hierarchy2"/>
    <dgm:cxn modelId="{56E0E0CF-9CE5-4AFD-8A03-4F711219443E}" srcId="{59216343-7E84-4187-BCBD-5E9A34796459}" destId="{EB7EA429-7A9F-4662-B653-768BB60F5899}" srcOrd="1" destOrd="0" parTransId="{136EC057-D8C0-40C8-9868-618C346E4CE8}" sibTransId="{0F17F496-B8B3-4D98-B72C-F634A40603E7}"/>
    <dgm:cxn modelId="{F9A17EC6-8857-4D32-8B50-358B099BBE43}" type="presOf" srcId="{556DB80C-4C8D-4365-8491-4084D5A49DDA}" destId="{281B1F92-67BF-4A0B-AB4B-54E6CCDECADC}" srcOrd="0" destOrd="0" presId="urn:microsoft.com/office/officeart/2005/8/layout/hierarchy2"/>
    <dgm:cxn modelId="{6F6234D7-8758-49D7-8DDA-73CB3E77C0B2}" type="presOf" srcId="{EB7EA429-7A9F-4662-B653-768BB60F5899}" destId="{43E9ECAC-9099-48BD-8C86-8E65CA3231D1}" srcOrd="0" destOrd="0" presId="urn:microsoft.com/office/officeart/2005/8/layout/hierarchy2"/>
    <dgm:cxn modelId="{C4937671-B243-4D18-8496-5223DF33CDB7}" type="presOf" srcId="{AEDD372D-4828-454C-A766-14656375C342}" destId="{9C9F46D3-BA6F-4629-8BBD-A24021BD13E3}" srcOrd="0" destOrd="0" presId="urn:microsoft.com/office/officeart/2005/8/layout/hierarchy2"/>
    <dgm:cxn modelId="{52E8356B-660F-4292-AA7E-4732E8536C92}" srcId="{EB7EA429-7A9F-4662-B653-768BB60F5899}" destId="{ADE9457B-2609-4ACD-B713-BC47704B22CB}" srcOrd="2" destOrd="0" parTransId="{00DDFF6C-1534-45F3-8B9D-E7C13DAD6E87}" sibTransId="{8102CBF0-DB1A-47B6-9F88-AB56A1AF8D24}"/>
    <dgm:cxn modelId="{0A52A7BD-6CF7-4187-95EE-EFDA27F1DBFF}" type="presOf" srcId="{41CF4432-9E5F-43A3-A852-CED8734D6AB6}" destId="{F663ADBA-9C22-4432-A5B7-D9205EA2A481}" srcOrd="1" destOrd="0" presId="urn:microsoft.com/office/officeart/2005/8/layout/hierarchy2"/>
    <dgm:cxn modelId="{07C6A1D1-B318-412C-B840-4C6C9B282C7F}" type="presOf" srcId="{EBBAB344-1201-4239-8548-091614A46318}" destId="{CC85D356-7E7B-44BB-8372-90D9844E7877}" srcOrd="0" destOrd="0" presId="urn:microsoft.com/office/officeart/2005/8/layout/hierarchy2"/>
    <dgm:cxn modelId="{2A5CB2B7-89AD-47F8-918F-342EC0C43AF0}" type="presOf" srcId="{988668D1-6F01-4AD6-BAFC-CF0C03B2A14D}" destId="{2C95FF71-BB6E-41C0-B281-681D152EA400}" srcOrd="0" destOrd="0" presId="urn:microsoft.com/office/officeart/2005/8/layout/hierarchy2"/>
    <dgm:cxn modelId="{33317A4A-20B2-4B91-AEEB-E8C6C72C876A}" type="presOf" srcId="{193A06D1-2058-4BDF-ADB7-7F7084AC4F86}" destId="{055CD4C3-75A5-48D1-A02E-17142083229F}" srcOrd="1" destOrd="0" presId="urn:microsoft.com/office/officeart/2005/8/layout/hierarchy2"/>
    <dgm:cxn modelId="{160D0FE0-E603-4444-9EEF-35574B249F20}" srcId="{EB7EA429-7A9F-4662-B653-768BB60F5899}" destId="{7D550123-4CF5-43C0-9060-3AB9C70353F6}" srcOrd="0" destOrd="0" parTransId="{3E12E508-5CFE-4A88-BEB2-AC5F620BD4C9}" sibTransId="{D0F22446-DCCC-439E-B70D-EC28527F4753}"/>
    <dgm:cxn modelId="{A6E87DBE-B364-4954-A1E1-0F7083549643}" type="presOf" srcId="{2AB712DC-950A-4F6C-81D6-63EBA81B8455}" destId="{CC8A4C8C-5ECB-4996-A6F9-CC44A6F731E8}" srcOrd="1" destOrd="0" presId="urn:microsoft.com/office/officeart/2005/8/layout/hierarchy2"/>
    <dgm:cxn modelId="{29B21437-1041-4641-A807-689504DD6F8B}" type="presOf" srcId="{193A06D1-2058-4BDF-ADB7-7F7084AC4F86}" destId="{668D7767-D744-44BF-9BCE-4E04519F821B}" srcOrd="0" destOrd="0" presId="urn:microsoft.com/office/officeart/2005/8/layout/hierarchy2"/>
    <dgm:cxn modelId="{E8825F63-7FC2-4681-AA92-4BE0C31B5E91}" type="presOf" srcId="{3E12E508-5CFE-4A88-BEB2-AC5F620BD4C9}" destId="{3FB723D8-D008-4662-912B-659135CB7ABF}" srcOrd="0" destOrd="0" presId="urn:microsoft.com/office/officeart/2005/8/layout/hierarchy2"/>
    <dgm:cxn modelId="{3FF8691F-3FA4-44A3-8C0C-89064BAFE4BF}" type="presOf" srcId="{ADE9457B-2609-4ACD-B713-BC47704B22CB}" destId="{13E0B6FF-A419-44AC-92E2-44DB16C556C9}" srcOrd="0" destOrd="0" presId="urn:microsoft.com/office/officeart/2005/8/layout/hierarchy2"/>
    <dgm:cxn modelId="{5109BD8C-D1D8-4676-A283-737980C35EF3}" srcId="{556DB80C-4C8D-4365-8491-4084D5A49DDA}" destId="{988668D1-6F01-4AD6-BAFC-CF0C03B2A14D}" srcOrd="1" destOrd="0" parTransId="{193A06D1-2058-4BDF-ADB7-7F7084AC4F86}" sibTransId="{B51F7894-7608-4DFD-9A46-59735E92F088}"/>
    <dgm:cxn modelId="{A09F675C-961E-4151-BCE4-9748E6D85EB6}" type="presParOf" srcId="{A205B4D4-10FE-4DB6-A1E5-2BFD72CA94F4}" destId="{0C307505-632A-467E-8D7B-BEDEDAE47320}" srcOrd="0" destOrd="0" presId="urn:microsoft.com/office/officeart/2005/8/layout/hierarchy2"/>
    <dgm:cxn modelId="{E318CAED-E397-40C7-90F0-2B0A1339D7B0}" type="presParOf" srcId="{0C307505-632A-467E-8D7B-BEDEDAE47320}" destId="{281B1F92-67BF-4A0B-AB4B-54E6CCDECADC}" srcOrd="0" destOrd="0" presId="urn:microsoft.com/office/officeart/2005/8/layout/hierarchy2"/>
    <dgm:cxn modelId="{E8D2F604-5DF5-496B-B6EF-8927CAB4CBAD}" type="presParOf" srcId="{0C307505-632A-467E-8D7B-BEDEDAE47320}" destId="{087A60C1-D9A1-4D23-87C0-23F8B57A832F}" srcOrd="1" destOrd="0" presId="urn:microsoft.com/office/officeart/2005/8/layout/hierarchy2"/>
    <dgm:cxn modelId="{A3A335D9-5A53-4BEE-9C5B-10A06142DA12}" type="presParOf" srcId="{087A60C1-D9A1-4D23-87C0-23F8B57A832F}" destId="{90E44178-8FE3-4CAD-9CBA-FEF2D00E14D1}" srcOrd="0" destOrd="0" presId="urn:microsoft.com/office/officeart/2005/8/layout/hierarchy2"/>
    <dgm:cxn modelId="{FDE71AC1-5FB5-449D-ABC8-DC2966B2C680}" type="presParOf" srcId="{90E44178-8FE3-4CAD-9CBA-FEF2D00E14D1}" destId="{F663ADBA-9C22-4432-A5B7-D9205EA2A481}" srcOrd="0" destOrd="0" presId="urn:microsoft.com/office/officeart/2005/8/layout/hierarchy2"/>
    <dgm:cxn modelId="{7D119031-8693-463D-AD11-94C777B7BD6A}" type="presParOf" srcId="{087A60C1-D9A1-4D23-87C0-23F8B57A832F}" destId="{903B1DC3-5E18-46F5-BAA2-98A89AA62FCC}" srcOrd="1" destOrd="0" presId="urn:microsoft.com/office/officeart/2005/8/layout/hierarchy2"/>
    <dgm:cxn modelId="{8C00F88B-3659-4B27-A7BE-D7F3099ACBB1}" type="presParOf" srcId="{903B1DC3-5E18-46F5-BAA2-98A89AA62FCC}" destId="{CC85D356-7E7B-44BB-8372-90D9844E7877}" srcOrd="0" destOrd="0" presId="urn:microsoft.com/office/officeart/2005/8/layout/hierarchy2"/>
    <dgm:cxn modelId="{F0C3EB0F-9C82-4C13-8228-9BD3782122CB}" type="presParOf" srcId="{903B1DC3-5E18-46F5-BAA2-98A89AA62FCC}" destId="{6EBC05C6-36AE-4C86-B35B-3936C6A00C0B}" srcOrd="1" destOrd="0" presId="urn:microsoft.com/office/officeart/2005/8/layout/hierarchy2"/>
    <dgm:cxn modelId="{66C85117-9643-4CC8-A7CE-CC72FBA4820C}" type="presParOf" srcId="{087A60C1-D9A1-4D23-87C0-23F8B57A832F}" destId="{668D7767-D744-44BF-9BCE-4E04519F821B}" srcOrd="2" destOrd="0" presId="urn:microsoft.com/office/officeart/2005/8/layout/hierarchy2"/>
    <dgm:cxn modelId="{EC5AD395-84C7-43B1-9013-41BD3B40E8A7}" type="presParOf" srcId="{668D7767-D744-44BF-9BCE-4E04519F821B}" destId="{055CD4C3-75A5-48D1-A02E-17142083229F}" srcOrd="0" destOrd="0" presId="urn:microsoft.com/office/officeart/2005/8/layout/hierarchy2"/>
    <dgm:cxn modelId="{C9801E64-6178-4941-9292-06C9118F5DEA}" type="presParOf" srcId="{087A60C1-D9A1-4D23-87C0-23F8B57A832F}" destId="{536DB5F9-666A-4A0D-9F94-1B6AE949649A}" srcOrd="3" destOrd="0" presId="urn:microsoft.com/office/officeart/2005/8/layout/hierarchy2"/>
    <dgm:cxn modelId="{7989A6D3-8318-4D3E-B670-49A7497C29DE}" type="presParOf" srcId="{536DB5F9-666A-4A0D-9F94-1B6AE949649A}" destId="{2C95FF71-BB6E-41C0-B281-681D152EA400}" srcOrd="0" destOrd="0" presId="urn:microsoft.com/office/officeart/2005/8/layout/hierarchy2"/>
    <dgm:cxn modelId="{B1E0C197-9CBC-43B4-8048-F65A1ED28CB3}" type="presParOf" srcId="{536DB5F9-666A-4A0D-9F94-1B6AE949649A}" destId="{580D058F-FFC8-4330-82C7-DB5EAA8B4359}" srcOrd="1" destOrd="0" presId="urn:microsoft.com/office/officeart/2005/8/layout/hierarchy2"/>
    <dgm:cxn modelId="{209FA2E0-7158-4D47-A48E-70FE4FED4258}" type="presParOf" srcId="{A205B4D4-10FE-4DB6-A1E5-2BFD72CA94F4}" destId="{A322F3C1-EE5C-46EE-9DD8-9D6EC851CE66}" srcOrd="1" destOrd="0" presId="urn:microsoft.com/office/officeart/2005/8/layout/hierarchy2"/>
    <dgm:cxn modelId="{44A2231A-37DC-447A-9557-9FF8BEC3975E}" type="presParOf" srcId="{A322F3C1-EE5C-46EE-9DD8-9D6EC851CE66}" destId="{43E9ECAC-9099-48BD-8C86-8E65CA3231D1}" srcOrd="0" destOrd="0" presId="urn:microsoft.com/office/officeart/2005/8/layout/hierarchy2"/>
    <dgm:cxn modelId="{CA3170FE-B9B6-46DD-9D88-ACBE3EED3172}" type="presParOf" srcId="{A322F3C1-EE5C-46EE-9DD8-9D6EC851CE66}" destId="{4881B5EC-18C5-497E-84B1-55331EEF2F19}" srcOrd="1" destOrd="0" presId="urn:microsoft.com/office/officeart/2005/8/layout/hierarchy2"/>
    <dgm:cxn modelId="{3043E8FF-3033-41C4-8E09-1301F4B588C8}" type="presParOf" srcId="{4881B5EC-18C5-497E-84B1-55331EEF2F19}" destId="{3FB723D8-D008-4662-912B-659135CB7ABF}" srcOrd="0" destOrd="0" presId="urn:microsoft.com/office/officeart/2005/8/layout/hierarchy2"/>
    <dgm:cxn modelId="{3AA8F53D-4839-4B0A-AF6F-A2AEE0DF0F7B}" type="presParOf" srcId="{3FB723D8-D008-4662-912B-659135CB7ABF}" destId="{753F63B2-856E-40E1-918D-3CD51443CCEC}" srcOrd="0" destOrd="0" presId="urn:microsoft.com/office/officeart/2005/8/layout/hierarchy2"/>
    <dgm:cxn modelId="{0E50BE4F-F99F-457E-B07C-5C12A51940F3}" type="presParOf" srcId="{4881B5EC-18C5-497E-84B1-55331EEF2F19}" destId="{2242F199-90A2-45EF-B051-5DB49169594C}" srcOrd="1" destOrd="0" presId="urn:microsoft.com/office/officeart/2005/8/layout/hierarchy2"/>
    <dgm:cxn modelId="{2F31C734-F7D6-4E9D-B560-02CFEB529442}" type="presParOf" srcId="{2242F199-90A2-45EF-B051-5DB49169594C}" destId="{1F0E1ADC-292E-472A-83B5-ADFF2ECE9CA1}" srcOrd="0" destOrd="0" presId="urn:microsoft.com/office/officeart/2005/8/layout/hierarchy2"/>
    <dgm:cxn modelId="{4CD36E26-A9F1-4DE4-A7E1-9CAAF544D689}" type="presParOf" srcId="{2242F199-90A2-45EF-B051-5DB49169594C}" destId="{67B95767-73A2-494A-9BDF-14C90B8233A9}" srcOrd="1" destOrd="0" presId="urn:microsoft.com/office/officeart/2005/8/layout/hierarchy2"/>
    <dgm:cxn modelId="{FF8D2888-C6A3-4458-A67A-F1FE94490857}" type="presParOf" srcId="{4881B5EC-18C5-497E-84B1-55331EEF2F19}" destId="{42CE270C-8FD0-4241-AFE1-CC068ADFF977}" srcOrd="2" destOrd="0" presId="urn:microsoft.com/office/officeart/2005/8/layout/hierarchy2"/>
    <dgm:cxn modelId="{C82DCFF9-5C16-48BA-B190-A9A64D0D59D8}" type="presParOf" srcId="{42CE270C-8FD0-4241-AFE1-CC068ADFF977}" destId="{CC8A4C8C-5ECB-4996-A6F9-CC44A6F731E8}" srcOrd="0" destOrd="0" presId="urn:microsoft.com/office/officeart/2005/8/layout/hierarchy2"/>
    <dgm:cxn modelId="{7CD4A6A9-FC4E-408F-AD4B-6D3DC6FCE592}" type="presParOf" srcId="{4881B5EC-18C5-497E-84B1-55331EEF2F19}" destId="{F4388E30-CFBD-44D2-99CF-F817259B2AFE}" srcOrd="3" destOrd="0" presId="urn:microsoft.com/office/officeart/2005/8/layout/hierarchy2"/>
    <dgm:cxn modelId="{8DA6080C-26B1-44EE-8207-526F1F6988CA}" type="presParOf" srcId="{F4388E30-CFBD-44D2-99CF-F817259B2AFE}" destId="{9C9F46D3-BA6F-4629-8BBD-A24021BD13E3}" srcOrd="0" destOrd="0" presId="urn:microsoft.com/office/officeart/2005/8/layout/hierarchy2"/>
    <dgm:cxn modelId="{B3BD3B7E-A975-478A-96D5-BE8117F02EF9}" type="presParOf" srcId="{F4388E30-CFBD-44D2-99CF-F817259B2AFE}" destId="{A01756D7-B052-4C0E-BB2E-E21A678C3D16}" srcOrd="1" destOrd="0" presId="urn:microsoft.com/office/officeart/2005/8/layout/hierarchy2"/>
    <dgm:cxn modelId="{C662EF4A-793E-478F-8E8C-D6B9D996416E}" type="presParOf" srcId="{4881B5EC-18C5-497E-84B1-55331EEF2F19}" destId="{7BC90246-6C11-4E93-B506-EDFAE00835EB}" srcOrd="4" destOrd="0" presId="urn:microsoft.com/office/officeart/2005/8/layout/hierarchy2"/>
    <dgm:cxn modelId="{23BF307C-7CB7-46F3-AD5D-835F11F240C5}" type="presParOf" srcId="{7BC90246-6C11-4E93-B506-EDFAE00835EB}" destId="{F0E2B5F3-B2A7-4AE8-925E-F8649F11C05B}" srcOrd="0" destOrd="0" presId="urn:microsoft.com/office/officeart/2005/8/layout/hierarchy2"/>
    <dgm:cxn modelId="{2164A42D-6E0C-4A42-A214-AE8FEF84AF67}" type="presParOf" srcId="{4881B5EC-18C5-497E-84B1-55331EEF2F19}" destId="{E03FBFEC-13A9-4490-9ED6-09C734E1FD9E}" srcOrd="5" destOrd="0" presId="urn:microsoft.com/office/officeart/2005/8/layout/hierarchy2"/>
    <dgm:cxn modelId="{B6FF867C-F131-46F1-AD41-9AA367A75124}" type="presParOf" srcId="{E03FBFEC-13A9-4490-9ED6-09C734E1FD9E}" destId="{13E0B6FF-A419-44AC-92E2-44DB16C556C9}" srcOrd="0" destOrd="0" presId="urn:microsoft.com/office/officeart/2005/8/layout/hierarchy2"/>
    <dgm:cxn modelId="{AE21651A-9C65-4167-B02F-7BBDFEB785E1}" type="presParOf" srcId="{E03FBFEC-13A9-4490-9ED6-09C734E1FD9E}" destId="{2B97EFCF-19A9-4DA2-A218-1CBCB3CAC91A}" srcOrd="1" destOrd="0" presId="urn:microsoft.com/office/officeart/2005/8/layout/hierarchy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1934701" cy="5812971"/>
        <a:chOff x="0" y="0"/>
        <a:chExt cx="11934701" cy="5812971"/>
      </a:xfrm>
    </dsp:grpSpPr>
    <dsp:sp modelId="{F49DDA3B-6010-41E2-B0BD-8F74957158FC}">
      <dsp:nvSpPr>
        <dsp:cNvPr id="3" name="圆角矩形 2"/>
        <dsp:cNvSpPr/>
      </dsp:nvSpPr>
      <dsp:spPr bwMode="white">
        <a:xfrm>
          <a:off x="2535479" y="2446063"/>
          <a:ext cx="1793083" cy="65344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2700" tIns="12700" rIns="12700" bIns="1270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2000" dirty="0" smtClean="0">
              <a:solidFill>
                <a:srgbClr val="FF0000"/>
              </a:solidFill>
              <a:latin typeface="微软雅黑" panose="020B0503020204020204" pitchFamily="34" charset="-122"/>
              <a:ea typeface="微软雅黑" panose="020B0503020204020204" pitchFamily="34" charset="-122"/>
            </a:rPr>
            <a:t>网络安全策略</a:t>
          </a:r>
          <a:endParaRPr lang="zh-CN" altLang="en-US" sz="2000" dirty="0">
            <a:solidFill>
              <a:srgbClr val="FF0000"/>
            </a:solidFill>
            <a:latin typeface="微软雅黑" panose="020B0503020204020204" pitchFamily="34" charset="-122"/>
            <a:ea typeface="微软雅黑" panose="020B0503020204020204" pitchFamily="34" charset="-122"/>
          </a:endParaRPr>
        </a:p>
      </dsp:txBody>
      <dsp:txXfrm>
        <a:off x="2535479" y="2446063"/>
        <a:ext cx="1793083" cy="653448"/>
      </dsp:txXfrm>
    </dsp:sp>
    <dsp:sp modelId="{173B74DE-BEC9-4DCB-A364-D17311818A20}">
      <dsp:nvSpPr>
        <dsp:cNvPr id="4" name="任意多边形 3"/>
        <dsp:cNvSpPr/>
      </dsp:nvSpPr>
      <dsp:spPr bwMode="white">
        <a:xfrm>
          <a:off x="3756074" y="2030246"/>
          <a:ext cx="1517007" cy="14400"/>
        </a:xfrm>
        <a:custGeom>
          <a:avLst/>
          <a:gdLst/>
          <a:ahLst/>
          <a:cxnLst/>
          <a:pathLst>
            <a:path w="2389" h="23">
              <a:moveTo>
                <a:pt x="902" y="1169"/>
              </a:moveTo>
              <a:lnTo>
                <a:pt x="1487" y="-1147"/>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756074" y="2030246"/>
        <a:ext cx="1517007" cy="14400"/>
      </dsp:txXfrm>
    </dsp:sp>
    <dsp:sp modelId="{052AB52A-8066-424D-94D6-58D3EBDF294B}">
      <dsp:nvSpPr>
        <dsp:cNvPr id="5" name="圆角矩形 4"/>
        <dsp:cNvSpPr/>
      </dsp:nvSpPr>
      <dsp:spPr bwMode="white">
        <a:xfrm>
          <a:off x="4700593" y="1069587"/>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8890" tIns="8890" rIns="8890" bIns="88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rgbClr val="FFC000"/>
              </a:solidFill>
              <a:latin typeface="微软雅黑" panose="020B0503020204020204" pitchFamily="34" charset="-122"/>
              <a:ea typeface="微软雅黑" panose="020B0503020204020204" pitchFamily="34" charset="-122"/>
            </a:rPr>
            <a:t>1.</a:t>
          </a:r>
          <a:r>
            <a:rPr lang="zh-CN" sz="1400" b="1" dirty="0" smtClean="0">
              <a:solidFill>
                <a:srgbClr val="FFC000"/>
              </a:solidFill>
              <a:latin typeface="微软雅黑" panose="020B0503020204020204" pitchFamily="34" charset="-122"/>
              <a:ea typeface="微软雅黑" panose="020B0503020204020204" pitchFamily="34" charset="-122"/>
            </a:rPr>
            <a:t>采取技术防护手段</a:t>
          </a:r>
          <a:endParaRPr lang="zh-CN" sz="1400" b="1" dirty="0">
            <a:solidFill>
              <a:srgbClr val="FFC000"/>
            </a:solidFill>
            <a:latin typeface="微软雅黑" panose="020B0503020204020204" pitchFamily="34" charset="-122"/>
            <a:ea typeface="微软雅黑" panose="020B0503020204020204" pitchFamily="34" charset="-122"/>
          </a:endParaRPr>
        </a:p>
      </dsp:txBody>
      <dsp:txXfrm>
        <a:off x="4700593" y="1069587"/>
        <a:ext cx="2163299" cy="465038"/>
      </dsp:txXfrm>
    </dsp:sp>
    <dsp:sp modelId="{16FE8A6E-932E-4325-9C4F-5E62C2ECF76D}">
      <dsp:nvSpPr>
        <dsp:cNvPr id="6" name="任意多边形 5"/>
        <dsp:cNvSpPr/>
      </dsp:nvSpPr>
      <dsp:spPr bwMode="white">
        <a:xfrm>
          <a:off x="6483687" y="760112"/>
          <a:ext cx="1132441" cy="14400"/>
        </a:xfrm>
        <a:custGeom>
          <a:avLst/>
          <a:gdLst/>
          <a:ahLst/>
          <a:cxnLst/>
          <a:pathLst>
            <a:path w="1783" h="23">
              <a:moveTo>
                <a:pt x="599" y="854"/>
              </a:moveTo>
              <a:lnTo>
                <a:pt x="1185" y="-831"/>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483687" y="760112"/>
        <a:ext cx="1132441" cy="14400"/>
      </dsp:txXfrm>
    </dsp:sp>
    <dsp:sp modelId="{53008630-D9BB-46F4-8999-AB24D1A84BA6}">
      <dsp:nvSpPr>
        <dsp:cNvPr id="7" name="圆角矩形 6"/>
        <dsp:cNvSpPr/>
      </dsp:nvSpPr>
      <dsp:spPr bwMode="white">
        <a:xfrm>
          <a:off x="7235922" y="0"/>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物理安全策略</a:t>
          </a:r>
          <a:endParaRPr lang="zh-CN" altLang="en-US" sz="1200" b="1" dirty="0">
            <a:latin typeface="微软雅黑" panose="020B0503020204020204" pitchFamily="34" charset="-122"/>
            <a:ea typeface="微软雅黑" panose="020B0503020204020204" pitchFamily="34" charset="-122"/>
          </a:endParaRPr>
        </a:p>
      </dsp:txBody>
      <dsp:txXfrm>
        <a:off x="7235922" y="0"/>
        <a:ext cx="2163299" cy="465038"/>
      </dsp:txXfrm>
    </dsp:sp>
    <dsp:sp modelId="{5DB43B33-E3AD-49F8-B711-AF22F48A493F}">
      <dsp:nvSpPr>
        <dsp:cNvPr id="8" name="任意多边形 7"/>
        <dsp:cNvSpPr/>
      </dsp:nvSpPr>
      <dsp:spPr bwMode="white">
        <a:xfrm>
          <a:off x="6724173" y="1027509"/>
          <a:ext cx="651468" cy="14400"/>
        </a:xfrm>
        <a:custGeom>
          <a:avLst/>
          <a:gdLst/>
          <a:ahLst/>
          <a:cxnLst/>
          <a:pathLst>
            <a:path w="1026" h="23">
              <a:moveTo>
                <a:pt x="220" y="432"/>
              </a:moveTo>
              <a:lnTo>
                <a:pt x="806" y="-41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724173" y="1027509"/>
        <a:ext cx="651468" cy="14400"/>
      </dsp:txXfrm>
    </dsp:sp>
    <dsp:sp modelId="{179D26CD-A8BE-4BA0-A097-77B5A507997E}">
      <dsp:nvSpPr>
        <dsp:cNvPr id="9" name="圆角矩形 8"/>
        <dsp:cNvSpPr/>
      </dsp:nvSpPr>
      <dsp:spPr bwMode="white">
        <a:xfrm>
          <a:off x="7235922" y="534793"/>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访问控制策略</a:t>
          </a:r>
          <a:endParaRPr lang="zh-CN" altLang="en-US" sz="1200" b="1" dirty="0">
            <a:latin typeface="微软雅黑" panose="020B0503020204020204" pitchFamily="34" charset="-122"/>
            <a:ea typeface="微软雅黑" panose="020B0503020204020204" pitchFamily="34" charset="-122"/>
          </a:endParaRPr>
        </a:p>
      </dsp:txBody>
      <dsp:txXfrm>
        <a:off x="7235922" y="534793"/>
        <a:ext cx="2163299" cy="465038"/>
      </dsp:txXfrm>
    </dsp:sp>
    <dsp:sp modelId="{816E5119-8777-49AA-9AE6-CE1B9EC2E8BF}">
      <dsp:nvSpPr>
        <dsp:cNvPr id="10" name="任意多边形 9"/>
        <dsp:cNvSpPr/>
      </dsp:nvSpPr>
      <dsp:spPr bwMode="white">
        <a:xfrm>
          <a:off x="6863892" y="1294906"/>
          <a:ext cx="372030" cy="14400"/>
        </a:xfrm>
        <a:custGeom>
          <a:avLst/>
          <a:gdLst/>
          <a:ahLst/>
          <a:cxnLst/>
          <a:pathLst>
            <a:path w="586" h="23">
              <a:moveTo>
                <a:pt x="0" y="11"/>
              </a:moveTo>
              <a:lnTo>
                <a:pt x="586" y="11"/>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863892" y="1294906"/>
        <a:ext cx="372030" cy="14400"/>
      </dsp:txXfrm>
    </dsp:sp>
    <dsp:sp modelId="{0B6CD1D7-0283-4B3D-91AF-607DF11899CD}">
      <dsp:nvSpPr>
        <dsp:cNvPr id="11" name="圆角矩形 10"/>
        <dsp:cNvSpPr/>
      </dsp:nvSpPr>
      <dsp:spPr bwMode="white">
        <a:xfrm>
          <a:off x="7235922" y="1069587"/>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信息加密技术</a:t>
          </a:r>
          <a:endParaRPr lang="zh-CN" altLang="en-US" sz="1200" b="1" dirty="0">
            <a:latin typeface="微软雅黑" panose="020B0503020204020204" pitchFamily="34" charset="-122"/>
            <a:ea typeface="微软雅黑" panose="020B0503020204020204" pitchFamily="34" charset="-122"/>
          </a:endParaRPr>
        </a:p>
      </dsp:txBody>
      <dsp:txXfrm>
        <a:off x="7235922" y="1069587"/>
        <a:ext cx="2163299" cy="465038"/>
      </dsp:txXfrm>
    </dsp:sp>
    <dsp:sp modelId="{B3D8E4F2-5DB1-4397-8C91-4D8B24975969}">
      <dsp:nvSpPr>
        <dsp:cNvPr id="12" name="任意多边形 11"/>
        <dsp:cNvSpPr/>
      </dsp:nvSpPr>
      <dsp:spPr bwMode="white">
        <a:xfrm>
          <a:off x="6724173" y="1562302"/>
          <a:ext cx="651468" cy="14400"/>
        </a:xfrm>
        <a:custGeom>
          <a:avLst/>
          <a:gdLst/>
          <a:ahLst/>
          <a:cxnLst/>
          <a:pathLst>
            <a:path w="1026" h="23">
              <a:moveTo>
                <a:pt x="220" y="-410"/>
              </a:moveTo>
              <a:lnTo>
                <a:pt x="806" y="432"/>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724173" y="1562302"/>
        <a:ext cx="651468" cy="14400"/>
      </dsp:txXfrm>
    </dsp:sp>
    <dsp:sp modelId="{342B858C-5B9A-4D81-B0FA-90FBF04CCC57}">
      <dsp:nvSpPr>
        <dsp:cNvPr id="13" name="圆角矩形 12"/>
        <dsp:cNvSpPr/>
      </dsp:nvSpPr>
      <dsp:spPr bwMode="white">
        <a:xfrm>
          <a:off x="7235922" y="1604380"/>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路由器和虚拟专用网技术</a:t>
          </a:r>
          <a:endParaRPr lang="zh-CN" altLang="en-US" sz="1200" b="1" dirty="0">
            <a:latin typeface="微软雅黑" panose="020B0503020204020204" pitchFamily="34" charset="-122"/>
            <a:ea typeface="微软雅黑" panose="020B0503020204020204" pitchFamily="34" charset="-122"/>
          </a:endParaRPr>
        </a:p>
      </dsp:txBody>
      <dsp:txXfrm>
        <a:off x="7235922" y="1604380"/>
        <a:ext cx="2163299" cy="465038"/>
      </dsp:txXfrm>
    </dsp:sp>
    <dsp:sp modelId="{A8A19A62-A14A-43C3-B55D-DCC9F145537B}">
      <dsp:nvSpPr>
        <dsp:cNvPr id="14" name="任意多边形 13"/>
        <dsp:cNvSpPr/>
      </dsp:nvSpPr>
      <dsp:spPr bwMode="white">
        <a:xfrm>
          <a:off x="6483687" y="1829699"/>
          <a:ext cx="1132441" cy="14400"/>
        </a:xfrm>
        <a:custGeom>
          <a:avLst/>
          <a:gdLst/>
          <a:ahLst/>
          <a:cxnLst/>
          <a:pathLst>
            <a:path w="1783" h="23">
              <a:moveTo>
                <a:pt x="599" y="-831"/>
              </a:moveTo>
              <a:lnTo>
                <a:pt x="1185" y="854"/>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483687" y="1829699"/>
        <a:ext cx="1132441" cy="14400"/>
      </dsp:txXfrm>
    </dsp:sp>
    <dsp:sp modelId="{9117EEDA-1552-436E-8851-DF58CCB6DDF9}">
      <dsp:nvSpPr>
        <dsp:cNvPr id="15" name="圆角矩形 14"/>
        <dsp:cNvSpPr/>
      </dsp:nvSpPr>
      <dsp:spPr bwMode="white">
        <a:xfrm>
          <a:off x="7235922" y="2139173"/>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安装防病毒软件和防火墙</a:t>
          </a:r>
          <a:endParaRPr lang="zh-CN" altLang="en-US" sz="1200" b="1" dirty="0">
            <a:latin typeface="微软雅黑" panose="020B0503020204020204" pitchFamily="34" charset="-122"/>
            <a:ea typeface="微软雅黑" panose="020B0503020204020204" pitchFamily="34" charset="-122"/>
          </a:endParaRPr>
        </a:p>
      </dsp:txBody>
      <dsp:txXfrm>
        <a:off x="7235922" y="2139173"/>
        <a:ext cx="2163299" cy="465038"/>
      </dsp:txXfrm>
    </dsp:sp>
    <dsp:sp modelId="{3B5D49A3-CCDC-40BB-8D9C-7FBC41D3B976}">
      <dsp:nvSpPr>
        <dsp:cNvPr id="16" name="任意多边形 15"/>
        <dsp:cNvSpPr/>
      </dsp:nvSpPr>
      <dsp:spPr bwMode="white">
        <a:xfrm>
          <a:off x="3756074" y="3500928"/>
          <a:ext cx="1517007" cy="14400"/>
        </a:xfrm>
        <a:custGeom>
          <a:avLst/>
          <a:gdLst/>
          <a:ahLst/>
          <a:cxnLst/>
          <a:pathLst>
            <a:path w="2389" h="23">
              <a:moveTo>
                <a:pt x="902" y="-1147"/>
              </a:moveTo>
              <a:lnTo>
                <a:pt x="1487" y="1169"/>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3756074" y="3500928"/>
        <a:ext cx="1517007" cy="14400"/>
      </dsp:txXfrm>
    </dsp:sp>
    <dsp:sp modelId="{EBA88E9C-D62E-4D14-883D-6803658DFA15}">
      <dsp:nvSpPr>
        <dsp:cNvPr id="17" name="圆角矩形 16"/>
        <dsp:cNvSpPr/>
      </dsp:nvSpPr>
      <dsp:spPr bwMode="white">
        <a:xfrm>
          <a:off x="4700593" y="4010950"/>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8890" tIns="8890" rIns="8890" bIns="889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1400" b="1" dirty="0" smtClean="0">
              <a:solidFill>
                <a:srgbClr val="FFC000"/>
              </a:solidFill>
              <a:latin typeface="微软雅黑" panose="020B0503020204020204" pitchFamily="34" charset="-122"/>
              <a:ea typeface="微软雅黑" panose="020B0503020204020204" pitchFamily="34" charset="-122"/>
            </a:rPr>
            <a:t>2.</a:t>
          </a:r>
          <a:r>
            <a:rPr lang="zh-CN" sz="1400" b="1" dirty="0" smtClean="0">
              <a:solidFill>
                <a:srgbClr val="FFC000"/>
              </a:solidFill>
              <a:latin typeface="微软雅黑" panose="020B0503020204020204" pitchFamily="34" charset="-122"/>
              <a:ea typeface="微软雅黑" panose="020B0503020204020204" pitchFamily="34" charset="-122"/>
            </a:rPr>
            <a:t>构建信息安全保密体系</a:t>
          </a:r>
          <a:endParaRPr lang="zh-CN" sz="1400" dirty="0">
            <a:solidFill>
              <a:srgbClr val="FFC000"/>
            </a:solidFill>
            <a:latin typeface="微软雅黑" panose="020B0503020204020204" pitchFamily="34" charset="-122"/>
            <a:ea typeface="微软雅黑" panose="020B0503020204020204" pitchFamily="34" charset="-122"/>
          </a:endParaRPr>
        </a:p>
      </dsp:txBody>
      <dsp:txXfrm>
        <a:off x="4700593" y="4010950"/>
        <a:ext cx="2163299" cy="465038"/>
      </dsp:txXfrm>
    </dsp:sp>
    <dsp:sp modelId="{751707D9-60C2-4E77-9D3F-6C9272B27279}">
      <dsp:nvSpPr>
        <dsp:cNvPr id="18" name="任意多边形 17"/>
        <dsp:cNvSpPr/>
      </dsp:nvSpPr>
      <dsp:spPr bwMode="white">
        <a:xfrm>
          <a:off x="6356018" y="3567777"/>
          <a:ext cx="1387779" cy="14400"/>
        </a:xfrm>
        <a:custGeom>
          <a:avLst/>
          <a:gdLst/>
          <a:ahLst/>
          <a:cxnLst/>
          <a:pathLst>
            <a:path w="2185" h="23">
              <a:moveTo>
                <a:pt x="800" y="1064"/>
              </a:moveTo>
              <a:lnTo>
                <a:pt x="1386" y="-1041"/>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356018" y="3567777"/>
        <a:ext cx="1387779" cy="14400"/>
      </dsp:txXfrm>
    </dsp:sp>
    <dsp:sp modelId="{4C481D98-6E63-4E07-8F4A-E9265E9CD9FB}">
      <dsp:nvSpPr>
        <dsp:cNvPr id="19" name="圆角矩形 18"/>
        <dsp:cNvSpPr/>
      </dsp:nvSpPr>
      <dsp:spPr bwMode="white">
        <a:xfrm>
          <a:off x="7235922" y="2673967"/>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信息安全保密的体系框架</a:t>
          </a:r>
          <a:endParaRPr lang="zh-CN" altLang="en-US" sz="1200" b="1" dirty="0">
            <a:latin typeface="微软雅黑" panose="020B0503020204020204" pitchFamily="34" charset="-122"/>
            <a:ea typeface="微软雅黑" panose="020B0503020204020204" pitchFamily="34" charset="-122"/>
          </a:endParaRPr>
        </a:p>
      </dsp:txBody>
      <dsp:txXfrm>
        <a:off x="7235922" y="2673967"/>
        <a:ext cx="2163299" cy="465038"/>
      </dsp:txXfrm>
    </dsp:sp>
    <dsp:sp modelId="{342D1140-A554-4156-AA11-A1DD0F483AF3}">
      <dsp:nvSpPr>
        <dsp:cNvPr id="20" name="任意多边形 19"/>
        <dsp:cNvSpPr/>
      </dsp:nvSpPr>
      <dsp:spPr bwMode="white">
        <a:xfrm>
          <a:off x="6607777" y="3835174"/>
          <a:ext cx="884260" cy="14400"/>
        </a:xfrm>
        <a:custGeom>
          <a:avLst/>
          <a:gdLst/>
          <a:ahLst/>
          <a:cxnLst/>
          <a:pathLst>
            <a:path w="1393" h="23">
              <a:moveTo>
                <a:pt x="403" y="643"/>
              </a:moveTo>
              <a:lnTo>
                <a:pt x="989" y="-620"/>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607777" y="3835174"/>
        <a:ext cx="884260" cy="14400"/>
      </dsp:txXfrm>
    </dsp:sp>
    <dsp:sp modelId="{DC17299C-3FE6-46DA-9B35-A7F918DAA4A1}">
      <dsp:nvSpPr>
        <dsp:cNvPr id="21" name="圆角矩形 20"/>
        <dsp:cNvSpPr/>
      </dsp:nvSpPr>
      <dsp:spPr bwMode="white">
        <a:xfrm>
          <a:off x="7235922" y="3208760"/>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信息安全保密的服务支持体系</a:t>
          </a:r>
          <a:endParaRPr lang="zh-CN" altLang="en-US" sz="1200" b="1" dirty="0">
            <a:latin typeface="微软雅黑" panose="020B0503020204020204" pitchFamily="34" charset="-122"/>
            <a:ea typeface="微软雅黑" panose="020B0503020204020204" pitchFamily="34" charset="-122"/>
          </a:endParaRPr>
        </a:p>
      </dsp:txBody>
      <dsp:txXfrm>
        <a:off x="7235922" y="3208760"/>
        <a:ext cx="2163299" cy="465038"/>
      </dsp:txXfrm>
    </dsp:sp>
    <dsp:sp modelId="{56D599B6-6925-4105-B57A-C5CA256248FA}">
      <dsp:nvSpPr>
        <dsp:cNvPr id="22" name="任意多边形 21"/>
        <dsp:cNvSpPr/>
      </dsp:nvSpPr>
      <dsp:spPr bwMode="white">
        <a:xfrm>
          <a:off x="6820829" y="4102570"/>
          <a:ext cx="458157" cy="14400"/>
        </a:xfrm>
        <a:custGeom>
          <a:avLst/>
          <a:gdLst/>
          <a:ahLst/>
          <a:cxnLst/>
          <a:pathLst>
            <a:path w="722" h="23">
              <a:moveTo>
                <a:pt x="68" y="222"/>
              </a:moveTo>
              <a:lnTo>
                <a:pt x="654" y="-199"/>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820829" y="4102570"/>
        <a:ext cx="458157" cy="14400"/>
      </dsp:txXfrm>
    </dsp:sp>
    <dsp:sp modelId="{4B9AC542-9F41-4735-BD54-F85A9E698CED}">
      <dsp:nvSpPr>
        <dsp:cNvPr id="23" name="圆角矩形 22"/>
        <dsp:cNvSpPr/>
      </dsp:nvSpPr>
      <dsp:spPr bwMode="white">
        <a:xfrm>
          <a:off x="7235922" y="3743553"/>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信息安全保密的标准规范体系</a:t>
          </a:r>
          <a:endParaRPr lang="zh-CN" altLang="en-US" sz="1200" b="1" dirty="0">
            <a:latin typeface="微软雅黑" panose="020B0503020204020204" pitchFamily="34" charset="-122"/>
            <a:ea typeface="微软雅黑" panose="020B0503020204020204" pitchFamily="34" charset="-122"/>
          </a:endParaRPr>
        </a:p>
      </dsp:txBody>
      <dsp:txXfrm>
        <a:off x="7235922" y="3743553"/>
        <a:ext cx="2163299" cy="465038"/>
      </dsp:txXfrm>
    </dsp:sp>
    <dsp:sp modelId="{44669895-7CF8-45C9-857F-803C3991D92C}">
      <dsp:nvSpPr>
        <dsp:cNvPr id="24" name="任意多边形 23"/>
        <dsp:cNvSpPr/>
      </dsp:nvSpPr>
      <dsp:spPr bwMode="white">
        <a:xfrm>
          <a:off x="6820829" y="4369967"/>
          <a:ext cx="458157" cy="14400"/>
        </a:xfrm>
        <a:custGeom>
          <a:avLst/>
          <a:gdLst/>
          <a:ahLst/>
          <a:cxnLst/>
          <a:pathLst>
            <a:path w="722" h="23">
              <a:moveTo>
                <a:pt x="68" y="-199"/>
              </a:moveTo>
              <a:lnTo>
                <a:pt x="654" y="222"/>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820829" y="4369967"/>
        <a:ext cx="458157" cy="14400"/>
      </dsp:txXfrm>
    </dsp:sp>
    <dsp:sp modelId="{6FA4A15D-F41A-4ED4-85EA-589EBBF12C2E}">
      <dsp:nvSpPr>
        <dsp:cNvPr id="25" name="圆角矩形 24"/>
        <dsp:cNvSpPr/>
      </dsp:nvSpPr>
      <dsp:spPr bwMode="white">
        <a:xfrm>
          <a:off x="7235922" y="4278347"/>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信息安全保密的技术防范体系</a:t>
          </a:r>
          <a:endParaRPr lang="zh-CN" altLang="en-US" sz="1200" b="1" dirty="0">
            <a:latin typeface="微软雅黑" panose="020B0503020204020204" pitchFamily="34" charset="-122"/>
            <a:ea typeface="微软雅黑" panose="020B0503020204020204" pitchFamily="34" charset="-122"/>
          </a:endParaRPr>
        </a:p>
      </dsp:txBody>
      <dsp:txXfrm>
        <a:off x="7235922" y="4278347"/>
        <a:ext cx="2163299" cy="465038"/>
      </dsp:txXfrm>
    </dsp:sp>
    <dsp:sp modelId="{CDAA6C39-A72A-44A1-A000-79057B2CA615}">
      <dsp:nvSpPr>
        <dsp:cNvPr id="26" name="任意多边形 25"/>
        <dsp:cNvSpPr/>
      </dsp:nvSpPr>
      <dsp:spPr bwMode="white">
        <a:xfrm>
          <a:off x="6607777" y="4637364"/>
          <a:ext cx="884260" cy="14400"/>
        </a:xfrm>
        <a:custGeom>
          <a:avLst/>
          <a:gdLst/>
          <a:ahLst/>
          <a:cxnLst/>
          <a:pathLst>
            <a:path w="1393" h="23">
              <a:moveTo>
                <a:pt x="403" y="-620"/>
              </a:moveTo>
              <a:lnTo>
                <a:pt x="989" y="643"/>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607777" y="4637364"/>
        <a:ext cx="884260" cy="14400"/>
      </dsp:txXfrm>
    </dsp:sp>
    <dsp:sp modelId="{4E2FD54F-87A7-4466-982B-7ECC03A9C591}">
      <dsp:nvSpPr>
        <dsp:cNvPr id="27" name="圆角矩形 26"/>
        <dsp:cNvSpPr/>
      </dsp:nvSpPr>
      <dsp:spPr bwMode="white">
        <a:xfrm>
          <a:off x="7235922" y="4813140"/>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信息安全保密的管理保障体系</a:t>
          </a:r>
          <a:endParaRPr lang="zh-CN" altLang="en-US" sz="1200" b="1" dirty="0">
            <a:latin typeface="微软雅黑" panose="020B0503020204020204" pitchFamily="34" charset="-122"/>
            <a:ea typeface="微软雅黑" panose="020B0503020204020204" pitchFamily="34" charset="-122"/>
          </a:endParaRPr>
        </a:p>
      </dsp:txBody>
      <dsp:txXfrm>
        <a:off x="7235922" y="4813140"/>
        <a:ext cx="2163299" cy="465038"/>
      </dsp:txXfrm>
    </dsp:sp>
    <dsp:sp modelId="{ECB516E7-18C4-4BF2-9231-9030884CC94C}">
      <dsp:nvSpPr>
        <dsp:cNvPr id="28" name="任意多边形 27"/>
        <dsp:cNvSpPr/>
      </dsp:nvSpPr>
      <dsp:spPr bwMode="white">
        <a:xfrm>
          <a:off x="6356018" y="4904760"/>
          <a:ext cx="1387779" cy="14400"/>
        </a:xfrm>
        <a:custGeom>
          <a:avLst/>
          <a:gdLst/>
          <a:ahLst/>
          <a:cxnLst/>
          <a:pathLst>
            <a:path w="2185" h="23">
              <a:moveTo>
                <a:pt x="800" y="-1041"/>
              </a:moveTo>
              <a:lnTo>
                <a:pt x="1386" y="1064"/>
              </a:lnTo>
            </a:path>
          </a:pathLst>
        </a:custGeom>
      </dsp:spPr>
      <dsp:style>
        <a:lnRef idx="2">
          <a:schemeClr val="accent1">
            <a:shade val="8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6356018" y="4904760"/>
        <a:ext cx="1387779" cy="14400"/>
      </dsp:txXfrm>
    </dsp:sp>
    <dsp:sp modelId="{6BE51BFE-F975-45C4-B191-F9F907DE9820}">
      <dsp:nvSpPr>
        <dsp:cNvPr id="29" name="圆角矩形 28"/>
        <dsp:cNvSpPr/>
      </dsp:nvSpPr>
      <dsp:spPr bwMode="white">
        <a:xfrm>
          <a:off x="7235922" y="5347933"/>
          <a:ext cx="2163299" cy="465038"/>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7620" tIns="7620" rIns="7620" bIns="7620"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zh-CN" altLang="en-US" sz="1200" b="1" dirty="0" smtClean="0">
              <a:latin typeface="微软雅黑" panose="020B0503020204020204" pitchFamily="34" charset="-122"/>
              <a:ea typeface="微软雅黑" panose="020B0503020204020204" pitchFamily="34" charset="-122"/>
            </a:rPr>
            <a:t>信息安全保密的工作能力体系</a:t>
          </a:r>
          <a:endParaRPr lang="zh-CN" altLang="en-US" sz="1200" b="1" dirty="0">
            <a:latin typeface="微软雅黑" panose="020B0503020204020204" pitchFamily="34" charset="-122"/>
            <a:ea typeface="微软雅黑" panose="020B0503020204020204" pitchFamily="34" charset="-122"/>
          </a:endParaRPr>
        </a:p>
      </dsp:txBody>
      <dsp:txXfrm>
        <a:off x="7235922" y="5347933"/>
        <a:ext cx="2163299" cy="465038"/>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6103917" cy="4750129"/>
        <a:chOff x="0" y="0"/>
        <a:chExt cx="6103917" cy="4750129"/>
      </a:xfrm>
    </dsp:grpSpPr>
    <dsp:sp modelId="{29F33F01-EB5B-4CE0-AD4E-0D86BD6ADD14}">
      <dsp:nvSpPr>
        <dsp:cNvPr id="5" name="任意多边形 4"/>
        <dsp:cNvSpPr/>
      </dsp:nvSpPr>
      <dsp:spPr bwMode="white">
        <a:xfrm>
          <a:off x="1642024" y="1502722"/>
          <a:ext cx="774177" cy="68756"/>
        </a:xfrm>
        <a:custGeom>
          <a:avLst/>
          <a:gdLst/>
          <a:ahLst/>
          <a:cxnLst/>
          <a:pathLst>
            <a:path w="1219" h="108">
              <a:moveTo>
                <a:pt x="172" y="479"/>
              </a:moveTo>
              <a:lnTo>
                <a:pt x="1047" y="-370"/>
              </a:lnTo>
            </a:path>
          </a:pathLst>
        </a:custGeom>
      </dsp:spPr>
      <dsp:style>
        <a:lnRef idx="2">
          <a:schemeClr val="accent1"/>
        </a:lnRef>
        <a:fillRef idx="0">
          <a:schemeClr val="accent2"/>
        </a:fillRef>
        <a:effectRef idx="0">
          <a:scrgbClr r="0" g="0" b="0"/>
        </a:effectRef>
        <a:fontRef idx="minor"/>
      </dsp:style>
      <dsp:txXfrm>
        <a:off x="1642024" y="1502722"/>
        <a:ext cx="774177" cy="68756"/>
      </dsp:txXfrm>
    </dsp:sp>
    <dsp:sp modelId="{F62CCE61-6AF2-443C-9B2D-BA8585C6CEFC}">
      <dsp:nvSpPr>
        <dsp:cNvPr id="8" name="任意多边形 7"/>
        <dsp:cNvSpPr/>
      </dsp:nvSpPr>
      <dsp:spPr bwMode="white">
        <a:xfrm>
          <a:off x="1981824" y="2340687"/>
          <a:ext cx="554810" cy="68756"/>
        </a:xfrm>
        <a:custGeom>
          <a:avLst/>
          <a:gdLst/>
          <a:ahLst/>
          <a:cxnLst/>
          <a:pathLst>
            <a:path w="874" h="108">
              <a:moveTo>
                <a:pt x="0" y="54"/>
              </a:moveTo>
              <a:lnTo>
                <a:pt x="874" y="54"/>
              </a:lnTo>
            </a:path>
          </a:pathLst>
        </a:custGeom>
      </dsp:spPr>
      <dsp:style>
        <a:lnRef idx="2">
          <a:schemeClr val="accent1"/>
        </a:lnRef>
        <a:fillRef idx="0">
          <a:schemeClr val="accent2"/>
        </a:fillRef>
        <a:effectRef idx="0">
          <a:scrgbClr r="0" g="0" b="0"/>
        </a:effectRef>
        <a:fontRef idx="minor"/>
      </dsp:style>
      <dsp:txXfrm>
        <a:off x="1981824" y="2340687"/>
        <a:ext cx="554810" cy="68756"/>
      </dsp:txXfrm>
    </dsp:sp>
    <dsp:sp modelId="{77A13E82-AF43-4583-86B9-6740B6446EF0}">
      <dsp:nvSpPr>
        <dsp:cNvPr id="11" name="任意多边形 10"/>
        <dsp:cNvSpPr/>
      </dsp:nvSpPr>
      <dsp:spPr bwMode="white">
        <a:xfrm>
          <a:off x="1642024" y="3178652"/>
          <a:ext cx="774177" cy="68756"/>
        </a:xfrm>
        <a:custGeom>
          <a:avLst/>
          <a:gdLst/>
          <a:ahLst/>
          <a:cxnLst/>
          <a:pathLst>
            <a:path w="1219" h="108">
              <a:moveTo>
                <a:pt x="172" y="-370"/>
              </a:moveTo>
              <a:lnTo>
                <a:pt x="1047" y="479"/>
              </a:lnTo>
            </a:path>
          </a:pathLst>
        </a:custGeom>
      </dsp:spPr>
      <dsp:style>
        <a:lnRef idx="2">
          <a:schemeClr val="accent1"/>
        </a:lnRef>
        <a:fillRef idx="0">
          <a:schemeClr val="accent2"/>
        </a:fillRef>
        <a:effectRef idx="0">
          <a:scrgbClr r="0" g="0" b="0"/>
        </a:effectRef>
        <a:fontRef idx="minor"/>
      </dsp:style>
      <dsp:txXfrm>
        <a:off x="1642024" y="3178652"/>
        <a:ext cx="774177" cy="68756"/>
      </dsp:txXfrm>
    </dsp:sp>
    <dsp:sp modelId="{5B96A6F7-182C-4084-A2C0-C2EB24CF468C}">
      <dsp:nvSpPr>
        <dsp:cNvPr id="4" name="椭圆 3"/>
        <dsp:cNvSpPr/>
      </dsp:nvSpPr>
      <dsp:spPr bwMode="white">
        <a:xfrm>
          <a:off x="0" y="1209286"/>
          <a:ext cx="2331557" cy="2331557"/>
        </a:xfrm>
        <a:prstGeom prst="ellipse">
          <a:avLst/>
        </a:prstGeom>
      </dsp:spPr>
      <dsp:style>
        <a:lnRef idx="2">
          <a:schemeClr val="lt1"/>
        </a:lnRef>
        <a:fillRef idx="1">
          <a:schemeClr val="accent2"/>
        </a:fillRef>
        <a:effectRef idx="0">
          <a:scrgbClr r="0" g="0" b="0"/>
        </a:effectRef>
        <a:fontRef idx="minor">
          <a:schemeClr val="lt1"/>
        </a:fontRef>
      </dsp:style>
      <dsp:txXfrm>
        <a:off x="0" y="1209286"/>
        <a:ext cx="2331557" cy="2331557"/>
      </dsp:txXfrm>
    </dsp:sp>
    <dsp:sp modelId="{E77B6231-D0EE-4128-8442-A201ED9340BE}">
      <dsp:nvSpPr>
        <dsp:cNvPr id="6" name="椭圆 5"/>
        <dsp:cNvSpPr/>
      </dsp:nvSpPr>
      <dsp:spPr bwMode="white">
        <a:xfrm>
          <a:off x="2109326" y="80862"/>
          <a:ext cx="1398934" cy="1398934"/>
        </a:xfrm>
        <a:prstGeom prst="ellipse">
          <a:avLst/>
        </a:prstGeom>
      </dsp:spPr>
      <dsp:style>
        <a:lnRef idx="2">
          <a:schemeClr val="lt1"/>
        </a:lnRef>
        <a:fillRef idx="1">
          <a:schemeClr val="accent3"/>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rtl="0">
            <a:lnSpc>
              <a:spcPct val="100000"/>
            </a:lnSpc>
            <a:spcBef>
              <a:spcPct val="0"/>
            </a:spcBef>
            <a:spcAft>
              <a:spcPct val="35000"/>
            </a:spcAft>
          </a:pPr>
          <a:r>
            <a:rPr lang="en-US" b="1" dirty="0" smtClean="0"/>
            <a:t>1.</a:t>
          </a:r>
          <a:r>
            <a:rPr lang="zh-CN" b="1" dirty="0" smtClean="0"/>
            <a:t>鉴权</a:t>
          </a:r>
          <a:endParaRPr lang="zh-CN" dirty="0"/>
        </a:p>
      </dsp:txBody>
      <dsp:txXfrm>
        <a:off x="2109326" y="80862"/>
        <a:ext cx="1398934" cy="1398934"/>
      </dsp:txXfrm>
    </dsp:sp>
    <dsp:sp modelId="{E570F79C-C311-40BD-894B-DF5D298DAFF2}">
      <dsp:nvSpPr>
        <dsp:cNvPr id="9" name="椭圆 8"/>
        <dsp:cNvSpPr/>
      </dsp:nvSpPr>
      <dsp:spPr bwMode="white">
        <a:xfrm>
          <a:off x="2536634" y="1675597"/>
          <a:ext cx="1398934" cy="1398934"/>
        </a:xfrm>
        <a:prstGeom prst="ellipse">
          <a:avLst/>
        </a:prstGeom>
      </dsp:spPr>
      <dsp:style>
        <a:lnRef idx="2">
          <a:schemeClr val="lt1"/>
        </a:lnRef>
        <a:fillRef idx="1">
          <a:schemeClr val="accent4"/>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rtl="0">
            <a:lnSpc>
              <a:spcPct val="100000"/>
            </a:lnSpc>
            <a:spcBef>
              <a:spcPct val="0"/>
            </a:spcBef>
            <a:spcAft>
              <a:spcPct val="35000"/>
            </a:spcAft>
          </a:pPr>
          <a:r>
            <a:rPr lang="en-US" b="1" smtClean="0"/>
            <a:t>2.</a:t>
          </a:r>
          <a:r>
            <a:rPr lang="zh-CN" b="1" smtClean="0"/>
            <a:t>完整性</a:t>
          </a:r>
          <a:endParaRPr lang="zh-CN"/>
        </a:p>
      </dsp:txBody>
      <dsp:txXfrm>
        <a:off x="2536634" y="1675597"/>
        <a:ext cx="1398934" cy="1398934"/>
      </dsp:txXfrm>
    </dsp:sp>
    <dsp:sp modelId="{3438028E-E263-4CDF-9225-6A78D918414B}">
      <dsp:nvSpPr>
        <dsp:cNvPr id="12" name="椭圆 11"/>
        <dsp:cNvSpPr/>
      </dsp:nvSpPr>
      <dsp:spPr bwMode="white">
        <a:xfrm>
          <a:off x="2109326" y="3270332"/>
          <a:ext cx="1398934" cy="1398934"/>
        </a:xfrm>
        <a:prstGeom prst="ellipse">
          <a:avLst/>
        </a:prstGeom>
      </dsp:spPr>
      <dsp:style>
        <a:lnRef idx="2">
          <a:schemeClr val="lt1"/>
        </a:lnRef>
        <a:fillRef idx="1">
          <a:schemeClr val="accent5"/>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rtl="0">
            <a:lnSpc>
              <a:spcPct val="100000"/>
            </a:lnSpc>
            <a:spcBef>
              <a:spcPct val="0"/>
            </a:spcBef>
            <a:spcAft>
              <a:spcPct val="35000"/>
            </a:spcAft>
          </a:pPr>
          <a:r>
            <a:rPr lang="en-US" b="1" smtClean="0"/>
            <a:t>3.</a:t>
          </a:r>
          <a:r>
            <a:rPr lang="zh-CN" b="1" smtClean="0"/>
            <a:t>不可抵赖</a:t>
          </a:r>
          <a:endParaRPr lang="zh-CN"/>
        </a:p>
      </dsp:txBody>
      <dsp:txXfrm>
        <a:off x="2109326" y="3270332"/>
        <a:ext cx="1398934" cy="1398934"/>
      </dsp:txXfrm>
    </dsp:sp>
    <dsp:sp modelId="{C4F5E0F2-75F6-4C07-BE73-03E5F20B80A5}">
      <dsp:nvSpPr>
        <dsp:cNvPr id="3" name="椭圆 2" hidden="1"/>
        <dsp:cNvSpPr/>
      </dsp:nvSpPr>
      <dsp:spPr>
        <a:xfrm>
          <a:off x="349734" y="1559019"/>
          <a:ext cx="1632090" cy="1632090"/>
        </a:xfrm>
        <a:prstGeom prst="ellipse">
          <a:avLst/>
        </a:prstGeom>
      </dsp:spPr>
      <dsp:txXfrm>
        <a:off x="349734" y="1559019"/>
        <a:ext cx="1632090" cy="1632090"/>
      </dsp:txXfrm>
    </dsp:sp>
    <dsp:sp modelId="{DEB02F09-F119-4786-9D9F-13DADB830F2C}">
      <dsp:nvSpPr>
        <dsp:cNvPr id="7" name="矩形 6"/>
        <dsp:cNvSpPr/>
      </dsp:nvSpPr>
      <dsp:spPr bwMode="white">
        <a:xfrm>
          <a:off x="3648154" y="80862"/>
          <a:ext cx="2098402" cy="1398934"/>
        </a:xfrm>
        <a:prstGeom prst="rect">
          <a:avLst/>
        </a:prstGeom>
        <a:noFill/>
        <a:ln>
          <a:noFill/>
        </a:ln>
      </dsp:spPr>
      <dsp:style>
        <a:lnRef idx="0">
          <a:scrgbClr r="0" g="0" b="0"/>
        </a:lnRef>
        <a:fillRef idx="0">
          <a:scrgbClr r="0" g="0" b="0"/>
        </a:fillRef>
        <a:effectRef idx="0">
          <a:scrgbClr r="0" g="0" b="0"/>
        </a:effectRef>
        <a:fontRef idx="minor"/>
      </dsp:style>
      <dsp:txBody>
        <a:bodyPr lIns="0" tIns="0" rIns="0" bIns="0" anchor="ctr"/>
        <a:lstStyle>
          <a:lvl1pPr algn="l">
            <a:defRPr sz="6500"/>
          </a:lvl1pPr>
          <a:lvl2pPr marL="285750" indent="-285750" algn="l">
            <a:defRPr sz="5100"/>
          </a:lvl2pPr>
          <a:lvl3pPr marL="571500" indent="-285750" algn="l">
            <a:defRPr sz="5100"/>
          </a:lvl3pPr>
          <a:lvl4pPr marL="857250" indent="-285750" algn="l">
            <a:defRPr sz="5100"/>
          </a:lvl4pPr>
          <a:lvl5pPr marL="1143000" indent="-285750" algn="l">
            <a:defRPr sz="5100"/>
          </a:lvl5pPr>
          <a:lvl6pPr marL="1428750" indent="-285750" algn="l">
            <a:defRPr sz="5100"/>
          </a:lvl6pPr>
          <a:lvl7pPr marL="1714500" indent="-285750" algn="l">
            <a:defRPr sz="5100"/>
          </a:lvl7pPr>
          <a:lvl8pPr marL="2000250" indent="-285750" algn="l">
            <a:defRPr sz="5100"/>
          </a:lvl8pPr>
          <a:lvl9pPr marL="2286000" indent="-285750" algn="l">
            <a:defRPr sz="5100"/>
          </a:lvl9pPr>
        </a:lstStyle>
        <a:p>
          <a:endParaRPr>
            <a:solidFill>
              <a:schemeClr val="tx1"/>
            </a:solidFill>
          </a:endParaRPr>
        </a:p>
      </dsp:txBody>
      <dsp:txXfrm>
        <a:off x="3648154" y="80862"/>
        <a:ext cx="2098402" cy="1398934"/>
      </dsp:txXfrm>
    </dsp:sp>
    <dsp:sp modelId="{7C0FACD8-2779-4269-A482-9B47EEA00E26}">
      <dsp:nvSpPr>
        <dsp:cNvPr id="10" name="矩形 9"/>
        <dsp:cNvSpPr/>
      </dsp:nvSpPr>
      <dsp:spPr bwMode="white">
        <a:xfrm>
          <a:off x="4075462" y="1675597"/>
          <a:ext cx="2098402" cy="1398934"/>
        </a:xfrm>
        <a:prstGeom prst="rect">
          <a:avLst/>
        </a:prstGeom>
        <a:noFill/>
        <a:ln>
          <a:noFill/>
        </a:ln>
      </dsp:spPr>
      <dsp:style>
        <a:lnRef idx="0">
          <a:scrgbClr r="0" g="0" b="0"/>
        </a:lnRef>
        <a:fillRef idx="0">
          <a:scrgbClr r="0" g="0" b="0"/>
        </a:fillRef>
        <a:effectRef idx="0">
          <a:scrgbClr r="0" g="0" b="0"/>
        </a:effectRef>
        <a:fontRef idx="minor"/>
      </dsp:style>
      <dsp:txBody>
        <a:bodyPr lIns="0" tIns="0" rIns="0" bIns="0" anchor="ctr"/>
        <a:lstStyle>
          <a:lvl1pPr algn="l">
            <a:defRPr sz="6500"/>
          </a:lvl1pPr>
          <a:lvl2pPr marL="285750" indent="-285750" algn="l">
            <a:defRPr sz="5100"/>
          </a:lvl2pPr>
          <a:lvl3pPr marL="571500" indent="-285750" algn="l">
            <a:defRPr sz="5100"/>
          </a:lvl3pPr>
          <a:lvl4pPr marL="857250" indent="-285750" algn="l">
            <a:defRPr sz="5100"/>
          </a:lvl4pPr>
          <a:lvl5pPr marL="1143000" indent="-285750" algn="l">
            <a:defRPr sz="5100"/>
          </a:lvl5pPr>
          <a:lvl6pPr marL="1428750" indent="-285750" algn="l">
            <a:defRPr sz="5100"/>
          </a:lvl6pPr>
          <a:lvl7pPr marL="1714500" indent="-285750" algn="l">
            <a:defRPr sz="5100"/>
          </a:lvl7pPr>
          <a:lvl8pPr marL="2000250" indent="-285750" algn="l">
            <a:defRPr sz="5100"/>
          </a:lvl8pPr>
          <a:lvl9pPr marL="2286000" indent="-285750" algn="l">
            <a:defRPr sz="5100"/>
          </a:lvl9pPr>
        </a:lstStyle>
        <a:p>
          <a:endParaRPr>
            <a:solidFill>
              <a:schemeClr val="tx1"/>
            </a:solidFill>
          </a:endParaRPr>
        </a:p>
      </dsp:txBody>
      <dsp:txXfrm>
        <a:off x="4075462" y="1675597"/>
        <a:ext cx="2098402" cy="1398934"/>
      </dsp:txXfrm>
    </dsp:sp>
    <dsp:sp modelId="{C4E8CC2F-4D7B-4E4F-B5FD-7CB28B7EDF4E}">
      <dsp:nvSpPr>
        <dsp:cNvPr id="13" name="矩形 12"/>
        <dsp:cNvSpPr/>
      </dsp:nvSpPr>
      <dsp:spPr bwMode="white">
        <a:xfrm>
          <a:off x="3648154" y="3270332"/>
          <a:ext cx="2098402" cy="1398934"/>
        </a:xfrm>
        <a:prstGeom prst="rect">
          <a:avLst/>
        </a:prstGeom>
        <a:noFill/>
        <a:ln>
          <a:noFill/>
        </a:ln>
      </dsp:spPr>
      <dsp:style>
        <a:lnRef idx="0">
          <a:scrgbClr r="0" g="0" b="0"/>
        </a:lnRef>
        <a:fillRef idx="0">
          <a:scrgbClr r="0" g="0" b="0"/>
        </a:fillRef>
        <a:effectRef idx="0">
          <a:scrgbClr r="0" g="0" b="0"/>
        </a:effectRef>
        <a:fontRef idx="minor"/>
      </dsp:style>
      <dsp:txBody>
        <a:bodyPr lIns="0" tIns="0" rIns="0" bIns="0" anchor="ctr"/>
        <a:lstStyle>
          <a:lvl1pPr algn="l">
            <a:defRPr sz="6500"/>
          </a:lvl1pPr>
          <a:lvl2pPr marL="285750" indent="-285750" algn="l">
            <a:defRPr sz="5100"/>
          </a:lvl2pPr>
          <a:lvl3pPr marL="571500" indent="-285750" algn="l">
            <a:defRPr sz="5100"/>
          </a:lvl3pPr>
          <a:lvl4pPr marL="857250" indent="-285750" algn="l">
            <a:defRPr sz="5100"/>
          </a:lvl4pPr>
          <a:lvl5pPr marL="1143000" indent="-285750" algn="l">
            <a:defRPr sz="5100"/>
          </a:lvl5pPr>
          <a:lvl6pPr marL="1428750" indent="-285750" algn="l">
            <a:defRPr sz="5100"/>
          </a:lvl6pPr>
          <a:lvl7pPr marL="1714500" indent="-285750" algn="l">
            <a:defRPr sz="5100"/>
          </a:lvl7pPr>
          <a:lvl8pPr marL="2000250" indent="-285750" algn="l">
            <a:defRPr sz="5100"/>
          </a:lvl8pPr>
          <a:lvl9pPr marL="2286000" indent="-285750" algn="l">
            <a:defRPr sz="5100"/>
          </a:lvl9pPr>
        </a:lstStyle>
        <a:p>
          <a:endParaRPr>
            <a:solidFill>
              <a:schemeClr val="tx1"/>
            </a:solidFill>
          </a:endParaRPr>
        </a:p>
      </dsp:txBody>
      <dsp:txXfrm>
        <a:off x="3648154" y="3270332"/>
        <a:ext cx="2098402" cy="1398934"/>
      </dsp:txXfrm>
    </dsp:sp>
  </dsp:spTree>
</dsp:drawing>
</file>

<file path=ppt/diagrams/drawing3.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964885" cy="4073076"/>
        <a:chOff x="0" y="0"/>
        <a:chExt cx="10964885" cy="4073076"/>
      </a:xfrm>
    </dsp:grpSpPr>
    <dsp:sp modelId="{8924C9D8-44AC-46EB-A2CE-8EDD60FBF501}">
      <dsp:nvSpPr>
        <dsp:cNvPr id="3" name="圆角矩形 2"/>
        <dsp:cNvSpPr/>
      </dsp:nvSpPr>
      <dsp:spPr bwMode="white">
        <a:xfrm>
          <a:off x="0" y="1686595"/>
          <a:ext cx="1166477" cy="699886"/>
        </a:xfrm>
        <a:prstGeom prst="roundRect">
          <a:avLst>
            <a:gd name="adj" fmla="val 10000"/>
          </a:avLst>
        </a:prstGeom>
      </dsp:spPr>
      <dsp:style>
        <a:lnRef idx="2">
          <a:schemeClr val="lt1"/>
        </a:lnRef>
        <a:fillRef idx="1">
          <a:schemeClr val="accent2">
            <a:hueOff val="0"/>
            <a:satOff val="0"/>
            <a:lumOff val="0"/>
            <a:alpha val="100000"/>
          </a:schemeClr>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400" b="1" smtClean="0"/>
            <a:t>1.</a:t>
          </a:r>
          <a:r>
            <a:rPr lang="zh-CN" sz="2400" b="1" smtClean="0"/>
            <a:t>密钥生成</a:t>
          </a:r>
          <a:endParaRPr lang="zh-CN" sz="2400" b="1"/>
        </a:p>
      </dsp:txBody>
      <dsp:txXfrm>
        <a:off x="0" y="1686595"/>
        <a:ext cx="1166477" cy="699886"/>
      </dsp:txXfrm>
    </dsp:sp>
    <dsp:sp modelId="{307B04C7-C87F-49AB-9406-0C8342325C21}">
      <dsp:nvSpPr>
        <dsp:cNvPr id="4" name="右箭头 3"/>
        <dsp:cNvSpPr/>
      </dsp:nvSpPr>
      <dsp:spPr bwMode="white">
        <a:xfrm>
          <a:off x="1276126" y="1891895"/>
          <a:ext cx="247293" cy="289286"/>
        </a:xfrm>
        <a:prstGeom prst="rightArrow">
          <a:avLst>
            <a:gd name="adj1" fmla="val 60000"/>
            <a:gd name="adj2" fmla="val 50000"/>
          </a:avLst>
        </a:prstGeom>
      </dsp:spPr>
      <dsp:style>
        <a:lnRef idx="0">
          <a:schemeClr val="lt1"/>
        </a:lnRef>
        <a:fillRef idx="1">
          <a:schemeClr val="accent2">
            <a:hueOff val="0"/>
            <a:satOff val="0"/>
            <a:lumOff val="0"/>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b="1"/>
        </a:p>
      </dsp:txBody>
      <dsp:txXfrm>
        <a:off x="1276126" y="1891895"/>
        <a:ext cx="247293" cy="289286"/>
      </dsp:txXfrm>
    </dsp:sp>
    <dsp:sp modelId="{8F6A1C97-B84A-4D3B-8627-884E49842757}">
      <dsp:nvSpPr>
        <dsp:cNvPr id="5" name="圆角矩形 4"/>
        <dsp:cNvSpPr/>
      </dsp:nvSpPr>
      <dsp:spPr bwMode="white">
        <a:xfrm>
          <a:off x="1633068" y="1686595"/>
          <a:ext cx="1166477" cy="699886"/>
        </a:xfrm>
        <a:prstGeom prst="roundRect">
          <a:avLst>
            <a:gd name="adj" fmla="val 10000"/>
          </a:avLst>
        </a:prstGeom>
      </dsp:spPr>
      <dsp:style>
        <a:lnRef idx="2">
          <a:schemeClr val="lt1"/>
        </a:lnRef>
        <a:fillRef idx="1">
          <a:schemeClr val="accent2">
            <a:hueOff val="-870000"/>
            <a:satOff val="-1110"/>
            <a:lumOff val="2222"/>
            <a:alpha val="100000"/>
          </a:schemeClr>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400" b="1" smtClean="0"/>
            <a:t>2.</a:t>
          </a:r>
          <a:r>
            <a:rPr lang="zh-CN" sz="2400" b="1" smtClean="0"/>
            <a:t>密钥分发</a:t>
          </a:r>
          <a:endParaRPr lang="zh-CN" sz="2400" b="1"/>
        </a:p>
      </dsp:txBody>
      <dsp:txXfrm>
        <a:off x="1633068" y="1686595"/>
        <a:ext cx="1166477" cy="699886"/>
      </dsp:txXfrm>
    </dsp:sp>
    <dsp:sp modelId="{D850408A-BBB8-4065-AD34-122F3EFB1080}">
      <dsp:nvSpPr>
        <dsp:cNvPr id="6" name="右箭头 5"/>
        <dsp:cNvSpPr/>
      </dsp:nvSpPr>
      <dsp:spPr bwMode="white">
        <a:xfrm>
          <a:off x="2909194" y="1891895"/>
          <a:ext cx="247293" cy="289286"/>
        </a:xfrm>
        <a:prstGeom prst="rightArrow">
          <a:avLst>
            <a:gd name="adj1" fmla="val 60000"/>
            <a:gd name="adj2" fmla="val 50000"/>
          </a:avLst>
        </a:prstGeom>
      </dsp:spPr>
      <dsp:style>
        <a:lnRef idx="0">
          <a:schemeClr val="lt1"/>
        </a:lnRef>
        <a:fillRef idx="1">
          <a:schemeClr val="accent2">
            <a:hueOff val="-1044000"/>
            <a:satOff val="-1332"/>
            <a:lumOff val="2667"/>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b="1"/>
        </a:p>
      </dsp:txBody>
      <dsp:txXfrm>
        <a:off x="2909194" y="1891895"/>
        <a:ext cx="247293" cy="289286"/>
      </dsp:txXfrm>
    </dsp:sp>
    <dsp:sp modelId="{52AF4301-D54D-432E-A154-52890E741198}">
      <dsp:nvSpPr>
        <dsp:cNvPr id="7" name="圆角矩形 6"/>
        <dsp:cNvSpPr/>
      </dsp:nvSpPr>
      <dsp:spPr bwMode="white">
        <a:xfrm>
          <a:off x="3266136" y="1686595"/>
          <a:ext cx="1166477" cy="699886"/>
        </a:xfrm>
        <a:prstGeom prst="roundRect">
          <a:avLst>
            <a:gd name="adj" fmla="val 10000"/>
          </a:avLst>
        </a:prstGeom>
      </dsp:spPr>
      <dsp:style>
        <a:lnRef idx="2">
          <a:schemeClr val="lt1"/>
        </a:lnRef>
        <a:fillRef idx="1">
          <a:schemeClr val="accent2">
            <a:hueOff val="-1740000"/>
            <a:satOff val="-2221"/>
            <a:lumOff val="4444"/>
            <a:alpha val="100000"/>
          </a:schemeClr>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400" b="1" smtClean="0"/>
            <a:t>4.</a:t>
          </a:r>
          <a:r>
            <a:rPr lang="zh-CN" sz="2400" b="1" smtClean="0"/>
            <a:t>更新密钥</a:t>
          </a:r>
          <a:endParaRPr lang="zh-CN" sz="2400" b="1"/>
        </a:p>
      </dsp:txBody>
      <dsp:txXfrm>
        <a:off x="3266136" y="1686595"/>
        <a:ext cx="1166477" cy="699886"/>
      </dsp:txXfrm>
    </dsp:sp>
    <dsp:sp modelId="{CA1A5FF4-ADCB-4CD4-96B7-57D0FD7DB2E7}">
      <dsp:nvSpPr>
        <dsp:cNvPr id="8" name="右箭头 7"/>
        <dsp:cNvSpPr/>
      </dsp:nvSpPr>
      <dsp:spPr bwMode="white">
        <a:xfrm>
          <a:off x="4542262" y="1891895"/>
          <a:ext cx="247293" cy="289286"/>
        </a:xfrm>
        <a:prstGeom prst="rightArrow">
          <a:avLst>
            <a:gd name="adj1" fmla="val 60000"/>
            <a:gd name="adj2" fmla="val 50000"/>
          </a:avLst>
        </a:prstGeom>
      </dsp:spPr>
      <dsp:style>
        <a:lnRef idx="0">
          <a:schemeClr val="lt1"/>
        </a:lnRef>
        <a:fillRef idx="1">
          <a:schemeClr val="accent2">
            <a:hueOff val="-2088000"/>
            <a:satOff val="-2666"/>
            <a:lumOff val="5333"/>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b="1"/>
        </a:p>
      </dsp:txBody>
      <dsp:txXfrm>
        <a:off x="4542262" y="1891895"/>
        <a:ext cx="247293" cy="289286"/>
      </dsp:txXfrm>
    </dsp:sp>
    <dsp:sp modelId="{D606B060-A8C5-4240-B817-7A2736CFFC77}">
      <dsp:nvSpPr>
        <dsp:cNvPr id="9" name="圆角矩形 8"/>
        <dsp:cNvSpPr/>
      </dsp:nvSpPr>
      <dsp:spPr bwMode="white">
        <a:xfrm>
          <a:off x="4899204" y="1686595"/>
          <a:ext cx="1166477" cy="699886"/>
        </a:xfrm>
        <a:prstGeom prst="roundRect">
          <a:avLst>
            <a:gd name="adj" fmla="val 10000"/>
          </a:avLst>
        </a:prstGeom>
      </dsp:spPr>
      <dsp:style>
        <a:lnRef idx="2">
          <a:schemeClr val="lt1"/>
        </a:lnRef>
        <a:fillRef idx="1">
          <a:schemeClr val="accent2">
            <a:hueOff val="-2610000"/>
            <a:satOff val="-3332"/>
            <a:lumOff val="6667"/>
            <a:alpha val="100000"/>
          </a:schemeClr>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400" b="1" smtClean="0"/>
            <a:t>5.</a:t>
          </a:r>
          <a:r>
            <a:rPr lang="zh-CN" sz="2400" b="1" smtClean="0"/>
            <a:t>密钥存储</a:t>
          </a:r>
          <a:endParaRPr lang="zh-CN" sz="2400" b="1"/>
        </a:p>
      </dsp:txBody>
      <dsp:txXfrm>
        <a:off x="4899204" y="1686595"/>
        <a:ext cx="1166477" cy="699886"/>
      </dsp:txXfrm>
    </dsp:sp>
    <dsp:sp modelId="{7FBFBF89-470F-4003-88F9-587C0D34B3E9}">
      <dsp:nvSpPr>
        <dsp:cNvPr id="10" name="右箭头 9"/>
        <dsp:cNvSpPr/>
      </dsp:nvSpPr>
      <dsp:spPr bwMode="white">
        <a:xfrm>
          <a:off x="6175330" y="1891895"/>
          <a:ext cx="247293" cy="289286"/>
        </a:xfrm>
        <a:prstGeom prst="rightArrow">
          <a:avLst>
            <a:gd name="adj1" fmla="val 60000"/>
            <a:gd name="adj2" fmla="val 50000"/>
          </a:avLst>
        </a:prstGeom>
      </dsp:spPr>
      <dsp:style>
        <a:lnRef idx="0">
          <a:schemeClr val="lt1"/>
        </a:lnRef>
        <a:fillRef idx="1">
          <a:schemeClr val="accent2">
            <a:hueOff val="-3131999"/>
            <a:satOff val="-3999"/>
            <a:lumOff val="8000"/>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b="1"/>
        </a:p>
      </dsp:txBody>
      <dsp:txXfrm>
        <a:off x="6175330" y="1891895"/>
        <a:ext cx="247293" cy="289286"/>
      </dsp:txXfrm>
    </dsp:sp>
    <dsp:sp modelId="{886EE742-1165-45A2-A91A-33A0B46230AF}">
      <dsp:nvSpPr>
        <dsp:cNvPr id="11" name="圆角矩形 10"/>
        <dsp:cNvSpPr/>
      </dsp:nvSpPr>
      <dsp:spPr bwMode="white">
        <a:xfrm>
          <a:off x="6532272" y="1686595"/>
          <a:ext cx="1166477" cy="699886"/>
        </a:xfrm>
        <a:prstGeom prst="roundRect">
          <a:avLst>
            <a:gd name="adj" fmla="val 10000"/>
          </a:avLst>
        </a:prstGeom>
      </dsp:spPr>
      <dsp:style>
        <a:lnRef idx="2">
          <a:schemeClr val="lt1"/>
        </a:lnRef>
        <a:fillRef idx="1">
          <a:schemeClr val="accent2">
            <a:hueOff val="-3480000"/>
            <a:satOff val="-4443"/>
            <a:lumOff val="8889"/>
            <a:alpha val="100000"/>
          </a:schemeClr>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sz="2400" b="1" dirty="0" smtClean="0"/>
            <a:t>6.</a:t>
          </a:r>
          <a:r>
            <a:rPr lang="zh-CN" sz="2400" b="1" dirty="0" smtClean="0"/>
            <a:t>备份密钥</a:t>
          </a:r>
          <a:endParaRPr lang="zh-CN" sz="2400" b="1" dirty="0"/>
        </a:p>
      </dsp:txBody>
      <dsp:txXfrm>
        <a:off x="6532272" y="1686595"/>
        <a:ext cx="1166477" cy="699886"/>
      </dsp:txXfrm>
    </dsp:sp>
    <dsp:sp modelId="{B0F74A58-06AD-45C9-8A82-219CE0C8893C}">
      <dsp:nvSpPr>
        <dsp:cNvPr id="12" name="右箭头 11"/>
        <dsp:cNvSpPr/>
      </dsp:nvSpPr>
      <dsp:spPr bwMode="white">
        <a:xfrm>
          <a:off x="7808398" y="1891895"/>
          <a:ext cx="247293" cy="289286"/>
        </a:xfrm>
        <a:prstGeom prst="rightArrow">
          <a:avLst>
            <a:gd name="adj1" fmla="val 60000"/>
            <a:gd name="adj2" fmla="val 50000"/>
          </a:avLst>
        </a:prstGeom>
      </dsp:spPr>
      <dsp:style>
        <a:lnRef idx="0">
          <a:schemeClr val="lt1"/>
        </a:lnRef>
        <a:fillRef idx="1">
          <a:schemeClr val="accent2">
            <a:hueOff val="-4176000"/>
            <a:satOff val="-5332"/>
            <a:lumOff val="10667"/>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600" b="1"/>
        </a:p>
      </dsp:txBody>
      <dsp:txXfrm>
        <a:off x="7808398" y="1891895"/>
        <a:ext cx="247293" cy="289286"/>
      </dsp:txXfrm>
    </dsp:sp>
    <dsp:sp modelId="{BF45DCC3-2607-4366-9CB2-DEF3639DB1C0}">
      <dsp:nvSpPr>
        <dsp:cNvPr id="13" name="圆角矩形 12"/>
        <dsp:cNvSpPr/>
      </dsp:nvSpPr>
      <dsp:spPr bwMode="white">
        <a:xfrm>
          <a:off x="8165340" y="1686595"/>
          <a:ext cx="1166477" cy="699886"/>
        </a:xfrm>
        <a:prstGeom prst="roundRect">
          <a:avLst>
            <a:gd name="adj" fmla="val 10000"/>
          </a:avLst>
        </a:prstGeom>
      </dsp:spPr>
      <dsp:style>
        <a:lnRef idx="2">
          <a:schemeClr val="lt1"/>
        </a:lnRef>
        <a:fillRef idx="1">
          <a:schemeClr val="accent2">
            <a:hueOff val="-4350000"/>
            <a:satOff val="-5555"/>
            <a:lumOff val="11111"/>
            <a:alpha val="100000"/>
          </a:schemeClr>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altLang="zh-CN" sz="2400" b="1" dirty="0" smtClean="0"/>
            <a:t>7.</a:t>
          </a:r>
          <a:r>
            <a:rPr lang="zh-CN" altLang="en-US" sz="2400" b="1" dirty="0" smtClean="0"/>
            <a:t>密钥有效期</a:t>
          </a:r>
          <a:endParaRPr lang="zh-CN" sz="2400" b="1" dirty="0"/>
        </a:p>
      </dsp:txBody>
      <dsp:txXfrm>
        <a:off x="8165340" y="1686595"/>
        <a:ext cx="1166477" cy="699886"/>
      </dsp:txXfrm>
    </dsp:sp>
    <dsp:sp modelId="{8943FEB0-C469-4122-B46F-BB5C6B51B2A7}">
      <dsp:nvSpPr>
        <dsp:cNvPr id="14" name="右箭头 13"/>
        <dsp:cNvSpPr/>
      </dsp:nvSpPr>
      <dsp:spPr bwMode="white">
        <a:xfrm>
          <a:off x="9441466" y="1891895"/>
          <a:ext cx="247293" cy="289286"/>
        </a:xfrm>
        <a:prstGeom prst="rightArrow">
          <a:avLst>
            <a:gd name="adj1" fmla="val 60000"/>
            <a:gd name="adj2" fmla="val 50000"/>
          </a:avLst>
        </a:prstGeom>
      </dsp:spPr>
      <dsp:style>
        <a:lnRef idx="0">
          <a:schemeClr val="lt1"/>
        </a:lnRef>
        <a:fillRef idx="1">
          <a:schemeClr val="accent2">
            <a:hueOff val="-5220000"/>
            <a:satOff val="-6666"/>
            <a:lumOff val="13333"/>
            <a:alpha val="100000"/>
          </a:schemeClr>
        </a:fillRef>
        <a:effectRef idx="0">
          <a:scrgbClr r="0" g="0" b="0"/>
        </a:effectRef>
        <a:fontRef idx="minor">
          <a:schemeClr val="lt1"/>
        </a:fontRef>
      </dsp:style>
      <dsp:txBody>
        <a:bodyPr anchor="ctr"/>
        <a:lstStyle>
          <a:lvl1pPr algn="ctr"/>
          <a:lvl2pPr algn="ctr"/>
          <a:lvl3pPr algn="ctr"/>
          <a:lvl4pPr algn="ctr"/>
          <a:lvl5pPr algn="ctr"/>
          <a:lvl6pPr algn="ctr"/>
          <a:lvl7pPr algn="ctr"/>
          <a:lvl8pPr algn="ctr"/>
          <a:lvl9pPr algn="ctr"/>
        </a:lstStyle>
        <a:p>
          <a:pPr lvl="0">
            <a:lnSpc>
              <a:spcPct val="100000"/>
            </a:lnSpc>
            <a:spcBef>
              <a:spcPct val="0"/>
            </a:spcBef>
            <a:spcAft>
              <a:spcPct val="35000"/>
            </a:spcAft>
          </a:pPr>
          <a:endParaRPr lang="zh-CN" altLang="en-US" sz="1400"/>
        </a:p>
      </dsp:txBody>
      <dsp:txXfrm>
        <a:off x="9441466" y="1891895"/>
        <a:ext cx="247293" cy="289286"/>
      </dsp:txXfrm>
    </dsp:sp>
    <dsp:sp modelId="{D2F98C5B-0F53-4FF8-AA0F-4603D94EED21}">
      <dsp:nvSpPr>
        <dsp:cNvPr id="15" name="圆角矩形 14"/>
        <dsp:cNvSpPr/>
      </dsp:nvSpPr>
      <dsp:spPr bwMode="white">
        <a:xfrm>
          <a:off x="9798408" y="1686595"/>
          <a:ext cx="1166477" cy="699886"/>
        </a:xfrm>
        <a:prstGeom prst="roundRect">
          <a:avLst>
            <a:gd name="adj" fmla="val 10000"/>
          </a:avLst>
        </a:prstGeom>
      </dsp:spPr>
      <dsp:style>
        <a:lnRef idx="2">
          <a:schemeClr val="lt1"/>
        </a:lnRef>
        <a:fillRef idx="1">
          <a:schemeClr val="accent2">
            <a:hueOff val="-5220000"/>
            <a:satOff val="-6666"/>
            <a:lumOff val="13333"/>
            <a:alpha val="100000"/>
          </a:schemeClr>
        </a:fillRef>
        <a:effectRef idx="0">
          <a:scrgbClr r="0" g="0" b="0"/>
        </a:effectRef>
        <a:fontRef idx="minor">
          <a:schemeClr val="lt1"/>
        </a:fontRef>
      </dsp:style>
      <dsp:txBody>
        <a:bodyPr lIns="91439" tIns="91439" rIns="91439" bIns="91439"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rtl="0">
            <a:lnSpc>
              <a:spcPct val="100000"/>
            </a:lnSpc>
            <a:spcBef>
              <a:spcPct val="0"/>
            </a:spcBef>
            <a:spcAft>
              <a:spcPct val="35000"/>
            </a:spcAft>
          </a:pPr>
          <a:r>
            <a:rPr lang="en-US" altLang="zh-CN" sz="2400" b="1" dirty="0" smtClean="0"/>
            <a:t>8.</a:t>
          </a:r>
          <a:r>
            <a:rPr lang="zh-CN" altLang="en-US" sz="2400" b="1" dirty="0" smtClean="0"/>
            <a:t>销毁密钥</a:t>
          </a:r>
          <a:endParaRPr lang="zh-CN" sz="2400" b="1" dirty="0"/>
        </a:p>
      </dsp:txBody>
      <dsp:txXfrm>
        <a:off x="9798408" y="1686595"/>
        <a:ext cx="1166477" cy="699886"/>
      </dsp:txXfrm>
    </dsp:sp>
  </dsp:spTree>
</dsp:drawing>
</file>

<file path=ppt/diagrams/drawing4.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组合 1"/>
      <dsp:cNvGrpSpPr/>
    </dsp:nvGrpSpPr>
    <dsp:grpSpPr>
      <a:xfrm>
        <a:off x="0" y="0"/>
        <a:ext cx="10691751" cy="4508874"/>
        <a:chOff x="0" y="0"/>
        <a:chExt cx="10691751" cy="4508874"/>
      </a:xfrm>
    </dsp:grpSpPr>
    <dsp:sp modelId="{281B1F92-67BF-4A0B-AB4B-54E6CCDECADC}">
      <dsp:nvSpPr>
        <dsp:cNvPr id="3" name="圆角矩形 2"/>
        <dsp:cNvSpPr/>
      </dsp:nvSpPr>
      <dsp:spPr bwMode="white">
        <a:xfrm>
          <a:off x="2142127" y="462965"/>
          <a:ext cx="2161264" cy="80515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rtl="0">
            <a:lnSpc>
              <a:spcPct val="100000"/>
            </a:lnSpc>
            <a:spcBef>
              <a:spcPct val="0"/>
            </a:spcBef>
            <a:spcAft>
              <a:spcPct val="35000"/>
            </a:spcAft>
          </a:pPr>
          <a:r>
            <a:rPr lang="en-US" b="1" dirty="0" smtClean="0">
              <a:solidFill>
                <a:srgbClr val="FFFF00"/>
              </a:solidFill>
              <a:latin typeface="微软雅黑" panose="020B0503020204020204" pitchFamily="34" charset="-122"/>
              <a:ea typeface="微软雅黑" panose="020B0503020204020204" pitchFamily="34" charset="-122"/>
            </a:rPr>
            <a:t>1.</a:t>
          </a:r>
          <a:r>
            <a:rPr lang="zh-CN" b="1" dirty="0" smtClean="0">
              <a:solidFill>
                <a:srgbClr val="FFFF00"/>
              </a:solidFill>
              <a:latin typeface="微软雅黑" panose="020B0503020204020204" pitchFamily="34" charset="-122"/>
              <a:ea typeface="微软雅黑" panose="020B0503020204020204" pitchFamily="34" charset="-122"/>
            </a:rPr>
            <a:t>按技术划分</a:t>
          </a:r>
          <a:endParaRPr lang="zh-CN" dirty="0">
            <a:solidFill>
              <a:srgbClr val="FFFF00"/>
            </a:solidFill>
            <a:latin typeface="微软雅黑" panose="020B0503020204020204" pitchFamily="34" charset="-122"/>
            <a:ea typeface="微软雅黑" panose="020B0503020204020204" pitchFamily="34" charset="-122"/>
          </a:endParaRPr>
        </a:p>
      </dsp:txBody>
      <dsp:txXfrm>
        <a:off x="2142127" y="462965"/>
        <a:ext cx="2161264" cy="805156"/>
      </dsp:txXfrm>
    </dsp:sp>
    <dsp:sp modelId="{90E44178-8FE3-4CAD-9CBA-FEF2D00E14D1}">
      <dsp:nvSpPr>
        <dsp:cNvPr id="4" name="任意多边形 3"/>
        <dsp:cNvSpPr/>
      </dsp:nvSpPr>
      <dsp:spPr bwMode="white">
        <a:xfrm>
          <a:off x="4228833" y="617989"/>
          <a:ext cx="793242" cy="32143"/>
        </a:xfrm>
        <a:custGeom>
          <a:avLst/>
          <a:gdLst/>
          <a:ahLst/>
          <a:cxnLst/>
          <a:pathLst>
            <a:path w="1249" h="51">
              <a:moveTo>
                <a:pt x="117" y="390"/>
              </a:moveTo>
              <a:lnTo>
                <a:pt x="1132" y="-339"/>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228833" y="617989"/>
        <a:ext cx="793242" cy="32143"/>
      </dsp:txXfrm>
    </dsp:sp>
    <dsp:sp modelId="{CC85D356-7E7B-44BB-8372-90D9844E7877}">
      <dsp:nvSpPr>
        <dsp:cNvPr id="5" name="圆角矩形 4"/>
        <dsp:cNvSpPr/>
      </dsp:nvSpPr>
      <dsp:spPr bwMode="white">
        <a:xfrm>
          <a:off x="4947516" y="0"/>
          <a:ext cx="3602107" cy="80515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gn="l" rtl="0">
            <a:lnSpc>
              <a:spcPct val="100000"/>
            </a:lnSpc>
            <a:spcBef>
              <a:spcPct val="0"/>
            </a:spcBef>
            <a:spcAft>
              <a:spcPct val="35000"/>
            </a:spcAft>
          </a:pPr>
          <a:r>
            <a:rPr lang="zh-CN" b="1" dirty="0" smtClean="0"/>
            <a:t>（</a:t>
          </a:r>
          <a:r>
            <a:rPr lang="en-US" b="1" dirty="0" smtClean="0"/>
            <a:t>1</a:t>
          </a:r>
          <a:r>
            <a:rPr lang="zh-CN" b="1" dirty="0" smtClean="0"/>
            <a:t>）异常检测模型</a:t>
          </a:r>
          <a:endParaRPr lang="zh-CN" b="1" dirty="0"/>
        </a:p>
      </dsp:txBody>
      <dsp:txXfrm>
        <a:off x="4947516" y="0"/>
        <a:ext cx="3602107" cy="805156"/>
      </dsp:txXfrm>
    </dsp:sp>
    <dsp:sp modelId="{668D7767-D744-44BF-9BCE-4E04519F821B}">
      <dsp:nvSpPr>
        <dsp:cNvPr id="6" name="任意多边形 5"/>
        <dsp:cNvSpPr/>
      </dsp:nvSpPr>
      <dsp:spPr bwMode="white">
        <a:xfrm>
          <a:off x="4228833" y="1080954"/>
          <a:ext cx="793242" cy="32143"/>
        </a:xfrm>
        <a:custGeom>
          <a:avLst/>
          <a:gdLst/>
          <a:ahLst/>
          <a:cxnLst/>
          <a:pathLst>
            <a:path w="1249" h="51">
              <a:moveTo>
                <a:pt x="117" y="-339"/>
              </a:moveTo>
              <a:lnTo>
                <a:pt x="1132" y="390"/>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228833" y="1080954"/>
        <a:ext cx="793242" cy="32143"/>
      </dsp:txXfrm>
    </dsp:sp>
    <dsp:sp modelId="{2C95FF71-BB6E-41C0-B281-681D152EA400}">
      <dsp:nvSpPr>
        <dsp:cNvPr id="7" name="圆角矩形 6"/>
        <dsp:cNvSpPr/>
      </dsp:nvSpPr>
      <dsp:spPr bwMode="white">
        <a:xfrm>
          <a:off x="4947516" y="925929"/>
          <a:ext cx="3602107" cy="80515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gn="l" rtl="0">
            <a:lnSpc>
              <a:spcPct val="100000"/>
            </a:lnSpc>
            <a:spcBef>
              <a:spcPct val="0"/>
            </a:spcBef>
            <a:spcAft>
              <a:spcPct val="35000"/>
            </a:spcAft>
          </a:pPr>
          <a:r>
            <a:rPr lang="zh-CN" b="1" dirty="0" smtClean="0"/>
            <a:t>（</a:t>
          </a:r>
          <a:r>
            <a:rPr lang="en-US" b="1" dirty="0" smtClean="0"/>
            <a:t>2</a:t>
          </a:r>
          <a:r>
            <a:rPr lang="zh-CN" b="1" dirty="0" smtClean="0"/>
            <a:t>）误用检测模型</a:t>
          </a:r>
          <a:endParaRPr lang="zh-CN" b="1" dirty="0"/>
        </a:p>
      </dsp:txBody>
      <dsp:txXfrm>
        <a:off x="4947516" y="925929"/>
        <a:ext cx="3602107" cy="805156"/>
      </dsp:txXfrm>
    </dsp:sp>
    <dsp:sp modelId="{43E9ECAC-9099-48BD-8C86-8E65CA3231D1}">
      <dsp:nvSpPr>
        <dsp:cNvPr id="8" name="圆角矩形 7"/>
        <dsp:cNvSpPr/>
      </dsp:nvSpPr>
      <dsp:spPr bwMode="white">
        <a:xfrm>
          <a:off x="2142127" y="2777788"/>
          <a:ext cx="2161264" cy="80515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rtl="0">
            <a:lnSpc>
              <a:spcPct val="100000"/>
            </a:lnSpc>
            <a:spcBef>
              <a:spcPct val="0"/>
            </a:spcBef>
            <a:spcAft>
              <a:spcPct val="35000"/>
            </a:spcAft>
          </a:pPr>
          <a:r>
            <a:rPr lang="en-US" b="1" smtClean="0">
              <a:solidFill>
                <a:srgbClr val="FFFF00"/>
              </a:solidFill>
              <a:latin typeface="微软雅黑" panose="020B0503020204020204" pitchFamily="34" charset="-122"/>
              <a:ea typeface="微软雅黑" panose="020B0503020204020204" pitchFamily="34" charset="-122"/>
            </a:rPr>
            <a:t>2.</a:t>
          </a:r>
          <a:r>
            <a:rPr lang="zh-CN" b="1" smtClean="0">
              <a:solidFill>
                <a:srgbClr val="FFFF00"/>
              </a:solidFill>
              <a:latin typeface="微软雅黑" panose="020B0503020204020204" pitchFamily="34" charset="-122"/>
              <a:ea typeface="微软雅黑" panose="020B0503020204020204" pitchFamily="34" charset="-122"/>
            </a:rPr>
            <a:t>按对象划分</a:t>
          </a:r>
          <a:endParaRPr lang="zh-CN">
            <a:solidFill>
              <a:srgbClr val="FFFF00"/>
            </a:solidFill>
            <a:latin typeface="微软雅黑" panose="020B0503020204020204" pitchFamily="34" charset="-122"/>
            <a:ea typeface="微软雅黑" panose="020B0503020204020204" pitchFamily="34" charset="-122"/>
          </a:endParaRPr>
        </a:p>
      </dsp:txBody>
      <dsp:txXfrm>
        <a:off x="2142127" y="2777788"/>
        <a:ext cx="2161264" cy="805156"/>
      </dsp:txXfrm>
    </dsp:sp>
    <dsp:sp modelId="{3FB723D8-D008-4662-912B-659135CB7ABF}">
      <dsp:nvSpPr>
        <dsp:cNvPr id="9" name="任意多边形 8"/>
        <dsp:cNvSpPr/>
      </dsp:nvSpPr>
      <dsp:spPr bwMode="white">
        <a:xfrm>
          <a:off x="4061485" y="2701330"/>
          <a:ext cx="1127937" cy="32143"/>
        </a:xfrm>
        <a:custGeom>
          <a:avLst/>
          <a:gdLst/>
          <a:ahLst/>
          <a:cxnLst/>
          <a:pathLst>
            <a:path w="1776" h="51">
              <a:moveTo>
                <a:pt x="381" y="754"/>
              </a:moveTo>
              <a:lnTo>
                <a:pt x="1395" y="-704"/>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061485" y="2701330"/>
        <a:ext cx="1127937" cy="32143"/>
      </dsp:txXfrm>
    </dsp:sp>
    <dsp:sp modelId="{1F0E1ADC-292E-472A-83B5-ADFF2ECE9CA1}">
      <dsp:nvSpPr>
        <dsp:cNvPr id="10" name="圆角矩形 9"/>
        <dsp:cNvSpPr/>
      </dsp:nvSpPr>
      <dsp:spPr bwMode="white">
        <a:xfrm>
          <a:off x="4947516" y="1851859"/>
          <a:ext cx="3602107" cy="80515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gn="l" rtl="0">
            <a:lnSpc>
              <a:spcPct val="100000"/>
            </a:lnSpc>
            <a:spcBef>
              <a:spcPct val="0"/>
            </a:spcBef>
            <a:spcAft>
              <a:spcPct val="35000"/>
            </a:spcAft>
          </a:pPr>
          <a:r>
            <a:rPr lang="zh-CN" b="1" dirty="0" smtClean="0"/>
            <a:t>（</a:t>
          </a:r>
          <a:r>
            <a:rPr lang="en-US" b="1" dirty="0" smtClean="0"/>
            <a:t>1</a:t>
          </a:r>
          <a:r>
            <a:rPr lang="zh-CN" b="1" dirty="0" smtClean="0"/>
            <a:t>）基于主机</a:t>
          </a:r>
          <a:endParaRPr lang="zh-CN" b="1" dirty="0"/>
        </a:p>
      </dsp:txBody>
      <dsp:txXfrm>
        <a:off x="4947516" y="1851859"/>
        <a:ext cx="3602107" cy="805156"/>
      </dsp:txXfrm>
    </dsp:sp>
    <dsp:sp modelId="{42CE270C-8FD0-4241-AFE1-CC068ADFF977}">
      <dsp:nvSpPr>
        <dsp:cNvPr id="11" name="任意多边形 10"/>
        <dsp:cNvSpPr/>
      </dsp:nvSpPr>
      <dsp:spPr bwMode="white">
        <a:xfrm>
          <a:off x="4303392" y="3164295"/>
          <a:ext cx="644125" cy="32143"/>
        </a:xfrm>
        <a:custGeom>
          <a:avLst/>
          <a:gdLst/>
          <a:ahLst/>
          <a:cxnLst/>
          <a:pathLst>
            <a:path w="1014" h="51">
              <a:moveTo>
                <a:pt x="0" y="25"/>
              </a:moveTo>
              <a:lnTo>
                <a:pt x="1014" y="25"/>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303392" y="3164295"/>
        <a:ext cx="644125" cy="32143"/>
      </dsp:txXfrm>
    </dsp:sp>
    <dsp:sp modelId="{9C9F46D3-BA6F-4629-8BBD-A24021BD13E3}">
      <dsp:nvSpPr>
        <dsp:cNvPr id="12" name="圆角矩形 11"/>
        <dsp:cNvSpPr/>
      </dsp:nvSpPr>
      <dsp:spPr bwMode="white">
        <a:xfrm>
          <a:off x="4947516" y="2777788"/>
          <a:ext cx="3602107" cy="80515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gn="l" rtl="0">
            <a:lnSpc>
              <a:spcPct val="100000"/>
            </a:lnSpc>
            <a:spcBef>
              <a:spcPct val="0"/>
            </a:spcBef>
            <a:spcAft>
              <a:spcPct val="35000"/>
            </a:spcAft>
          </a:pPr>
          <a:r>
            <a:rPr lang="zh-CN" b="1" dirty="0" smtClean="0"/>
            <a:t>（</a:t>
          </a:r>
          <a:r>
            <a:rPr lang="en-US" b="1" dirty="0" smtClean="0"/>
            <a:t>2</a:t>
          </a:r>
          <a:r>
            <a:rPr lang="zh-CN" b="1" dirty="0" smtClean="0"/>
            <a:t>）基于网络</a:t>
          </a:r>
          <a:endParaRPr lang="zh-CN" b="1" dirty="0"/>
        </a:p>
      </dsp:txBody>
      <dsp:txXfrm>
        <a:off x="4947516" y="2777788"/>
        <a:ext cx="3602107" cy="805156"/>
      </dsp:txXfrm>
    </dsp:sp>
    <dsp:sp modelId="{7BC90246-6C11-4E93-B506-EDFAE00835EB}">
      <dsp:nvSpPr>
        <dsp:cNvPr id="13" name="任意多边形 12"/>
        <dsp:cNvSpPr/>
      </dsp:nvSpPr>
      <dsp:spPr bwMode="white">
        <a:xfrm>
          <a:off x="4061485" y="3627260"/>
          <a:ext cx="1127937" cy="32143"/>
        </a:xfrm>
        <a:custGeom>
          <a:avLst/>
          <a:gdLst/>
          <a:ahLst/>
          <a:cxnLst/>
          <a:pathLst>
            <a:path w="1776" h="51">
              <a:moveTo>
                <a:pt x="381" y="-704"/>
              </a:moveTo>
              <a:lnTo>
                <a:pt x="1395" y="754"/>
              </a:lnTo>
            </a:path>
          </a:pathLst>
        </a:custGeom>
      </dsp:spPr>
      <dsp:style>
        <a:lnRef idx="2">
          <a:schemeClr val="accent1">
            <a:shade val="60000"/>
          </a:schemeClr>
        </a:lnRef>
        <a:fillRef idx="0">
          <a:schemeClr val="accent1"/>
        </a:fillRef>
        <a:effectRef idx="0">
          <a:scrgbClr r="0" g="0" b="0"/>
        </a:effectRef>
        <a:fontRef idx="minor"/>
      </dsp:style>
      <dsp:txBody>
        <a:bodyPr lIns="12700" tIns="0" rIns="12700" bIns="0" anchor="ctr"/>
        <a:lstStyle>
          <a:lvl1pPr algn="ctr">
            <a:defRPr sz="500"/>
          </a:lvl1pPr>
          <a:lvl2pPr marL="57150" indent="-57150" algn="ctr">
            <a:defRPr sz="400"/>
          </a:lvl2pPr>
          <a:lvl3pPr marL="114300" indent="-57150" algn="ctr">
            <a:defRPr sz="400"/>
          </a:lvl3pPr>
          <a:lvl4pPr marL="171450" indent="-57150" algn="ctr">
            <a:defRPr sz="400"/>
          </a:lvl4pPr>
          <a:lvl5pPr marL="228600" indent="-57150" algn="ctr">
            <a:defRPr sz="400"/>
          </a:lvl5pPr>
          <a:lvl6pPr marL="285750" indent="-57150" algn="ctr">
            <a:defRPr sz="400"/>
          </a:lvl6pPr>
          <a:lvl7pPr marL="342900" indent="-57150" algn="ctr">
            <a:defRPr sz="400"/>
          </a:lvl7pPr>
          <a:lvl8pPr marL="400050" indent="-57150" algn="ctr">
            <a:defRPr sz="400"/>
          </a:lvl8pPr>
          <a:lvl9pPr marL="457200" indent="-57150" algn="ctr">
            <a:defRPr sz="400"/>
          </a:lvl9pPr>
        </a:lstStyle>
        <a:p>
          <a:pPr lvl="0">
            <a:lnSpc>
              <a:spcPct val="100000"/>
            </a:lnSpc>
            <a:spcBef>
              <a:spcPct val="0"/>
            </a:spcBef>
            <a:spcAft>
              <a:spcPct val="35000"/>
            </a:spcAft>
          </a:pPr>
          <a:endParaRPr lang="zh-CN" altLang="en-US">
            <a:solidFill>
              <a:schemeClr val="tx1"/>
            </a:solidFill>
          </a:endParaRPr>
        </a:p>
      </dsp:txBody>
      <dsp:txXfrm>
        <a:off x="4061485" y="3627260"/>
        <a:ext cx="1127937" cy="32143"/>
      </dsp:txXfrm>
    </dsp:sp>
    <dsp:sp modelId="{13E0B6FF-A419-44AC-92E2-44DB16C556C9}">
      <dsp:nvSpPr>
        <dsp:cNvPr id="14" name="圆角矩形 13"/>
        <dsp:cNvSpPr/>
      </dsp:nvSpPr>
      <dsp:spPr bwMode="white">
        <a:xfrm>
          <a:off x="4947516" y="3703718"/>
          <a:ext cx="3602107" cy="805156"/>
        </a:xfrm>
        <a:prstGeom prst="roundRect">
          <a:avLst>
            <a:gd name="adj" fmla="val 10000"/>
          </a:avLst>
        </a:prstGeom>
      </dsp:spPr>
      <dsp:style>
        <a:lnRef idx="2">
          <a:schemeClr val="lt1"/>
        </a:lnRef>
        <a:fillRef idx="1">
          <a:schemeClr val="accent1"/>
        </a:fillRef>
        <a:effectRef idx="0">
          <a:scrgbClr r="0" g="0" b="0"/>
        </a:effectRef>
        <a:fontRef idx="minor">
          <a:schemeClr val="lt1"/>
        </a:fontRef>
      </dsp:style>
      <dsp:txBody>
        <a:bodyPr lIns="17145" tIns="17145" rIns="17145" bIns="17145" anchor="ctr"/>
        <a:lstStyle>
          <a:lvl1pPr algn="ctr">
            <a:defRPr sz="2700"/>
          </a:lvl1pPr>
          <a:lvl2pPr marL="228600" indent="-228600" algn="ctr">
            <a:defRPr sz="2100"/>
          </a:lvl2pPr>
          <a:lvl3pPr marL="457200" indent="-228600" algn="ctr">
            <a:defRPr sz="2100"/>
          </a:lvl3pPr>
          <a:lvl4pPr marL="685800" indent="-228600" algn="ctr">
            <a:defRPr sz="2100"/>
          </a:lvl4pPr>
          <a:lvl5pPr marL="914400" indent="-228600" algn="ctr">
            <a:defRPr sz="2100"/>
          </a:lvl5pPr>
          <a:lvl6pPr marL="1143000" indent="-228600" algn="ctr">
            <a:defRPr sz="2100"/>
          </a:lvl6pPr>
          <a:lvl7pPr marL="1371600" indent="-228600" algn="ctr">
            <a:defRPr sz="2100"/>
          </a:lvl7pPr>
          <a:lvl8pPr marL="1600200" indent="-228600" algn="ctr">
            <a:defRPr sz="2100"/>
          </a:lvl8pPr>
          <a:lvl9pPr marL="1828800" indent="-228600" algn="ctr">
            <a:defRPr sz="2100"/>
          </a:lvl9pPr>
        </a:lstStyle>
        <a:p>
          <a:pPr lvl="0" algn="l" rtl="0">
            <a:lnSpc>
              <a:spcPct val="100000"/>
            </a:lnSpc>
            <a:spcBef>
              <a:spcPct val="0"/>
            </a:spcBef>
            <a:spcAft>
              <a:spcPct val="35000"/>
            </a:spcAft>
          </a:pPr>
          <a:r>
            <a:rPr lang="zh-CN" b="1" dirty="0" smtClean="0"/>
            <a:t>（</a:t>
          </a:r>
          <a:r>
            <a:rPr lang="en-US" b="1" dirty="0" smtClean="0"/>
            <a:t>3</a:t>
          </a:r>
          <a:r>
            <a:rPr lang="zh-CN" b="1" dirty="0" smtClean="0"/>
            <a:t>）混合型</a:t>
          </a:r>
          <a:endParaRPr lang="zh-CN" b="1" dirty="0"/>
        </a:p>
      </dsp:txBody>
      <dsp:txXfrm>
        <a:off x="4947516" y="3703718"/>
        <a:ext cx="3602107" cy="805156"/>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radial2">
  <dgm:title val=""/>
  <dgm:desc val=""/>
  <dgm:catLst>
    <dgm:cat type="relationship" pri="20000"/>
    <dgm:cat type="convert" pri="9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ite">
    <dgm:varLst>
      <dgm:chMax val="5"/>
      <dgm:dir/>
      <dgm:animLvl val="ctr"/>
      <dgm:resizeHandles val="exact"/>
    </dgm:varLst>
    <dgm:alg type="composite"/>
    <dgm:shape xmlns:r="http://schemas.openxmlformats.org/officeDocument/2006/relationships" r:blip="">
      <dgm:adjLst/>
    </dgm:shape>
    <dgm:presOf/>
    <dgm:constrLst>
      <dgm:constr type="w" for="ch" forName="cycle" refType="w"/>
      <dgm:constr type="h" for="ch" forName="cycle" refType="h"/>
    </dgm:constrLst>
    <dgm:ruleLst/>
    <dgm:layoutNode name="cycle">
      <dgm:choose name="Name0">
        <dgm:if name="Name1" func="var" arg="dir" op="equ" val="norm">
          <dgm:choose name="Name2">
            <dgm:if name="Name3" axis="ch" ptType="node" func="cnt" op="lte" val="1">
              <dgm:alg type="cycle">
                <dgm:param type="stAng" val="90"/>
                <dgm:param type="spanAng" val="360"/>
                <dgm:param type="ctrShpMap" val="fNode"/>
              </dgm:alg>
            </dgm:if>
            <dgm:if name="Name4" axis="ch" ptType="node" func="cnt" op="equ" val="2">
              <dgm:alg type="cycle">
                <dgm:param type="stAng" val="70"/>
                <dgm:param type="spanAng" val="40"/>
                <dgm:param type="ctrShpMap" val="fNode"/>
              </dgm:alg>
            </dgm:if>
            <dgm:if name="Name5" axis="ch" ptType="node" func="cnt" op="equ" val="3">
              <dgm:alg type="cycle">
                <dgm:param type="stAng" val="60"/>
                <dgm:param type="spanAng" val="60"/>
                <dgm:param type="ctrShpMap" val="fNode"/>
              </dgm:alg>
            </dgm:if>
            <dgm:else name="Name6">
              <dgm:alg type="cycle">
                <dgm:param type="stAng" val="45"/>
                <dgm:param type="spanAng" val="90"/>
                <dgm:param type="ctrShpMap" val="fNode"/>
              </dgm:alg>
            </dgm:else>
          </dgm:choose>
        </dgm:if>
        <dgm:else name="Name7">
          <dgm:choose name="Name8">
            <dgm:if name="Name9" axis="ch" ptType="node" func="cnt" op="lte" val="1">
              <dgm:alg type="cycle">
                <dgm:param type="stAng" val="-90"/>
                <dgm:param type="spanAng" val="-360"/>
                <dgm:param type="ctrShpMap" val="fNode"/>
              </dgm:alg>
            </dgm:if>
            <dgm:if name="Name10" axis="ch" ptType="node" func="cnt" op="equ" val="2">
              <dgm:alg type="cycle">
                <dgm:param type="stAng" val="-70"/>
                <dgm:param type="spanAng" val="-40"/>
                <dgm:param type="ctrShpMap" val="fNode"/>
              </dgm:alg>
            </dgm:if>
            <dgm:if name="Name11" axis="ch" ptType="node" func="cnt" op="equ" val="3">
              <dgm:alg type="cycle">
                <dgm:param type="stAng" val="-60"/>
                <dgm:param type="spanAng" val="-60"/>
                <dgm:param type="ctrShpMap" val="fNode"/>
              </dgm:alg>
            </dgm:if>
            <dgm:else name="Name12">
              <dgm:alg type="cycle">
                <dgm:param type="stAng" val="-45"/>
                <dgm:param type="spanAng" val="-90"/>
                <dgm:param type="ctrShpMap" val="fNode"/>
              </dgm:alg>
            </dgm:else>
          </dgm:choose>
        </dgm:else>
      </dgm:choose>
      <dgm:shape xmlns:r="http://schemas.openxmlformats.org/officeDocument/2006/relationships" r:blip="">
        <dgm:adjLst/>
      </dgm:shape>
      <dgm:presOf/>
      <dgm:constrLst>
        <dgm:constr type="sp" val="20"/>
        <dgm:constr type="w" for="ch" forName="centerShape" refType="w"/>
        <dgm:constr type="w" for="ch" forName="node" refType="w" refFor="ch" refForName="centerShape" fact="1.5"/>
        <dgm:constr type="sibSp" refType="w" refFor="ch" refForName="centerShape" op="equ" fact="0.08"/>
        <dgm:constr type="primFontSz" for="des" forName="parentNode" op="equ" val="65"/>
        <dgm:constr type="secFontSz" for="des" forName="childNode" op="equ" val="65"/>
      </dgm:constrLst>
      <dgm:ruleLst/>
      <dgm:choose name="Name13">
        <dgm:if name="Name14" axis="ch" ptType="node" hideLastTrans="0" func="cnt" op="gte" val="1">
          <dgm:layoutNode name="centerShape" styleLbl="node0">
            <dgm:alg type="composite"/>
            <dgm:shape xmlns:r="http://schemas.openxmlformats.org/officeDocument/2006/relationships" r:blip="">
              <dgm:adjLst/>
            </dgm:shape>
            <dgm:presOf axis="ch" ptType="node" cnt="1"/>
            <dgm:constrLst>
              <dgm:constr type="w" for="ch" forName="connSite" refType="w" fact="0.7"/>
              <dgm:constr type="h" for="ch" forName="connSite" refType="w" fact="0.7"/>
              <dgm:constr type="ctrX" for="ch" forName="connSite" refType="w" fact="0.5"/>
              <dgm:constr type="ctrY" for="ch" forName="connSite" refType="h" fact="0.5"/>
              <dgm:constr type="w" for="ch" forName="visible" refType="w"/>
              <dgm:constr type="h" for="ch" forName="visible" refType="w"/>
              <dgm:constr type="ctrX" for="ch" forName="visible" refType="w" fact="0.5"/>
              <dgm:constr type="ctrY" for="ch" forName="visible" refType="h" fact="0.5"/>
            </dgm:constrLst>
            <dgm:ruleLst/>
            <dgm:layoutNode name="connSite">
              <dgm:alg type="sp"/>
              <dgm:shape xmlns:r="http://schemas.openxmlformats.org/officeDocument/2006/relationships" type="ellipse" r:blip="" hideGeom="1">
                <dgm:adjLst/>
              </dgm:shape>
              <dgm:presOf/>
              <dgm:constrLst/>
              <dgm:ruleLst/>
            </dgm:layoutNode>
            <dgm:layoutNode name="visible">
              <dgm:alg type="sp"/>
              <dgm:shape xmlns:r="http://schemas.openxmlformats.org/officeDocument/2006/relationships" type="ellipse" r:blip="" blipPhldr="1">
                <dgm:adjLst/>
              </dgm:shape>
              <dgm:presOf/>
              <dgm:constrLst/>
              <dgm:ruleLst/>
            </dgm:layoutNode>
          </dgm:layoutNode>
        </dgm:if>
        <dgm:else name="Name15"/>
      </dgm:choose>
      <dgm:forEach name="Name16" axis="ch">
        <dgm:forEach name="Name17" axis="self" ptType="node">
          <dgm:layoutNode name="node">
            <dgm:alg type="composite"/>
            <dgm:shape xmlns:r="http://schemas.openxmlformats.org/officeDocument/2006/relationships" r:blip="">
              <dgm:adjLst/>
            </dgm:shape>
            <dgm:presOf/>
            <dgm:choose name="Name18">
              <dgm:if name="Name19" func="var" arg="dir" op="equ" val="norm">
                <dgm:constrLst>
                  <dgm:constr type="t" for="ch" forName="parentNode"/>
                  <dgm:constr type="l" for="ch" forName="parentNode"/>
                  <dgm:constr type="w" for="ch" forName="parentNode" refType="w" fact="0.4"/>
                  <dgm:constr type="h" for="ch" forName="parentNode" refType="w" refFor="ch" refForName="parentNode" op="equ"/>
                  <dgm:constr type="ctrY" for="ch" forName="childNode" refType="h" refFor="ch" refForName="parentNode" fact="0.5"/>
                  <dgm:constr type="l" for="ch" forName="childNode" refType="w" refFor="ch" refForName="parentNode" op="equ" fact="1.1"/>
                  <dgm:constr type="w" for="ch" forName="childNode" refType="w" fact="0.6"/>
                  <dgm:constr type="h" for="ch" forName="childNode" refType="h" refFor="ch" refForName="parentNode"/>
                </dgm:constrLst>
              </dgm:if>
              <dgm:else name="Name20">
                <dgm:constrLst>
                  <dgm:constr type="t" for="ch" forName="parentNode"/>
                  <dgm:constr type="r" for="ch" forName="parentNode" refType="w"/>
                  <dgm:constr type="w" for="ch" forName="parentNode" refType="w" fact="0.4"/>
                  <dgm:constr type="h" for="ch" forName="parentNode" refType="w" refFor="ch" refForName="parentNode" op="equ"/>
                  <dgm:constr type="ctrY" for="ch" forName="childNode" refType="h" refFor="ch" refForName="parentNode" fact="0.5"/>
                  <dgm:constr type="l" for="ch" forName="childNode"/>
                  <dgm:constr type="w" for="ch" forName="childNode" refType="w" fact="0.6"/>
                  <dgm:constr type="h" for="ch" forName="childNode" refType="h" refFor="ch" refForName="parentNode"/>
                </dgm:constrLst>
              </dgm:else>
            </dgm:choose>
            <dgm:ruleLst/>
            <dgm:layoutNode name="parentNode" styleLbl="node1">
              <dgm:varLst>
                <dgm:chMax val="1"/>
                <dgm:bulletEnabled val="1"/>
              </dgm:varLst>
              <dgm:alg type="tx"/>
              <dgm:shape xmlns:r="http://schemas.openxmlformats.org/officeDocument/2006/relationships" type="ellipse"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childNode" styleLbl="revTx" moveWith="parentNode">
              <dgm:varLst>
                <dgm:bulletEnabled val="1"/>
              </dgm:varLst>
              <dgm:alg type="tx">
                <dgm:param type="stBulletLvl" val="1"/>
                <dgm:param type="txAnchorVertCh" val="mid"/>
              </dgm:alg>
              <dgm:choose name="Name21">
                <dgm:if name="Name22" axis="ch" ptType="node" func="cnt" op="gte" val="1">
                  <dgm:shape xmlns:r="http://schemas.openxmlformats.org/officeDocument/2006/relationships" type="rect" r:blip="">
                    <dgm:adjLst/>
                  </dgm:shape>
                </dgm:if>
                <dgm:else name="Name23">
                  <dgm:shape xmlns:r="http://schemas.openxmlformats.org/officeDocument/2006/relationships" type="rect" r:blip="" hideGeom="1">
                    <dgm:adjLst/>
                  </dgm:shape>
                </dgm:else>
              </dgm:choose>
              <dgm:presOf axis="des" ptType="node"/>
              <dgm:constrLst>
                <dgm:constr type="tMarg"/>
                <dgm:constr type="bMarg"/>
                <dgm:constr type="lMarg"/>
                <dgm:constr type="rMarg"/>
              </dgm:constrLst>
              <dgm:ruleLst>
                <dgm:rule type="secFontSz" val="5" fact="NaN" max="NaN"/>
              </dgm:ruleLst>
            </dgm:layoutNode>
          </dgm:layoutNode>
        </dgm:forEach>
        <dgm:forEach name="Name24" axis="self" ptType="parTrans" cnt="1">
          <dgm:layoutNode name="Name25">
            <dgm:alg type="conn">
              <dgm:param type="srcNode" val="connSite"/>
              <dgm:param type="dstNode" val="parentNode"/>
              <dgm:param type="dim" val="1D"/>
              <dgm:param type="endSty" val="noArr"/>
              <dgm:param type="begPts" val="auto"/>
              <dgm:param type="endPts" val="auto"/>
            </dgm:alg>
            <dgm:shape xmlns:r="http://schemas.openxmlformats.org/officeDocument/2006/relationships" type="conn" r:blip="" zOrderOff="-99">
              <dgm:adjLst/>
            </dgm:shape>
            <dgm:presOf axis="self"/>
            <dgm:constrLst>
              <dgm:constr type="connDist"/>
              <dgm:constr type="w" val="1"/>
              <dgm:constr type="h" val="5"/>
              <dgm:constr type="begPad"/>
              <dgm:constr type="endPad"/>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rSet qsTypeId="urn:microsoft.com/office/officeart/2005/8/quickstyle/simple5"/>
        </dgm:pt>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endSty" val="noArr"/>
                        <dgm:param type="begPts" val="midR"/>
                        <dgm:param type="endPts" val="midL"/>
                      </dgm:alg>
                    </dgm:if>
                    <dgm:else name="Name14">
                      <dgm:alg type="conn">
                        <dgm:param type="dim" val="1D"/>
                        <dgm:param type="endSty" val="noArr"/>
                        <dgm:param type="begPts" val="midL"/>
                        <dgm:param type="endPts" val="mid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2588" y="685800"/>
            <a:ext cx="6092825" cy="3429000"/>
          </a:xfrm>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392B679-AE23-4750-8FB0-6513430B8953}"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数据加密：https://www.sojson.com/encrypt.html</a:t>
            </a:r>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参考：https://blog.csdn.net/qq_35661171/article/details/84107083</a:t>
            </a:r>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数字签名：公钥加密，私钥解密</a:t>
            </a:r>
            <a:endParaRPr lang="zh-CN" altLang="en-US"/>
          </a:p>
          <a:p>
            <a:r>
              <a:rPr lang="zh-CN" altLang="en-US"/>
              <a:t>非对称加密：私钥加密，公钥解密</a:t>
            </a:r>
            <a:endParaRPr lang="zh-CN" altLang="en-US"/>
          </a:p>
          <a:p>
            <a:r>
              <a:rPr lang="zh-CN" altLang="en-US"/>
              <a:t>数字证书：是由证书认证机构(CA)对证书申请者真实身份验证之后,用CA的根证书对申请人的一些基本信息以及申请人的公钥进行签名(相当于加盖发证书机构的公章)后形成的一个数字文件</a:t>
            </a:r>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主要在应用层实现。当代理服务器收到一个客户的连接请求时，先核实该请求，然后将处理后的请求转发给真实服务器，在接受真实服务器应答并做进一步处理后，再将回复交给发出请求的客户。代理服务器在外部网络和内部网络之间，发挥了中间转接的作用</a:t>
            </a:r>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透明模式：是指防火墙工作在数据链路层.类似于一个网桥</a:t>
            </a:r>
            <a:endParaRPr lang="zh-CN" altLang="en-US"/>
          </a:p>
          <a:p>
            <a:r>
              <a:rPr lang="zh-CN" altLang="en-US"/>
              <a:t>网关模式：</a:t>
            </a:r>
            <a:r>
              <a:rPr lang="zh-CN" altLang="en-US">
                <a:sym typeface="+mn-ea"/>
              </a:rPr>
              <a:t>是指防火墙工作在网络层，通常位于网络的边缘，可以检查并过滤网络中所有进出的数据包</a:t>
            </a:r>
            <a:endParaRPr lang="zh-CN" altLang="en-US">
              <a:sym typeface="+mn-ea"/>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altLang="en-US"/>
              <a:t>防火墙是被动防御，它只允许“可信赖的数据或机构”通过，通过之后便不再进行任何操作。入侵检测系统则是主动防御，实时监测系统里的网络数据，发现异常会立刻做出反应。这是防火墙和入侵检测系统最明显的区别。</a:t>
            </a:r>
            <a:endParaRPr lang="zh-CN" altLang="en-US"/>
          </a:p>
          <a:p>
            <a:r>
              <a:rPr lang="zh-CN" altLang="en-US"/>
              <a:t>防护层面不同</a:t>
            </a:r>
            <a:endParaRPr lang="zh-CN" altLang="en-US"/>
          </a:p>
          <a:p>
            <a:r>
              <a:rPr lang="zh-CN" altLang="en-US"/>
              <a:t>部署位置不同</a:t>
            </a:r>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r>
              <a:rPr lang="zh-CN" b="1" dirty="0" smtClean="0">
                <a:sym typeface="+mn-ea"/>
              </a:rPr>
              <a:t>异常检测模型</a:t>
            </a:r>
            <a:endParaRPr lang="zh-CN" b="1" dirty="0"/>
          </a:p>
          <a:p>
            <a:r>
              <a:rPr lang="zh-CN" altLang="en-US"/>
              <a:t>：构筑异常检测原理的入侵检测系统，首先要建立系统或用户的正常行为模式库，不属于该库的行为被视为异常行为</a:t>
            </a:r>
            <a:endParaRPr lang="zh-CN" altLang="en-US"/>
          </a:p>
          <a:p>
            <a:r>
              <a:rPr lang="zh-CN" altLang="en-US"/>
              <a:t>误用入侵检测：能直接检测出模式库中已涵盖的入侵行为或不可接受的行为</a:t>
            </a:r>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showMasterSp="0">
  <p:cSld name="标题幻灯片">
    <p:spTree>
      <p:nvGrpSpPr>
        <p:cNvPr id="1" name=""/>
        <p:cNvGrpSpPr/>
        <p:nvPr/>
      </p:nvGrpSpPr>
      <p:grpSpPr>
        <a:xfrm>
          <a:off x="0" y="0"/>
          <a:ext cx="0" cy="0"/>
          <a:chOff x="0" y="0"/>
          <a:chExt cx="0" cy="0"/>
        </a:xfrm>
      </p:grpSpPr>
      <p:pic>
        <p:nvPicPr>
          <p:cNvPr id="15" name="Picture 4" descr="WorldNetwork"/>
          <p:cNvPicPr>
            <a:picLocks noChangeAspect="1" noChangeArrowheads="1"/>
          </p:cNvPicPr>
          <p:nvPr/>
        </p:nvPicPr>
        <p:blipFill rotWithShape="1">
          <a:blip r:embed="rId2">
            <a:extLst>
              <a:ext uri="{28A0092B-C50C-407E-A947-70E740481C1C}">
                <a14:useLocalDpi xmlns:a14="http://schemas.microsoft.com/office/drawing/2010/main" val="0"/>
              </a:ext>
            </a:extLst>
          </a:blip>
          <a:srcRect b="17458"/>
          <a:stretch>
            <a:fillRect/>
          </a:stretch>
        </p:blipFill>
        <p:spPr bwMode="auto">
          <a:xfrm>
            <a:off x="288171" y="174584"/>
            <a:ext cx="11599030" cy="4339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6" name="组合 15"/>
          <p:cNvGrpSpPr/>
          <p:nvPr/>
        </p:nvGrpSpPr>
        <p:grpSpPr>
          <a:xfrm>
            <a:off x="1976959" y="1474345"/>
            <a:ext cx="565200" cy="563259"/>
            <a:chOff x="1519237" y="1651743"/>
            <a:chExt cx="447675" cy="447675"/>
          </a:xfrm>
        </p:grpSpPr>
        <p:sp>
          <p:nvSpPr>
            <p:cNvPr id="17" name="椭圆 16"/>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18"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19" name="组合 18"/>
          <p:cNvGrpSpPr/>
          <p:nvPr/>
        </p:nvGrpSpPr>
        <p:grpSpPr>
          <a:xfrm>
            <a:off x="3655152" y="3439758"/>
            <a:ext cx="565200" cy="563259"/>
            <a:chOff x="1519237" y="1651743"/>
            <a:chExt cx="447675" cy="447675"/>
          </a:xfrm>
        </p:grpSpPr>
        <p:sp>
          <p:nvSpPr>
            <p:cNvPr id="20" name="椭圆 19"/>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1"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2" name="组合 21"/>
          <p:cNvGrpSpPr/>
          <p:nvPr/>
        </p:nvGrpSpPr>
        <p:grpSpPr>
          <a:xfrm>
            <a:off x="6312292" y="3606442"/>
            <a:ext cx="565200" cy="563259"/>
            <a:chOff x="1519237" y="1651743"/>
            <a:chExt cx="447675" cy="447675"/>
          </a:xfrm>
        </p:grpSpPr>
        <p:sp>
          <p:nvSpPr>
            <p:cNvPr id="23" name="椭圆 22"/>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4" name="KSO_Shape"/>
            <p:cNvSpPr/>
            <p:nvPr/>
          </p:nvSpPr>
          <p:spPr bwMode="auto">
            <a:xfrm>
              <a:off x="1632717"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5" name="组合 24"/>
          <p:cNvGrpSpPr/>
          <p:nvPr/>
        </p:nvGrpSpPr>
        <p:grpSpPr>
          <a:xfrm>
            <a:off x="8130335" y="1654108"/>
            <a:ext cx="565200" cy="563259"/>
            <a:chOff x="1519237" y="1651743"/>
            <a:chExt cx="447675" cy="447675"/>
          </a:xfrm>
        </p:grpSpPr>
        <p:sp>
          <p:nvSpPr>
            <p:cNvPr id="26" name="椭圆 25"/>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27"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grpSp>
        <p:nvGrpSpPr>
          <p:cNvPr id="28" name="组合 27"/>
          <p:cNvGrpSpPr/>
          <p:nvPr/>
        </p:nvGrpSpPr>
        <p:grpSpPr>
          <a:xfrm>
            <a:off x="9982800" y="1175270"/>
            <a:ext cx="565200" cy="563259"/>
            <a:chOff x="1519237" y="1651743"/>
            <a:chExt cx="447675" cy="447675"/>
          </a:xfrm>
        </p:grpSpPr>
        <p:sp>
          <p:nvSpPr>
            <p:cNvPr id="29" name="椭圆 28"/>
            <p:cNvSpPr/>
            <p:nvPr/>
          </p:nvSpPr>
          <p:spPr>
            <a:xfrm>
              <a:off x="1519237" y="1651743"/>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30" name="KSO_Shape"/>
            <p:cNvSpPr/>
            <p:nvPr/>
          </p:nvSpPr>
          <p:spPr bwMode="auto">
            <a:xfrm>
              <a:off x="1621221" y="1704975"/>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cxnSp>
        <p:nvCxnSpPr>
          <p:cNvPr id="31" name="直接连接符 30"/>
          <p:cNvCxnSpPr>
            <a:stCxn id="17" idx="5"/>
            <a:endCxn id="20" idx="1"/>
          </p:cNvCxnSpPr>
          <p:nvPr/>
        </p:nvCxnSpPr>
        <p:spPr>
          <a:xfrm>
            <a:off x="2459387" y="1955117"/>
            <a:ext cx="1278537" cy="156712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a:stCxn id="20" idx="5"/>
            <a:endCxn id="23" idx="2"/>
          </p:cNvCxnSpPr>
          <p:nvPr/>
        </p:nvCxnSpPr>
        <p:spPr>
          <a:xfrm flipV="1">
            <a:off x="4137580" y="3888072"/>
            <a:ext cx="2174712" cy="3245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a:stCxn id="23" idx="7"/>
            <a:endCxn id="26" idx="3"/>
          </p:cNvCxnSpPr>
          <p:nvPr/>
        </p:nvCxnSpPr>
        <p:spPr>
          <a:xfrm flipV="1">
            <a:off x="6794720" y="2134880"/>
            <a:ext cx="1418387" cy="1554049"/>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a:stCxn id="20" idx="7"/>
            <a:endCxn id="26" idx="2"/>
          </p:cNvCxnSpPr>
          <p:nvPr/>
        </p:nvCxnSpPr>
        <p:spPr>
          <a:xfrm flipV="1">
            <a:off x="4137580" y="1935738"/>
            <a:ext cx="3992755" cy="1586507"/>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a:stCxn id="17" idx="6"/>
            <a:endCxn id="23" idx="1"/>
          </p:cNvCxnSpPr>
          <p:nvPr/>
        </p:nvCxnSpPr>
        <p:spPr>
          <a:xfrm>
            <a:off x="2542159" y="1755975"/>
            <a:ext cx="3852905" cy="1932954"/>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a:stCxn id="26" idx="6"/>
            <a:endCxn id="29" idx="2"/>
          </p:cNvCxnSpPr>
          <p:nvPr/>
        </p:nvCxnSpPr>
        <p:spPr>
          <a:xfrm flipV="1">
            <a:off x="8695535" y="1456900"/>
            <a:ext cx="1287265" cy="478838"/>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a:stCxn id="23" idx="6"/>
            <a:endCxn id="29" idx="3"/>
          </p:cNvCxnSpPr>
          <p:nvPr/>
        </p:nvCxnSpPr>
        <p:spPr>
          <a:xfrm flipV="1">
            <a:off x="6877492" y="1656042"/>
            <a:ext cx="3188080" cy="223203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
        <p:nvSpPr>
          <p:cNvPr id="3" name="KSO_CT2"/>
          <p:cNvSpPr>
            <a:spLocks noGrp="1"/>
          </p:cNvSpPr>
          <p:nvPr>
            <p:ph type="subTitle" idx="1" hasCustomPrompt="1"/>
          </p:nvPr>
        </p:nvSpPr>
        <p:spPr>
          <a:xfrm>
            <a:off x="2169708" y="5636647"/>
            <a:ext cx="8736417" cy="391425"/>
          </a:xfrm>
          <a:noFill/>
        </p:spPr>
        <p:txBody>
          <a:bodyPr anchor="ctr">
            <a:noAutofit/>
          </a:bodyPr>
          <a:lstStyle>
            <a:lvl1pPr marL="0" indent="0" algn="l">
              <a:buNone/>
              <a:defRPr sz="1600" b="0">
                <a:solidFill>
                  <a:schemeClr val="tx1"/>
                </a:solidFill>
                <a:effectLst/>
                <a:latin typeface="+mn-ea"/>
                <a:ea typeface="+mn-ea"/>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dirty="0" smtClean="0"/>
              <a:t>单击此处添加您的副标题</a:t>
            </a:r>
            <a:endParaRPr lang="zh-CN" altLang="en-US" dirty="0" smtClean="0"/>
          </a:p>
        </p:txBody>
      </p:sp>
      <p:sp>
        <p:nvSpPr>
          <p:cNvPr id="7" name="KSO_CT1"/>
          <p:cNvSpPr>
            <a:spLocks noGrp="1"/>
          </p:cNvSpPr>
          <p:nvPr>
            <p:ph type="title" hasCustomPrompt="1"/>
          </p:nvPr>
        </p:nvSpPr>
        <p:spPr>
          <a:xfrm>
            <a:off x="2169708" y="4863839"/>
            <a:ext cx="8736417" cy="705950"/>
          </a:xfrm>
        </p:spPr>
        <p:txBody>
          <a:bodyPr anchor="b">
            <a:noAutofit/>
          </a:bodyPr>
          <a:lstStyle>
            <a:lvl1pPr algn="l">
              <a:lnSpc>
                <a:spcPct val="100000"/>
              </a:lnSpc>
              <a:defRPr sz="3400" b="1" kern="1000" baseline="0">
                <a:solidFill>
                  <a:schemeClr val="accent1"/>
                </a:solidFill>
                <a:effectLst/>
                <a:latin typeface="+mj-ea"/>
                <a:ea typeface="+mj-ea"/>
              </a:defRPr>
            </a:lvl1pPr>
          </a:lstStyle>
          <a:p>
            <a:r>
              <a:rPr lang="zh-CN" altLang="en-US" dirty="0" smtClean="0"/>
              <a:t>单击此处添加您的标题文字</a:t>
            </a:r>
            <a:endParaRPr lang="zh-CN" altLang="en-US" dirty="0"/>
          </a:p>
        </p:txBody>
      </p:sp>
      <p:grpSp>
        <p:nvGrpSpPr>
          <p:cNvPr id="9" name="组合 8"/>
          <p:cNvGrpSpPr/>
          <p:nvPr/>
        </p:nvGrpSpPr>
        <p:grpSpPr>
          <a:xfrm>
            <a:off x="1277837" y="5061674"/>
            <a:ext cx="745200" cy="744037"/>
            <a:chOff x="625003" y="5195170"/>
            <a:chExt cx="447675" cy="447675"/>
          </a:xfrm>
        </p:grpSpPr>
        <p:sp>
          <p:nvSpPr>
            <p:cNvPr id="39" name="椭圆 38"/>
            <p:cNvSpPr/>
            <p:nvPr userDrawn="1"/>
          </p:nvSpPr>
          <p:spPr>
            <a:xfrm>
              <a:off x="625003" y="5195170"/>
              <a:ext cx="447675" cy="447675"/>
            </a:xfrm>
            <a:prstGeom prst="ellipse">
              <a:avLst/>
            </a:prstGeom>
            <a:solidFill>
              <a:schemeClr val="accent1">
                <a:lumMod val="50000"/>
              </a:schemeClr>
            </a:solidFill>
            <a:ln w="19050">
              <a:solidFill>
                <a:srgbClr val="F9F9F9"/>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0" name="KSO_Shape"/>
            <p:cNvSpPr/>
            <p:nvPr userDrawn="1"/>
          </p:nvSpPr>
          <p:spPr bwMode="auto">
            <a:xfrm>
              <a:off x="715491" y="5248402"/>
              <a:ext cx="247650" cy="313481"/>
            </a:xfrm>
            <a:custGeom>
              <a:avLst/>
              <a:gdLst>
                <a:gd name="T0" fmla="*/ 508479 w 1679575"/>
                <a:gd name="T1" fmla="*/ 933537 h 2125662"/>
                <a:gd name="T2" fmla="*/ 645344 w 1679575"/>
                <a:gd name="T3" fmla="*/ 1004349 h 2125662"/>
                <a:gd name="T4" fmla="*/ 637947 w 1679575"/>
                <a:gd name="T5" fmla="*/ 1045870 h 2125662"/>
                <a:gd name="T6" fmla="*/ 629410 w 1679575"/>
                <a:gd name="T7" fmla="*/ 1095637 h 2125662"/>
                <a:gd name="T8" fmla="*/ 645913 w 1679575"/>
                <a:gd name="T9" fmla="*/ 1148533 h 2125662"/>
                <a:gd name="T10" fmla="*/ 923628 w 1679575"/>
                <a:gd name="T11" fmla="*/ 1679766 h 2125662"/>
                <a:gd name="T12" fmla="*/ 886068 w 1679575"/>
                <a:gd name="T13" fmla="*/ 1137442 h 2125662"/>
                <a:gd name="T14" fmla="*/ 896597 w 1679575"/>
                <a:gd name="T15" fmla="*/ 1083408 h 2125662"/>
                <a:gd name="T16" fmla="*/ 885214 w 1679575"/>
                <a:gd name="T17" fmla="*/ 1039044 h 2125662"/>
                <a:gd name="T18" fmla="*/ 917083 w 1679575"/>
                <a:gd name="T19" fmla="*/ 999799 h 2125662"/>
                <a:gd name="T20" fmla="*/ 1048543 w 1679575"/>
                <a:gd name="T21" fmla="*/ 927280 h 2125662"/>
                <a:gd name="T22" fmla="*/ 1168905 w 1679575"/>
                <a:gd name="T23" fmla="*/ 933822 h 2125662"/>
                <a:gd name="T24" fmla="*/ 1257397 w 1679575"/>
                <a:gd name="T25" fmla="*/ 1021128 h 2125662"/>
                <a:gd name="T26" fmla="*/ 1333655 w 1679575"/>
                <a:gd name="T27" fmla="*/ 1118957 h 2125662"/>
                <a:gd name="T28" fmla="*/ 1397392 w 1679575"/>
                <a:gd name="T29" fmla="*/ 1227592 h 2125662"/>
                <a:gd name="T30" fmla="*/ 1446903 w 1679575"/>
                <a:gd name="T31" fmla="*/ 1349025 h 2125662"/>
                <a:gd name="T32" fmla="*/ 1482186 w 1679575"/>
                <a:gd name="T33" fmla="*/ 1483540 h 2125662"/>
                <a:gd name="T34" fmla="*/ 1501820 w 1679575"/>
                <a:gd name="T35" fmla="*/ 1632274 h 2125662"/>
                <a:gd name="T36" fmla="*/ 1439790 w 1679575"/>
                <a:gd name="T37" fmla="*/ 1742331 h 2125662"/>
                <a:gd name="T38" fmla="*/ 1242601 w 1679575"/>
                <a:gd name="T39" fmla="*/ 1826794 h 2125662"/>
                <a:gd name="T40" fmla="*/ 1035738 w 1679575"/>
                <a:gd name="T41" fmla="*/ 1881112 h 2125662"/>
                <a:gd name="T42" fmla="*/ 822331 w 1679575"/>
                <a:gd name="T43" fmla="*/ 1904432 h 2125662"/>
                <a:gd name="T44" fmla="*/ 596403 w 1679575"/>
                <a:gd name="T45" fmla="*/ 1894194 h 2125662"/>
                <a:gd name="T46" fmla="*/ 373036 w 1679575"/>
                <a:gd name="T47" fmla="*/ 1847838 h 2125662"/>
                <a:gd name="T48" fmla="*/ 159344 w 1679575"/>
                <a:gd name="T49" fmla="*/ 1766788 h 2125662"/>
                <a:gd name="T50" fmla="*/ 0 w 1679575"/>
                <a:gd name="T51" fmla="*/ 1676354 h 2125662"/>
                <a:gd name="T52" fmla="*/ 15365 w 1679575"/>
                <a:gd name="T53" fmla="*/ 1518519 h 2125662"/>
                <a:gd name="T54" fmla="*/ 47234 w 1679575"/>
                <a:gd name="T55" fmla="*/ 1376611 h 2125662"/>
                <a:gd name="T56" fmla="*/ 94468 w 1679575"/>
                <a:gd name="T57" fmla="*/ 1249206 h 2125662"/>
                <a:gd name="T58" fmla="*/ 155930 w 1679575"/>
                <a:gd name="T59" fmla="*/ 1135735 h 2125662"/>
                <a:gd name="T60" fmla="*/ 230765 w 1679575"/>
                <a:gd name="T61" fmla="*/ 1035348 h 2125662"/>
                <a:gd name="T62" fmla="*/ 317835 w 1679575"/>
                <a:gd name="T63" fmla="*/ 946334 h 2125662"/>
                <a:gd name="T64" fmla="*/ 427669 w 1679575"/>
                <a:gd name="T65" fmla="*/ 860449 h 2125662"/>
                <a:gd name="T66" fmla="*/ 831848 w 1679575"/>
                <a:gd name="T67" fmla="*/ 5125 h 2125662"/>
                <a:gd name="T68" fmla="*/ 927152 w 1679575"/>
                <a:gd name="T69" fmla="*/ 31035 h 2125662"/>
                <a:gd name="T70" fmla="*/ 1013353 w 1679575"/>
                <a:gd name="T71" fmla="*/ 76590 h 2125662"/>
                <a:gd name="T72" fmla="*/ 1087035 w 1679575"/>
                <a:gd name="T73" fmla="*/ 138945 h 2125662"/>
                <a:gd name="T74" fmla="*/ 1145356 w 1679575"/>
                <a:gd name="T75" fmla="*/ 215250 h 2125662"/>
                <a:gd name="T76" fmla="*/ 1186607 w 1679575"/>
                <a:gd name="T77" fmla="*/ 303514 h 2125662"/>
                <a:gd name="T78" fmla="*/ 1207944 w 1679575"/>
                <a:gd name="T79" fmla="*/ 401174 h 2125662"/>
                <a:gd name="T80" fmla="*/ 1205383 w 1679575"/>
                <a:gd name="T81" fmla="*/ 513924 h 2125662"/>
                <a:gd name="T82" fmla="*/ 1172382 w 1679575"/>
                <a:gd name="T83" fmla="*/ 626673 h 2125662"/>
                <a:gd name="T84" fmla="*/ 1112924 w 1679575"/>
                <a:gd name="T85" fmla="*/ 725187 h 2125662"/>
                <a:gd name="T86" fmla="*/ 1030706 w 1679575"/>
                <a:gd name="T87" fmla="*/ 804625 h 2125662"/>
                <a:gd name="T88" fmla="*/ 915204 w 1679575"/>
                <a:gd name="T89" fmla="*/ 867264 h 2125662"/>
                <a:gd name="T90" fmla="*/ 837253 w 1679575"/>
                <a:gd name="T91" fmla="*/ 887764 h 2125662"/>
                <a:gd name="T92" fmla="*/ 753044 w 1679575"/>
                <a:gd name="T93" fmla="*/ 893458 h 2125662"/>
                <a:gd name="T94" fmla="*/ 658879 w 1679575"/>
                <a:gd name="T95" fmla="*/ 881215 h 2125662"/>
                <a:gd name="T96" fmla="*/ 572394 w 1679575"/>
                <a:gd name="T97" fmla="*/ 850180 h 2125662"/>
                <a:gd name="T98" fmla="*/ 494728 w 1679575"/>
                <a:gd name="T99" fmla="*/ 802917 h 2125662"/>
                <a:gd name="T100" fmla="*/ 424459 w 1679575"/>
                <a:gd name="T101" fmla="*/ 736576 h 2125662"/>
                <a:gd name="T102" fmla="*/ 366992 w 1679575"/>
                <a:gd name="T103" fmla="*/ 651159 h 2125662"/>
                <a:gd name="T104" fmla="*/ 330578 w 1679575"/>
                <a:gd name="T105" fmla="*/ 553500 h 2125662"/>
                <a:gd name="T106" fmla="*/ 317206 w 1679575"/>
                <a:gd name="T107" fmla="*/ 446729 h 2125662"/>
                <a:gd name="T108" fmla="*/ 328586 w 1679575"/>
                <a:gd name="T109" fmla="*/ 345653 h 2125662"/>
                <a:gd name="T110" fmla="*/ 361587 w 1679575"/>
                <a:gd name="T111" fmla="*/ 253403 h 2125662"/>
                <a:gd name="T112" fmla="*/ 412795 w 1679575"/>
                <a:gd name="T113" fmla="*/ 171118 h 2125662"/>
                <a:gd name="T114" fmla="*/ 479934 w 1679575"/>
                <a:gd name="T115" fmla="*/ 101931 h 2125662"/>
                <a:gd name="T116" fmla="*/ 560729 w 1679575"/>
                <a:gd name="T117" fmla="*/ 48972 h 2125662"/>
                <a:gd name="T118" fmla="*/ 652620 w 1679575"/>
                <a:gd name="T119" fmla="*/ 13952 h 2125662"/>
                <a:gd name="T120" fmla="*/ 752191 w 1679575"/>
                <a:gd name="T121" fmla="*/ 0 h 2125662"/>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0" t="0" r="r" b="b"/>
              <a:pathLst>
                <a:path w="1679575" h="2125662">
                  <a:moveTo>
                    <a:pt x="481421" y="957262"/>
                  </a:moveTo>
                  <a:lnTo>
                    <a:pt x="484914" y="961070"/>
                  </a:lnTo>
                  <a:lnTo>
                    <a:pt x="490948" y="968686"/>
                  </a:lnTo>
                  <a:lnTo>
                    <a:pt x="497299" y="975667"/>
                  </a:lnTo>
                  <a:lnTo>
                    <a:pt x="510319" y="990264"/>
                  </a:lnTo>
                  <a:lnTo>
                    <a:pt x="523657" y="1003909"/>
                  </a:lnTo>
                  <a:lnTo>
                    <a:pt x="537947" y="1017237"/>
                  </a:lnTo>
                  <a:lnTo>
                    <a:pt x="552237" y="1029613"/>
                  </a:lnTo>
                  <a:lnTo>
                    <a:pt x="567480" y="1041671"/>
                  </a:lnTo>
                  <a:lnTo>
                    <a:pt x="583040" y="1053095"/>
                  </a:lnTo>
                  <a:lnTo>
                    <a:pt x="598601" y="1063884"/>
                  </a:lnTo>
                  <a:lnTo>
                    <a:pt x="615114" y="1074039"/>
                  </a:lnTo>
                  <a:lnTo>
                    <a:pt x="631627" y="1083558"/>
                  </a:lnTo>
                  <a:lnTo>
                    <a:pt x="649093" y="1092126"/>
                  </a:lnTo>
                  <a:lnTo>
                    <a:pt x="666241" y="1100377"/>
                  </a:lnTo>
                  <a:lnTo>
                    <a:pt x="684025" y="1107993"/>
                  </a:lnTo>
                  <a:lnTo>
                    <a:pt x="701808" y="1114657"/>
                  </a:lnTo>
                  <a:lnTo>
                    <a:pt x="720226" y="1120686"/>
                  </a:lnTo>
                  <a:lnTo>
                    <a:pt x="738645" y="1125763"/>
                  </a:lnTo>
                  <a:lnTo>
                    <a:pt x="734517" y="1130840"/>
                  </a:lnTo>
                  <a:lnTo>
                    <a:pt x="730706" y="1135283"/>
                  </a:lnTo>
                  <a:lnTo>
                    <a:pt x="727213" y="1140043"/>
                  </a:lnTo>
                  <a:lnTo>
                    <a:pt x="723402" y="1145437"/>
                  </a:lnTo>
                  <a:lnTo>
                    <a:pt x="720544" y="1150515"/>
                  </a:lnTo>
                  <a:lnTo>
                    <a:pt x="717368" y="1155909"/>
                  </a:lnTo>
                  <a:lnTo>
                    <a:pt x="714510" y="1161304"/>
                  </a:lnTo>
                  <a:lnTo>
                    <a:pt x="711970" y="1167016"/>
                  </a:lnTo>
                  <a:lnTo>
                    <a:pt x="710064" y="1172410"/>
                  </a:lnTo>
                  <a:lnTo>
                    <a:pt x="708159" y="1178439"/>
                  </a:lnTo>
                  <a:lnTo>
                    <a:pt x="706254" y="1184151"/>
                  </a:lnTo>
                  <a:lnTo>
                    <a:pt x="704983" y="1190498"/>
                  </a:lnTo>
                  <a:lnTo>
                    <a:pt x="704031" y="1196210"/>
                  </a:lnTo>
                  <a:lnTo>
                    <a:pt x="702761" y="1202556"/>
                  </a:lnTo>
                  <a:lnTo>
                    <a:pt x="702443" y="1208903"/>
                  </a:lnTo>
                  <a:lnTo>
                    <a:pt x="702125" y="1215249"/>
                  </a:lnTo>
                  <a:lnTo>
                    <a:pt x="702443" y="1222548"/>
                  </a:lnTo>
                  <a:lnTo>
                    <a:pt x="703078" y="1229529"/>
                  </a:lnTo>
                  <a:lnTo>
                    <a:pt x="704348" y="1236510"/>
                  </a:lnTo>
                  <a:lnTo>
                    <a:pt x="705619" y="1243174"/>
                  </a:lnTo>
                  <a:lnTo>
                    <a:pt x="707206" y="1249838"/>
                  </a:lnTo>
                  <a:lnTo>
                    <a:pt x="709112" y="1256819"/>
                  </a:lnTo>
                  <a:lnTo>
                    <a:pt x="711652" y="1263166"/>
                  </a:lnTo>
                  <a:lnTo>
                    <a:pt x="714193" y="1269512"/>
                  </a:lnTo>
                  <a:lnTo>
                    <a:pt x="717686" y="1275542"/>
                  </a:lnTo>
                  <a:lnTo>
                    <a:pt x="720861" y="1281571"/>
                  </a:lnTo>
                  <a:lnTo>
                    <a:pt x="724355" y="1287283"/>
                  </a:lnTo>
                  <a:lnTo>
                    <a:pt x="728483" y="1292995"/>
                  </a:lnTo>
                  <a:lnTo>
                    <a:pt x="732611" y="1298389"/>
                  </a:lnTo>
                  <a:lnTo>
                    <a:pt x="737057" y="1303784"/>
                  </a:lnTo>
                  <a:lnTo>
                    <a:pt x="742138" y="1308861"/>
                  </a:lnTo>
                  <a:lnTo>
                    <a:pt x="746901" y="1313304"/>
                  </a:lnTo>
                  <a:lnTo>
                    <a:pt x="672275" y="1874339"/>
                  </a:lnTo>
                  <a:lnTo>
                    <a:pt x="854237" y="2050773"/>
                  </a:lnTo>
                  <a:lnTo>
                    <a:pt x="1030800" y="1874339"/>
                  </a:lnTo>
                  <a:lnTo>
                    <a:pt x="956173" y="1313304"/>
                  </a:lnTo>
                  <a:lnTo>
                    <a:pt x="961572" y="1308544"/>
                  </a:lnTo>
                  <a:lnTo>
                    <a:pt x="966018" y="1303466"/>
                  </a:lnTo>
                  <a:lnTo>
                    <a:pt x="970781" y="1298072"/>
                  </a:lnTo>
                  <a:lnTo>
                    <a:pt x="974910" y="1292995"/>
                  </a:lnTo>
                  <a:lnTo>
                    <a:pt x="978720" y="1286965"/>
                  </a:lnTo>
                  <a:lnTo>
                    <a:pt x="982531" y="1281571"/>
                  </a:lnTo>
                  <a:lnTo>
                    <a:pt x="986024" y="1275224"/>
                  </a:lnTo>
                  <a:lnTo>
                    <a:pt x="988882" y="1269195"/>
                  </a:lnTo>
                  <a:lnTo>
                    <a:pt x="991423" y="1262849"/>
                  </a:lnTo>
                  <a:lnTo>
                    <a:pt x="994281" y="1256502"/>
                  </a:lnTo>
                  <a:lnTo>
                    <a:pt x="996186" y="1249838"/>
                  </a:lnTo>
                  <a:lnTo>
                    <a:pt x="997774" y="1243174"/>
                  </a:lnTo>
                  <a:lnTo>
                    <a:pt x="999044" y="1236510"/>
                  </a:lnTo>
                  <a:lnTo>
                    <a:pt x="999997" y="1229212"/>
                  </a:lnTo>
                  <a:lnTo>
                    <a:pt x="1000632" y="1222548"/>
                  </a:lnTo>
                  <a:lnTo>
                    <a:pt x="1000632" y="1215249"/>
                  </a:lnTo>
                  <a:lnTo>
                    <a:pt x="1000632" y="1208903"/>
                  </a:lnTo>
                  <a:lnTo>
                    <a:pt x="1000314" y="1203191"/>
                  </a:lnTo>
                  <a:lnTo>
                    <a:pt x="999679" y="1197479"/>
                  </a:lnTo>
                  <a:lnTo>
                    <a:pt x="998727" y="1191767"/>
                  </a:lnTo>
                  <a:lnTo>
                    <a:pt x="997456" y="1186055"/>
                  </a:lnTo>
                  <a:lnTo>
                    <a:pt x="996186" y="1180661"/>
                  </a:lnTo>
                  <a:lnTo>
                    <a:pt x="994598" y="1175266"/>
                  </a:lnTo>
                  <a:lnTo>
                    <a:pt x="992375" y="1169872"/>
                  </a:lnTo>
                  <a:lnTo>
                    <a:pt x="990152" y="1164794"/>
                  </a:lnTo>
                  <a:lnTo>
                    <a:pt x="987929" y="1159400"/>
                  </a:lnTo>
                  <a:lnTo>
                    <a:pt x="985389" y="1154640"/>
                  </a:lnTo>
                  <a:lnTo>
                    <a:pt x="982849" y="1149563"/>
                  </a:lnTo>
                  <a:lnTo>
                    <a:pt x="979355" y="1144803"/>
                  </a:lnTo>
                  <a:lnTo>
                    <a:pt x="976497" y="1139725"/>
                  </a:lnTo>
                  <a:lnTo>
                    <a:pt x="973004" y="1135283"/>
                  </a:lnTo>
                  <a:lnTo>
                    <a:pt x="969829" y="1130840"/>
                  </a:lnTo>
                  <a:lnTo>
                    <a:pt x="987612" y="1126398"/>
                  </a:lnTo>
                  <a:lnTo>
                    <a:pt x="1005713" y="1121320"/>
                  </a:lnTo>
                  <a:lnTo>
                    <a:pt x="1023496" y="1115609"/>
                  </a:lnTo>
                  <a:lnTo>
                    <a:pt x="1041280" y="1109262"/>
                  </a:lnTo>
                  <a:lnTo>
                    <a:pt x="1058428" y="1101963"/>
                  </a:lnTo>
                  <a:lnTo>
                    <a:pt x="1075576" y="1094665"/>
                  </a:lnTo>
                  <a:lnTo>
                    <a:pt x="1092089" y="1086097"/>
                  </a:lnTo>
                  <a:lnTo>
                    <a:pt x="1108602" y="1076895"/>
                  </a:lnTo>
                  <a:lnTo>
                    <a:pt x="1124480" y="1067375"/>
                  </a:lnTo>
                  <a:lnTo>
                    <a:pt x="1140041" y="1056903"/>
                  </a:lnTo>
                  <a:lnTo>
                    <a:pt x="1155601" y="1046114"/>
                  </a:lnTo>
                  <a:lnTo>
                    <a:pt x="1170209" y="1034690"/>
                  </a:lnTo>
                  <a:lnTo>
                    <a:pt x="1184817" y="1022632"/>
                  </a:lnTo>
                  <a:lnTo>
                    <a:pt x="1198472" y="1009938"/>
                  </a:lnTo>
                  <a:lnTo>
                    <a:pt x="1211809" y="996928"/>
                  </a:lnTo>
                  <a:lnTo>
                    <a:pt x="1225147" y="983283"/>
                  </a:lnTo>
                  <a:lnTo>
                    <a:pt x="1228640" y="979792"/>
                  </a:lnTo>
                  <a:lnTo>
                    <a:pt x="1232451" y="982966"/>
                  </a:lnTo>
                  <a:lnTo>
                    <a:pt x="1257220" y="1002005"/>
                  </a:lnTo>
                  <a:lnTo>
                    <a:pt x="1281037" y="1021680"/>
                  </a:lnTo>
                  <a:lnTo>
                    <a:pt x="1304537" y="1041989"/>
                  </a:lnTo>
                  <a:lnTo>
                    <a:pt x="1316604" y="1052143"/>
                  </a:lnTo>
                  <a:lnTo>
                    <a:pt x="1327719" y="1062615"/>
                  </a:lnTo>
                  <a:lnTo>
                    <a:pt x="1338833" y="1073404"/>
                  </a:lnTo>
                  <a:lnTo>
                    <a:pt x="1349948" y="1084193"/>
                  </a:lnTo>
                  <a:lnTo>
                    <a:pt x="1361062" y="1094982"/>
                  </a:lnTo>
                  <a:lnTo>
                    <a:pt x="1371860" y="1105771"/>
                  </a:lnTo>
                  <a:lnTo>
                    <a:pt x="1382339" y="1116561"/>
                  </a:lnTo>
                  <a:lnTo>
                    <a:pt x="1392818" y="1127984"/>
                  </a:lnTo>
                  <a:lnTo>
                    <a:pt x="1403298" y="1139408"/>
                  </a:lnTo>
                  <a:lnTo>
                    <a:pt x="1413460" y="1150832"/>
                  </a:lnTo>
                  <a:lnTo>
                    <a:pt x="1423304" y="1162573"/>
                  </a:lnTo>
                  <a:lnTo>
                    <a:pt x="1433149" y="1174314"/>
                  </a:lnTo>
                  <a:lnTo>
                    <a:pt x="1442675" y="1186373"/>
                  </a:lnTo>
                  <a:lnTo>
                    <a:pt x="1452202" y="1198748"/>
                  </a:lnTo>
                  <a:lnTo>
                    <a:pt x="1461411" y="1210807"/>
                  </a:lnTo>
                  <a:lnTo>
                    <a:pt x="1470621" y="1223183"/>
                  </a:lnTo>
                  <a:lnTo>
                    <a:pt x="1479830" y="1235876"/>
                  </a:lnTo>
                  <a:lnTo>
                    <a:pt x="1488404" y="1248569"/>
                  </a:lnTo>
                  <a:lnTo>
                    <a:pt x="1496978" y="1261262"/>
                  </a:lnTo>
                  <a:lnTo>
                    <a:pt x="1505552" y="1274272"/>
                  </a:lnTo>
                  <a:lnTo>
                    <a:pt x="1513809" y="1287600"/>
                  </a:lnTo>
                  <a:lnTo>
                    <a:pt x="1521748" y="1300611"/>
                  </a:lnTo>
                  <a:lnTo>
                    <a:pt x="1529687" y="1314573"/>
                  </a:lnTo>
                  <a:lnTo>
                    <a:pt x="1537308" y="1328218"/>
                  </a:lnTo>
                  <a:lnTo>
                    <a:pt x="1544930" y="1341863"/>
                  </a:lnTo>
                  <a:lnTo>
                    <a:pt x="1552234" y="1355826"/>
                  </a:lnTo>
                  <a:lnTo>
                    <a:pt x="1559537" y="1369788"/>
                  </a:lnTo>
                  <a:lnTo>
                    <a:pt x="1566206" y="1384385"/>
                  </a:lnTo>
                  <a:lnTo>
                    <a:pt x="1573193" y="1398982"/>
                  </a:lnTo>
                  <a:lnTo>
                    <a:pt x="1579544" y="1413579"/>
                  </a:lnTo>
                  <a:lnTo>
                    <a:pt x="1586213" y="1428176"/>
                  </a:lnTo>
                  <a:lnTo>
                    <a:pt x="1592246" y="1443725"/>
                  </a:lnTo>
                  <a:lnTo>
                    <a:pt x="1598280" y="1458640"/>
                  </a:lnTo>
                  <a:lnTo>
                    <a:pt x="1603996" y="1473871"/>
                  </a:lnTo>
                  <a:lnTo>
                    <a:pt x="1609712" y="1489738"/>
                  </a:lnTo>
                  <a:lnTo>
                    <a:pt x="1614793" y="1505287"/>
                  </a:lnTo>
                  <a:lnTo>
                    <a:pt x="1620191" y="1521153"/>
                  </a:lnTo>
                  <a:lnTo>
                    <a:pt x="1624955" y="1537337"/>
                  </a:lnTo>
                  <a:lnTo>
                    <a:pt x="1630036" y="1553521"/>
                  </a:lnTo>
                  <a:lnTo>
                    <a:pt x="1634482" y="1570339"/>
                  </a:lnTo>
                  <a:lnTo>
                    <a:pt x="1638610" y="1586840"/>
                  </a:lnTo>
                  <a:lnTo>
                    <a:pt x="1643056" y="1603976"/>
                  </a:lnTo>
                  <a:lnTo>
                    <a:pt x="1646867" y="1620794"/>
                  </a:lnTo>
                  <a:lnTo>
                    <a:pt x="1650677" y="1637930"/>
                  </a:lnTo>
                  <a:lnTo>
                    <a:pt x="1654170" y="1655383"/>
                  </a:lnTo>
                  <a:lnTo>
                    <a:pt x="1657664" y="1673153"/>
                  </a:lnTo>
                  <a:lnTo>
                    <a:pt x="1660522" y="1690923"/>
                  </a:lnTo>
                  <a:lnTo>
                    <a:pt x="1663697" y="1709011"/>
                  </a:lnTo>
                  <a:lnTo>
                    <a:pt x="1666238" y="1727099"/>
                  </a:lnTo>
                  <a:lnTo>
                    <a:pt x="1668461" y="1745821"/>
                  </a:lnTo>
                  <a:lnTo>
                    <a:pt x="1670684" y="1764226"/>
                  </a:lnTo>
                  <a:lnTo>
                    <a:pt x="1672589" y="1783266"/>
                  </a:lnTo>
                  <a:lnTo>
                    <a:pt x="1674177" y="1802305"/>
                  </a:lnTo>
                  <a:lnTo>
                    <a:pt x="1676082" y="1821345"/>
                  </a:lnTo>
                  <a:lnTo>
                    <a:pt x="1677352" y="1841019"/>
                  </a:lnTo>
                  <a:lnTo>
                    <a:pt x="1678305" y="1860694"/>
                  </a:lnTo>
                  <a:lnTo>
                    <a:pt x="1679258" y="1880368"/>
                  </a:lnTo>
                  <a:lnTo>
                    <a:pt x="1679575" y="1900677"/>
                  </a:lnTo>
                  <a:lnTo>
                    <a:pt x="1679575" y="1903850"/>
                  </a:lnTo>
                  <a:lnTo>
                    <a:pt x="1677035" y="1905437"/>
                  </a:lnTo>
                  <a:lnTo>
                    <a:pt x="1653853" y="1918765"/>
                  </a:lnTo>
                  <a:lnTo>
                    <a:pt x="1630353" y="1931775"/>
                  </a:lnTo>
                  <a:lnTo>
                    <a:pt x="1606854" y="1944151"/>
                  </a:lnTo>
                  <a:lnTo>
                    <a:pt x="1583037" y="1956209"/>
                  </a:lnTo>
                  <a:lnTo>
                    <a:pt x="1558902" y="1967950"/>
                  </a:lnTo>
                  <a:lnTo>
                    <a:pt x="1534768" y="1979374"/>
                  </a:lnTo>
                  <a:lnTo>
                    <a:pt x="1510316" y="1990163"/>
                  </a:lnTo>
                  <a:lnTo>
                    <a:pt x="1485864" y="2000635"/>
                  </a:lnTo>
                  <a:lnTo>
                    <a:pt x="1461411" y="2010790"/>
                  </a:lnTo>
                  <a:lnTo>
                    <a:pt x="1436642" y="2020627"/>
                  </a:lnTo>
                  <a:lnTo>
                    <a:pt x="1411872" y="2029512"/>
                  </a:lnTo>
                  <a:lnTo>
                    <a:pt x="1386785" y="2038397"/>
                  </a:lnTo>
                  <a:lnTo>
                    <a:pt x="1361380" y="2046965"/>
                  </a:lnTo>
                  <a:lnTo>
                    <a:pt x="1335975" y="2054581"/>
                  </a:lnTo>
                  <a:lnTo>
                    <a:pt x="1310570" y="2062514"/>
                  </a:lnTo>
                  <a:lnTo>
                    <a:pt x="1285166" y="2069495"/>
                  </a:lnTo>
                  <a:lnTo>
                    <a:pt x="1259443" y="2076159"/>
                  </a:lnTo>
                  <a:lnTo>
                    <a:pt x="1233403" y="2082506"/>
                  </a:lnTo>
                  <a:lnTo>
                    <a:pt x="1207681" y="2088535"/>
                  </a:lnTo>
                  <a:lnTo>
                    <a:pt x="1181959" y="2093929"/>
                  </a:lnTo>
                  <a:lnTo>
                    <a:pt x="1155919" y="2099007"/>
                  </a:lnTo>
                  <a:lnTo>
                    <a:pt x="1129561" y="2103767"/>
                  </a:lnTo>
                  <a:lnTo>
                    <a:pt x="1103204" y="2107892"/>
                  </a:lnTo>
                  <a:lnTo>
                    <a:pt x="1077164" y="2111382"/>
                  </a:lnTo>
                  <a:lnTo>
                    <a:pt x="1050806" y="2114873"/>
                  </a:lnTo>
                  <a:lnTo>
                    <a:pt x="1024131" y="2117729"/>
                  </a:lnTo>
                  <a:lnTo>
                    <a:pt x="997774" y="2119950"/>
                  </a:lnTo>
                  <a:lnTo>
                    <a:pt x="971099" y="2121854"/>
                  </a:lnTo>
                  <a:lnTo>
                    <a:pt x="944424" y="2123441"/>
                  </a:lnTo>
                  <a:lnTo>
                    <a:pt x="917749" y="2125028"/>
                  </a:lnTo>
                  <a:lnTo>
                    <a:pt x="891074" y="2125662"/>
                  </a:lnTo>
                  <a:lnTo>
                    <a:pt x="864399" y="2125662"/>
                  </a:lnTo>
                  <a:lnTo>
                    <a:pt x="835818" y="2125662"/>
                  </a:lnTo>
                  <a:lnTo>
                    <a:pt x="807238" y="2124710"/>
                  </a:lnTo>
                  <a:lnTo>
                    <a:pt x="778657" y="2123124"/>
                  </a:lnTo>
                  <a:lnTo>
                    <a:pt x="750395" y="2121537"/>
                  </a:lnTo>
                  <a:lnTo>
                    <a:pt x="722132" y="2119316"/>
                  </a:lnTo>
                  <a:lnTo>
                    <a:pt x="693869" y="2116777"/>
                  </a:lnTo>
                  <a:lnTo>
                    <a:pt x="665606" y="2113604"/>
                  </a:lnTo>
                  <a:lnTo>
                    <a:pt x="637661" y="2109478"/>
                  </a:lnTo>
                  <a:lnTo>
                    <a:pt x="609398" y="2105353"/>
                  </a:lnTo>
                  <a:lnTo>
                    <a:pt x="581453" y="2100593"/>
                  </a:lnTo>
                  <a:lnTo>
                    <a:pt x="553825" y="2095199"/>
                  </a:lnTo>
                  <a:lnTo>
                    <a:pt x="525880" y="2089487"/>
                  </a:lnTo>
                  <a:lnTo>
                    <a:pt x="498252" y="2083458"/>
                  </a:lnTo>
                  <a:lnTo>
                    <a:pt x="470624" y="2076476"/>
                  </a:lnTo>
                  <a:lnTo>
                    <a:pt x="443314" y="2069495"/>
                  </a:lnTo>
                  <a:lnTo>
                    <a:pt x="416321" y="2061879"/>
                  </a:lnTo>
                  <a:lnTo>
                    <a:pt x="389011" y="2053629"/>
                  </a:lnTo>
                  <a:lnTo>
                    <a:pt x="362019" y="2045378"/>
                  </a:lnTo>
                  <a:lnTo>
                    <a:pt x="335343" y="2036176"/>
                  </a:lnTo>
                  <a:lnTo>
                    <a:pt x="308668" y="2026656"/>
                  </a:lnTo>
                  <a:lnTo>
                    <a:pt x="282311" y="2016502"/>
                  </a:lnTo>
                  <a:lnTo>
                    <a:pt x="255953" y="2006030"/>
                  </a:lnTo>
                  <a:lnTo>
                    <a:pt x="229913" y="1994923"/>
                  </a:lnTo>
                  <a:lnTo>
                    <a:pt x="203556" y="1983499"/>
                  </a:lnTo>
                  <a:lnTo>
                    <a:pt x="177833" y="1971441"/>
                  </a:lnTo>
                  <a:lnTo>
                    <a:pt x="152429" y="1959065"/>
                  </a:lnTo>
                  <a:lnTo>
                    <a:pt x="127024" y="1946372"/>
                  </a:lnTo>
                  <a:lnTo>
                    <a:pt x="101619" y="1933044"/>
                  </a:lnTo>
                  <a:lnTo>
                    <a:pt x="76532" y="1919399"/>
                  </a:lnTo>
                  <a:lnTo>
                    <a:pt x="51762" y="1905437"/>
                  </a:lnTo>
                  <a:lnTo>
                    <a:pt x="27310" y="1890523"/>
                  </a:lnTo>
                  <a:lnTo>
                    <a:pt x="2858" y="1875291"/>
                  </a:lnTo>
                  <a:lnTo>
                    <a:pt x="0" y="1888301"/>
                  </a:lnTo>
                  <a:lnTo>
                    <a:pt x="0" y="1870531"/>
                  </a:lnTo>
                  <a:lnTo>
                    <a:pt x="952" y="1850222"/>
                  </a:lnTo>
                  <a:lnTo>
                    <a:pt x="2223" y="1829913"/>
                  </a:lnTo>
                  <a:lnTo>
                    <a:pt x="3493" y="1809604"/>
                  </a:lnTo>
                  <a:lnTo>
                    <a:pt x="5398" y="1790247"/>
                  </a:lnTo>
                  <a:lnTo>
                    <a:pt x="6986" y="1770573"/>
                  </a:lnTo>
                  <a:lnTo>
                    <a:pt x="9209" y="1750898"/>
                  </a:lnTo>
                  <a:lnTo>
                    <a:pt x="11749" y="1732176"/>
                  </a:lnTo>
                  <a:lnTo>
                    <a:pt x="14290" y="1713136"/>
                  </a:lnTo>
                  <a:lnTo>
                    <a:pt x="17148" y="1694414"/>
                  </a:lnTo>
                  <a:lnTo>
                    <a:pt x="20006" y="1676009"/>
                  </a:lnTo>
                  <a:lnTo>
                    <a:pt x="23499" y="1657604"/>
                  </a:lnTo>
                  <a:lnTo>
                    <a:pt x="26992" y="1639834"/>
                  </a:lnTo>
                  <a:lnTo>
                    <a:pt x="30486" y="1621746"/>
                  </a:lnTo>
                  <a:lnTo>
                    <a:pt x="34931" y="1604293"/>
                  </a:lnTo>
                  <a:lnTo>
                    <a:pt x="38742" y="1586840"/>
                  </a:lnTo>
                  <a:lnTo>
                    <a:pt x="43188" y="1569704"/>
                  </a:lnTo>
                  <a:lnTo>
                    <a:pt x="47951" y="1552569"/>
                  </a:lnTo>
                  <a:lnTo>
                    <a:pt x="52715" y="1536068"/>
                  </a:lnTo>
                  <a:lnTo>
                    <a:pt x="57796" y="1519249"/>
                  </a:lnTo>
                  <a:lnTo>
                    <a:pt x="62877" y="1503066"/>
                  </a:lnTo>
                  <a:lnTo>
                    <a:pt x="68593" y="1486564"/>
                  </a:lnTo>
                  <a:lnTo>
                    <a:pt x="73991" y="1470698"/>
                  </a:lnTo>
                  <a:lnTo>
                    <a:pt x="80025" y="1455149"/>
                  </a:lnTo>
                  <a:lnTo>
                    <a:pt x="86059" y="1439283"/>
                  </a:lnTo>
                  <a:lnTo>
                    <a:pt x="92410" y="1424051"/>
                  </a:lnTo>
                  <a:lnTo>
                    <a:pt x="98761" y="1409137"/>
                  </a:lnTo>
                  <a:lnTo>
                    <a:pt x="105430" y="1393905"/>
                  </a:lnTo>
                  <a:lnTo>
                    <a:pt x="112098" y="1378990"/>
                  </a:lnTo>
                  <a:lnTo>
                    <a:pt x="119402" y="1364393"/>
                  </a:lnTo>
                  <a:lnTo>
                    <a:pt x="126706" y="1350114"/>
                  </a:lnTo>
                  <a:lnTo>
                    <a:pt x="134010" y="1335834"/>
                  </a:lnTo>
                  <a:lnTo>
                    <a:pt x="141632" y="1321871"/>
                  </a:lnTo>
                  <a:lnTo>
                    <a:pt x="149571" y="1307909"/>
                  </a:lnTo>
                  <a:lnTo>
                    <a:pt x="157510" y="1294264"/>
                  </a:lnTo>
                  <a:lnTo>
                    <a:pt x="165766" y="1280936"/>
                  </a:lnTo>
                  <a:lnTo>
                    <a:pt x="174023" y="1267291"/>
                  </a:lnTo>
                  <a:lnTo>
                    <a:pt x="182597" y="1253963"/>
                  </a:lnTo>
                  <a:lnTo>
                    <a:pt x="191171" y="1241270"/>
                  </a:lnTo>
                  <a:lnTo>
                    <a:pt x="200380" y="1228260"/>
                  </a:lnTo>
                  <a:lnTo>
                    <a:pt x="209589" y="1215884"/>
                  </a:lnTo>
                  <a:lnTo>
                    <a:pt x="218799" y="1203191"/>
                  </a:lnTo>
                  <a:lnTo>
                    <a:pt x="228008" y="1191133"/>
                  </a:lnTo>
                  <a:lnTo>
                    <a:pt x="237852" y="1178757"/>
                  </a:lnTo>
                  <a:lnTo>
                    <a:pt x="247697" y="1167016"/>
                  </a:lnTo>
                  <a:lnTo>
                    <a:pt x="257541" y="1155275"/>
                  </a:lnTo>
                  <a:lnTo>
                    <a:pt x="267703" y="1143533"/>
                  </a:lnTo>
                  <a:lnTo>
                    <a:pt x="278182" y="1132110"/>
                  </a:lnTo>
                  <a:lnTo>
                    <a:pt x="288662" y="1120686"/>
                  </a:lnTo>
                  <a:lnTo>
                    <a:pt x="298824" y="1109579"/>
                  </a:lnTo>
                  <a:lnTo>
                    <a:pt x="309938" y="1098473"/>
                  </a:lnTo>
                  <a:lnTo>
                    <a:pt x="320735" y="1087684"/>
                  </a:lnTo>
                  <a:lnTo>
                    <a:pt x="331850" y="1076895"/>
                  </a:lnTo>
                  <a:lnTo>
                    <a:pt x="343282" y="1066423"/>
                  </a:lnTo>
                  <a:lnTo>
                    <a:pt x="354715" y="1055951"/>
                  </a:lnTo>
                  <a:lnTo>
                    <a:pt x="366147" y="1045797"/>
                  </a:lnTo>
                  <a:lnTo>
                    <a:pt x="377897" y="1035642"/>
                  </a:lnTo>
                  <a:lnTo>
                    <a:pt x="389964" y="1025805"/>
                  </a:lnTo>
                  <a:lnTo>
                    <a:pt x="401714" y="1015968"/>
                  </a:lnTo>
                  <a:lnTo>
                    <a:pt x="414099" y="1006448"/>
                  </a:lnTo>
                  <a:lnTo>
                    <a:pt x="426801" y="996928"/>
                  </a:lnTo>
                  <a:lnTo>
                    <a:pt x="439186" y="987408"/>
                  </a:lnTo>
                  <a:lnTo>
                    <a:pt x="451571" y="977888"/>
                  </a:lnTo>
                  <a:lnTo>
                    <a:pt x="477293" y="960118"/>
                  </a:lnTo>
                  <a:lnTo>
                    <a:pt x="481421" y="957262"/>
                  </a:lnTo>
                  <a:close/>
                  <a:moveTo>
                    <a:pt x="839471" y="0"/>
                  </a:moveTo>
                  <a:lnTo>
                    <a:pt x="852171" y="0"/>
                  </a:lnTo>
                  <a:lnTo>
                    <a:pt x="865506" y="0"/>
                  </a:lnTo>
                  <a:lnTo>
                    <a:pt x="878206" y="636"/>
                  </a:lnTo>
                  <a:lnTo>
                    <a:pt x="890906" y="1271"/>
                  </a:lnTo>
                  <a:lnTo>
                    <a:pt x="903288" y="2542"/>
                  </a:lnTo>
                  <a:lnTo>
                    <a:pt x="915988" y="3813"/>
                  </a:lnTo>
                  <a:lnTo>
                    <a:pt x="928371" y="5719"/>
                  </a:lnTo>
                  <a:lnTo>
                    <a:pt x="940436" y="7943"/>
                  </a:lnTo>
                  <a:lnTo>
                    <a:pt x="952818" y="10167"/>
                  </a:lnTo>
                  <a:lnTo>
                    <a:pt x="964883" y="12708"/>
                  </a:lnTo>
                  <a:lnTo>
                    <a:pt x="976631" y="15568"/>
                  </a:lnTo>
                  <a:lnTo>
                    <a:pt x="988696" y="19062"/>
                  </a:lnTo>
                  <a:lnTo>
                    <a:pt x="1000443" y="22239"/>
                  </a:lnTo>
                  <a:lnTo>
                    <a:pt x="1011873" y="26052"/>
                  </a:lnTo>
                  <a:lnTo>
                    <a:pt x="1023621" y="30182"/>
                  </a:lnTo>
                  <a:lnTo>
                    <a:pt x="1034733" y="34630"/>
                  </a:lnTo>
                  <a:lnTo>
                    <a:pt x="1046163" y="39395"/>
                  </a:lnTo>
                  <a:lnTo>
                    <a:pt x="1057276" y="44161"/>
                  </a:lnTo>
                  <a:lnTo>
                    <a:pt x="1068388" y="48926"/>
                  </a:lnTo>
                  <a:lnTo>
                    <a:pt x="1079183" y="54645"/>
                  </a:lnTo>
                  <a:lnTo>
                    <a:pt x="1089661" y="60046"/>
                  </a:lnTo>
                  <a:lnTo>
                    <a:pt x="1100456" y="66082"/>
                  </a:lnTo>
                  <a:lnTo>
                    <a:pt x="1110616" y="72119"/>
                  </a:lnTo>
                  <a:lnTo>
                    <a:pt x="1120776" y="78790"/>
                  </a:lnTo>
                  <a:lnTo>
                    <a:pt x="1130936" y="85462"/>
                  </a:lnTo>
                  <a:lnTo>
                    <a:pt x="1140461" y="92134"/>
                  </a:lnTo>
                  <a:lnTo>
                    <a:pt x="1150303" y="99123"/>
                  </a:lnTo>
                  <a:lnTo>
                    <a:pt x="1159828" y="106430"/>
                  </a:lnTo>
                  <a:lnTo>
                    <a:pt x="1169353" y="114055"/>
                  </a:lnTo>
                  <a:lnTo>
                    <a:pt x="1178561" y="121680"/>
                  </a:lnTo>
                  <a:lnTo>
                    <a:pt x="1187133" y="129623"/>
                  </a:lnTo>
                  <a:lnTo>
                    <a:pt x="1196023" y="137883"/>
                  </a:lnTo>
                  <a:lnTo>
                    <a:pt x="1204596" y="146143"/>
                  </a:lnTo>
                  <a:lnTo>
                    <a:pt x="1213168" y="155039"/>
                  </a:lnTo>
                  <a:lnTo>
                    <a:pt x="1221106" y="163299"/>
                  </a:lnTo>
                  <a:lnTo>
                    <a:pt x="1229043" y="172513"/>
                  </a:lnTo>
                  <a:lnTo>
                    <a:pt x="1236981" y="181726"/>
                  </a:lnTo>
                  <a:lnTo>
                    <a:pt x="1244283" y="190939"/>
                  </a:lnTo>
                  <a:lnTo>
                    <a:pt x="1251586" y="200153"/>
                  </a:lnTo>
                  <a:lnTo>
                    <a:pt x="1258888" y="210001"/>
                  </a:lnTo>
                  <a:lnTo>
                    <a:pt x="1265556" y="219850"/>
                  </a:lnTo>
                  <a:lnTo>
                    <a:pt x="1272223" y="230017"/>
                  </a:lnTo>
                  <a:lnTo>
                    <a:pt x="1278256" y="240183"/>
                  </a:lnTo>
                  <a:lnTo>
                    <a:pt x="1284606" y="250667"/>
                  </a:lnTo>
                  <a:lnTo>
                    <a:pt x="1290321" y="261151"/>
                  </a:lnTo>
                  <a:lnTo>
                    <a:pt x="1296353" y="271953"/>
                  </a:lnTo>
                  <a:lnTo>
                    <a:pt x="1301433" y="282755"/>
                  </a:lnTo>
                  <a:lnTo>
                    <a:pt x="1306831" y="293239"/>
                  </a:lnTo>
                  <a:lnTo>
                    <a:pt x="1311593" y="304359"/>
                  </a:lnTo>
                  <a:lnTo>
                    <a:pt x="1316356" y="315796"/>
                  </a:lnTo>
                  <a:lnTo>
                    <a:pt x="1320483" y="327234"/>
                  </a:lnTo>
                  <a:lnTo>
                    <a:pt x="1324293" y="338671"/>
                  </a:lnTo>
                  <a:lnTo>
                    <a:pt x="1328421" y="350426"/>
                  </a:lnTo>
                  <a:lnTo>
                    <a:pt x="1331913" y="362181"/>
                  </a:lnTo>
                  <a:lnTo>
                    <a:pt x="1335088" y="373936"/>
                  </a:lnTo>
                  <a:lnTo>
                    <a:pt x="1337946" y="386009"/>
                  </a:lnTo>
                  <a:lnTo>
                    <a:pt x="1340803" y="398081"/>
                  </a:lnTo>
                  <a:lnTo>
                    <a:pt x="1343026" y="410472"/>
                  </a:lnTo>
                  <a:lnTo>
                    <a:pt x="1344931" y="422862"/>
                  </a:lnTo>
                  <a:lnTo>
                    <a:pt x="1346518" y="435252"/>
                  </a:lnTo>
                  <a:lnTo>
                    <a:pt x="1348106" y="447643"/>
                  </a:lnTo>
                  <a:lnTo>
                    <a:pt x="1349058" y="460033"/>
                  </a:lnTo>
                  <a:lnTo>
                    <a:pt x="1350011" y="472741"/>
                  </a:lnTo>
                  <a:lnTo>
                    <a:pt x="1350646" y="485449"/>
                  </a:lnTo>
                  <a:lnTo>
                    <a:pt x="1350963" y="498475"/>
                  </a:lnTo>
                  <a:lnTo>
                    <a:pt x="1350646" y="513407"/>
                  </a:lnTo>
                  <a:lnTo>
                    <a:pt x="1349693" y="528975"/>
                  </a:lnTo>
                  <a:lnTo>
                    <a:pt x="1348423" y="543907"/>
                  </a:lnTo>
                  <a:lnTo>
                    <a:pt x="1347153" y="558521"/>
                  </a:lnTo>
                  <a:lnTo>
                    <a:pt x="1345248" y="573453"/>
                  </a:lnTo>
                  <a:lnTo>
                    <a:pt x="1342708" y="588067"/>
                  </a:lnTo>
                  <a:lnTo>
                    <a:pt x="1339851" y="602682"/>
                  </a:lnTo>
                  <a:lnTo>
                    <a:pt x="1336358" y="616660"/>
                  </a:lnTo>
                  <a:lnTo>
                    <a:pt x="1332866" y="631275"/>
                  </a:lnTo>
                  <a:lnTo>
                    <a:pt x="1328738" y="645254"/>
                  </a:lnTo>
                  <a:lnTo>
                    <a:pt x="1324293" y="658915"/>
                  </a:lnTo>
                  <a:lnTo>
                    <a:pt x="1319531" y="672576"/>
                  </a:lnTo>
                  <a:lnTo>
                    <a:pt x="1314133" y="685920"/>
                  </a:lnTo>
                  <a:lnTo>
                    <a:pt x="1308418" y="699263"/>
                  </a:lnTo>
                  <a:lnTo>
                    <a:pt x="1302386" y="712607"/>
                  </a:lnTo>
                  <a:lnTo>
                    <a:pt x="1296353" y="725315"/>
                  </a:lnTo>
                  <a:lnTo>
                    <a:pt x="1289368" y="738023"/>
                  </a:lnTo>
                  <a:lnTo>
                    <a:pt x="1282383" y="750413"/>
                  </a:lnTo>
                  <a:lnTo>
                    <a:pt x="1275081" y="762486"/>
                  </a:lnTo>
                  <a:lnTo>
                    <a:pt x="1267143" y="774559"/>
                  </a:lnTo>
                  <a:lnTo>
                    <a:pt x="1259206" y="786313"/>
                  </a:lnTo>
                  <a:lnTo>
                    <a:pt x="1250633" y="797751"/>
                  </a:lnTo>
                  <a:lnTo>
                    <a:pt x="1242061" y="809188"/>
                  </a:lnTo>
                  <a:lnTo>
                    <a:pt x="1232853" y="819990"/>
                  </a:lnTo>
                  <a:lnTo>
                    <a:pt x="1223963" y="830792"/>
                  </a:lnTo>
                  <a:lnTo>
                    <a:pt x="1214121" y="841276"/>
                  </a:lnTo>
                  <a:lnTo>
                    <a:pt x="1204278" y="851442"/>
                  </a:lnTo>
                  <a:lnTo>
                    <a:pt x="1193801" y="860974"/>
                  </a:lnTo>
                  <a:lnTo>
                    <a:pt x="1183323" y="870822"/>
                  </a:lnTo>
                  <a:lnTo>
                    <a:pt x="1172528" y="880036"/>
                  </a:lnTo>
                  <a:lnTo>
                    <a:pt x="1161733" y="889249"/>
                  </a:lnTo>
                  <a:lnTo>
                    <a:pt x="1150303" y="897827"/>
                  </a:lnTo>
                  <a:lnTo>
                    <a:pt x="1134746" y="909264"/>
                  </a:lnTo>
                  <a:lnTo>
                    <a:pt x="1118236" y="920066"/>
                  </a:lnTo>
                  <a:lnTo>
                    <a:pt x="1101408" y="929915"/>
                  </a:lnTo>
                  <a:lnTo>
                    <a:pt x="1084581" y="939446"/>
                  </a:lnTo>
                  <a:lnTo>
                    <a:pt x="1066801" y="948342"/>
                  </a:lnTo>
                  <a:lnTo>
                    <a:pt x="1048703" y="956602"/>
                  </a:lnTo>
                  <a:lnTo>
                    <a:pt x="1040131" y="960414"/>
                  </a:lnTo>
                  <a:lnTo>
                    <a:pt x="1030606" y="963909"/>
                  </a:lnTo>
                  <a:lnTo>
                    <a:pt x="1021398" y="967722"/>
                  </a:lnTo>
                  <a:lnTo>
                    <a:pt x="1011873" y="970899"/>
                  </a:lnTo>
                  <a:lnTo>
                    <a:pt x="1002348" y="973758"/>
                  </a:lnTo>
                  <a:lnTo>
                    <a:pt x="993141" y="976617"/>
                  </a:lnTo>
                  <a:lnTo>
                    <a:pt x="983616" y="979794"/>
                  </a:lnTo>
                  <a:lnTo>
                    <a:pt x="973773" y="982018"/>
                  </a:lnTo>
                  <a:lnTo>
                    <a:pt x="963931" y="984560"/>
                  </a:lnTo>
                  <a:lnTo>
                    <a:pt x="954088" y="986466"/>
                  </a:lnTo>
                  <a:lnTo>
                    <a:pt x="944246" y="988372"/>
                  </a:lnTo>
                  <a:lnTo>
                    <a:pt x="934403" y="990596"/>
                  </a:lnTo>
                  <a:lnTo>
                    <a:pt x="924561" y="991867"/>
                  </a:lnTo>
                  <a:lnTo>
                    <a:pt x="914401" y="993455"/>
                  </a:lnTo>
                  <a:lnTo>
                    <a:pt x="904241" y="994409"/>
                  </a:lnTo>
                  <a:lnTo>
                    <a:pt x="893763" y="995362"/>
                  </a:lnTo>
                  <a:lnTo>
                    <a:pt x="883603" y="995997"/>
                  </a:lnTo>
                  <a:lnTo>
                    <a:pt x="873126" y="996632"/>
                  </a:lnTo>
                  <a:lnTo>
                    <a:pt x="862648" y="996950"/>
                  </a:lnTo>
                  <a:lnTo>
                    <a:pt x="852171" y="996950"/>
                  </a:lnTo>
                  <a:lnTo>
                    <a:pt x="840423" y="996950"/>
                  </a:lnTo>
                  <a:lnTo>
                    <a:pt x="828358" y="996315"/>
                  </a:lnTo>
                  <a:lnTo>
                    <a:pt x="816293" y="995679"/>
                  </a:lnTo>
                  <a:lnTo>
                    <a:pt x="804546" y="994726"/>
                  </a:lnTo>
                  <a:lnTo>
                    <a:pt x="792798" y="993455"/>
                  </a:lnTo>
                  <a:lnTo>
                    <a:pt x="781368" y="992185"/>
                  </a:lnTo>
                  <a:lnTo>
                    <a:pt x="769621" y="990278"/>
                  </a:lnTo>
                  <a:lnTo>
                    <a:pt x="758191" y="988054"/>
                  </a:lnTo>
                  <a:lnTo>
                    <a:pt x="746761" y="985831"/>
                  </a:lnTo>
                  <a:lnTo>
                    <a:pt x="735331" y="983289"/>
                  </a:lnTo>
                  <a:lnTo>
                    <a:pt x="724218" y="980430"/>
                  </a:lnTo>
                  <a:lnTo>
                    <a:pt x="713106" y="977253"/>
                  </a:lnTo>
                  <a:lnTo>
                    <a:pt x="702311" y="973758"/>
                  </a:lnTo>
                  <a:lnTo>
                    <a:pt x="691198" y="970263"/>
                  </a:lnTo>
                  <a:lnTo>
                    <a:pt x="680721" y="966768"/>
                  </a:lnTo>
                  <a:lnTo>
                    <a:pt x="670243" y="962321"/>
                  </a:lnTo>
                  <a:lnTo>
                    <a:pt x="659448" y="958190"/>
                  </a:lnTo>
                  <a:lnTo>
                    <a:pt x="648971" y="953425"/>
                  </a:lnTo>
                  <a:lnTo>
                    <a:pt x="638811" y="948659"/>
                  </a:lnTo>
                  <a:lnTo>
                    <a:pt x="628651" y="943894"/>
                  </a:lnTo>
                  <a:lnTo>
                    <a:pt x="618491" y="938493"/>
                  </a:lnTo>
                  <a:lnTo>
                    <a:pt x="608648" y="933410"/>
                  </a:lnTo>
                  <a:lnTo>
                    <a:pt x="599123" y="927373"/>
                  </a:lnTo>
                  <a:lnTo>
                    <a:pt x="589281" y="921655"/>
                  </a:lnTo>
                  <a:lnTo>
                    <a:pt x="579756" y="915618"/>
                  </a:lnTo>
                  <a:lnTo>
                    <a:pt x="570548" y="909264"/>
                  </a:lnTo>
                  <a:lnTo>
                    <a:pt x="561023" y="902910"/>
                  </a:lnTo>
                  <a:lnTo>
                    <a:pt x="552133" y="895921"/>
                  </a:lnTo>
                  <a:lnTo>
                    <a:pt x="543561" y="889249"/>
                  </a:lnTo>
                  <a:lnTo>
                    <a:pt x="534671" y="881942"/>
                  </a:lnTo>
                  <a:lnTo>
                    <a:pt x="526098" y="874952"/>
                  </a:lnTo>
                  <a:lnTo>
                    <a:pt x="517526" y="867328"/>
                  </a:lnTo>
                  <a:lnTo>
                    <a:pt x="508318" y="858750"/>
                  </a:lnTo>
                  <a:lnTo>
                    <a:pt x="499428" y="849854"/>
                  </a:lnTo>
                  <a:lnTo>
                    <a:pt x="490538" y="840958"/>
                  </a:lnTo>
                  <a:lnTo>
                    <a:pt x="481648" y="831427"/>
                  </a:lnTo>
                  <a:lnTo>
                    <a:pt x="473711" y="821896"/>
                  </a:lnTo>
                  <a:lnTo>
                    <a:pt x="465456" y="812047"/>
                  </a:lnTo>
                  <a:lnTo>
                    <a:pt x="457518" y="801881"/>
                  </a:lnTo>
                  <a:lnTo>
                    <a:pt x="449898" y="791714"/>
                  </a:lnTo>
                  <a:lnTo>
                    <a:pt x="442596" y="781548"/>
                  </a:lnTo>
                  <a:lnTo>
                    <a:pt x="435293" y="770746"/>
                  </a:lnTo>
                  <a:lnTo>
                    <a:pt x="428626" y="759944"/>
                  </a:lnTo>
                  <a:lnTo>
                    <a:pt x="421958" y="749142"/>
                  </a:lnTo>
                  <a:lnTo>
                    <a:pt x="415608" y="738023"/>
                  </a:lnTo>
                  <a:lnTo>
                    <a:pt x="409576" y="726585"/>
                  </a:lnTo>
                  <a:lnTo>
                    <a:pt x="403861" y="715148"/>
                  </a:lnTo>
                  <a:lnTo>
                    <a:pt x="398463" y="703393"/>
                  </a:lnTo>
                  <a:lnTo>
                    <a:pt x="393383" y="691638"/>
                  </a:lnTo>
                  <a:lnTo>
                    <a:pt x="388303" y="679566"/>
                  </a:lnTo>
                  <a:lnTo>
                    <a:pt x="383858" y="667493"/>
                  </a:lnTo>
                  <a:lnTo>
                    <a:pt x="379731" y="655420"/>
                  </a:lnTo>
                  <a:lnTo>
                    <a:pt x="375603" y="643030"/>
                  </a:lnTo>
                  <a:lnTo>
                    <a:pt x="372111" y="630322"/>
                  </a:lnTo>
                  <a:lnTo>
                    <a:pt x="368936" y="617614"/>
                  </a:lnTo>
                  <a:lnTo>
                    <a:pt x="365443" y="604588"/>
                  </a:lnTo>
                  <a:lnTo>
                    <a:pt x="362903" y="591880"/>
                  </a:lnTo>
                  <a:lnTo>
                    <a:pt x="360681" y="578854"/>
                  </a:lnTo>
                  <a:lnTo>
                    <a:pt x="358776" y="565828"/>
                  </a:lnTo>
                  <a:lnTo>
                    <a:pt x="357188" y="552485"/>
                  </a:lnTo>
                  <a:lnTo>
                    <a:pt x="355601" y="539141"/>
                  </a:lnTo>
                  <a:lnTo>
                    <a:pt x="354648" y="525480"/>
                  </a:lnTo>
                  <a:lnTo>
                    <a:pt x="354331" y="511819"/>
                  </a:lnTo>
                  <a:lnTo>
                    <a:pt x="354013" y="498475"/>
                  </a:lnTo>
                  <a:lnTo>
                    <a:pt x="354331" y="485449"/>
                  </a:lnTo>
                  <a:lnTo>
                    <a:pt x="354648" y="472741"/>
                  </a:lnTo>
                  <a:lnTo>
                    <a:pt x="355601" y="460033"/>
                  </a:lnTo>
                  <a:lnTo>
                    <a:pt x="356871" y="447643"/>
                  </a:lnTo>
                  <a:lnTo>
                    <a:pt x="358141" y="434935"/>
                  </a:lnTo>
                  <a:lnTo>
                    <a:pt x="360046" y="422544"/>
                  </a:lnTo>
                  <a:lnTo>
                    <a:pt x="361951" y="410472"/>
                  </a:lnTo>
                  <a:lnTo>
                    <a:pt x="364173" y="397763"/>
                  </a:lnTo>
                  <a:lnTo>
                    <a:pt x="366713" y="385691"/>
                  </a:lnTo>
                  <a:lnTo>
                    <a:pt x="369888" y="373936"/>
                  </a:lnTo>
                  <a:lnTo>
                    <a:pt x="373063" y="361863"/>
                  </a:lnTo>
                  <a:lnTo>
                    <a:pt x="376556" y="350108"/>
                  </a:lnTo>
                  <a:lnTo>
                    <a:pt x="380683" y="338671"/>
                  </a:lnTo>
                  <a:lnTo>
                    <a:pt x="384493" y="326916"/>
                  </a:lnTo>
                  <a:lnTo>
                    <a:pt x="388621" y="315796"/>
                  </a:lnTo>
                  <a:lnTo>
                    <a:pt x="393383" y="304359"/>
                  </a:lnTo>
                  <a:lnTo>
                    <a:pt x="398146" y="293239"/>
                  </a:lnTo>
                  <a:lnTo>
                    <a:pt x="403543" y="282755"/>
                  </a:lnTo>
                  <a:lnTo>
                    <a:pt x="408623" y="271636"/>
                  </a:lnTo>
                  <a:lnTo>
                    <a:pt x="414656" y="261151"/>
                  </a:lnTo>
                  <a:lnTo>
                    <a:pt x="420371" y="250667"/>
                  </a:lnTo>
                  <a:lnTo>
                    <a:pt x="426721" y="240183"/>
                  </a:lnTo>
                  <a:lnTo>
                    <a:pt x="432753" y="230017"/>
                  </a:lnTo>
                  <a:lnTo>
                    <a:pt x="439421" y="219850"/>
                  </a:lnTo>
                  <a:lnTo>
                    <a:pt x="446088" y="210001"/>
                  </a:lnTo>
                  <a:lnTo>
                    <a:pt x="453391" y="200153"/>
                  </a:lnTo>
                  <a:lnTo>
                    <a:pt x="460693" y="190939"/>
                  </a:lnTo>
                  <a:lnTo>
                    <a:pt x="467996" y="181408"/>
                  </a:lnTo>
                  <a:lnTo>
                    <a:pt x="475933" y="172195"/>
                  </a:lnTo>
                  <a:lnTo>
                    <a:pt x="483871" y="163299"/>
                  </a:lnTo>
                  <a:lnTo>
                    <a:pt x="491808" y="154403"/>
                  </a:lnTo>
                  <a:lnTo>
                    <a:pt x="500381" y="146143"/>
                  </a:lnTo>
                  <a:lnTo>
                    <a:pt x="508953" y="137565"/>
                  </a:lnTo>
                  <a:lnTo>
                    <a:pt x="517526" y="129305"/>
                  </a:lnTo>
                  <a:lnTo>
                    <a:pt x="526416" y="121680"/>
                  </a:lnTo>
                  <a:lnTo>
                    <a:pt x="535623" y="113738"/>
                  </a:lnTo>
                  <a:lnTo>
                    <a:pt x="545148" y="106113"/>
                  </a:lnTo>
                  <a:lnTo>
                    <a:pt x="554673" y="99123"/>
                  </a:lnTo>
                  <a:lnTo>
                    <a:pt x="564516" y="92134"/>
                  </a:lnTo>
                  <a:lnTo>
                    <a:pt x="574041" y="85462"/>
                  </a:lnTo>
                  <a:lnTo>
                    <a:pt x="584201" y="78473"/>
                  </a:lnTo>
                  <a:lnTo>
                    <a:pt x="594361" y="72119"/>
                  </a:lnTo>
                  <a:lnTo>
                    <a:pt x="604838" y="66082"/>
                  </a:lnTo>
                  <a:lnTo>
                    <a:pt x="615316" y="60046"/>
                  </a:lnTo>
                  <a:lnTo>
                    <a:pt x="625793" y="54645"/>
                  </a:lnTo>
                  <a:lnTo>
                    <a:pt x="636906" y="48926"/>
                  </a:lnTo>
                  <a:lnTo>
                    <a:pt x="647701" y="44161"/>
                  </a:lnTo>
                  <a:lnTo>
                    <a:pt x="658813" y="39395"/>
                  </a:lnTo>
                  <a:lnTo>
                    <a:pt x="670243" y="34630"/>
                  </a:lnTo>
                  <a:lnTo>
                    <a:pt x="681356" y="30182"/>
                  </a:lnTo>
                  <a:lnTo>
                    <a:pt x="693103" y="26052"/>
                  </a:lnTo>
                  <a:lnTo>
                    <a:pt x="704533" y="22239"/>
                  </a:lnTo>
                  <a:lnTo>
                    <a:pt x="716281" y="19062"/>
                  </a:lnTo>
                  <a:lnTo>
                    <a:pt x="728346" y="15568"/>
                  </a:lnTo>
                  <a:lnTo>
                    <a:pt x="740093" y="12708"/>
                  </a:lnTo>
                  <a:lnTo>
                    <a:pt x="752158" y="10167"/>
                  </a:lnTo>
                  <a:lnTo>
                    <a:pt x="764541" y="7625"/>
                  </a:lnTo>
                  <a:lnTo>
                    <a:pt x="776606" y="5719"/>
                  </a:lnTo>
                  <a:lnTo>
                    <a:pt x="788988" y="3813"/>
                  </a:lnTo>
                  <a:lnTo>
                    <a:pt x="801688" y="2542"/>
                  </a:lnTo>
                  <a:lnTo>
                    <a:pt x="814071" y="1271"/>
                  </a:lnTo>
                  <a:lnTo>
                    <a:pt x="826771" y="636"/>
                  </a:lnTo>
                  <a:lnTo>
                    <a:pt x="839471" y="0"/>
                  </a:lnTo>
                  <a:close/>
                </a:path>
              </a:pathLst>
            </a:custGeom>
            <a:solidFill>
              <a:srgbClr val="F7F7F7"/>
            </a:solidFill>
            <a:ln>
              <a:noFill/>
            </a:ln>
          </p:spPr>
          <p:txBody>
            <a:bodyPr anchor="ctr">
              <a:scene3d>
                <a:camera prst="orthographicFront"/>
                <a:lightRig rig="threePt" dir="t"/>
              </a:scene3d>
              <a:sp3d>
                <a:contourClr>
                  <a:srgbClr val="FFFFFF"/>
                </a:contourClr>
              </a:sp3d>
            </a:bodyPr>
            <a:lstStyle/>
            <a:p>
              <a:pPr algn="ctr">
                <a:defRPr/>
              </a:pPr>
              <a:endParaRPr lang="zh-CN" altLang="en-US" sz="2400">
                <a:solidFill>
                  <a:srgbClr val="FFFFFF"/>
                </a:solidFill>
              </a:endParaRPr>
            </a:p>
          </p:txBody>
        </p:sp>
      </p:grpSp>
    </p:spTree>
  </p:cSld>
  <p:clrMapOvr>
    <a:masterClrMapping/>
  </p:clrMapOvr>
  <p:transition spd="slow">
    <p:pull/>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defRPr sz="3600"/>
            </a:lvl1pPr>
          </a:lstStyle>
          <a:p>
            <a:r>
              <a:rPr lang="zh-CN" altLang="en-US" smtClean="0"/>
              <a:t>单击此处编辑母版标题样式</a:t>
            </a:r>
            <a:endParaRPr lang="en-US" dirty="0"/>
          </a:p>
        </p:txBody>
      </p:sp>
      <p:sp>
        <p:nvSpPr>
          <p:cNvPr id="3" name="KSO_BC1"/>
          <p:cNvSpPr>
            <a:spLocks noGrp="1"/>
          </p:cNvSpPr>
          <p:nvPr>
            <p:ph idx="1"/>
          </p:nvPr>
        </p:nvSpPr>
        <p:spPr/>
        <p:txBody>
          <a:bodyPr>
            <a:normAutofit/>
          </a:bodyPr>
          <a:lstStyle>
            <a:lvl1pPr>
              <a:defRPr sz="2800">
                <a:solidFill>
                  <a:schemeClr val="accent1"/>
                </a:solidFill>
              </a:defRPr>
            </a:lvl1pPr>
            <a:lvl2pPr>
              <a:defRPr sz="1800"/>
            </a:lvl2p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2098676" y="2108202"/>
            <a:ext cx="7994651" cy="1235075"/>
          </a:xfrm>
        </p:spPr>
        <p:txBody>
          <a:bodyPr anchor="b">
            <a:normAutofit/>
          </a:bodyPr>
          <a:lstStyle>
            <a:lvl1pPr algn="ctr">
              <a:defRPr sz="2700">
                <a:solidFill>
                  <a:schemeClr val="tx2"/>
                </a:solidFill>
                <a:effectLst/>
              </a:defRPr>
            </a:lvl1pPr>
          </a:lstStyle>
          <a:p>
            <a:r>
              <a:rPr lang="zh-CN" altLang="en-US" dirty="0" smtClean="0"/>
              <a:t>此处添加您的标题</a:t>
            </a:r>
            <a:endParaRPr lang="en-US" dirty="0"/>
          </a:p>
        </p:txBody>
      </p:sp>
      <p:sp>
        <p:nvSpPr>
          <p:cNvPr id="3" name="KSO_ST2"/>
          <p:cNvSpPr>
            <a:spLocks noGrp="1"/>
          </p:cNvSpPr>
          <p:nvPr>
            <p:ph type="body" idx="1" hasCustomPrompt="1"/>
          </p:nvPr>
        </p:nvSpPr>
        <p:spPr>
          <a:xfrm>
            <a:off x="4050894" y="3400425"/>
            <a:ext cx="4090217" cy="357478"/>
          </a:xfrm>
          <a:prstGeom prst="roundRect">
            <a:avLst>
              <a:gd name="adj" fmla="val 50000"/>
            </a:avLst>
          </a:prstGeom>
          <a:solidFill>
            <a:schemeClr val="accent1"/>
          </a:solidFill>
        </p:spPr>
        <p:txBody>
          <a:bodyPr anchor="ctr">
            <a:normAutofit/>
          </a:bodyPr>
          <a:lstStyle>
            <a:lvl1pPr marL="0" indent="0" algn="ctr">
              <a:buNone/>
              <a:defRPr sz="1200">
                <a:solidFill>
                  <a:schemeClr val="bg1"/>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r>
              <a:rPr lang="zh-CN" altLang="en-US" dirty="0" smtClean="0"/>
              <a:t>单击此处添加您的副标题</a:t>
            </a:r>
            <a:endParaRPr lang="en-US" altLang="zh-CN" dirty="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sz="half" idx="1"/>
          </p:nvPr>
        </p:nvSpPr>
        <p:spPr>
          <a:xfrm>
            <a:off x="1399823" y="1244603"/>
            <a:ext cx="5080000" cy="4932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BC2"/>
          <p:cNvSpPr>
            <a:spLocks noGrp="1"/>
          </p:cNvSpPr>
          <p:nvPr>
            <p:ph sz="half" idx="2"/>
          </p:nvPr>
        </p:nvSpPr>
        <p:spPr>
          <a:xfrm>
            <a:off x="6519334" y="1244603"/>
            <a:ext cx="5094116" cy="49323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2302932" y="118532"/>
            <a:ext cx="9312101" cy="717022"/>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1099436" y="1376362"/>
            <a:ext cx="5157787"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4" name="KSO_BC1"/>
          <p:cNvSpPr>
            <a:spLocks noGrp="1"/>
          </p:cNvSpPr>
          <p:nvPr>
            <p:ph sz="half" idx="2"/>
          </p:nvPr>
        </p:nvSpPr>
        <p:spPr>
          <a:xfrm>
            <a:off x="1099436" y="2200274"/>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5" name="Text Placeholder 4"/>
          <p:cNvSpPr>
            <a:spLocks noGrp="1"/>
          </p:cNvSpPr>
          <p:nvPr>
            <p:ph type="body" sz="quarter" idx="3"/>
          </p:nvPr>
        </p:nvSpPr>
        <p:spPr>
          <a:xfrm>
            <a:off x="6431847" y="1376362"/>
            <a:ext cx="5183188" cy="823912"/>
          </a:xfrm>
        </p:spPr>
        <p:txBody>
          <a:bodyPr anchor="b">
            <a:normAutofit/>
          </a:bodyPr>
          <a:lstStyle>
            <a:lvl1pPr marL="0" indent="0">
              <a:buNone/>
              <a:defRPr sz="135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zh-CN" altLang="en-US" smtClean="0"/>
              <a:t>单击此处编辑母版文本样式</a:t>
            </a:r>
            <a:endParaRPr lang="zh-CN" altLang="en-US" smtClean="0"/>
          </a:p>
        </p:txBody>
      </p:sp>
      <p:sp>
        <p:nvSpPr>
          <p:cNvPr id="6" name="KSO_BC2"/>
          <p:cNvSpPr>
            <a:spLocks noGrp="1"/>
          </p:cNvSpPr>
          <p:nvPr>
            <p:ph sz="quarter" idx="4"/>
          </p:nvPr>
        </p:nvSpPr>
        <p:spPr>
          <a:xfrm>
            <a:off x="6431847" y="2200274"/>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7"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1144591" y="533402"/>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p:cNvSpPr>
          <p:nvPr>
            <p:ph idx="1"/>
          </p:nvPr>
        </p:nvSpPr>
        <p:spPr>
          <a:xfrm>
            <a:off x="5487989" y="1063631"/>
            <a:ext cx="6172200" cy="4873625"/>
          </a:xfrm>
        </p:spPr>
        <p:txBody>
          <a:bodyPr>
            <a:normAutofit/>
          </a:bodyPr>
          <a:lstStyle>
            <a:lvl1pPr>
              <a:defRPr sz="1500"/>
            </a:lvl1pPr>
            <a:lvl2pPr>
              <a:defRPr sz="1350"/>
            </a:lvl2pPr>
            <a:lvl3pPr>
              <a:defRPr sz="1200"/>
            </a:lvl3pPr>
            <a:lvl4pPr>
              <a:defRPr sz="1050"/>
            </a:lvl4pPr>
            <a:lvl5pPr>
              <a:defRPr sz="1050"/>
            </a:lvl5pPr>
            <a:lvl6pPr>
              <a:defRPr sz="1500"/>
            </a:lvl6pPr>
            <a:lvl7pPr>
              <a:defRPr sz="1500"/>
            </a:lvl7pPr>
            <a:lvl8pPr>
              <a:defRPr sz="1500"/>
            </a:lvl8pPr>
            <a:lvl9pPr>
              <a:defRPr sz="1500"/>
            </a:lvl9pPr>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BC2"/>
          <p:cNvSpPr>
            <a:spLocks noGrp="1"/>
          </p:cNvSpPr>
          <p:nvPr>
            <p:ph type="body" sz="half" idx="2"/>
          </p:nvPr>
        </p:nvSpPr>
        <p:spPr>
          <a:xfrm>
            <a:off x="1144591" y="2133602"/>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1246192" y="457200"/>
            <a:ext cx="3932237" cy="1600200"/>
          </a:xfrm>
        </p:spPr>
        <p:txBody>
          <a:bodyPr anchor="b"/>
          <a:lstStyle>
            <a:lvl1pPr>
              <a:defRPr sz="2400"/>
            </a:lvl1pPr>
          </a:lstStyle>
          <a:p>
            <a:r>
              <a:rPr lang="zh-CN" altLang="en-US" smtClean="0"/>
              <a:t>单击此处编辑母版标题样式</a:t>
            </a:r>
            <a:endParaRPr lang="en-US" dirty="0"/>
          </a:p>
        </p:txBody>
      </p:sp>
      <p:sp>
        <p:nvSpPr>
          <p:cNvPr id="3" name="KSO_BC1"/>
          <p:cNvSpPr>
            <a:spLocks noGrp="1" noChangeAspect="1"/>
          </p:cNvSpPr>
          <p:nvPr>
            <p:ph type="pic" idx="1"/>
          </p:nvPr>
        </p:nvSpPr>
        <p:spPr>
          <a:xfrm>
            <a:off x="5442833" y="987429"/>
            <a:ext cx="6172200" cy="4873625"/>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smtClean="0"/>
              <a:t>单击图标添加图片</a:t>
            </a:r>
            <a:endParaRPr lang="en-US" dirty="0"/>
          </a:p>
        </p:txBody>
      </p:sp>
      <p:sp>
        <p:nvSpPr>
          <p:cNvPr id="4" name="KSO_BC2"/>
          <p:cNvSpPr>
            <a:spLocks noGrp="1"/>
          </p:cNvSpPr>
          <p:nvPr>
            <p:ph type="body" sz="half" idx="2"/>
          </p:nvPr>
        </p:nvSpPr>
        <p:spPr>
          <a:xfrm>
            <a:off x="1246192" y="2057400"/>
            <a:ext cx="3932237"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10171291" y="365125"/>
            <a:ext cx="1182511" cy="5811838"/>
          </a:xfrm>
        </p:spPr>
        <p:txBody>
          <a:bodyPr vert="eaVert"/>
          <a:lstStyle/>
          <a:p>
            <a:r>
              <a:rPr lang="zh-CN" altLang="en-US" smtClean="0"/>
              <a:t>单击此处编辑母版标题样式</a:t>
            </a:r>
            <a:endParaRPr lang="en-US" dirty="0"/>
          </a:p>
        </p:txBody>
      </p:sp>
      <p:sp>
        <p:nvSpPr>
          <p:cNvPr id="3" name="KSO_BC1"/>
          <p:cNvSpPr>
            <a:spLocks noGrp="1"/>
          </p:cNvSpPr>
          <p:nvPr>
            <p:ph type="body" orient="vert" idx="1"/>
          </p:nvPr>
        </p:nvSpPr>
        <p:spPr>
          <a:xfrm>
            <a:off x="2113843" y="365125"/>
            <a:ext cx="7933269"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p:txBody>
      </p:sp>
      <p:sp>
        <p:nvSpPr>
          <p:cNvPr id="4" name="KSO_FD"/>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transition spd="slow">
    <p:pull/>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4" Type="http://schemas.openxmlformats.org/officeDocument/2006/relationships/theme" Target="../theme/theme1.xml"/><Relationship Id="rId13" Type="http://schemas.openxmlformats.org/officeDocument/2006/relationships/image" Target="../media/image2.png"/><Relationship Id="rId12" Type="http://schemas.openxmlformats.org/officeDocument/2006/relationships/image" Target="../media/image1.pn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4" descr="WorldNetwork"/>
          <p:cNvPicPr>
            <a:picLocks noChangeAspect="1" noChangeArrowheads="1"/>
          </p:cNvPicPr>
          <p:nvPr/>
        </p:nvPicPr>
        <p:blipFill rotWithShape="1">
          <a:blip r:embed="rId12">
            <a:extLst>
              <a:ext uri="{28A0092B-C50C-407E-A947-70E740481C1C}">
                <a14:useLocalDpi xmlns:a14="http://schemas.microsoft.com/office/drawing/2010/main" val="0"/>
              </a:ext>
            </a:extLst>
          </a:blip>
          <a:srcRect l="2384" t="32600" r="5204" b="45000"/>
          <a:stretch>
            <a:fillRect/>
          </a:stretch>
        </p:blipFill>
        <p:spPr bwMode="auto">
          <a:xfrm>
            <a:off x="-12699" y="-19051"/>
            <a:ext cx="12204700" cy="1066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矩形 7"/>
          <p:cNvSpPr/>
          <p:nvPr/>
        </p:nvSpPr>
        <p:spPr>
          <a:xfrm>
            <a:off x="-12699" y="-19052"/>
            <a:ext cx="12204700" cy="1066801"/>
          </a:xfrm>
          <a:prstGeom prst="rect">
            <a:avLst/>
          </a:prstGeom>
          <a:solidFill>
            <a:srgbClr val="0080B2">
              <a:alpha val="69804"/>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a:p>
        </p:txBody>
      </p:sp>
      <p:sp>
        <p:nvSpPr>
          <p:cNvPr id="4" name="KSO_FD"/>
          <p:cNvSpPr>
            <a:spLocks noGrp="1"/>
          </p:cNvSpPr>
          <p:nvPr>
            <p:ph type="dt" sz="half" idx="2"/>
          </p:nvPr>
        </p:nvSpPr>
        <p:spPr>
          <a:xfrm>
            <a:off x="838200" y="6356354"/>
            <a:ext cx="27432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D997B5FA-0921-464F-AAE1-844C04324D75}" type="datetimeFigureOut">
              <a:rPr lang="zh-CN" altLang="en-US" smtClean="0"/>
            </a:fld>
            <a:endParaRPr lang="zh-CN" altLang="en-US"/>
          </a:p>
        </p:txBody>
      </p:sp>
      <p:sp>
        <p:nvSpPr>
          <p:cNvPr id="5" name="KSO_FT"/>
          <p:cNvSpPr>
            <a:spLocks noGrp="1"/>
          </p:cNvSpPr>
          <p:nvPr>
            <p:ph type="ftr" sz="quarter" idx="3"/>
          </p:nvPr>
        </p:nvSpPr>
        <p:spPr>
          <a:xfrm>
            <a:off x="4038600" y="6356354"/>
            <a:ext cx="41148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KSO_FN"/>
          <p:cNvSpPr>
            <a:spLocks noGrp="1"/>
          </p:cNvSpPr>
          <p:nvPr>
            <p:ph type="sldNum" sz="quarter" idx="4"/>
          </p:nvPr>
        </p:nvSpPr>
        <p:spPr>
          <a:xfrm>
            <a:off x="8610600" y="6356354"/>
            <a:ext cx="27432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65CE74E-AB26-4998-AD42-012C4C1AD076}" type="slidenum">
              <a:rPr lang="zh-CN" altLang="en-US" smtClean="0"/>
            </a:fld>
            <a:endParaRPr lang="zh-CN" altLang="en-US"/>
          </a:p>
        </p:txBody>
      </p:sp>
      <p:sp>
        <p:nvSpPr>
          <p:cNvPr id="3" name="KSO_BC1"/>
          <p:cNvSpPr>
            <a:spLocks noGrp="1"/>
          </p:cNvSpPr>
          <p:nvPr>
            <p:ph type="body" idx="1"/>
          </p:nvPr>
        </p:nvSpPr>
        <p:spPr>
          <a:xfrm>
            <a:off x="622300" y="1123951"/>
            <a:ext cx="10954459" cy="5214442"/>
          </a:xfrm>
          <a:prstGeom prst="rect">
            <a:avLst/>
          </a:prstGeom>
        </p:spPr>
        <p:txBody>
          <a:bodyPr vert="horz" lIns="91440" tIns="45720" rIns="91440" bIns="45720" rtlCol="0">
            <a:normAutofit/>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p:txBody>
      </p:sp>
      <p:sp>
        <p:nvSpPr>
          <p:cNvPr id="2" name="KSO_BT1"/>
          <p:cNvSpPr>
            <a:spLocks noGrp="1"/>
          </p:cNvSpPr>
          <p:nvPr>
            <p:ph type="title"/>
          </p:nvPr>
        </p:nvSpPr>
        <p:spPr>
          <a:xfrm>
            <a:off x="622301" y="175819"/>
            <a:ext cx="10954459" cy="796011"/>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pic>
        <p:nvPicPr>
          <p:cNvPr id="9" name="Picture 2"/>
          <p:cNvPicPr>
            <a:picLocks noChangeAspect="1" noChangeArrowheads="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11163095" y="-14288"/>
            <a:ext cx="1021878" cy="104774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pull/>
  </p:transition>
  <p:timing>
    <p:tnLst>
      <p:par>
        <p:cTn id="1" dur="indefinite" restart="never" nodeType="tmRoot"/>
      </p:par>
    </p:tnLst>
  </p:timing>
  <p:txStyles>
    <p:titleStyle>
      <a:lvl1pPr algn="l" defTabSz="685800" rtl="0" eaLnBrk="1" latinLnBrk="0" hangingPunct="1">
        <a:lnSpc>
          <a:spcPct val="90000"/>
        </a:lnSpc>
        <a:spcBef>
          <a:spcPct val="0"/>
        </a:spcBef>
        <a:buNone/>
        <a:defRPr sz="3600" b="1" i="0" kern="1200" baseline="0">
          <a:solidFill>
            <a:schemeClr val="bg1"/>
          </a:solidFill>
          <a:effectLst>
            <a:outerShdw blurRad="50800" dist="38100" algn="l" rotWithShape="0">
              <a:prstClr val="black">
                <a:alpha val="40000"/>
              </a:prstClr>
            </a:outerShdw>
          </a:effectLst>
          <a:latin typeface="+mj-ea"/>
          <a:ea typeface="+mj-ea"/>
          <a:cs typeface="+mj-cs"/>
        </a:defRPr>
      </a:lvl1pPr>
    </p:titleStyle>
    <p:bodyStyle>
      <a:lvl1pPr marL="361950" indent="-361950" algn="just" defTabSz="685800" rtl="0" eaLnBrk="1" latinLnBrk="0" hangingPunct="1">
        <a:lnSpc>
          <a:spcPct val="110000"/>
        </a:lnSpc>
        <a:spcBef>
          <a:spcPts val="1200"/>
        </a:spcBef>
        <a:spcAft>
          <a:spcPts val="0"/>
        </a:spcAft>
        <a:buClr>
          <a:schemeClr val="accent1"/>
        </a:buClr>
        <a:buSzPct val="60000"/>
        <a:buFont typeface="Wingdings" panose="05000000000000000000" pitchFamily="2" charset="2"/>
        <a:buChar char="m"/>
        <a:defRPr lang="zh-CN" altLang="en-US" sz="2800" kern="1200" baseline="0" dirty="0" smtClean="0">
          <a:solidFill>
            <a:schemeClr val="accent1"/>
          </a:solidFill>
          <a:latin typeface="+mn-ea"/>
          <a:ea typeface="+mn-ea"/>
          <a:cs typeface="+mn-cs"/>
        </a:defRPr>
      </a:lvl1pPr>
      <a:lvl2pPr marL="361950" indent="-361950" algn="just" defTabSz="685800" rtl="0" eaLnBrk="1" latinLnBrk="0" hangingPunct="1">
        <a:lnSpc>
          <a:spcPct val="120000"/>
        </a:lnSpc>
        <a:spcBef>
          <a:spcPts val="0"/>
        </a:spcBef>
        <a:spcAft>
          <a:spcPts val="1200"/>
        </a:spcAft>
        <a:buClr>
          <a:schemeClr val="accent2">
            <a:lumMod val="60000"/>
            <a:lumOff val="40000"/>
          </a:schemeClr>
        </a:buClr>
        <a:buFont typeface="幼圆" panose="02010509060101010101" pitchFamily="49" charset="-122"/>
        <a:buChar char=" "/>
        <a:defRPr sz="1800" kern="1200" baseline="0">
          <a:solidFill>
            <a:schemeClr val="tx1"/>
          </a:solidFill>
          <a:latin typeface="+mn-ea"/>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3" Type="http://schemas.openxmlformats.org/officeDocument/2006/relationships/notesSlide" Target="../notesSlides/notesSlide1.xml"/><Relationship Id="rId12" Type="http://schemas.openxmlformats.org/officeDocument/2006/relationships/slideLayout" Target="../slideLayouts/slideLayout9.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3.xml"/><Relationship Id="rId4" Type="http://schemas.openxmlformats.org/officeDocument/2006/relationships/diagramColors" Target="../diagrams/colors3.xml"/><Relationship Id="rId3" Type="http://schemas.openxmlformats.org/officeDocument/2006/relationships/diagramQuickStyle" Target="../diagrams/quickStyle3.xml"/><Relationship Id="rId2" Type="http://schemas.openxmlformats.org/officeDocument/2006/relationships/diagramLayout" Target="../diagrams/layout3.xml"/><Relationship Id="rId1" Type="http://schemas.openxmlformats.org/officeDocument/2006/relationships/diagramData" Target="../diagrams/data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10.xml"/><Relationship Id="rId6" Type="http://schemas.openxmlformats.org/officeDocument/2006/relationships/slideLayout" Target="../slideLayouts/slideLayout2.xml"/><Relationship Id="rId5" Type="http://schemas.microsoft.com/office/2007/relationships/diagramDrawing" Target="../diagrams/drawing4.xml"/><Relationship Id="rId4" Type="http://schemas.openxmlformats.org/officeDocument/2006/relationships/diagramColors" Target="../diagrams/colors4.xml"/><Relationship Id="rId3" Type="http://schemas.openxmlformats.org/officeDocument/2006/relationships/diagramQuickStyle" Target="../diagrams/quickStyle4.xml"/><Relationship Id="rId2" Type="http://schemas.openxmlformats.org/officeDocument/2006/relationships/diagramLayout" Target="../diagrams/layout4.xml"/><Relationship Id="rId1" Type="http://schemas.openxmlformats.org/officeDocument/2006/relationships/diagramData" Target="../diagrams/data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142814" y="5105886"/>
            <a:ext cx="8736417" cy="705950"/>
          </a:xfrm>
        </p:spPr>
        <p:txBody>
          <a:bodyPr/>
          <a:lstStyle/>
          <a:p>
            <a:pPr algn="ctr"/>
            <a:r>
              <a:rPr lang="zh-CN" altLang="en-US" sz="4400" dirty="0" smtClean="0"/>
              <a:t>第</a:t>
            </a:r>
            <a:r>
              <a:rPr lang="en-US" altLang="zh-CN" sz="4400" dirty="0" smtClean="0"/>
              <a:t>7</a:t>
            </a:r>
            <a:r>
              <a:rPr lang="zh-CN" altLang="en-US" sz="4400" dirty="0" smtClean="0"/>
              <a:t>章  网络安全</a:t>
            </a:r>
            <a:endParaRPr lang="zh-CN" altLang="en-US" sz="4400" dirty="0"/>
          </a:p>
        </p:txBody>
      </p:sp>
    </p:spTree>
  </p:cSld>
  <p:clrMapOvr>
    <a:masterClrMapping/>
  </p:clrMapOvr>
  <p:transition spd="slow">
    <p:pull/>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 Placeholder 4"/>
          <p:cNvSpPr txBox="1"/>
          <p:nvPr/>
        </p:nvSpPr>
        <p:spPr>
          <a:xfrm>
            <a:off x="463543" y="226577"/>
            <a:ext cx="4774958" cy="662409"/>
          </a:xfrm>
          <a:prstGeom prst="rect">
            <a:avLst/>
          </a:prstGeom>
        </p:spPr>
        <p:txBody>
          <a:bodyPr lIns="121894" tIns="60946" rIns="121894" bIns="60946" anchor="ctr">
            <a:no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buNone/>
            </a:pPr>
            <a:r>
              <a:rPr lang="zh-CN" altLang="en-US" b="1" dirty="0">
                <a:solidFill>
                  <a:schemeClr val="bg1"/>
                </a:solidFill>
                <a:latin typeface="微软雅黑" panose="020B0503020204020204" pitchFamily="34" charset="-122"/>
                <a:ea typeface="微软雅黑" panose="020B0503020204020204" pitchFamily="34" charset="-122"/>
                <a:cs typeface="+mn-ea"/>
                <a:sym typeface="+mn-lt"/>
              </a:rPr>
              <a:t>学习目标</a:t>
            </a:r>
            <a:r>
              <a:rPr lang="en-US" altLang="zh-CN" b="1" dirty="0">
                <a:solidFill>
                  <a:schemeClr val="bg1"/>
                </a:solidFill>
                <a:latin typeface="微软雅黑" panose="020B0503020204020204" pitchFamily="34" charset="-122"/>
                <a:ea typeface="微软雅黑" panose="020B0503020204020204" pitchFamily="34" charset="-122"/>
                <a:cs typeface="+mn-ea"/>
                <a:sym typeface="+mn-lt"/>
              </a:rPr>
              <a:t>/</a:t>
            </a:r>
            <a:r>
              <a:rPr lang="en-US" altLang="zh-CN" dirty="0">
                <a:solidFill>
                  <a:schemeClr val="bg1"/>
                </a:solidFill>
                <a:latin typeface="微软雅黑" panose="020B0503020204020204" pitchFamily="34" charset="-122"/>
                <a:ea typeface="微软雅黑" panose="020B0503020204020204" pitchFamily="34" charset="-122"/>
                <a:cs typeface="+mn-ea"/>
                <a:sym typeface="+mn-lt"/>
              </a:rPr>
              <a:t>Target</a:t>
            </a:r>
            <a:endParaRPr lang="en-US" altLang="zh-CN" dirty="0">
              <a:solidFill>
                <a:schemeClr val="bg1"/>
              </a:solidFill>
              <a:latin typeface="微软雅黑" panose="020B0503020204020204" pitchFamily="34" charset="-122"/>
              <a:ea typeface="微软雅黑" panose="020B0503020204020204" pitchFamily="34" charset="-122"/>
              <a:cs typeface="+mn-ea"/>
              <a:sym typeface="+mn-lt"/>
            </a:endParaRPr>
          </a:p>
        </p:txBody>
      </p:sp>
      <p:sp>
        <p:nvSpPr>
          <p:cNvPr id="3" name="Pentagon 3"/>
          <p:cNvSpPr/>
          <p:nvPr>
            <p:custDataLst>
              <p:tags r:id="rId1"/>
            </p:custDataLst>
          </p:nvPr>
        </p:nvSpPr>
        <p:spPr bwMode="auto">
          <a:xfrm>
            <a:off x="1417234" y="2100766"/>
            <a:ext cx="8204586" cy="688213"/>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en-US" altLang="zh-CN" dirty="0" smtClean="0">
                <a:solidFill>
                  <a:schemeClr val="tx1">
                    <a:lumMod val="65000"/>
                    <a:lumOff val="35000"/>
                  </a:schemeClr>
                </a:solidFill>
                <a:latin typeface="微软雅黑" panose="020B0503020204020204" pitchFamily="34" charset="-122"/>
                <a:ea typeface="微软雅黑" panose="020B0503020204020204" pitchFamily="34" charset="-122"/>
                <a:cs typeface="+mn-ea"/>
                <a:sym typeface="字魂58号-创中黑" panose="00000500000000000000" pitchFamily="2" charset="-122"/>
              </a:rPr>
              <a:t>  </a:t>
            </a:r>
            <a:r>
              <a:rPr lang="zh-CN" altLang="en-US" sz="2000" dirty="0" smtClean="0">
                <a:solidFill>
                  <a:schemeClr val="accent1"/>
                </a:solidFill>
                <a:latin typeface="+mn-ea"/>
                <a:sym typeface="字魂58号-创中黑" panose="00000500000000000000" pitchFamily="2" charset="-122"/>
              </a:rPr>
              <a:t>理解网络安全的概念，了解一些常用的安全技术</a:t>
            </a:r>
            <a:endParaRPr lang="zh-CN" altLang="en-US" sz="2000" dirty="0" smtClean="0">
              <a:solidFill>
                <a:schemeClr val="accent1"/>
              </a:solidFill>
              <a:latin typeface="+mn-ea"/>
              <a:sym typeface="字魂58号-创中黑" panose="00000500000000000000" pitchFamily="2" charset="-122"/>
            </a:endParaRPr>
          </a:p>
        </p:txBody>
      </p:sp>
      <p:sp>
        <p:nvSpPr>
          <p:cNvPr id="6" name="Pentagon 5"/>
          <p:cNvSpPr/>
          <p:nvPr>
            <p:custDataLst>
              <p:tags r:id="rId2"/>
            </p:custDataLst>
          </p:nvPr>
        </p:nvSpPr>
        <p:spPr bwMode="auto">
          <a:xfrm>
            <a:off x="1560082" y="3662577"/>
            <a:ext cx="8198872" cy="685673"/>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l">
              <a:lnSpc>
                <a:spcPct val="120000"/>
              </a:lnSpc>
              <a:buClrTx/>
              <a:buSzTx/>
              <a:buFontTx/>
              <a:defRPr/>
            </a:pPr>
            <a:r>
              <a:rPr lang="zh-CN" altLang="en-US" sz="2000" dirty="0" smtClean="0">
                <a:solidFill>
                  <a:schemeClr val="accent1"/>
                </a:solidFill>
                <a:latin typeface="+mn-ea"/>
              </a:rPr>
              <a:t>使学生掌握并能够使用常见的网络安全方法，如：防火墙和数据加密</a:t>
            </a:r>
            <a:endParaRPr lang="zh-CN" altLang="en-US" sz="2000" dirty="0" smtClean="0">
              <a:solidFill>
                <a:schemeClr val="accent1"/>
              </a:solidFill>
              <a:latin typeface="+mn-ea"/>
            </a:endParaRPr>
          </a:p>
        </p:txBody>
      </p:sp>
      <p:grpSp>
        <p:nvGrpSpPr>
          <p:cNvPr id="60" name="组合 59"/>
          <p:cNvGrpSpPr/>
          <p:nvPr>
            <p:custDataLst>
              <p:tags r:id="rId3"/>
            </p:custDataLst>
          </p:nvPr>
        </p:nvGrpSpPr>
        <p:grpSpPr>
          <a:xfrm>
            <a:off x="913137" y="1367477"/>
            <a:ext cx="5315871" cy="569490"/>
            <a:chOff x="4367667" y="802264"/>
            <a:chExt cx="3857250" cy="540284"/>
          </a:xfrm>
        </p:grpSpPr>
        <p:sp>
          <p:nvSpPr>
            <p:cNvPr id="61" name="矩形 60"/>
            <p:cNvSpPr/>
            <p:nvPr>
              <p:custDataLst>
                <p:tags r:id="rId4"/>
              </p:custDataLst>
            </p:nvPr>
          </p:nvSpPr>
          <p:spPr>
            <a:xfrm>
              <a:off x="4994377" y="802264"/>
              <a:ext cx="2600190" cy="327081"/>
            </a:xfrm>
            <a:prstGeom prst="rect">
              <a:avLst/>
            </a:prstGeom>
            <a:ln w="15875">
              <a:noFill/>
            </a:ln>
          </p:spPr>
          <p:txBody>
            <a:bodyPr wrap="square" lIns="68567" tIns="34283" rIns="68567" bIns="34283">
              <a:noAutofit/>
            </a:bodyPr>
            <a:p>
              <a:r>
                <a:rPr lang="zh-CN" altLang="en-US" sz="3200" dirty="0">
                  <a:solidFill>
                    <a:srgbClr val="C00000"/>
                  </a:solidFill>
                  <a:latin typeface="华文彩云" panose="02010800040101010101" charset="-122"/>
                  <a:ea typeface="华文彩云" panose="02010800040101010101" charset="-122"/>
                  <a:cs typeface="+mn-ea"/>
                  <a:sym typeface="Source Han Sans K Bold" panose="020B0800000000000000" pitchFamily="34" charset="-128"/>
                </a:rPr>
                <a:t>知识目标</a:t>
              </a:r>
              <a:endParaRPr lang="zh-CN" altLang="en-US" sz="3200" dirty="0">
                <a:solidFill>
                  <a:srgbClr val="C00000"/>
                </a:solidFill>
                <a:latin typeface="华文彩云" panose="02010800040101010101" charset="-122"/>
                <a:ea typeface="华文彩云" panose="02010800040101010101" charset="-122"/>
                <a:cs typeface="+mn-ea"/>
                <a:sym typeface="Source Han Sans K Bold" panose="020B0800000000000000" pitchFamily="34" charset="-128"/>
              </a:endParaRPr>
            </a:p>
          </p:txBody>
        </p:sp>
        <p:sp>
          <p:nvSpPr>
            <p:cNvPr id="62" name="平行四边形 61"/>
            <p:cNvSpPr/>
            <p:nvPr>
              <p:custDataLst>
                <p:tags r:id="rId5"/>
              </p:custDataLst>
            </p:nvPr>
          </p:nvSpPr>
          <p:spPr>
            <a:xfrm>
              <a:off x="4367667" y="80249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67" tIns="34283" rIns="68567" bIns="34283"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grpSp>
        <p:nvGrpSpPr>
          <p:cNvPr id="16" name="组合 15"/>
          <p:cNvGrpSpPr/>
          <p:nvPr>
            <p:custDataLst>
              <p:tags r:id="rId6"/>
            </p:custDataLst>
          </p:nvPr>
        </p:nvGrpSpPr>
        <p:grpSpPr>
          <a:xfrm>
            <a:off x="913137" y="2961668"/>
            <a:ext cx="5315871" cy="549173"/>
            <a:chOff x="4367667" y="449364"/>
            <a:chExt cx="3857250" cy="540284"/>
          </a:xfrm>
        </p:grpSpPr>
        <p:sp>
          <p:nvSpPr>
            <p:cNvPr id="17" name="矩形 16"/>
            <p:cNvSpPr/>
            <p:nvPr>
              <p:custDataLst>
                <p:tags r:id="rId7"/>
              </p:custDataLst>
            </p:nvPr>
          </p:nvSpPr>
          <p:spPr>
            <a:xfrm>
              <a:off x="4994377" y="449364"/>
              <a:ext cx="2600190" cy="327081"/>
            </a:xfrm>
            <a:prstGeom prst="rect">
              <a:avLst/>
            </a:prstGeom>
            <a:ln w="15875">
              <a:noFill/>
            </a:ln>
          </p:spPr>
          <p:txBody>
            <a:bodyPr wrap="square" lIns="68567" tIns="34283" rIns="68567" bIns="34283">
              <a:noAutofit/>
            </a:bodyPr>
            <a:p>
              <a:r>
                <a:rPr lang="zh-CN" altLang="en-US" sz="3200" dirty="0">
                  <a:solidFill>
                    <a:srgbClr val="C00000"/>
                  </a:solidFill>
                  <a:latin typeface="华文彩云" panose="02010800040101010101" charset="-122"/>
                  <a:ea typeface="华文彩云" panose="02010800040101010101" charset="-122"/>
                  <a:cs typeface="+mn-ea"/>
                  <a:sym typeface="Source Han Sans K Bold" panose="020B0800000000000000" pitchFamily="34" charset="-128"/>
                </a:rPr>
                <a:t>素质目标</a:t>
              </a:r>
              <a:endParaRPr lang="zh-CN" altLang="en-US" sz="3200" dirty="0">
                <a:solidFill>
                  <a:srgbClr val="C00000"/>
                </a:solidFill>
                <a:latin typeface="华文彩云" panose="02010800040101010101" charset="-122"/>
                <a:ea typeface="华文彩云" panose="02010800040101010101" charset="-122"/>
                <a:cs typeface="+mn-ea"/>
                <a:sym typeface="Source Han Sans K Bold" panose="020B0800000000000000" pitchFamily="34" charset="-128"/>
              </a:endParaRPr>
            </a:p>
          </p:txBody>
        </p:sp>
        <p:sp>
          <p:nvSpPr>
            <p:cNvPr id="18" name="平行四边形 17"/>
            <p:cNvSpPr/>
            <p:nvPr>
              <p:custDataLst>
                <p:tags r:id="rId8"/>
              </p:custDataLst>
            </p:nvPr>
          </p:nvSpPr>
          <p:spPr>
            <a:xfrm>
              <a:off x="4367667" y="449591"/>
              <a:ext cx="3857250" cy="540057"/>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67" tIns="34283" rIns="68567" bIns="34283"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grpSp>
      <p:sp>
        <p:nvSpPr>
          <p:cNvPr id="19" name="矩形 18"/>
          <p:cNvSpPr/>
          <p:nvPr>
            <p:custDataLst>
              <p:tags r:id="rId9"/>
            </p:custDataLst>
          </p:nvPr>
        </p:nvSpPr>
        <p:spPr>
          <a:xfrm>
            <a:off x="1776838" y="4572711"/>
            <a:ext cx="3583452" cy="414118"/>
          </a:xfrm>
          <a:prstGeom prst="rect">
            <a:avLst/>
          </a:prstGeom>
          <a:ln w="15875">
            <a:noFill/>
          </a:ln>
        </p:spPr>
        <p:txBody>
          <a:bodyPr wrap="square" lIns="68567" tIns="34283" rIns="68567" bIns="34283">
            <a:noAutofit/>
          </a:bodyPr>
          <a:p>
            <a:r>
              <a:rPr lang="zh-CN" altLang="en-US" sz="3200" dirty="0">
                <a:solidFill>
                  <a:srgbClr val="C00000"/>
                </a:solidFill>
                <a:latin typeface="华文彩云" panose="02010800040101010101" charset="-122"/>
                <a:ea typeface="华文彩云" panose="02010800040101010101" charset="-122"/>
                <a:cs typeface="+mn-ea"/>
                <a:sym typeface="Source Han Sans K Bold" panose="020B0800000000000000" pitchFamily="34" charset="-128"/>
              </a:rPr>
              <a:t>思政目标</a:t>
            </a:r>
            <a:endParaRPr lang="zh-CN" altLang="en-US" sz="3200" dirty="0">
              <a:solidFill>
                <a:srgbClr val="C00000"/>
              </a:solidFill>
              <a:latin typeface="华文彩云" panose="02010800040101010101" charset="-122"/>
              <a:ea typeface="华文彩云" panose="02010800040101010101" charset="-122"/>
              <a:cs typeface="+mn-ea"/>
              <a:sym typeface="Source Han Sans K Bold" panose="020B0800000000000000" pitchFamily="34" charset="-128"/>
            </a:endParaRPr>
          </a:p>
        </p:txBody>
      </p:sp>
      <p:sp>
        <p:nvSpPr>
          <p:cNvPr id="20" name="平行四边形 19"/>
          <p:cNvSpPr/>
          <p:nvPr>
            <p:custDataLst>
              <p:tags r:id="rId10"/>
            </p:custDataLst>
          </p:nvPr>
        </p:nvSpPr>
        <p:spPr>
          <a:xfrm>
            <a:off x="913137" y="4572998"/>
            <a:ext cx="5315871" cy="591710"/>
          </a:xfrm>
          <a:prstGeom prst="parallelogram">
            <a:avLst>
              <a:gd name="adj" fmla="val 48207"/>
            </a:avLst>
          </a:prstGeom>
          <a:noFill/>
          <a:ln w="158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68567" tIns="34283" rIns="68567" bIns="34283" rtlCol="0" anchor="ctr"/>
          <a:p>
            <a:endParaRPr lang="zh-CN" altLang="en-US" sz="2000">
              <a:solidFill>
                <a:schemeClr val="tx1">
                  <a:lumMod val="75000"/>
                  <a:lumOff val="25000"/>
                </a:schemeClr>
              </a:solidFill>
              <a:latin typeface="微软雅黑" panose="020B0503020204020204" pitchFamily="34" charset="-122"/>
              <a:ea typeface="微软雅黑" panose="020B0503020204020204" pitchFamily="34" charset="-122"/>
              <a:cs typeface="+mn-ea"/>
              <a:sym typeface="+mn-lt"/>
            </a:endParaRPr>
          </a:p>
        </p:txBody>
      </p:sp>
      <p:sp>
        <p:nvSpPr>
          <p:cNvPr id="21" name="Pentagon 3"/>
          <p:cNvSpPr/>
          <p:nvPr>
            <p:custDataLst>
              <p:tags r:id="rId11"/>
            </p:custDataLst>
          </p:nvPr>
        </p:nvSpPr>
        <p:spPr bwMode="auto">
          <a:xfrm>
            <a:off x="1633094" y="5336127"/>
            <a:ext cx="8204586" cy="688213"/>
          </a:xfrm>
          <a:prstGeom prst="homePlat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l">
              <a:lnSpc>
                <a:spcPct val="120000"/>
              </a:lnSpc>
              <a:buClrTx/>
              <a:buSzTx/>
              <a:buFontTx/>
              <a:defRPr/>
            </a:pPr>
            <a:r>
              <a:rPr lang="zh-CN" altLang="en-US" sz="2000" dirty="0" smtClean="0">
                <a:solidFill>
                  <a:schemeClr val="accent1"/>
                </a:solidFill>
                <a:latin typeface="+mn-ea"/>
                <a:sym typeface="字魂58号-创中黑" panose="00000500000000000000" pitchFamily="2" charset="-122"/>
              </a:rPr>
              <a:t>增强学生的网络安全防范意识，引导用户养成良好的网络安全习惯</a:t>
            </a:r>
            <a:endParaRPr lang="zh-CN" altLang="en-US" sz="2000" dirty="0" smtClean="0">
              <a:solidFill>
                <a:schemeClr val="accent1"/>
              </a:solidFill>
              <a:latin typeface="+mn-ea"/>
              <a:sym typeface="字魂58号-创中黑" panose="00000500000000000000" pitchFamily="2" charset="-122"/>
            </a:endParaRPr>
          </a:p>
        </p:txBody>
      </p:sp>
    </p:spTree>
  </p:cSld>
  <p:clrMapOvr>
    <a:masterClrMapping/>
  </p:clrMapOvr>
  <mc:AlternateContent xmlns:mc="http://schemas.openxmlformats.org/markup-compatibility/2006">
    <mc:Choice xmlns:p14="http://schemas.microsoft.com/office/powerpoint/2010/main" Requires="p14">
      <p:transition p14:dur="0"/>
    </mc:Choice>
    <mc:Fallback>
      <p:transition/>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7.1  </a:t>
            </a:r>
            <a:r>
              <a:rPr lang="zh-CN" altLang="en-US" dirty="0">
                <a:effectLst/>
              </a:rPr>
              <a:t>网络安全概述</a:t>
            </a:r>
            <a:endParaRPr lang="zh-CN" altLang="en-US" dirty="0">
              <a:effectLst/>
            </a:endParaRPr>
          </a:p>
        </p:txBody>
      </p:sp>
      <p:sp>
        <p:nvSpPr>
          <p:cNvPr id="3" name="内容占位符 2"/>
          <p:cNvSpPr>
            <a:spLocks noGrp="1"/>
          </p:cNvSpPr>
          <p:nvPr>
            <p:ph idx="1"/>
          </p:nvPr>
        </p:nvSpPr>
        <p:spPr/>
        <p:txBody>
          <a:bodyPr>
            <a:normAutofit fontScale="77500" lnSpcReduction="20000"/>
          </a:bodyPr>
          <a:lstStyle/>
          <a:p>
            <a:pPr marL="0" indent="0">
              <a:buNone/>
            </a:pPr>
            <a:r>
              <a:rPr lang="en-US" altLang="zh-CN" b="1" dirty="0"/>
              <a:t>7.1.1  </a:t>
            </a:r>
            <a:r>
              <a:rPr lang="zh-CN" altLang="en-US" b="1" dirty="0"/>
              <a:t>网络安全概念</a:t>
            </a:r>
            <a:endParaRPr lang="zh-CN" altLang="en-US" b="1" dirty="0"/>
          </a:p>
          <a:p>
            <a:pPr marL="0" indent="457200">
              <a:buNone/>
            </a:pPr>
            <a:r>
              <a:rPr lang="zh-CN" altLang="en-US" dirty="0"/>
              <a:t>网络安全，通常指计算机网络的安全，实际上也可以指计算机通信网络的安全。计算机通信网络是将若干台具有独立功能的计算机通过通信设备及传输媒体互连起来，在通信软件的支持下，实现计算机间的信息传输与交换的系统。而计算机网络是指以共享资源为目的，利用通信手段把地域上相对分散的若干独立的计算机系统、终端设备和数据设备连接起来，并在协议的控制下进行数据交换的系统。计算机网络的根本目的在于资源共享，通信网络是实现网络资源共享的途径，因此，计算机网络是安全的，相应的计算机通信网络也必须是安全的，应该能为网络用户实现信息交换与资源共享。下文中，网络安全既指计算机网络安全，又指计算机通信网络安全。</a:t>
            </a:r>
            <a:endParaRPr lang="zh-CN" altLang="en-US" dirty="0"/>
          </a:p>
          <a:p>
            <a:pPr marL="0" indent="457200">
              <a:buNone/>
            </a:pPr>
            <a:r>
              <a:rPr lang="zh-CN" altLang="en-US" dirty="0"/>
              <a:t>安全的基本含义：客观上不存在威胁，主观上不存在恐惧。即客体不担心其正常状态受到影响。可以把网络安全定义为：一个网络系统不受任何威胁与侵害，能正常地实现资源共享功能。要使网络能正常地实现资源共享功能，首先要保证网络的硬件、软件能正常运行，然后要保证数据信息交换的安全。从前面两节可以看到，由于资源共享的滥用，导致了网络的安全问题。因此网络安全的技术途径就是要实行有限制的共享</a:t>
            </a:r>
            <a:r>
              <a:rPr lang="zh-CN" altLang="en-US" dirty="0" smtClean="0"/>
              <a:t>。</a:t>
            </a:r>
            <a:endParaRPr lang="zh-CN" altLang="en-US" dirty="0">
              <a:latin typeface="微软雅黑" panose="020B0503020204020204" pitchFamily="34" charset="-122"/>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7.1  </a:t>
            </a:r>
            <a:r>
              <a:rPr lang="zh-CN" altLang="en-US" dirty="0">
                <a:effectLst/>
              </a:rPr>
              <a:t>网络安全概述</a:t>
            </a:r>
            <a:endParaRPr lang="zh-CN" altLang="en-US" dirty="0">
              <a:effectLst/>
            </a:endParaRPr>
          </a:p>
        </p:txBody>
      </p:sp>
      <p:sp>
        <p:nvSpPr>
          <p:cNvPr id="3" name="内容占位符 2"/>
          <p:cNvSpPr>
            <a:spLocks noGrp="1"/>
          </p:cNvSpPr>
          <p:nvPr>
            <p:ph idx="1"/>
          </p:nvPr>
        </p:nvSpPr>
        <p:spPr/>
        <p:txBody>
          <a:bodyPr>
            <a:normAutofit fontScale="62500" lnSpcReduction="20000"/>
          </a:bodyPr>
          <a:lstStyle/>
          <a:p>
            <a:pPr marL="0" indent="0">
              <a:buNone/>
            </a:pPr>
            <a:r>
              <a:rPr lang="en-US" altLang="zh-CN" b="1" dirty="0">
                <a:latin typeface="微软雅黑" panose="020B0503020204020204" pitchFamily="34" charset="-122"/>
                <a:ea typeface="微软雅黑" panose="020B0503020204020204" pitchFamily="34" charset="-122"/>
              </a:rPr>
              <a:t>7.1.2  </a:t>
            </a:r>
            <a:r>
              <a:rPr lang="zh-CN" altLang="en-US" b="1" dirty="0">
                <a:latin typeface="微软雅黑" panose="020B0503020204020204" pitchFamily="34" charset="-122"/>
                <a:ea typeface="微软雅黑" panose="020B0503020204020204" pitchFamily="34" charset="-122"/>
              </a:rPr>
              <a:t>网络安全威胁</a:t>
            </a:r>
            <a:endParaRPr lang="zh-CN" altLang="en-US" b="1" dirty="0">
              <a:latin typeface="微软雅黑" panose="020B0503020204020204" pitchFamily="34" charset="-122"/>
              <a:ea typeface="微软雅黑" panose="020B0503020204020204" pitchFamily="34" charset="-122"/>
            </a:endParaRPr>
          </a:p>
          <a:p>
            <a:pPr marL="0" indent="457200">
              <a:buNone/>
            </a:pPr>
            <a:r>
              <a:rPr lang="zh-CN" altLang="en-US" dirty="0"/>
              <a:t>网络安全威胁主要表现为：</a:t>
            </a:r>
            <a:endParaRPr lang="zh-CN" altLang="en-US" dirty="0"/>
          </a:p>
          <a:p>
            <a:pPr marL="0" indent="457200">
              <a:buNone/>
            </a:pPr>
            <a:r>
              <a:rPr lang="en-US" altLang="zh-CN" b="1" dirty="0"/>
              <a:t>1.</a:t>
            </a:r>
            <a:r>
              <a:rPr lang="zh-CN" altLang="en-US" b="1" dirty="0"/>
              <a:t>黑客的恶意攻击</a:t>
            </a:r>
            <a:endParaRPr lang="zh-CN" altLang="en-US" dirty="0"/>
          </a:p>
          <a:p>
            <a:pPr marL="0" indent="457200">
              <a:buNone/>
            </a:pPr>
            <a:r>
              <a:rPr lang="zh-CN" altLang="en-US" dirty="0"/>
              <a:t>“黑客”（</a:t>
            </a:r>
            <a:r>
              <a:rPr lang="en-US" altLang="zh-CN" dirty="0"/>
              <a:t>Hack</a:t>
            </a:r>
            <a:r>
              <a:rPr lang="zh-CN" altLang="en-US" dirty="0"/>
              <a:t>）对于大家来说可能并不陌生，他们是一群利用自己的技术专长专门攻击网站和计算机而不暴露身份的计算机用户，由于黑客技术逐渐被越来越多的人掌握和发展，目前世界上约有</a:t>
            </a:r>
            <a:r>
              <a:rPr lang="en-US" altLang="zh-CN" dirty="0"/>
              <a:t>20</a:t>
            </a:r>
            <a:r>
              <a:rPr lang="zh-CN" altLang="en-US" dirty="0"/>
              <a:t>多万个黑客网站，这些站点都介绍一些攻击方法和攻击软件的使用以及系统的一些漏洞，因而任何网络系统、站点都有遭受黑客攻击的可能。尤其是现在还缺乏针对网络犯罪卓有成效的反击和跟踪手段，使得黑客们善于隐蔽，攻击“杀伤力”强，这是网络安全的主要威胁</a:t>
            </a:r>
            <a:r>
              <a:rPr lang="en-US" altLang="zh-CN" dirty="0"/>
              <a:t>[1]</a:t>
            </a:r>
            <a:r>
              <a:rPr lang="zh-CN" altLang="en-US" dirty="0"/>
              <a:t>。而就目前网络技术的发展趋势来看，黑客攻击的方式也越来越多的采用了病毒进行破坏，它们采用的攻击和破坏方式多种多样，对没有网络安全防护设备（防火墙）的网站和系统（或防护级别较低）进行攻击和破坏，这给网络的安全防护带来了严峻的挑战。</a:t>
            </a:r>
            <a:endParaRPr lang="zh-CN" altLang="en-US" dirty="0"/>
          </a:p>
          <a:p>
            <a:pPr marL="0" indent="457200">
              <a:buNone/>
            </a:pPr>
            <a:r>
              <a:rPr lang="en-US" altLang="zh-CN" b="1" dirty="0"/>
              <a:t>2.</a:t>
            </a:r>
            <a:r>
              <a:rPr lang="zh-CN" altLang="en-US" b="1" dirty="0"/>
              <a:t>网络自身和管理存在欠缺</a:t>
            </a:r>
            <a:r>
              <a:rPr lang="en-US" altLang="zh-CN" b="1" dirty="0"/>
              <a:t>?</a:t>
            </a:r>
            <a:endParaRPr lang="zh-CN" altLang="en-US" dirty="0"/>
          </a:p>
          <a:p>
            <a:pPr marL="0" indent="457200">
              <a:buNone/>
            </a:pPr>
            <a:r>
              <a:rPr lang="zh-CN" altLang="en-US" dirty="0"/>
              <a:t>因特网的共享性和开放性使网上信息安全存在先天不足，因为其赖以生存的</a:t>
            </a:r>
            <a:r>
              <a:rPr lang="en-US" altLang="zh-CN" dirty="0"/>
              <a:t>TCP/IP</a:t>
            </a:r>
            <a:r>
              <a:rPr lang="zh-CN" altLang="en-US" dirty="0"/>
              <a:t>协议，缺乏相应的安全机制，而且因特网最初的设计考虑是该网不会因局部故障而影响信息的传输，基本没有考虑安全问题，因此它在安全防范、服务质量、带宽和方便性等方面存在滞后及不适应性。网络系统的严格管理是企业、组织及政府部门和用户免受攻击的重要措施。事实上，很多企业、机构及用户的网站或系统都疏于这方面的管理，没有制定严格的管理制度。据</a:t>
            </a:r>
            <a:r>
              <a:rPr lang="en-US" altLang="zh-CN" dirty="0"/>
              <a:t>IT</a:t>
            </a:r>
            <a:r>
              <a:rPr lang="zh-CN" altLang="en-US" dirty="0"/>
              <a:t>界企业团体</a:t>
            </a:r>
            <a:r>
              <a:rPr lang="en-US" altLang="zh-CN" dirty="0"/>
              <a:t>ITAA</a:t>
            </a:r>
            <a:r>
              <a:rPr lang="zh-CN" altLang="en-US" dirty="0"/>
              <a:t>的调查显示，美国</a:t>
            </a:r>
            <a:r>
              <a:rPr lang="en-US" altLang="zh-CN" dirty="0"/>
              <a:t>90</a:t>
            </a:r>
            <a:r>
              <a:rPr lang="zh-CN" altLang="en-US" dirty="0"/>
              <a:t>％的</a:t>
            </a:r>
            <a:r>
              <a:rPr lang="en-US" altLang="zh-CN" dirty="0"/>
              <a:t>IT</a:t>
            </a:r>
            <a:r>
              <a:rPr lang="zh-CN" altLang="en-US" dirty="0"/>
              <a:t>企业对黑客攻击准备不足。目前美国</a:t>
            </a:r>
            <a:r>
              <a:rPr lang="en-US" altLang="zh-CN" dirty="0"/>
              <a:t>75</a:t>
            </a:r>
            <a:r>
              <a:rPr lang="zh-CN" altLang="en-US" dirty="0"/>
              <a:t>％－</a:t>
            </a:r>
            <a:r>
              <a:rPr lang="en-US" altLang="zh-CN" dirty="0"/>
              <a:t>85</a:t>
            </a:r>
            <a:r>
              <a:rPr lang="zh-CN" altLang="en-US" dirty="0"/>
              <a:t>％的网站都抵挡不住黑客的攻击，约有</a:t>
            </a:r>
            <a:r>
              <a:rPr lang="en-US" altLang="zh-CN" dirty="0"/>
              <a:t>75</a:t>
            </a:r>
            <a:r>
              <a:rPr lang="zh-CN" altLang="en-US" dirty="0"/>
              <a:t>％的企业网上信息失窃。</a:t>
            </a:r>
            <a:endParaRPr lang="zh-CN" altLang="en-US" dirty="0"/>
          </a:p>
        </p:txBody>
      </p:sp>
    </p:spTree>
  </p:cSld>
  <p:clrMapOvr>
    <a:masterClrMapping/>
  </p:clrMapOvr>
  <p:transition spd="slow">
    <p:pull/>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7.1  </a:t>
            </a:r>
            <a:r>
              <a:rPr lang="zh-CN" altLang="en-US" dirty="0">
                <a:effectLst/>
              </a:rPr>
              <a:t>网络安全概述</a:t>
            </a:r>
            <a:endParaRPr lang="zh-CN" altLang="en-US" dirty="0">
              <a:effectLst/>
            </a:endParaRPr>
          </a:p>
        </p:txBody>
      </p:sp>
      <p:sp>
        <p:nvSpPr>
          <p:cNvPr id="3" name="内容占位符 2"/>
          <p:cNvSpPr>
            <a:spLocks noGrp="1"/>
          </p:cNvSpPr>
          <p:nvPr>
            <p:ph idx="1"/>
          </p:nvPr>
        </p:nvSpPr>
        <p:spPr>
          <a:xfrm>
            <a:off x="622300" y="1123950"/>
            <a:ext cx="10954459" cy="5549981"/>
          </a:xfrm>
        </p:spPr>
        <p:txBody>
          <a:bodyPr>
            <a:normAutofit fontScale="77500" lnSpcReduction="20000"/>
          </a:bodyPr>
          <a:lstStyle/>
          <a:p>
            <a:pPr marL="0" indent="457200">
              <a:buNone/>
            </a:pPr>
            <a:r>
              <a:rPr lang="en-US" altLang="zh-CN" b="1" dirty="0" smtClean="0"/>
              <a:t>3</a:t>
            </a:r>
            <a:r>
              <a:rPr lang="en-US" altLang="zh-CN" b="1" dirty="0"/>
              <a:t>.</a:t>
            </a:r>
            <a:r>
              <a:rPr lang="zh-CN" altLang="en-US" b="1" dirty="0"/>
              <a:t>软件设计的漏洞或“后门”而产生的问题</a:t>
            </a:r>
            <a:r>
              <a:rPr lang="en-US" altLang="zh-CN" b="1" dirty="0"/>
              <a:t>?</a:t>
            </a:r>
            <a:endParaRPr lang="zh-CN" altLang="en-US" dirty="0"/>
          </a:p>
          <a:p>
            <a:pPr marL="0" indent="457200">
              <a:buNone/>
            </a:pPr>
            <a:r>
              <a:rPr lang="zh-CN" altLang="en-US" dirty="0"/>
              <a:t>随着软件系统规模的不断增大，新的软件产品开发出来，系统中的安全漏洞或“后门”也不可避免的存在，比如我们常用的操作系统，无论是</a:t>
            </a:r>
            <a:r>
              <a:rPr lang="en-US" altLang="zh-CN" dirty="0"/>
              <a:t>Windows</a:t>
            </a:r>
            <a:r>
              <a:rPr lang="zh-CN" altLang="en-US" dirty="0"/>
              <a:t>还是</a:t>
            </a:r>
            <a:r>
              <a:rPr lang="en-US" altLang="zh-CN" dirty="0"/>
              <a:t>UNIX</a:t>
            </a:r>
            <a:r>
              <a:rPr lang="zh-CN" altLang="en-US" dirty="0"/>
              <a:t>几乎都存在或多或少的安全漏洞，众多的各类服务器、浏览器、一些桌面软件等等都被发现过存在安全隐患。大家熟悉的一些病毒都是利用微软系统的漏洞给用户造成巨大损失</a:t>
            </a:r>
            <a:r>
              <a:rPr lang="en-US" altLang="zh-CN" dirty="0"/>
              <a:t>,</a:t>
            </a:r>
            <a:r>
              <a:rPr lang="zh-CN" altLang="en-US" dirty="0"/>
              <a:t>可以说任何一个软件系统都可能会因为程序员的一个疏忽、设计中的一个缺陷等原因而存在漏洞，不可能完美无缺。这也是网络安全的主要威胁之一。例如大名鼎鼎的“熊猫烧香”病毒，就是我国一名黑客针对微软</a:t>
            </a:r>
            <a:r>
              <a:rPr lang="en-US" altLang="zh-CN" dirty="0"/>
              <a:t>Windows</a:t>
            </a:r>
            <a:r>
              <a:rPr lang="zh-CN" altLang="en-US" dirty="0"/>
              <a:t>操作系统安全漏洞设计的计算机病毒，依靠互联网迅速蔓延开来，数以万计的计算机不幸先后“中招”，并且它已产生众多变种，还没有人准确统计出此次病毒在国内殃及的计算机的数量，它对社会造成的各种损失更是难以估计。目前透露的保守数据已表明，“熊猫烧香”是最近一段时间以来少有的、传播速度较快、危害性较强的一种病毒，其主要破坏特征有：导致安装有</a:t>
            </a:r>
            <a:r>
              <a:rPr lang="en-US" altLang="zh-CN" dirty="0" err="1"/>
              <a:t>WindowsXP</a:t>
            </a:r>
            <a:r>
              <a:rPr lang="zh-CN" altLang="en-US" dirty="0"/>
              <a:t>、</a:t>
            </a:r>
            <a:r>
              <a:rPr lang="en-US" altLang="zh-CN" dirty="0"/>
              <a:t>Windows2000</a:t>
            </a:r>
            <a:r>
              <a:rPr lang="zh-CN" altLang="en-US" dirty="0"/>
              <a:t>、</a:t>
            </a:r>
            <a:r>
              <a:rPr lang="en-US" altLang="zh-CN" dirty="0"/>
              <a:t>WindowsServer2003</a:t>
            </a:r>
            <a:r>
              <a:rPr lang="zh-CN" altLang="en-US" dirty="0"/>
              <a:t>等操作系统的受感染计算机的</a:t>
            </a:r>
            <a:r>
              <a:rPr lang="en-US" altLang="zh-CN" dirty="0"/>
              <a:t>.exe</a:t>
            </a:r>
            <a:r>
              <a:rPr lang="zh-CN" altLang="en-US" dirty="0"/>
              <a:t>文件全部无法正常打开、系统运行速度减慢、常用办公软件的部分功能失效等。此外，感染了此病毒的计算机，又会通过互联网自动扫描，寻找其他感染目标，最终在这名黑客提供病毒源码的情况下，才终止了此种病毒的继续传播</a:t>
            </a:r>
            <a:r>
              <a:rPr lang="zh-CN" altLang="en-US" dirty="0" smtClean="0"/>
              <a:t>。</a:t>
            </a:r>
            <a:endParaRPr lang="zh-CN" altLang="en-US" dirty="0"/>
          </a:p>
        </p:txBody>
      </p:sp>
    </p:spTree>
  </p:cSld>
  <p:clrMapOvr>
    <a:masterClrMapping/>
  </p:clrMapOvr>
  <p:transition spd="slow">
    <p:pull/>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7.1  </a:t>
            </a:r>
            <a:r>
              <a:rPr lang="zh-CN" altLang="en-US" dirty="0">
                <a:effectLst/>
              </a:rPr>
              <a:t>网络安全概述</a:t>
            </a:r>
            <a:endParaRPr lang="zh-CN" altLang="en-US" dirty="0">
              <a:effectLst/>
            </a:endParaRPr>
          </a:p>
        </p:txBody>
      </p:sp>
      <p:sp>
        <p:nvSpPr>
          <p:cNvPr id="3" name="内容占位符 2"/>
          <p:cNvSpPr>
            <a:spLocks noGrp="1"/>
          </p:cNvSpPr>
          <p:nvPr>
            <p:ph idx="1"/>
          </p:nvPr>
        </p:nvSpPr>
        <p:spPr>
          <a:xfrm>
            <a:off x="622300" y="1123950"/>
            <a:ext cx="10954459" cy="5549981"/>
          </a:xfrm>
        </p:spPr>
        <p:txBody>
          <a:bodyPr>
            <a:normAutofit fontScale="92500" lnSpcReduction="10000"/>
          </a:bodyPr>
          <a:lstStyle/>
          <a:p>
            <a:pPr marL="0" indent="457200">
              <a:buNone/>
            </a:pPr>
            <a:r>
              <a:rPr lang="en-US" altLang="zh-CN" b="1" dirty="0" smtClean="0"/>
              <a:t>4</a:t>
            </a:r>
            <a:r>
              <a:rPr lang="en-US" altLang="zh-CN" b="1" dirty="0"/>
              <a:t>.</a:t>
            </a:r>
            <a:r>
              <a:rPr lang="zh-CN" altLang="en-US" b="1" dirty="0"/>
              <a:t>恶意网站设置的陷阱</a:t>
            </a:r>
            <a:r>
              <a:rPr lang="en-US" altLang="zh-CN" b="1" dirty="0"/>
              <a:t>?</a:t>
            </a:r>
            <a:endParaRPr lang="zh-CN" altLang="en-US" dirty="0"/>
          </a:p>
          <a:p>
            <a:pPr marL="0" indent="457200">
              <a:buNone/>
            </a:pPr>
            <a:r>
              <a:rPr lang="zh-CN" altLang="en-US" dirty="0"/>
              <a:t>互联网世界的各类网站，有些网站恶意编制一些盗取他人信息的软件，并且可能隐藏在下载的信息中，只要登录或者下载网络的信息就会被其控制和感染病毒，计算机中的所有信息都会被自动盗走，该软件会长期存在你的计算机中，操作者并不知情，如现在非常流行的“木马”病毒。因此，上互联网应格外注意，不良网站和不安全网站万不可登录，否则后果不堪设想</a:t>
            </a:r>
            <a:endParaRPr lang="zh-CN" altLang="en-US" dirty="0"/>
          </a:p>
          <a:p>
            <a:pPr marL="0" indent="457200">
              <a:buNone/>
            </a:pPr>
            <a:r>
              <a:rPr lang="en-US" altLang="zh-CN" b="1" dirty="0"/>
              <a:t>5.</a:t>
            </a:r>
            <a:r>
              <a:rPr lang="zh-CN" altLang="en-US" b="1" dirty="0"/>
              <a:t>用户网络内部工作人员的不良行为引起的安全问题</a:t>
            </a:r>
            <a:r>
              <a:rPr lang="en-US" altLang="zh-CN" b="1" dirty="0"/>
              <a:t>?</a:t>
            </a:r>
            <a:endParaRPr lang="zh-CN" altLang="en-US" dirty="0"/>
          </a:p>
          <a:p>
            <a:pPr marL="0" indent="457200">
              <a:buNone/>
            </a:pPr>
            <a:r>
              <a:rPr lang="zh-CN" altLang="en-US" dirty="0"/>
              <a:t>网络内部用户的误操作，资源滥用和恶意行为也有可能对网络的安全造成巨大的威胁。由于各行业，各单位现在都在建局域网，计算机使用频繁，但是由于单位管理制度不严，不能严格遵守行业内部关于信息安全的相关规定，都容易引起一系列安全问题。</a:t>
            </a:r>
            <a:endParaRPr lang="zh-CN" altLang="en-US" dirty="0"/>
          </a:p>
        </p:txBody>
      </p:sp>
    </p:spTree>
  </p:cSld>
  <p:clrMapOvr>
    <a:masterClrMapping/>
  </p:clrMapOvr>
  <p:transition spd="slow">
    <p:pull/>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7.1  </a:t>
            </a:r>
            <a:r>
              <a:rPr lang="zh-CN" altLang="en-US" dirty="0">
                <a:effectLst/>
              </a:rPr>
              <a:t>网络安全概述</a:t>
            </a:r>
            <a:endParaRPr lang="zh-CN" altLang="en-US" dirty="0">
              <a:effectLst/>
            </a:endParaRPr>
          </a:p>
        </p:txBody>
      </p:sp>
      <p:sp>
        <p:nvSpPr>
          <p:cNvPr id="3" name="内容占位符 2"/>
          <p:cNvSpPr>
            <a:spLocks noGrp="1"/>
          </p:cNvSpPr>
          <p:nvPr>
            <p:ph idx="1"/>
          </p:nvPr>
        </p:nvSpPr>
        <p:spPr>
          <a:xfrm>
            <a:off x="622300" y="1123951"/>
            <a:ext cx="3854697" cy="455467"/>
          </a:xfrm>
        </p:spPr>
        <p:txBody>
          <a:bodyPr>
            <a:normAutofit fontScale="92500" lnSpcReduction="20000"/>
          </a:bodyPr>
          <a:lstStyle/>
          <a:p>
            <a:pPr marL="0" indent="0">
              <a:buNone/>
            </a:pPr>
            <a:r>
              <a:rPr lang="en-US" altLang="zh-CN" b="1" dirty="0">
                <a:latin typeface="微软雅黑" panose="020B0503020204020204" pitchFamily="34" charset="-122"/>
                <a:ea typeface="微软雅黑" panose="020B0503020204020204" pitchFamily="34" charset="-122"/>
              </a:rPr>
              <a:t>7.1.3  </a:t>
            </a:r>
            <a:r>
              <a:rPr lang="zh-CN" altLang="en-US" b="1" dirty="0">
                <a:latin typeface="微软雅黑" panose="020B0503020204020204" pitchFamily="34" charset="-122"/>
                <a:ea typeface="微软雅黑" panose="020B0503020204020204" pitchFamily="34" charset="-122"/>
              </a:rPr>
              <a:t>网络</a:t>
            </a:r>
            <a:r>
              <a:rPr lang="zh-CN" altLang="en-US" b="1" dirty="0" smtClean="0">
                <a:latin typeface="微软雅黑" panose="020B0503020204020204" pitchFamily="34" charset="-122"/>
                <a:ea typeface="微软雅黑" panose="020B0503020204020204" pitchFamily="34" charset="-122"/>
              </a:rPr>
              <a:t>安全策略</a:t>
            </a:r>
            <a:endParaRPr lang="en-US" altLang="zh-CN" b="1" dirty="0" smtClean="0">
              <a:latin typeface="微软雅黑" panose="020B0503020204020204" pitchFamily="34" charset="-122"/>
              <a:ea typeface="微软雅黑" panose="020B0503020204020204" pitchFamily="34" charset="-122"/>
            </a:endParaRPr>
          </a:p>
        </p:txBody>
      </p:sp>
      <p:graphicFrame>
        <p:nvGraphicFramePr>
          <p:cNvPr id="5" name="图示 4"/>
          <p:cNvGraphicFramePr/>
          <p:nvPr/>
        </p:nvGraphicFramePr>
        <p:xfrm>
          <a:off x="106877" y="1045029"/>
          <a:ext cx="11934701" cy="5812971"/>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7.2  </a:t>
            </a:r>
            <a:r>
              <a:rPr lang="zh-CN" altLang="en-US" dirty="0">
                <a:effectLst/>
              </a:rPr>
              <a:t>数据加密技术</a:t>
            </a:r>
            <a:endParaRPr lang="zh-CN" altLang="en-US" dirty="0">
              <a:effectLst/>
            </a:endParaRPr>
          </a:p>
        </p:txBody>
      </p:sp>
      <p:sp>
        <p:nvSpPr>
          <p:cNvPr id="3" name="内容占位符 2"/>
          <p:cNvSpPr>
            <a:spLocks noGrp="1"/>
          </p:cNvSpPr>
          <p:nvPr>
            <p:ph idx="1"/>
          </p:nvPr>
        </p:nvSpPr>
        <p:spPr>
          <a:xfrm>
            <a:off x="622300" y="1123950"/>
            <a:ext cx="10954459" cy="5419353"/>
          </a:xfrm>
        </p:spPr>
        <p:txBody>
          <a:bodyPr>
            <a:normAutofit fontScale="77500" lnSpcReduction="20000"/>
          </a:bodyPr>
          <a:lstStyle/>
          <a:p>
            <a:pPr marL="0" indent="0">
              <a:buNone/>
            </a:pPr>
            <a:r>
              <a:rPr lang="en-US" altLang="zh-CN" b="1" dirty="0"/>
              <a:t>7.2.1  </a:t>
            </a:r>
            <a:r>
              <a:rPr lang="zh-CN" altLang="en-US" b="1" dirty="0"/>
              <a:t>数据加密概念</a:t>
            </a:r>
            <a:endParaRPr lang="zh-CN" altLang="en-US" b="1" dirty="0"/>
          </a:p>
          <a:p>
            <a:pPr marL="0" indent="457200">
              <a:buNone/>
            </a:pPr>
            <a:r>
              <a:rPr lang="zh-CN" altLang="en-US" dirty="0"/>
              <a:t>所谓数据加密（</a:t>
            </a:r>
            <a:r>
              <a:rPr lang="en-US" altLang="zh-CN" dirty="0"/>
              <a:t>Data Encryption</a:t>
            </a:r>
            <a:r>
              <a:rPr lang="zh-CN" altLang="en-US" dirty="0"/>
              <a:t>）技术是指将一个信息（或称明文，</a:t>
            </a:r>
            <a:r>
              <a:rPr lang="en-US" altLang="zh-CN" dirty="0"/>
              <a:t>plain text</a:t>
            </a:r>
            <a:r>
              <a:rPr lang="zh-CN" altLang="en-US" dirty="0"/>
              <a:t>）经过加密钥匙（</a:t>
            </a:r>
            <a:r>
              <a:rPr lang="en-US" altLang="zh-CN" dirty="0"/>
              <a:t>Encryption key</a:t>
            </a:r>
            <a:r>
              <a:rPr lang="zh-CN" altLang="en-US" dirty="0"/>
              <a:t>）及加密函数转换，变成无意义的密文（</a:t>
            </a:r>
            <a:r>
              <a:rPr lang="en-US" altLang="zh-CN" dirty="0"/>
              <a:t>cipher text</a:t>
            </a:r>
            <a:r>
              <a:rPr lang="zh-CN" altLang="en-US" dirty="0"/>
              <a:t>），而接收方则将此密文经过解密函数、解密钥匙（</a:t>
            </a:r>
            <a:r>
              <a:rPr lang="en-US" altLang="zh-CN" dirty="0"/>
              <a:t>Decryption key</a:t>
            </a:r>
            <a:r>
              <a:rPr lang="zh-CN" altLang="en-US" dirty="0"/>
              <a:t>）还原成明文。加密技术是网络安全技术的基石。</a:t>
            </a:r>
            <a:endParaRPr lang="zh-CN" altLang="en-US" dirty="0"/>
          </a:p>
          <a:p>
            <a:pPr marL="0" indent="457200">
              <a:buNone/>
            </a:pPr>
            <a:r>
              <a:rPr lang="zh-CN" altLang="en-US" dirty="0"/>
              <a:t>密码技术是通信双方按约定的法则进行信息特殊变换的一种保密技术。根据特定的</a:t>
            </a:r>
            <a:r>
              <a:rPr lang="zh-CN" altLang="en-US" dirty="0" smtClean="0"/>
              <a:t>法则</a:t>
            </a:r>
            <a:r>
              <a:rPr lang="zh-CN" altLang="en-US" dirty="0"/>
              <a:t>，变明文（</a:t>
            </a:r>
            <a:r>
              <a:rPr lang="en-US" altLang="zh-CN" dirty="0"/>
              <a:t>Plaintext</a:t>
            </a:r>
            <a:r>
              <a:rPr lang="zh-CN" altLang="en-US" dirty="0"/>
              <a:t>）为密文（</a:t>
            </a:r>
            <a:r>
              <a:rPr lang="en-US" altLang="zh-CN" dirty="0" err="1"/>
              <a:t>Ciphertext</a:t>
            </a:r>
            <a:r>
              <a:rPr lang="zh-CN" altLang="en-US" dirty="0"/>
              <a:t>）。从明文变成密文的过程称为加密（</a:t>
            </a:r>
            <a:r>
              <a:rPr lang="en-US" altLang="zh-CN" dirty="0"/>
              <a:t>Encryption</a:t>
            </a:r>
            <a:r>
              <a:rPr lang="zh-CN" altLang="en-US" dirty="0"/>
              <a:t>）； 由密文恢复出原明文的过程，称为解密（</a:t>
            </a:r>
            <a:r>
              <a:rPr lang="en-US" altLang="zh-CN" dirty="0"/>
              <a:t>Decryption</a:t>
            </a:r>
            <a:r>
              <a:rPr lang="zh-CN" altLang="en-US" dirty="0"/>
              <a:t>）</a:t>
            </a:r>
            <a:r>
              <a:rPr lang="zh-CN" altLang="en-US" dirty="0" smtClean="0"/>
              <a:t>。随着</a:t>
            </a:r>
            <a:r>
              <a:rPr lang="zh-CN" altLang="en-US" dirty="0"/>
              <a:t>密码学的不断成熟，大量密码产品应用于国计民生中，如</a:t>
            </a:r>
            <a:r>
              <a:rPr lang="en-US" altLang="zh-CN" dirty="0"/>
              <a:t>USB Key</a:t>
            </a:r>
            <a:r>
              <a:rPr lang="zh-CN" altLang="en-US" dirty="0"/>
              <a:t>、</a:t>
            </a:r>
            <a:r>
              <a:rPr lang="en-US" altLang="zh-CN" dirty="0"/>
              <a:t>PIN </a:t>
            </a:r>
            <a:r>
              <a:rPr lang="en-US" altLang="zh-CN" dirty="0" err="1"/>
              <a:t>EntryDevice</a:t>
            </a:r>
            <a:r>
              <a:rPr lang="zh-CN" altLang="en-US" dirty="0"/>
              <a:t>、 </a:t>
            </a:r>
            <a:r>
              <a:rPr lang="en-US" altLang="zh-CN" dirty="0"/>
              <a:t>RFID </a:t>
            </a:r>
            <a:r>
              <a:rPr lang="zh-CN" altLang="en-US" dirty="0"/>
              <a:t>卡、银行卡等。广义上讲，包含密码功能的应用产品也是密码产品，如各种物联网</a:t>
            </a:r>
            <a:r>
              <a:rPr lang="zh-CN" altLang="en-US" dirty="0" smtClean="0"/>
              <a:t>产品</a:t>
            </a:r>
            <a:r>
              <a:rPr lang="zh-CN" altLang="en-US" dirty="0"/>
              <a:t>，它们的结构与计算机类似，也包括运算、控制、存储、输入输出等部分。密码芯片是密码产品安全性的关键，它通常是由系统控制模块、密码服务模块、存储器控制模块、功 能辅助模块、通信模块等关键部件构成的。</a:t>
            </a:r>
            <a:endParaRPr lang="zh-CN" altLang="en-US" dirty="0"/>
          </a:p>
          <a:p>
            <a:pPr marL="0" indent="457200">
              <a:buNone/>
            </a:pPr>
            <a:r>
              <a:rPr lang="zh-CN" altLang="en-US" dirty="0"/>
              <a:t>数据加密技术要求只有在指定的用户或网络下，才能解除密码而获得原来的数据，这就需要给数据发送方和接受方以一些特殊的信息用于加解密，这就是所谓的密钥。其密钥的值是从大量的随机数中选取的。按加密算法分为专用密钥和公开密钥两种。</a:t>
            </a:r>
            <a:endParaRPr lang="zh-CN" altLang="en-US" dirty="0"/>
          </a:p>
        </p:txBody>
      </p:sp>
    </p:spTree>
  </p:cSld>
  <p:clrMapOvr>
    <a:masterClrMapping/>
  </p:clrMapOvr>
  <p:transition spd="slow">
    <p:pull/>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7.2  </a:t>
            </a:r>
            <a:r>
              <a:rPr lang="zh-CN" altLang="en-US" dirty="0">
                <a:effectLst/>
              </a:rPr>
              <a:t>数据加密技术</a:t>
            </a:r>
            <a:endParaRPr lang="zh-CN" altLang="en-US" dirty="0">
              <a:effectLst/>
            </a:endParaRPr>
          </a:p>
        </p:txBody>
      </p:sp>
      <p:sp>
        <p:nvSpPr>
          <p:cNvPr id="3" name="内容占位符 2"/>
          <p:cNvSpPr>
            <a:spLocks noGrp="1"/>
          </p:cNvSpPr>
          <p:nvPr>
            <p:ph idx="1"/>
          </p:nvPr>
        </p:nvSpPr>
        <p:spPr>
          <a:xfrm>
            <a:off x="622300" y="1123950"/>
            <a:ext cx="10954459" cy="5419353"/>
          </a:xfrm>
        </p:spPr>
        <p:txBody>
          <a:bodyPr>
            <a:normAutofit/>
          </a:bodyPr>
          <a:lstStyle/>
          <a:p>
            <a:pPr marL="0" indent="0">
              <a:buNone/>
            </a:pPr>
            <a:r>
              <a:rPr lang="en-US" altLang="zh-CN" b="1" dirty="0"/>
              <a:t>7.2.2  </a:t>
            </a:r>
            <a:r>
              <a:rPr lang="zh-CN" altLang="en-US" b="1" dirty="0"/>
              <a:t>数据加密技术</a:t>
            </a:r>
            <a:endParaRPr lang="zh-CN" altLang="en-US" b="1" dirty="0"/>
          </a:p>
          <a:p>
            <a:pPr marL="0" indent="457200">
              <a:buNone/>
            </a:pPr>
            <a:r>
              <a:rPr lang="zh-CN" altLang="en-US" dirty="0"/>
              <a:t>一般的数据加密技术可以在通信的三个层次来实现：链路加密、节点加密和端到端加密。</a:t>
            </a:r>
            <a:endParaRPr lang="zh-CN" altLang="en-US" dirty="0"/>
          </a:p>
          <a:p>
            <a:pPr marL="0" indent="457200">
              <a:buNone/>
            </a:pPr>
            <a:r>
              <a:rPr lang="en-US" altLang="zh-CN" b="1" dirty="0"/>
              <a:t>1.</a:t>
            </a:r>
            <a:r>
              <a:rPr lang="zh-CN" altLang="en-US" b="1" dirty="0"/>
              <a:t>链路加密</a:t>
            </a:r>
            <a:endParaRPr lang="zh-CN" altLang="en-US" dirty="0"/>
          </a:p>
          <a:p>
            <a:pPr marL="0" indent="457200">
              <a:buNone/>
            </a:pPr>
            <a:r>
              <a:rPr lang="zh-CN" altLang="en-US" dirty="0"/>
              <a:t>对于在两个网络节点间的某一次通信链路，链路加密能为网上传输的数据提供安全保证。对于链路加密（又称在线加密），所有消息在被传输之前进行加密，在每一个节点对接收到的消息进行解密，然后先使用下一个链路的密钥对消息进行加密，再进行传输。在到达目的地之前，一条消息可能要经过许多通信链路的传输。</a:t>
            </a:r>
            <a:endParaRPr lang="zh-CN" altLang="en-US" dirty="0"/>
          </a:p>
        </p:txBody>
      </p:sp>
    </p:spTree>
  </p:cSld>
  <p:clrMapOvr>
    <a:masterClrMapping/>
  </p:clrMapOvr>
  <p:transition spd="slow">
    <p:pull/>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7.2  </a:t>
            </a:r>
            <a:r>
              <a:rPr lang="zh-CN" altLang="en-US" dirty="0">
                <a:effectLst/>
              </a:rPr>
              <a:t>数据加密技术</a:t>
            </a:r>
            <a:endParaRPr lang="zh-CN" altLang="en-US" dirty="0">
              <a:effectLst/>
            </a:endParaRPr>
          </a:p>
        </p:txBody>
      </p:sp>
      <p:sp>
        <p:nvSpPr>
          <p:cNvPr id="3" name="内容占位符 2"/>
          <p:cNvSpPr>
            <a:spLocks noGrp="1"/>
          </p:cNvSpPr>
          <p:nvPr>
            <p:ph idx="1"/>
          </p:nvPr>
        </p:nvSpPr>
        <p:spPr>
          <a:xfrm>
            <a:off x="622300" y="1123950"/>
            <a:ext cx="10954459" cy="5419353"/>
          </a:xfrm>
        </p:spPr>
        <p:txBody>
          <a:bodyPr>
            <a:normAutofit lnSpcReduction="10000"/>
          </a:bodyPr>
          <a:lstStyle/>
          <a:p>
            <a:pPr marL="0" indent="457200">
              <a:buNone/>
            </a:pPr>
            <a:r>
              <a:rPr lang="en-US" altLang="zh-CN" b="1" dirty="0"/>
              <a:t>2.</a:t>
            </a:r>
            <a:r>
              <a:rPr lang="zh-CN" altLang="en-US" b="1" dirty="0"/>
              <a:t>节点加密</a:t>
            </a:r>
            <a:endParaRPr lang="zh-CN" altLang="en-US" dirty="0"/>
          </a:p>
          <a:p>
            <a:pPr marL="0" indent="457200">
              <a:buNone/>
            </a:pPr>
            <a:r>
              <a:rPr lang="zh-CN" altLang="en-US" dirty="0"/>
              <a:t>尽管节点加密能给网络数据提供较高的安全性，但它在操作方式上与链路加密是类似的：两者均在通信链路上为传输的消息提供安全性；都在中间节点先对消息进行解密，然后进行加密。因为要对所有传输的数据进行加密，所以加密过程对用户是透明的。</a:t>
            </a:r>
            <a:endParaRPr lang="zh-CN" altLang="en-US" dirty="0"/>
          </a:p>
          <a:p>
            <a:pPr marL="0" indent="457200">
              <a:buNone/>
            </a:pPr>
            <a:r>
              <a:rPr lang="zh-CN" altLang="en-US" dirty="0"/>
              <a:t>然而，与链路加密不同，节点加密不允许消息在网络节点以明文形式存在，它先把收到的消息进行解密，然后采用另一个不同的密钥进行加密，这一过程是在节点上的一个安全模块中进行。</a:t>
            </a:r>
            <a:endParaRPr lang="zh-CN" altLang="en-US" dirty="0"/>
          </a:p>
          <a:p>
            <a:pPr marL="0" indent="457200">
              <a:buNone/>
            </a:pPr>
            <a:r>
              <a:rPr lang="zh-CN" altLang="en-US" dirty="0"/>
              <a:t>节点加密要求报头和路由信息以明文形式传输，以便中间节点能得到如何处理消息的信息。因此这种方法对于防止攻击者分析通信业务是脆弱的。</a:t>
            </a:r>
            <a:endParaRPr lang="zh-CN" altLang="en-US" dirty="0"/>
          </a:p>
        </p:txBody>
      </p:sp>
    </p:spTree>
  </p:cSld>
  <p:clrMapOvr>
    <a:masterClrMapping/>
  </p:clrMapOvr>
  <p:transition spd="slow">
    <p:pull/>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7.2  </a:t>
            </a:r>
            <a:r>
              <a:rPr lang="zh-CN" altLang="en-US" dirty="0">
                <a:effectLst/>
              </a:rPr>
              <a:t>数据加密技术</a:t>
            </a:r>
            <a:endParaRPr lang="zh-CN" altLang="en-US" dirty="0">
              <a:effectLst/>
            </a:endParaRPr>
          </a:p>
        </p:txBody>
      </p:sp>
      <p:sp>
        <p:nvSpPr>
          <p:cNvPr id="3" name="内容占位符 2"/>
          <p:cNvSpPr>
            <a:spLocks noGrp="1"/>
          </p:cNvSpPr>
          <p:nvPr>
            <p:ph idx="1"/>
          </p:nvPr>
        </p:nvSpPr>
        <p:spPr>
          <a:xfrm>
            <a:off x="622300" y="1123950"/>
            <a:ext cx="10954459" cy="5419353"/>
          </a:xfrm>
        </p:spPr>
        <p:txBody>
          <a:bodyPr>
            <a:normAutofit fontScale="85000" lnSpcReduction="20000"/>
          </a:bodyPr>
          <a:lstStyle/>
          <a:p>
            <a:pPr marL="0" indent="0">
              <a:buNone/>
            </a:pPr>
            <a:r>
              <a:rPr lang="en-US" altLang="zh-CN" b="1" dirty="0"/>
              <a:t>3.</a:t>
            </a:r>
            <a:r>
              <a:rPr lang="zh-CN" altLang="en-US" b="1" dirty="0"/>
              <a:t>端到端加密</a:t>
            </a:r>
            <a:endParaRPr lang="zh-CN" altLang="en-US" dirty="0"/>
          </a:p>
          <a:p>
            <a:pPr marL="0" indent="457200">
              <a:buNone/>
            </a:pPr>
            <a:r>
              <a:rPr lang="zh-CN" altLang="en-US" dirty="0"/>
              <a:t>端到端加密允许数据在从源点到终点的传输过程中始终以密文形式存在。采用端到端加密（又称脱线加密或包加密），消息在被传输时到达终点之前不进行解密，因为消息在整个传输过程中均受到保护，所以即使有节点被损坏也不会使消息泄露。</a:t>
            </a:r>
            <a:endParaRPr lang="zh-CN" altLang="en-US" dirty="0"/>
          </a:p>
          <a:p>
            <a:pPr marL="0" indent="457200">
              <a:buNone/>
            </a:pPr>
            <a:r>
              <a:rPr lang="zh-CN" altLang="en-US" dirty="0"/>
              <a:t>端到端加密系统的价格便宜些，并且与链路加密和节点加密相比更可靠，更容易设计、实现和维护。端到端加密还避免了其它加密系统所固有的同步问题，因为每个报文包均是独立被加密的，所以一个报文包所发生的传输错误不会影响后续的报文包。此外，从用户对安全需求的直觉上讲，端到端加密更自然些。单个用户可能会选用这种加密方法，以便不影响网络上的其他用户，此方法只需要源和目的节点是保密的即可。</a:t>
            </a:r>
            <a:endParaRPr lang="zh-CN" altLang="en-US" dirty="0"/>
          </a:p>
          <a:p>
            <a:pPr marL="0" indent="457200">
              <a:buNone/>
            </a:pPr>
            <a:r>
              <a:rPr lang="zh-CN" altLang="en-US" dirty="0"/>
              <a:t>端到端加密系统通常不允许对消息的目的地址进行加密，这是因为每一个消息所经过的节点都要用此地址来确定如何传输消息。由于这种加密方法不能掩盖被传输消息的源点与终点，因此它对于防止攻击者分析通信业务是脆弱的。</a:t>
            </a:r>
            <a:endParaRPr lang="zh-CN" altLang="en-US" dirty="0"/>
          </a:p>
        </p:txBody>
      </p:sp>
    </p:spTree>
  </p:cSld>
  <p:clrMapOvr>
    <a:masterClrMapping/>
  </p:clrMapOvr>
  <p:transition spd="slow">
    <p:pull/>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7.2  </a:t>
            </a:r>
            <a:r>
              <a:rPr lang="zh-CN" altLang="en-US" dirty="0">
                <a:effectLst/>
              </a:rPr>
              <a:t>数据加密技术</a:t>
            </a:r>
            <a:endParaRPr lang="zh-CN" altLang="en-US" dirty="0">
              <a:effectLst/>
            </a:endParaRPr>
          </a:p>
        </p:txBody>
      </p:sp>
      <p:sp>
        <p:nvSpPr>
          <p:cNvPr id="3" name="内容占位符 2"/>
          <p:cNvSpPr>
            <a:spLocks noGrp="1"/>
          </p:cNvSpPr>
          <p:nvPr>
            <p:ph idx="1"/>
          </p:nvPr>
        </p:nvSpPr>
        <p:spPr>
          <a:xfrm>
            <a:off x="622300" y="1123950"/>
            <a:ext cx="10954459" cy="5419353"/>
          </a:xfrm>
        </p:spPr>
        <p:txBody>
          <a:bodyPr>
            <a:normAutofit/>
          </a:bodyPr>
          <a:lstStyle/>
          <a:p>
            <a:pPr marL="0" indent="0">
              <a:buNone/>
            </a:pPr>
            <a:r>
              <a:rPr lang="en-US" altLang="zh-CN" b="1" dirty="0"/>
              <a:t>7.2.3  </a:t>
            </a:r>
            <a:r>
              <a:rPr lang="zh-CN" altLang="en-US" b="1" dirty="0"/>
              <a:t>数字签名技术</a:t>
            </a:r>
            <a:endParaRPr lang="zh-CN" altLang="en-US" b="1" dirty="0"/>
          </a:p>
          <a:p>
            <a:pPr marL="0" indent="457200">
              <a:buNone/>
            </a:pPr>
            <a:r>
              <a:rPr lang="zh-CN" altLang="en-US" dirty="0"/>
              <a:t>数字签名（又称公钥数字签名）是只有信息的发送者才能产生的别人无法伪造的一段数字串，这段数字串同时也是对信息的发送者发送信息真实性的一个有效证明。它是一种类似写在纸上的普通的物理签名，但是使用了公钥加密领域的技术来实现的，用于鉴别数字信息的方法。一套数字签名通常定义两种互补的运算，一个用于签名，另一个用于验证。数字签名是非对称密钥加密技术与数字摘要技术的应用。</a:t>
            </a:r>
            <a:endParaRPr lang="zh-CN" altLang="en-US" dirty="0"/>
          </a:p>
          <a:p>
            <a:pPr marL="0" indent="457200">
              <a:buNone/>
            </a:pPr>
            <a:r>
              <a:rPr lang="zh-CN" altLang="en-US" dirty="0"/>
              <a:t>数字签名的文件的完整性是很容易验证的（不需要骑缝章，骑缝签名，也不需要笔迹专家），而且数字签名具有不可抵赖性（不可否认性）。</a:t>
            </a:r>
            <a:endParaRPr lang="zh-CN" altLang="en-US" dirty="0"/>
          </a:p>
        </p:txBody>
      </p:sp>
    </p:spTree>
  </p:cSld>
  <p:clrMapOvr>
    <a:masterClrMapping/>
  </p:clrMapOvr>
  <p:transition spd="slow">
    <p:pull/>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7.2  </a:t>
            </a:r>
            <a:r>
              <a:rPr lang="zh-CN" altLang="en-US" dirty="0">
                <a:effectLst/>
              </a:rPr>
              <a:t>数据加密技术</a:t>
            </a:r>
            <a:endParaRPr lang="zh-CN" altLang="en-US" dirty="0">
              <a:effectLst/>
            </a:endParaRPr>
          </a:p>
        </p:txBody>
      </p:sp>
      <p:sp>
        <p:nvSpPr>
          <p:cNvPr id="3" name="内容占位符 2"/>
          <p:cNvSpPr>
            <a:spLocks noGrp="1"/>
          </p:cNvSpPr>
          <p:nvPr>
            <p:ph idx="1"/>
          </p:nvPr>
        </p:nvSpPr>
        <p:spPr>
          <a:xfrm>
            <a:off x="622300" y="1123950"/>
            <a:ext cx="10954459" cy="574221"/>
          </a:xfrm>
        </p:spPr>
        <p:txBody>
          <a:bodyPr>
            <a:normAutofit/>
          </a:bodyPr>
          <a:lstStyle/>
          <a:p>
            <a:pPr marL="0" indent="0">
              <a:buNone/>
            </a:pPr>
            <a:r>
              <a:rPr lang="en-US" altLang="zh-CN" b="1" dirty="0"/>
              <a:t>7.2.3  </a:t>
            </a:r>
            <a:r>
              <a:rPr lang="zh-CN" altLang="en-US" b="1" dirty="0"/>
              <a:t>数字签名</a:t>
            </a:r>
            <a:r>
              <a:rPr lang="zh-CN" altLang="en-US" b="1" dirty="0" smtClean="0"/>
              <a:t>技术</a:t>
            </a:r>
            <a:endParaRPr lang="zh-CN" altLang="en-US" b="1" dirty="0"/>
          </a:p>
        </p:txBody>
      </p:sp>
      <p:graphicFrame>
        <p:nvGraphicFramePr>
          <p:cNvPr id="5" name="图示 4"/>
          <p:cNvGraphicFramePr/>
          <p:nvPr/>
        </p:nvGraphicFramePr>
        <p:xfrm>
          <a:off x="3455719" y="1876301"/>
          <a:ext cx="6103917" cy="475012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6" name="TextBox 5"/>
          <p:cNvSpPr txBox="1"/>
          <p:nvPr/>
        </p:nvSpPr>
        <p:spPr>
          <a:xfrm>
            <a:off x="3895065" y="3728852"/>
            <a:ext cx="1353787" cy="885627"/>
          </a:xfrm>
          <a:prstGeom prst="rect">
            <a:avLst/>
          </a:prstGeom>
          <a:noFill/>
        </p:spPr>
        <p:txBody>
          <a:bodyPr wrap="square" rtlCol="0">
            <a:spAutoFit/>
          </a:bodyPr>
          <a:lstStyle/>
          <a:p>
            <a:pPr>
              <a:lnSpc>
                <a:spcPct val="130000"/>
              </a:lnSpc>
            </a:pPr>
            <a:r>
              <a:rPr lang="zh-CN" altLang="en-US" sz="4400" b="1" dirty="0" smtClean="0">
                <a:solidFill>
                  <a:srgbClr val="FF0000"/>
                </a:solidFill>
                <a:latin typeface="Arial" panose="020B0604020202020204" pitchFamily="34" charset="0"/>
                <a:ea typeface="微软雅黑" panose="020B0503020204020204" pitchFamily="34" charset="-122"/>
              </a:rPr>
              <a:t>特点</a:t>
            </a:r>
            <a:endParaRPr lang="zh-CN" altLang="en-US" sz="4400" b="1" dirty="0" smtClean="0">
              <a:solidFill>
                <a:srgbClr val="FF0000"/>
              </a:solidFill>
              <a:latin typeface="Arial" panose="020B0604020202020204" pitchFamily="34" charset="0"/>
              <a:ea typeface="微软雅黑" panose="020B0503020204020204" pitchFamily="34" charset="-122"/>
            </a:endParaRPr>
          </a:p>
        </p:txBody>
      </p:sp>
    </p:spTree>
  </p:cSld>
  <p:clrMapOvr>
    <a:masterClrMapping/>
  </p:clrMapOvr>
  <p:transition spd="slow">
    <p:pull/>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7.3  </a:t>
            </a:r>
            <a:r>
              <a:rPr lang="zh-CN" altLang="en-US" dirty="0">
                <a:effectLst/>
              </a:rPr>
              <a:t>密钥管理</a:t>
            </a:r>
            <a:endParaRPr lang="zh-CN" altLang="en-US" dirty="0">
              <a:effectLst/>
            </a:endParaRPr>
          </a:p>
        </p:txBody>
      </p:sp>
      <p:sp>
        <p:nvSpPr>
          <p:cNvPr id="3" name="内容占位符 2"/>
          <p:cNvSpPr>
            <a:spLocks noGrp="1"/>
          </p:cNvSpPr>
          <p:nvPr>
            <p:ph idx="1"/>
          </p:nvPr>
        </p:nvSpPr>
        <p:spPr>
          <a:xfrm>
            <a:off x="622300" y="1123950"/>
            <a:ext cx="10954459" cy="5419353"/>
          </a:xfrm>
        </p:spPr>
        <p:txBody>
          <a:bodyPr>
            <a:normAutofit/>
          </a:bodyPr>
          <a:lstStyle/>
          <a:p>
            <a:pPr marL="0" indent="457200">
              <a:buNone/>
            </a:pPr>
            <a:r>
              <a:rPr lang="zh-CN" altLang="en-US" dirty="0"/>
              <a:t>密钥，即密匙，一般泛指生产、生活所应用到的各种加密技术，能够对个人资料、企业机密进行有效的监管，密钥管理就是指对密钥进行管理的行为，如加密、解密、破解等等。密钥管理包括，从密钥的产生到密钥的销毁的各个方面。主要表现于管理体制、管理协议和密钥的产生、分配、更换和注入等。</a:t>
            </a:r>
            <a:endParaRPr lang="zh-CN" altLang="en-US" dirty="0"/>
          </a:p>
        </p:txBody>
      </p:sp>
    </p:spTree>
  </p:cSld>
  <p:clrMapOvr>
    <a:masterClrMapping/>
  </p:clrMapOvr>
  <p:transition spd="slow">
    <p:pull/>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图示 7"/>
          <p:cNvGraphicFramePr/>
          <p:nvPr/>
        </p:nvGraphicFramePr>
        <p:xfrm>
          <a:off x="649183" y="1935838"/>
          <a:ext cx="10964885" cy="4073076"/>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2" name="标题 1"/>
          <p:cNvSpPr>
            <a:spLocks noGrp="1"/>
          </p:cNvSpPr>
          <p:nvPr>
            <p:ph type="title"/>
          </p:nvPr>
        </p:nvSpPr>
        <p:spPr/>
        <p:txBody>
          <a:bodyPr>
            <a:normAutofit/>
          </a:bodyPr>
          <a:lstStyle/>
          <a:p>
            <a:r>
              <a:rPr lang="en-US" altLang="zh-CN" dirty="0">
                <a:effectLst/>
              </a:rPr>
              <a:t>7.3  </a:t>
            </a:r>
            <a:r>
              <a:rPr lang="zh-CN" altLang="en-US" dirty="0">
                <a:effectLst/>
              </a:rPr>
              <a:t>密钥管理</a:t>
            </a:r>
            <a:endParaRPr lang="zh-CN" altLang="en-US" dirty="0">
              <a:effectLst/>
            </a:endParaRPr>
          </a:p>
        </p:txBody>
      </p:sp>
      <p:sp>
        <p:nvSpPr>
          <p:cNvPr id="3" name="内容占位符 2"/>
          <p:cNvSpPr>
            <a:spLocks noGrp="1"/>
          </p:cNvSpPr>
          <p:nvPr>
            <p:ph idx="1"/>
          </p:nvPr>
        </p:nvSpPr>
        <p:spPr>
          <a:xfrm>
            <a:off x="622300" y="1123950"/>
            <a:ext cx="10954459" cy="502969"/>
          </a:xfrm>
        </p:spPr>
        <p:txBody>
          <a:bodyPr>
            <a:normAutofit fontScale="92500" lnSpcReduction="10000"/>
          </a:bodyPr>
          <a:lstStyle/>
          <a:p>
            <a:pPr marL="0" indent="0">
              <a:buNone/>
            </a:pPr>
            <a:r>
              <a:rPr lang="en-US" altLang="zh-CN" b="1" dirty="0"/>
              <a:t>7.3.1  </a:t>
            </a:r>
            <a:r>
              <a:rPr lang="zh-CN" altLang="en-US" b="1" dirty="0"/>
              <a:t>密钥管理流程</a:t>
            </a:r>
            <a:endParaRPr lang="zh-CN" altLang="en-US" b="1" dirty="0"/>
          </a:p>
        </p:txBody>
      </p:sp>
    </p:spTree>
  </p:cSld>
  <p:clrMapOvr>
    <a:masterClrMapping/>
  </p:clrMapOvr>
  <p:transition spd="slow">
    <p:pull/>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7.3  </a:t>
            </a:r>
            <a:r>
              <a:rPr lang="zh-CN" altLang="en-US" dirty="0">
                <a:effectLst/>
              </a:rPr>
              <a:t>密钥管理</a:t>
            </a:r>
            <a:endParaRPr lang="zh-CN" altLang="en-US" dirty="0">
              <a:effectLst/>
            </a:endParaRPr>
          </a:p>
        </p:txBody>
      </p:sp>
      <p:sp>
        <p:nvSpPr>
          <p:cNvPr id="3" name="内容占位符 2"/>
          <p:cNvSpPr>
            <a:spLocks noGrp="1"/>
          </p:cNvSpPr>
          <p:nvPr>
            <p:ph idx="1"/>
          </p:nvPr>
        </p:nvSpPr>
        <p:spPr>
          <a:xfrm>
            <a:off x="622300" y="1123950"/>
            <a:ext cx="10954459" cy="5419353"/>
          </a:xfrm>
        </p:spPr>
        <p:txBody>
          <a:bodyPr>
            <a:normAutofit fontScale="92500" lnSpcReduction="20000"/>
          </a:bodyPr>
          <a:lstStyle/>
          <a:p>
            <a:pPr marL="0" indent="0">
              <a:buNone/>
            </a:pPr>
            <a:r>
              <a:rPr lang="en-US" altLang="zh-CN" b="1" dirty="0"/>
              <a:t>7.3.2  </a:t>
            </a:r>
            <a:r>
              <a:rPr lang="zh-CN" altLang="en-US" b="1" dirty="0"/>
              <a:t>对称密钥管理</a:t>
            </a:r>
            <a:endParaRPr lang="zh-CN" altLang="en-US" b="1" dirty="0"/>
          </a:p>
          <a:p>
            <a:pPr marL="0" indent="457200">
              <a:buNone/>
            </a:pPr>
            <a:r>
              <a:rPr lang="zh-CN" altLang="en-US" dirty="0"/>
              <a:t>对称加密是基于共同保守秘密来实现的。采用对称加密技术的贸易双方必须要保证采用的是</a:t>
            </a:r>
            <a:r>
              <a:rPr lang="zh-CN" altLang="en-US" dirty="0">
                <a:solidFill>
                  <a:srgbClr val="FF0000"/>
                </a:solidFill>
              </a:rPr>
              <a:t>相同的密钥</a:t>
            </a:r>
            <a:r>
              <a:rPr lang="zh-CN" altLang="en-US" dirty="0"/>
              <a:t>，要保证彼此</a:t>
            </a:r>
            <a:r>
              <a:rPr lang="zh-CN" altLang="en-US" dirty="0">
                <a:solidFill>
                  <a:srgbClr val="FF0000"/>
                </a:solidFill>
              </a:rPr>
              <a:t>密钥的交换是安全可靠</a:t>
            </a:r>
            <a:r>
              <a:rPr lang="zh-CN" altLang="en-US" dirty="0"/>
              <a:t>的，同时还要设定防止密钥泄密和更改密钥的程序。这样，对称密钥的管理和分发工作将变成一件潜在危险的和繁琐的过程</a:t>
            </a:r>
            <a:r>
              <a:rPr lang="zh-CN" altLang="en-US" dirty="0" smtClean="0"/>
              <a:t>。</a:t>
            </a:r>
            <a:endParaRPr lang="en-US" altLang="zh-CN" dirty="0" smtClean="0"/>
          </a:p>
          <a:p>
            <a:pPr marL="0" indent="457200">
              <a:buNone/>
            </a:pPr>
            <a:r>
              <a:rPr lang="zh-CN" altLang="en-US" dirty="0" smtClean="0"/>
              <a:t>通过</a:t>
            </a:r>
            <a:r>
              <a:rPr lang="zh-CN" altLang="en-US" dirty="0"/>
              <a:t>公开密钥加密技术实现对称密钥的管理使相应的管理变得简单和更加安全，同时还解决了纯对称密钥模式中存在的可靠性问题和鉴别问题。贸易方可以为每次交换的信息（如每次的</a:t>
            </a:r>
            <a:r>
              <a:rPr lang="en-US" altLang="zh-CN" dirty="0"/>
              <a:t>EDI</a:t>
            </a:r>
            <a:r>
              <a:rPr lang="zh-CN" altLang="en-US" dirty="0"/>
              <a:t>交换）生成唯一一把对称密钥并用公开密钥对该密钥进行加密，然后再将加密后的密钥和用该密钥加密的信息（如</a:t>
            </a:r>
            <a:r>
              <a:rPr lang="en-US" altLang="zh-CN" dirty="0"/>
              <a:t>EDI</a:t>
            </a:r>
            <a:r>
              <a:rPr lang="zh-CN" altLang="en-US" dirty="0"/>
              <a:t>交换）一起发送给相应的贸易方。由于对每次信息交换都对应生成了唯一一把密钥，因此各贸易方就不再需要对密钥进行维护和担心密钥的泄露或过期。这种方式的另一优点是，即使泄露了一把密钥也只将影响一笔交易，而不会影响到贸易双方之间所有的交易关系。这种方式还提供了贸易伙伴间发布对称密钥的一种安全途径。</a:t>
            </a:r>
            <a:endParaRPr lang="zh-CN" altLang="en-US" dirty="0"/>
          </a:p>
        </p:txBody>
      </p:sp>
    </p:spTree>
  </p:cSld>
  <p:clrMapOvr>
    <a:masterClrMapping/>
  </p:clrMapOvr>
  <p:transition spd="slow">
    <p:pull/>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7.3  </a:t>
            </a:r>
            <a:r>
              <a:rPr lang="zh-CN" altLang="en-US" dirty="0">
                <a:effectLst/>
              </a:rPr>
              <a:t>密钥管理</a:t>
            </a:r>
            <a:endParaRPr lang="zh-CN" altLang="en-US" dirty="0">
              <a:effectLst/>
            </a:endParaRPr>
          </a:p>
        </p:txBody>
      </p:sp>
      <p:sp>
        <p:nvSpPr>
          <p:cNvPr id="3" name="内容占位符 2"/>
          <p:cNvSpPr>
            <a:spLocks noGrp="1"/>
          </p:cNvSpPr>
          <p:nvPr>
            <p:ph idx="1"/>
          </p:nvPr>
        </p:nvSpPr>
        <p:spPr>
          <a:xfrm>
            <a:off x="622300" y="1123950"/>
            <a:ext cx="10954459" cy="5419353"/>
          </a:xfrm>
        </p:spPr>
        <p:txBody>
          <a:bodyPr>
            <a:normAutofit/>
          </a:bodyPr>
          <a:lstStyle/>
          <a:p>
            <a:pPr marL="0" indent="0">
              <a:buNone/>
            </a:pPr>
            <a:r>
              <a:rPr lang="en-US" altLang="zh-CN" b="1" dirty="0"/>
              <a:t>7.3.3  </a:t>
            </a:r>
            <a:r>
              <a:rPr lang="zh-CN" altLang="en-US" b="1" dirty="0"/>
              <a:t>公开密钥管理</a:t>
            </a:r>
            <a:endParaRPr lang="zh-CN" altLang="en-US" b="1" dirty="0"/>
          </a:p>
          <a:p>
            <a:pPr marL="0" indent="457200">
              <a:buNone/>
            </a:pPr>
            <a:r>
              <a:rPr lang="zh-CN" altLang="en-US" dirty="0"/>
              <a:t>贸易伙伴间可以使用数字证书（公开密钥证书）来交换公开密钥。国际电信联盟（</a:t>
            </a:r>
            <a:r>
              <a:rPr lang="en-US" altLang="zh-CN" dirty="0"/>
              <a:t>ITU</a:t>
            </a:r>
            <a:r>
              <a:rPr lang="zh-CN" altLang="en-US" dirty="0"/>
              <a:t>）制定的标准</a:t>
            </a:r>
            <a:r>
              <a:rPr lang="en-US" altLang="zh-CN" dirty="0"/>
              <a:t>X.509</a:t>
            </a:r>
            <a:r>
              <a:rPr lang="zh-CN" altLang="en-US" dirty="0"/>
              <a:t>，对数字证书进行了定义该标准等同于国际标准化组织（</a:t>
            </a:r>
            <a:r>
              <a:rPr lang="en-US" altLang="zh-CN" dirty="0"/>
              <a:t>ISO</a:t>
            </a:r>
            <a:r>
              <a:rPr lang="zh-CN" altLang="en-US" dirty="0"/>
              <a:t>）与国际电工委员会（</a:t>
            </a:r>
            <a:r>
              <a:rPr lang="en-US" altLang="zh-CN" dirty="0"/>
              <a:t>IEC</a:t>
            </a:r>
            <a:r>
              <a:rPr lang="zh-CN" altLang="en-US" dirty="0"/>
              <a:t>）联合发布的</a:t>
            </a:r>
            <a:r>
              <a:rPr lang="en-US" altLang="zh-CN" dirty="0"/>
              <a:t>ISO/IEC 9594-8</a:t>
            </a:r>
            <a:r>
              <a:rPr lang="zh-CN" altLang="en-US" dirty="0"/>
              <a:t>：</a:t>
            </a:r>
            <a:r>
              <a:rPr lang="en-US" altLang="zh-CN" dirty="0"/>
              <a:t>195</a:t>
            </a:r>
            <a:r>
              <a:rPr lang="zh-CN" altLang="en-US" dirty="0"/>
              <a:t>标准。数字证书通常包含有唯一标识证书所有者（即贸易方）的名称、唯一标识证书发布者的名称、证书所有者的公开密钥、证书发布者的数字签名、证书的有效期及证书的序列号等。证书发布者一般称为证书管理机构（</a:t>
            </a:r>
            <a:r>
              <a:rPr lang="en-US" altLang="zh-CN" dirty="0"/>
              <a:t>CA</a:t>
            </a:r>
            <a:r>
              <a:rPr lang="zh-CN" altLang="en-US" dirty="0"/>
              <a:t>），它是贸易各方都信赖的机构。数字证书能够起到标识贸易方的作用，是目前电子商务广泛采用的技术之一。</a:t>
            </a:r>
            <a:endParaRPr lang="zh-CN" altLang="en-US" dirty="0"/>
          </a:p>
        </p:txBody>
      </p:sp>
    </p:spTree>
  </p:cSld>
  <p:clrMapOvr>
    <a:masterClrMapping/>
  </p:clrMapOvr>
  <p:transition spd="slow">
    <p:pull/>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7.4  </a:t>
            </a:r>
            <a:r>
              <a:rPr lang="zh-CN" altLang="en-US" dirty="0">
                <a:effectLst/>
              </a:rPr>
              <a:t>防火墙系统</a:t>
            </a:r>
            <a:endParaRPr lang="zh-CN" altLang="en-US" dirty="0">
              <a:effectLst/>
            </a:endParaRPr>
          </a:p>
        </p:txBody>
      </p:sp>
      <p:sp>
        <p:nvSpPr>
          <p:cNvPr id="3" name="内容占位符 2"/>
          <p:cNvSpPr>
            <a:spLocks noGrp="1"/>
          </p:cNvSpPr>
          <p:nvPr>
            <p:ph idx="1"/>
          </p:nvPr>
        </p:nvSpPr>
        <p:spPr>
          <a:xfrm>
            <a:off x="622300" y="1123950"/>
            <a:ext cx="10954459" cy="5621234"/>
          </a:xfrm>
        </p:spPr>
        <p:txBody>
          <a:bodyPr>
            <a:normAutofit fontScale="77500" lnSpcReduction="20000"/>
          </a:bodyPr>
          <a:lstStyle/>
          <a:p>
            <a:pPr marL="0" indent="0">
              <a:buNone/>
            </a:pPr>
            <a:r>
              <a:rPr lang="en-US" altLang="zh-CN" b="1" dirty="0"/>
              <a:t>7.4.1  </a:t>
            </a:r>
            <a:r>
              <a:rPr lang="zh-CN" altLang="en-US" b="1" dirty="0"/>
              <a:t>防火墙概述</a:t>
            </a:r>
            <a:endParaRPr lang="zh-CN" altLang="en-US" b="1" dirty="0"/>
          </a:p>
          <a:p>
            <a:pPr marL="0" indent="457200">
              <a:buNone/>
            </a:pPr>
            <a:r>
              <a:rPr lang="zh-CN" altLang="en-US" dirty="0"/>
              <a:t>所谓“防火墙”是指一种将内部网和公众访问网（如</a:t>
            </a:r>
            <a:r>
              <a:rPr lang="en-US" altLang="zh-CN" dirty="0"/>
              <a:t>Internet</a:t>
            </a:r>
            <a:r>
              <a:rPr lang="zh-CN" altLang="en-US" dirty="0"/>
              <a:t>）分开的方法，它实际上是一种建立在现代通信网络技术和信息安全技术基础上的应用性安全技术，隔离技术。越来越多地应用于专用网络与公用网络的互联环境之中，尤其以接入</a:t>
            </a:r>
            <a:r>
              <a:rPr lang="en-US" altLang="zh-CN" dirty="0"/>
              <a:t>Internet</a:t>
            </a:r>
            <a:r>
              <a:rPr lang="zh-CN" altLang="en-US" dirty="0"/>
              <a:t>网络为最甚。</a:t>
            </a:r>
            <a:endParaRPr lang="zh-CN" altLang="en-US" dirty="0"/>
          </a:p>
          <a:p>
            <a:pPr marL="0" indent="457200">
              <a:buNone/>
            </a:pPr>
            <a:r>
              <a:rPr lang="zh-CN" altLang="en-US" dirty="0"/>
              <a:t>防火墙主要是借助硬件和软件的作用于内部和外部网络的环境间产生一种保护的屏障，从而实现对计算机不安全网络因素的阻断。只有在防火墙同意情况下，用户才能够进入计算机</a:t>
            </a:r>
            <a:r>
              <a:rPr lang="zh-CN" altLang="en-US" dirty="0" smtClean="0"/>
              <a:t>内，</a:t>
            </a:r>
            <a:r>
              <a:rPr lang="zh-CN" altLang="en-US" dirty="0"/>
              <a:t>如果不同意就会被阻挡于外，防火墙技术的警报功能十分强大，在外部的用户要进入到计算机内部时，防火墙就会迅速的发出相应的警报，并提醒用户的行为，并进行自我的判断来决定是否允许外部的用户进入到内部，只要是在网络环境内的用户，这种防火墙都能够进行有效的查询，同时把查到</a:t>
            </a:r>
            <a:r>
              <a:rPr lang="zh-CN" altLang="en-US" dirty="0" smtClean="0"/>
              <a:t>信息向用户</a:t>
            </a:r>
            <a:r>
              <a:rPr lang="zh-CN" altLang="en-US" dirty="0"/>
              <a:t>进行显示，然后用户需要按照自身需要对防火墙实施相应设置，对不允许的用户行为进行阻断。通过防火墙还能够对信息数据的流量实施有效查看，并且还能够对数据信息的上传和下载速度进行掌握，便于用户对计算机使用的情况具有良好的控制判断，计算机的内部情况也可以通过这种防火墙进行查看，还具有启动与关闭程序的功能，而计算机系统的内部中具有的日志功能，其实也是防火墙对计算机的内部系统实时安全情况与每日流量情况进行的总结和整理。</a:t>
            </a:r>
            <a:endParaRPr lang="zh-CN" altLang="en-US" dirty="0"/>
          </a:p>
        </p:txBody>
      </p:sp>
    </p:spTree>
  </p:cSld>
  <p:clrMapOvr>
    <a:masterClrMapping/>
  </p:clrMapOvr>
  <p:transition spd="slow">
    <p:pull/>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7.4  </a:t>
            </a:r>
            <a:r>
              <a:rPr lang="zh-CN" altLang="en-US" dirty="0">
                <a:effectLst/>
              </a:rPr>
              <a:t>防火墙系统</a:t>
            </a:r>
            <a:endParaRPr lang="zh-CN" altLang="en-US" dirty="0">
              <a:effectLst/>
            </a:endParaRPr>
          </a:p>
        </p:txBody>
      </p:sp>
      <p:sp>
        <p:nvSpPr>
          <p:cNvPr id="3" name="内容占位符 2"/>
          <p:cNvSpPr>
            <a:spLocks noGrp="1"/>
          </p:cNvSpPr>
          <p:nvPr>
            <p:ph idx="1"/>
          </p:nvPr>
        </p:nvSpPr>
        <p:spPr>
          <a:xfrm>
            <a:off x="622300" y="1123950"/>
            <a:ext cx="10954459" cy="5169972"/>
          </a:xfrm>
        </p:spPr>
        <p:txBody>
          <a:bodyPr>
            <a:normAutofit/>
          </a:bodyPr>
          <a:lstStyle/>
          <a:p>
            <a:pPr marL="0" indent="457200">
              <a:buNone/>
            </a:pPr>
            <a:r>
              <a:rPr lang="zh-CN" altLang="en-US" dirty="0"/>
              <a:t>防火墙是在两个网络通讯时执行的一种访问控制尺度，能最大限度阻止网络中的黑客访问你的网络。是指设置在不同网络（如可信任的企业内部网和不可信的公共网）或网络安全域之间的一系列部件的组合。它是不同网络或网络安全域之间信息的唯一出入口，能根据企业的安全政策控制（允许、拒绝、监测）出入网络的信息流，且本身具有较强的抗攻击能力。它是提供信息安全服务，实现网络和信息安全的基础设施。在逻辑上，防火墙是一个分离器，一个限制器，也是一个分析器，有效地监控了内部网和</a:t>
            </a:r>
            <a:r>
              <a:rPr lang="en-US" altLang="zh-CN" dirty="0"/>
              <a:t>Internet</a:t>
            </a:r>
            <a:r>
              <a:rPr lang="zh-CN" altLang="en-US" dirty="0"/>
              <a:t>之间的任何活动，保证了内部网络的安全。</a:t>
            </a:r>
            <a:endParaRPr lang="zh-CN" altLang="en-US" dirty="0"/>
          </a:p>
        </p:txBody>
      </p:sp>
    </p:spTree>
  </p:cSld>
  <p:clrMapOvr>
    <a:masterClrMapping/>
  </p:clrMapOvr>
  <p:transition spd="slow">
    <p:pull/>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7.4  </a:t>
            </a:r>
            <a:r>
              <a:rPr lang="zh-CN" altLang="en-US" dirty="0">
                <a:effectLst/>
              </a:rPr>
              <a:t>防火墙系统</a:t>
            </a:r>
            <a:endParaRPr lang="zh-CN" altLang="en-US" dirty="0">
              <a:effectLst/>
            </a:endParaRPr>
          </a:p>
        </p:txBody>
      </p:sp>
      <p:sp>
        <p:nvSpPr>
          <p:cNvPr id="3" name="内容占位符 2"/>
          <p:cNvSpPr>
            <a:spLocks noGrp="1"/>
          </p:cNvSpPr>
          <p:nvPr>
            <p:ph idx="1"/>
          </p:nvPr>
        </p:nvSpPr>
        <p:spPr>
          <a:xfrm>
            <a:off x="622300" y="1123950"/>
            <a:ext cx="10954459" cy="5621234"/>
          </a:xfrm>
        </p:spPr>
        <p:txBody>
          <a:bodyPr>
            <a:normAutofit fontScale="62500" lnSpcReduction="20000"/>
          </a:bodyPr>
          <a:lstStyle/>
          <a:p>
            <a:pPr marL="0" indent="0">
              <a:buNone/>
            </a:pPr>
            <a:r>
              <a:rPr lang="en-US" altLang="zh-CN" b="1" dirty="0">
                <a:latin typeface="微软雅黑" panose="020B0503020204020204" pitchFamily="34" charset="-122"/>
                <a:ea typeface="微软雅黑" panose="020B0503020204020204" pitchFamily="34" charset="-122"/>
              </a:rPr>
              <a:t>7.4.2  </a:t>
            </a:r>
            <a:r>
              <a:rPr lang="zh-CN" altLang="en-US" b="1" dirty="0">
                <a:latin typeface="微软雅黑" panose="020B0503020204020204" pitchFamily="34" charset="-122"/>
                <a:ea typeface="微软雅黑" panose="020B0503020204020204" pitchFamily="34" charset="-122"/>
              </a:rPr>
              <a:t>防火墙的功能</a:t>
            </a:r>
            <a:endParaRPr lang="zh-CN" altLang="en-US" b="1" dirty="0">
              <a:latin typeface="微软雅黑" panose="020B0503020204020204" pitchFamily="34" charset="-122"/>
              <a:ea typeface="微软雅黑" panose="020B0503020204020204" pitchFamily="34" charset="-122"/>
            </a:endParaRPr>
          </a:p>
          <a:p>
            <a:pPr marL="0" indent="457200">
              <a:buNone/>
            </a:pPr>
            <a:r>
              <a:rPr lang="en-US" altLang="zh-CN" b="1" dirty="0"/>
              <a:t>1.</a:t>
            </a:r>
            <a:r>
              <a:rPr lang="zh-CN" altLang="en-US" b="1" dirty="0"/>
              <a:t>入侵检测</a:t>
            </a:r>
            <a:endParaRPr lang="zh-CN" altLang="en-US" dirty="0"/>
          </a:p>
          <a:p>
            <a:pPr marL="0" indent="457200">
              <a:buNone/>
            </a:pPr>
            <a:r>
              <a:rPr lang="zh-CN" altLang="en-US" dirty="0"/>
              <a:t>网络防火墙技术的主要功能之一就是入侵检测功能，主要有反端口扫描、检测拒绝服务工具、检测</a:t>
            </a:r>
            <a:r>
              <a:rPr lang="en-US" altLang="zh-CN" dirty="0"/>
              <a:t>CGI/IIS</a:t>
            </a:r>
            <a:r>
              <a:rPr lang="zh-CN" altLang="en-US" dirty="0"/>
              <a:t>服务器入侵、检测木马或者网络蠕虫攻击、检测缓冲区溢出攻击等功能，可以极大程度上减少网络威胁因素的入侵，有效阻挡大多数网络安全攻击。</a:t>
            </a:r>
            <a:endParaRPr lang="zh-CN" altLang="en-US" dirty="0"/>
          </a:p>
          <a:p>
            <a:pPr marL="0" indent="457200">
              <a:buNone/>
            </a:pPr>
            <a:r>
              <a:rPr lang="en-US" altLang="zh-CN" b="1" dirty="0"/>
              <a:t>2.</a:t>
            </a:r>
            <a:r>
              <a:rPr lang="zh-CN" altLang="en-US" b="1" dirty="0"/>
              <a:t>网络地址转换</a:t>
            </a:r>
            <a:endParaRPr lang="zh-CN" altLang="en-US" dirty="0"/>
          </a:p>
          <a:p>
            <a:pPr marL="0" indent="457200">
              <a:buNone/>
            </a:pPr>
            <a:r>
              <a:rPr lang="zh-CN" altLang="en-US" dirty="0"/>
              <a:t>利用防火墙技术可以有效实现内部网络或者外部网络的</a:t>
            </a:r>
            <a:r>
              <a:rPr lang="en-US" altLang="zh-CN" dirty="0"/>
              <a:t>IP</a:t>
            </a:r>
            <a:r>
              <a:rPr lang="zh-CN" altLang="en-US" dirty="0"/>
              <a:t>地址转换，可以分为源地址转换和目的地址转换，即</a:t>
            </a:r>
            <a:r>
              <a:rPr lang="en-US" altLang="zh-CN" dirty="0"/>
              <a:t>SNAT</a:t>
            </a:r>
            <a:r>
              <a:rPr lang="zh-CN" altLang="en-US" dirty="0"/>
              <a:t>和</a:t>
            </a:r>
            <a:r>
              <a:rPr lang="en-US" altLang="zh-CN" dirty="0"/>
              <a:t>NAT</a:t>
            </a:r>
            <a:r>
              <a:rPr lang="zh-CN" altLang="en-US" dirty="0"/>
              <a:t>。</a:t>
            </a:r>
            <a:r>
              <a:rPr lang="en-US" altLang="zh-CN" dirty="0"/>
              <a:t>SNAT</a:t>
            </a:r>
            <a:r>
              <a:rPr lang="zh-CN" altLang="en-US" dirty="0"/>
              <a:t>主要用于隐藏内部网络结构，避免受到来自外部网络的非法访问和恶意攻击，有效缓解地址空间的短缺问题，而</a:t>
            </a:r>
            <a:r>
              <a:rPr lang="en-US" altLang="zh-CN" dirty="0"/>
              <a:t>DNAT</a:t>
            </a:r>
            <a:r>
              <a:rPr lang="zh-CN" altLang="en-US" dirty="0"/>
              <a:t>主要用于外网主机访问内网主机，以此避免内部网络被攻击。</a:t>
            </a:r>
            <a:endParaRPr lang="zh-CN" altLang="en-US" dirty="0"/>
          </a:p>
          <a:p>
            <a:pPr marL="0" indent="457200">
              <a:buNone/>
            </a:pPr>
            <a:r>
              <a:rPr lang="en-US" altLang="zh-CN" b="1" dirty="0"/>
              <a:t>3.</a:t>
            </a:r>
            <a:r>
              <a:rPr lang="zh-CN" altLang="en-US" b="1" dirty="0"/>
              <a:t>网络操作的审计监控</a:t>
            </a:r>
            <a:endParaRPr lang="zh-CN" altLang="en-US" dirty="0"/>
          </a:p>
          <a:p>
            <a:pPr marL="0" indent="457200">
              <a:buNone/>
            </a:pPr>
            <a:r>
              <a:rPr lang="zh-CN" altLang="en-US" dirty="0"/>
              <a:t>通过此功能可以有效对系统管理的所有操作以及安全信息进行记录，提供有关网络使用情况的统计数据，方便计算机网络管理以进行信息追踪。</a:t>
            </a:r>
            <a:endParaRPr lang="zh-CN" altLang="en-US" dirty="0"/>
          </a:p>
          <a:p>
            <a:pPr marL="0" indent="457200">
              <a:buNone/>
            </a:pPr>
            <a:r>
              <a:rPr lang="en-US" altLang="zh-CN" b="1" dirty="0"/>
              <a:t>4.</a:t>
            </a:r>
            <a:r>
              <a:rPr lang="zh-CN" altLang="en-US" b="1" dirty="0"/>
              <a:t>强化网络安全</a:t>
            </a:r>
            <a:endParaRPr lang="zh-CN" altLang="en-US" dirty="0"/>
          </a:p>
          <a:p>
            <a:pPr marL="0" indent="457200">
              <a:buNone/>
            </a:pPr>
            <a:r>
              <a:rPr lang="zh-CN" altLang="en-US" dirty="0"/>
              <a:t>防火墙技术管理可以实现集中化的安全管理，将安全系统装配在防火墙上，在信息访问的途径中就可以实现对网络信息安全的监管。</a:t>
            </a:r>
            <a:endParaRPr lang="zh-CN" altLang="en-US" dirty="0"/>
          </a:p>
        </p:txBody>
      </p:sp>
    </p:spTree>
  </p:cSld>
  <p:clrMapOvr>
    <a:masterClrMapping/>
  </p:clrMapOvr>
  <p:transition spd="slow">
    <p:pull/>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7.4  </a:t>
            </a:r>
            <a:r>
              <a:rPr lang="zh-CN" altLang="en-US" dirty="0">
                <a:effectLst/>
              </a:rPr>
              <a:t>防火墙系统</a:t>
            </a:r>
            <a:endParaRPr lang="zh-CN" altLang="en-US" dirty="0">
              <a:effectLst/>
            </a:endParaRPr>
          </a:p>
        </p:txBody>
      </p:sp>
      <p:sp>
        <p:nvSpPr>
          <p:cNvPr id="3" name="内容占位符 2"/>
          <p:cNvSpPr>
            <a:spLocks noGrp="1"/>
          </p:cNvSpPr>
          <p:nvPr>
            <p:ph idx="1"/>
          </p:nvPr>
        </p:nvSpPr>
        <p:spPr>
          <a:xfrm>
            <a:off x="622300" y="1123950"/>
            <a:ext cx="10954459" cy="5621234"/>
          </a:xfrm>
        </p:spPr>
        <p:txBody>
          <a:bodyPr>
            <a:normAutofit fontScale="70000" lnSpcReduction="20000"/>
          </a:bodyPr>
          <a:lstStyle/>
          <a:p>
            <a:pPr marL="0" indent="0">
              <a:buNone/>
            </a:pPr>
            <a:r>
              <a:rPr lang="en-US" altLang="zh-CN" b="1" dirty="0">
                <a:latin typeface="微软雅黑" panose="020B0503020204020204" pitchFamily="34" charset="-122"/>
                <a:ea typeface="微软雅黑" panose="020B0503020204020204" pitchFamily="34" charset="-122"/>
              </a:rPr>
              <a:t>7.4.3  </a:t>
            </a:r>
            <a:r>
              <a:rPr lang="zh-CN" altLang="en-US" b="1" dirty="0">
                <a:latin typeface="微软雅黑" panose="020B0503020204020204" pitchFamily="34" charset="-122"/>
                <a:ea typeface="微软雅黑" panose="020B0503020204020204" pitchFamily="34" charset="-122"/>
              </a:rPr>
              <a:t>防火墙的主要类型</a:t>
            </a:r>
            <a:endParaRPr lang="zh-CN" altLang="en-US" b="1" dirty="0">
              <a:latin typeface="微软雅黑" panose="020B0503020204020204" pitchFamily="34" charset="-122"/>
              <a:ea typeface="微软雅黑" panose="020B0503020204020204" pitchFamily="34" charset="-122"/>
            </a:endParaRPr>
          </a:p>
          <a:p>
            <a:pPr marL="0" indent="457200">
              <a:buNone/>
            </a:pPr>
            <a:r>
              <a:rPr lang="en-US" altLang="zh-CN" b="1" dirty="0" smtClean="0"/>
              <a:t>1</a:t>
            </a:r>
            <a:r>
              <a:rPr lang="en-US" altLang="zh-CN" b="1" dirty="0"/>
              <a:t>.</a:t>
            </a:r>
            <a:r>
              <a:rPr lang="zh-CN" altLang="en-US" b="1" dirty="0"/>
              <a:t>过滤型防火墙</a:t>
            </a:r>
            <a:endParaRPr lang="zh-CN" altLang="en-US" dirty="0"/>
          </a:p>
          <a:p>
            <a:pPr marL="0" indent="457200">
              <a:buNone/>
            </a:pPr>
            <a:r>
              <a:rPr lang="zh-CN" altLang="en-US" dirty="0"/>
              <a:t>过滤型防火墙是在网络层与传输层中，可以基于数据源头的地址以及协议类型等标志特征进行分析，确定是否可以通过。在符合防火墙规定标准之下，满足安全性能以及类型才可以进行信息的传递，而一些不安全的因素则会被防火墙过滤、阻挡。</a:t>
            </a:r>
            <a:endParaRPr lang="zh-CN" altLang="en-US" dirty="0"/>
          </a:p>
          <a:p>
            <a:pPr marL="0" indent="457200">
              <a:buNone/>
            </a:pPr>
            <a:r>
              <a:rPr lang="en-US" altLang="zh-CN" b="1" dirty="0"/>
              <a:t>2.</a:t>
            </a:r>
            <a:r>
              <a:rPr lang="zh-CN" altLang="en-US" b="1" dirty="0"/>
              <a:t>应用代理类型防火墙</a:t>
            </a:r>
            <a:endParaRPr lang="zh-CN" altLang="en-US" dirty="0"/>
          </a:p>
          <a:p>
            <a:pPr marL="0" indent="457200">
              <a:buNone/>
            </a:pPr>
            <a:r>
              <a:rPr lang="zh-CN" altLang="en-US" dirty="0"/>
              <a:t>应用代理防火墙主要的工作范围就是在</a:t>
            </a:r>
            <a:r>
              <a:rPr lang="en-US" altLang="zh-CN" dirty="0"/>
              <a:t>OIS</a:t>
            </a:r>
            <a:r>
              <a:rPr lang="zh-CN" altLang="en-US" dirty="0"/>
              <a:t>的最高层，位于应用层之上。其主要的特征是可以完全隔离网络通信流，通过特定的代理程序就可以实现对应用层的监督与控制。这两种防火墙是应用较为普遍的防火墙，其他一些防火墙应用效果也较为显著，在实际应用中要综合具体的需求以及状况合理的选择防火墙的类型，这样才可以有效地避免防火墙的外部侵扰等问题的出现。</a:t>
            </a:r>
            <a:endParaRPr lang="zh-CN" altLang="en-US" dirty="0"/>
          </a:p>
          <a:p>
            <a:pPr marL="0" indent="457200">
              <a:buNone/>
            </a:pPr>
            <a:r>
              <a:rPr lang="en-US" altLang="zh-CN" b="1" dirty="0"/>
              <a:t>3.</a:t>
            </a:r>
            <a:r>
              <a:rPr lang="zh-CN" altLang="en-US" b="1" dirty="0"/>
              <a:t>复合型</a:t>
            </a:r>
            <a:endParaRPr lang="zh-CN" altLang="en-US" dirty="0"/>
          </a:p>
          <a:p>
            <a:pPr marL="0" indent="457200">
              <a:buNone/>
            </a:pPr>
            <a:r>
              <a:rPr lang="zh-CN" altLang="en-US" dirty="0"/>
              <a:t>目前应用较为广泛的防火墙技术当属复合型防火墙技术，综合了包过滤防火墙技术以及应用代理防火墙技术的优点，譬如发过来的安全策略是包过滤策略，那么可以针对报文的报头部分进行访问控制；如果安全策略是代理策略，就可以针对报文的内容数据进行访问控制，因此复合型防火墙技术综合了其组成部分的优点，同时摒弃了两种防火墙的原有缺点，大大提高了防火墙技术在应用实践中的灵活性和安全性。</a:t>
            </a:r>
            <a:endParaRPr lang="zh-CN" altLang="en-US" dirty="0"/>
          </a:p>
        </p:txBody>
      </p:sp>
    </p:spTree>
  </p:cSld>
  <p:clrMapOvr>
    <a:masterClrMapping/>
  </p:clrMapOvr>
  <p:transition spd="slow">
    <p:pull/>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7.4  </a:t>
            </a:r>
            <a:r>
              <a:rPr lang="zh-CN" altLang="en-US" dirty="0">
                <a:effectLst/>
              </a:rPr>
              <a:t>防火墙系统</a:t>
            </a:r>
            <a:endParaRPr lang="zh-CN" altLang="en-US" dirty="0">
              <a:effectLst/>
            </a:endParaRPr>
          </a:p>
        </p:txBody>
      </p:sp>
      <p:sp>
        <p:nvSpPr>
          <p:cNvPr id="3" name="内容占位符 2"/>
          <p:cNvSpPr>
            <a:spLocks noGrp="1"/>
          </p:cNvSpPr>
          <p:nvPr>
            <p:ph idx="1"/>
          </p:nvPr>
        </p:nvSpPr>
        <p:spPr>
          <a:xfrm>
            <a:off x="622300" y="1123950"/>
            <a:ext cx="10954459" cy="5621234"/>
          </a:xfrm>
        </p:spPr>
        <p:txBody>
          <a:bodyPr>
            <a:normAutofit fontScale="62500" lnSpcReduction="20000"/>
          </a:bodyPr>
          <a:lstStyle/>
          <a:p>
            <a:pPr marL="0" indent="0">
              <a:buNone/>
            </a:pPr>
            <a:r>
              <a:rPr lang="en-US" altLang="zh-CN" b="1" dirty="0">
                <a:latin typeface="微软雅黑" panose="020B0503020204020204" pitchFamily="34" charset="-122"/>
                <a:ea typeface="微软雅黑" panose="020B0503020204020204" pitchFamily="34" charset="-122"/>
              </a:rPr>
              <a:t>7.4.4  </a:t>
            </a:r>
            <a:r>
              <a:rPr lang="zh-CN" altLang="en-US" b="1" dirty="0">
                <a:latin typeface="微软雅黑" panose="020B0503020204020204" pitchFamily="34" charset="-122"/>
                <a:ea typeface="微软雅黑" panose="020B0503020204020204" pitchFamily="34" charset="-122"/>
              </a:rPr>
              <a:t>防火墙的关键技术</a:t>
            </a:r>
            <a:endParaRPr lang="zh-CN" altLang="en-US" b="1" dirty="0">
              <a:latin typeface="微软雅黑" panose="020B0503020204020204" pitchFamily="34" charset="-122"/>
              <a:ea typeface="微软雅黑" panose="020B0503020204020204" pitchFamily="34" charset="-122"/>
            </a:endParaRPr>
          </a:p>
          <a:p>
            <a:pPr marL="0" indent="457200">
              <a:buNone/>
            </a:pPr>
            <a:r>
              <a:rPr lang="en-US" altLang="zh-CN" b="1" dirty="0"/>
              <a:t>1.</a:t>
            </a:r>
            <a:r>
              <a:rPr lang="zh-CN" altLang="en-US" b="1" dirty="0"/>
              <a:t>包过滤技术</a:t>
            </a:r>
            <a:endParaRPr lang="zh-CN" altLang="en-US" dirty="0"/>
          </a:p>
          <a:p>
            <a:pPr marL="0" indent="457200">
              <a:buNone/>
            </a:pPr>
            <a:r>
              <a:rPr lang="zh-CN" altLang="en-US" dirty="0"/>
              <a:t>防火墙的包过滤技术一般只应用于</a:t>
            </a:r>
            <a:r>
              <a:rPr lang="en-US" altLang="zh-CN" dirty="0"/>
              <a:t>OSI7</a:t>
            </a:r>
            <a:r>
              <a:rPr lang="zh-CN" altLang="en-US" dirty="0"/>
              <a:t>层的模型网络层的数据中，其能够完成对防火墙的状态检测，从而预先可以把逻辑策略进行确定。逻辑策略主要针对地址、端口与源地址，通过防火墙所有的数据都需要进行分析，如果数据包内具有的信息和策略要求是不相符的，则其数据包就能够顺利通过，如果是完全相符的，则其数据包就被迅速拦截。计算机数据包传输的过程中，一般都会分解成为很多由目和地质等组成的一种小型数据包，当它们通过防火墙的时候，尽管其能够通过很多传输路径进行传输，而最终都会汇合于同一地方，在这个目地点位置，所有的数据包都需要进行防火墙的检测，在检测合格后，才会允许通过，如果传输的过程中，出现数据包的丢失以及地址的变化等情况，则就会被抛弃。</a:t>
            </a:r>
            <a:endParaRPr lang="zh-CN" altLang="en-US" dirty="0"/>
          </a:p>
          <a:p>
            <a:pPr marL="0" indent="457200">
              <a:buNone/>
            </a:pPr>
            <a:r>
              <a:rPr lang="en-US" altLang="zh-CN" b="1" dirty="0"/>
              <a:t>2.</a:t>
            </a:r>
            <a:r>
              <a:rPr lang="zh-CN" altLang="en-US" b="1" dirty="0"/>
              <a:t>加密技术</a:t>
            </a:r>
            <a:endParaRPr lang="zh-CN" altLang="en-US" dirty="0"/>
          </a:p>
          <a:p>
            <a:pPr marL="0" indent="457200">
              <a:buNone/>
            </a:pPr>
            <a:r>
              <a:rPr lang="zh-CN" altLang="en-US" dirty="0"/>
              <a:t>计算机信息传输的过程中，借助防火墙还能够有效的实现信息的加密，通过这种加密技术，相关人员就能够对传输的信息进行有效的加密，其中信息密码是信息交流的双方进行掌握，对信息进行接受的人员需要对加密的信息实施解密处理后，才能获取所传输的信息数据，在防火墙加密技术应用中，要时刻注意信息加密处理安全性的保障。在防火墙技术应用中，想要实现信息的安全传输，还需要做好用户身份的验证，在进行加密处理后，信息的传输需要对用户授权，然后对信息接收方以及发送方要进行身份的验证，从而建立信息安全传递的通道，保证计算机的网络信息在传递中具有良好的安全性，非法分子不拥有正确的身份验证条件，因此，其就不能对计算机的网络信息实施入侵。</a:t>
            </a:r>
            <a:endParaRPr lang="zh-CN" altLang="en-US" dirty="0"/>
          </a:p>
        </p:txBody>
      </p:sp>
    </p:spTree>
  </p:cSld>
  <p:clrMapOvr>
    <a:masterClrMapping/>
  </p:clrMapOvr>
  <p:transition spd="slow">
    <p:pull/>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7.4  </a:t>
            </a:r>
            <a:r>
              <a:rPr lang="zh-CN" altLang="en-US" dirty="0">
                <a:effectLst/>
              </a:rPr>
              <a:t>防火墙系统</a:t>
            </a:r>
            <a:endParaRPr lang="zh-CN" altLang="en-US" dirty="0">
              <a:effectLst/>
            </a:endParaRPr>
          </a:p>
        </p:txBody>
      </p:sp>
      <p:sp>
        <p:nvSpPr>
          <p:cNvPr id="3" name="内容占位符 2"/>
          <p:cNvSpPr>
            <a:spLocks noGrp="1"/>
          </p:cNvSpPr>
          <p:nvPr>
            <p:ph idx="1"/>
          </p:nvPr>
        </p:nvSpPr>
        <p:spPr>
          <a:xfrm>
            <a:off x="622300" y="1123950"/>
            <a:ext cx="10954459" cy="5621234"/>
          </a:xfrm>
        </p:spPr>
        <p:txBody>
          <a:bodyPr>
            <a:normAutofit fontScale="70000" lnSpcReduction="20000"/>
          </a:bodyPr>
          <a:lstStyle/>
          <a:p>
            <a:pPr marL="0" indent="457200">
              <a:buNone/>
            </a:pPr>
            <a:r>
              <a:rPr lang="en-US" altLang="zh-CN" b="1" dirty="0" smtClean="0"/>
              <a:t>3</a:t>
            </a:r>
            <a:r>
              <a:rPr lang="en-US" altLang="zh-CN" b="1" dirty="0"/>
              <a:t>.</a:t>
            </a:r>
            <a:r>
              <a:rPr lang="zh-CN" altLang="en-US" b="1" dirty="0"/>
              <a:t>防病毒技术</a:t>
            </a:r>
            <a:endParaRPr lang="zh-CN" altLang="en-US" dirty="0"/>
          </a:p>
          <a:p>
            <a:pPr marL="0" indent="457200">
              <a:buNone/>
            </a:pPr>
            <a:r>
              <a:rPr lang="zh-CN" altLang="en-US" dirty="0"/>
              <a:t>防火墙具有着防病毒的功能，在防病毒技术的应用中，其主要包括病毒的预防、清除和检测等方面。防火墙的防病毒预防功能来说，在网络的建设过程中，通过安装相应的防火墙来对计算机和互联网间的信息数据进行严格的控制，从而形成一种安全的屏障来对计算机外网以及内网数据实施保护。计算机网络要想进行连接，一般都是通过互联网和路由器连接实现的，则对网络保护就需要从主干网的部分开始，在主干网的中心资源实施控制，防止服务器出现非法的访问，为了杜绝外来非法的入侵对信息进行盗用，在计算机连接的端口所接入的数据，还要进行以太网和</a:t>
            </a:r>
            <a:r>
              <a:rPr lang="en-US" altLang="zh-CN" dirty="0"/>
              <a:t>IP</a:t>
            </a:r>
            <a:r>
              <a:rPr lang="zh-CN" altLang="en-US" dirty="0"/>
              <a:t>地址的严格检查，被盗用</a:t>
            </a:r>
            <a:r>
              <a:rPr lang="en-US" altLang="zh-CN" dirty="0"/>
              <a:t>IP</a:t>
            </a:r>
            <a:r>
              <a:rPr lang="zh-CN" altLang="en-US" dirty="0"/>
              <a:t>地址会被丢弃，同时还会对重要信息资源进行全面记录，保障其计算机的信息网络具有良好安全性。</a:t>
            </a:r>
            <a:endParaRPr lang="zh-CN" altLang="en-US" dirty="0"/>
          </a:p>
          <a:p>
            <a:pPr marL="0" indent="457200">
              <a:buNone/>
            </a:pPr>
            <a:r>
              <a:rPr lang="en-US" altLang="zh-CN" b="1" dirty="0"/>
              <a:t>4.</a:t>
            </a:r>
            <a:r>
              <a:rPr lang="zh-CN" altLang="en-US" b="1" dirty="0"/>
              <a:t>代理服务器</a:t>
            </a:r>
            <a:endParaRPr lang="zh-CN" altLang="en-US" dirty="0"/>
          </a:p>
          <a:p>
            <a:pPr marL="0" indent="457200">
              <a:buNone/>
            </a:pPr>
            <a:r>
              <a:rPr lang="zh-CN" altLang="en-US" dirty="0"/>
              <a:t>代理服务器是防火墙技术引用比较广泛的功能，根据其计算机的网络运行方法可以通过防火墙技术设置相应的代理服务器，从而借助代理服务器来进行信息的交互。在信息数据从内网向外网发送时，其信息数据就会携带着正确</a:t>
            </a:r>
            <a:r>
              <a:rPr lang="en-US" altLang="zh-CN" dirty="0"/>
              <a:t>IP</a:t>
            </a:r>
            <a:r>
              <a:rPr lang="zh-CN" altLang="en-US" dirty="0"/>
              <a:t>，非法攻击者能够分局信息数据</a:t>
            </a:r>
            <a:r>
              <a:rPr lang="en-US" altLang="zh-CN" dirty="0"/>
              <a:t>IP</a:t>
            </a:r>
            <a:r>
              <a:rPr lang="zh-CN" altLang="en-US" dirty="0"/>
              <a:t>作为追踪的对象，来让病毒进入到内网中，如果使用代理服务器，则就能够实现信息数据</a:t>
            </a:r>
            <a:r>
              <a:rPr lang="en-US" altLang="zh-CN" dirty="0"/>
              <a:t>IP</a:t>
            </a:r>
            <a:r>
              <a:rPr lang="zh-CN" altLang="en-US" dirty="0"/>
              <a:t>的虚拟化，非法攻击者在进行虚拟</a:t>
            </a:r>
            <a:r>
              <a:rPr lang="en-US" altLang="zh-CN" dirty="0"/>
              <a:t>IP</a:t>
            </a:r>
            <a:r>
              <a:rPr lang="zh-CN" altLang="en-US" dirty="0"/>
              <a:t>的跟踪中，就不能够获取真实的解析信息，从而代理服务器实现对计算机网络的安全防护。另外，代理服务器还能够进行信息数据的中转，对计算机内网以及外网信息的交互进行控制，对计算机的网络安全起到保护。</a:t>
            </a:r>
            <a:endParaRPr lang="zh-CN" altLang="en-US" dirty="0"/>
          </a:p>
        </p:txBody>
      </p:sp>
    </p:spTree>
  </p:cSld>
  <p:clrMapOvr>
    <a:masterClrMapping/>
  </p:clrMapOvr>
  <p:transition spd="slow">
    <p:pull/>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effectLst/>
              </a:rPr>
              <a:t>7.4  </a:t>
            </a:r>
            <a:r>
              <a:rPr lang="zh-CN" altLang="en-US" dirty="0" smtClean="0">
                <a:effectLst/>
              </a:rPr>
              <a:t>防火墙系统</a:t>
            </a:r>
            <a:endParaRPr lang="zh-CN" altLang="en-US" dirty="0">
              <a:effectLst/>
            </a:endParaRPr>
          </a:p>
        </p:txBody>
      </p:sp>
      <p:sp>
        <p:nvSpPr>
          <p:cNvPr id="3" name="内容占位符 2"/>
          <p:cNvSpPr>
            <a:spLocks noGrp="1"/>
          </p:cNvSpPr>
          <p:nvPr>
            <p:ph idx="1"/>
          </p:nvPr>
        </p:nvSpPr>
        <p:spPr>
          <a:xfrm>
            <a:off x="622300" y="1123950"/>
            <a:ext cx="10954459" cy="5621234"/>
          </a:xfrm>
        </p:spPr>
        <p:txBody>
          <a:bodyPr>
            <a:normAutofit fontScale="92500" lnSpcReduction="10000"/>
          </a:bodyPr>
          <a:lstStyle/>
          <a:p>
            <a:pPr marL="0" indent="0">
              <a:buNone/>
            </a:pPr>
            <a:r>
              <a:rPr lang="en-US" altLang="zh-CN" b="1" dirty="0" smtClean="0">
                <a:latin typeface="微软雅黑" panose="020B0503020204020204" pitchFamily="34" charset="-122"/>
                <a:ea typeface="微软雅黑" panose="020B0503020204020204" pitchFamily="34" charset="-122"/>
              </a:rPr>
              <a:t>7.4.5  </a:t>
            </a:r>
            <a:r>
              <a:rPr lang="zh-CN" altLang="en-US" b="1" dirty="0">
                <a:latin typeface="微软雅黑" panose="020B0503020204020204" pitchFamily="34" charset="-122"/>
                <a:ea typeface="微软雅黑" panose="020B0503020204020204" pitchFamily="34" charset="-122"/>
              </a:rPr>
              <a:t>防火墙的部署方式</a:t>
            </a:r>
            <a:endParaRPr lang="zh-CN" altLang="en-US" b="1" dirty="0">
              <a:latin typeface="微软雅黑" panose="020B0503020204020204" pitchFamily="34" charset="-122"/>
              <a:ea typeface="微软雅黑" panose="020B0503020204020204" pitchFamily="34" charset="-122"/>
            </a:endParaRPr>
          </a:p>
          <a:p>
            <a:pPr marL="0" indent="457200">
              <a:buNone/>
            </a:pPr>
            <a:r>
              <a:rPr lang="en-US" altLang="zh-CN" b="1" dirty="0"/>
              <a:t>1.</a:t>
            </a:r>
            <a:r>
              <a:rPr lang="zh-CN" altLang="en-US" b="1" dirty="0"/>
              <a:t>桥模式</a:t>
            </a:r>
            <a:endParaRPr lang="zh-CN" altLang="en-US" dirty="0"/>
          </a:p>
          <a:p>
            <a:pPr marL="0" indent="457200">
              <a:buNone/>
            </a:pPr>
            <a:r>
              <a:rPr lang="zh-CN" altLang="en-US" dirty="0"/>
              <a:t>桥模式也可叫作透明模式。最简单的网络由客户端和服务器组成，客户端和服务器处于同一网段。为了安全方面的考虑，在客户端和服务器之间增加了防火墙设备，对经过的流量进行安全控制。正常的客户端请求通过防火墙送达服务器，服务器将响应返回给客户端，用户不会感觉到中间设备的存在。工作在桥模式下的防火墙没有</a:t>
            </a:r>
            <a:r>
              <a:rPr lang="en-US" altLang="zh-CN" dirty="0"/>
              <a:t>IP</a:t>
            </a:r>
            <a:r>
              <a:rPr lang="zh-CN" altLang="en-US" dirty="0"/>
              <a:t>地址，当对网络进行扩容时无需对网络地址进行重新规划，但牺牲了路由、</a:t>
            </a:r>
            <a:r>
              <a:rPr lang="en-US" altLang="zh-CN" dirty="0"/>
              <a:t>VPN</a:t>
            </a:r>
            <a:r>
              <a:rPr lang="zh-CN" altLang="en-US" dirty="0"/>
              <a:t>等功能。</a:t>
            </a:r>
            <a:endParaRPr lang="zh-CN" altLang="en-US" dirty="0"/>
          </a:p>
          <a:p>
            <a:pPr marL="0" indent="457200">
              <a:buNone/>
            </a:pPr>
            <a:r>
              <a:rPr lang="en-US" altLang="zh-CN" b="1" dirty="0"/>
              <a:t>2.</a:t>
            </a:r>
            <a:r>
              <a:rPr lang="zh-CN" altLang="en-US" b="1" dirty="0"/>
              <a:t>网关模式</a:t>
            </a:r>
            <a:endParaRPr lang="zh-CN" altLang="en-US" dirty="0"/>
          </a:p>
          <a:p>
            <a:pPr marL="0" indent="457200">
              <a:buNone/>
            </a:pPr>
            <a:r>
              <a:rPr lang="zh-CN" altLang="en-US" dirty="0"/>
              <a:t>网关模式适用于内外网不在同一网段的情况，防火墙设置网关地址实现路由器的功能，为不同网段进行路由转发。网关模式相比桥模式具备更高的安全性，在进行访问控制的同时实现了安全隔离，具备了一定的私密性</a:t>
            </a:r>
            <a:r>
              <a:rPr lang="zh-CN" altLang="en-US" dirty="0" smtClean="0"/>
              <a:t>。</a:t>
            </a:r>
            <a:endParaRPr lang="zh-CN" altLang="en-US" dirty="0"/>
          </a:p>
        </p:txBody>
      </p:sp>
    </p:spTree>
  </p:cSld>
  <p:clrMapOvr>
    <a:masterClrMapping/>
  </p:clrMapOvr>
  <p:transition spd="slow">
    <p:pull/>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smtClean="0">
                <a:effectLst/>
              </a:rPr>
              <a:t>7.4  </a:t>
            </a:r>
            <a:r>
              <a:rPr lang="zh-CN" altLang="en-US" dirty="0" smtClean="0">
                <a:effectLst/>
              </a:rPr>
              <a:t>防火墙系统</a:t>
            </a:r>
            <a:endParaRPr lang="zh-CN" altLang="en-US" dirty="0">
              <a:effectLst/>
            </a:endParaRPr>
          </a:p>
        </p:txBody>
      </p:sp>
      <p:sp>
        <p:nvSpPr>
          <p:cNvPr id="3" name="内容占位符 2"/>
          <p:cNvSpPr>
            <a:spLocks noGrp="1"/>
          </p:cNvSpPr>
          <p:nvPr>
            <p:ph idx="1"/>
          </p:nvPr>
        </p:nvSpPr>
        <p:spPr>
          <a:xfrm>
            <a:off x="622300" y="1123950"/>
            <a:ext cx="10954459" cy="5621234"/>
          </a:xfrm>
        </p:spPr>
        <p:txBody>
          <a:bodyPr>
            <a:normAutofit fontScale="70000" lnSpcReduction="20000"/>
          </a:bodyPr>
          <a:lstStyle/>
          <a:p>
            <a:pPr marL="0" indent="457200">
              <a:buNone/>
            </a:pPr>
            <a:r>
              <a:rPr lang="en-US" altLang="zh-CN" b="1" dirty="0" smtClean="0"/>
              <a:t>3.NAT</a:t>
            </a:r>
            <a:r>
              <a:rPr lang="zh-CN" altLang="en-US" b="1" dirty="0"/>
              <a:t>模式</a:t>
            </a:r>
            <a:endParaRPr lang="zh-CN" altLang="en-US" dirty="0"/>
          </a:p>
          <a:p>
            <a:pPr marL="0" indent="457200">
              <a:buNone/>
            </a:pPr>
            <a:r>
              <a:rPr lang="en-US" altLang="zh-CN" dirty="0"/>
              <a:t>NAT</a:t>
            </a:r>
            <a:r>
              <a:rPr lang="zh-CN" altLang="en-US" dirty="0"/>
              <a:t>（</a:t>
            </a:r>
            <a:r>
              <a:rPr lang="en-US" altLang="zh-CN" dirty="0"/>
              <a:t>Network Address Translation</a:t>
            </a:r>
            <a:r>
              <a:rPr lang="zh-CN" altLang="en-US" dirty="0"/>
              <a:t>）地址翻译技术由防火墙对内部网络的</a:t>
            </a:r>
            <a:r>
              <a:rPr lang="en-US" altLang="zh-CN" dirty="0"/>
              <a:t>IP</a:t>
            </a:r>
            <a:r>
              <a:rPr lang="zh-CN" altLang="en-US" dirty="0"/>
              <a:t>地址进行地址翻译，使用防火墙的</a:t>
            </a:r>
            <a:r>
              <a:rPr lang="en-US" altLang="zh-CN" dirty="0"/>
              <a:t>IP</a:t>
            </a:r>
            <a:r>
              <a:rPr lang="zh-CN" altLang="en-US" dirty="0"/>
              <a:t>地址替换内部网络的源地址向外部网络发送数据；当外部网络的响应数据流量返回到防火墙后，防火墙再将目的地址替换为内部网络的源地址。</a:t>
            </a:r>
            <a:r>
              <a:rPr lang="en-US" altLang="zh-CN" dirty="0"/>
              <a:t>NAT</a:t>
            </a:r>
            <a:r>
              <a:rPr lang="zh-CN" altLang="en-US" dirty="0"/>
              <a:t>模式能够实现外部网络不能直接看到内部网络的</a:t>
            </a:r>
            <a:r>
              <a:rPr lang="en-US" altLang="zh-CN" dirty="0"/>
              <a:t>IP</a:t>
            </a:r>
            <a:r>
              <a:rPr lang="zh-CN" altLang="en-US" dirty="0"/>
              <a:t>地址，进一步增强了对内部网络的安全防护。同时，在</a:t>
            </a:r>
            <a:r>
              <a:rPr lang="en-US" altLang="zh-CN" dirty="0"/>
              <a:t>NAT</a:t>
            </a:r>
            <a:r>
              <a:rPr lang="zh-CN" altLang="en-US" dirty="0"/>
              <a:t>模式的网络中，内部网络可以使用私网地址，可以解决</a:t>
            </a:r>
            <a:r>
              <a:rPr lang="en-US" altLang="zh-CN" dirty="0"/>
              <a:t>IP</a:t>
            </a:r>
            <a:r>
              <a:rPr lang="zh-CN" altLang="en-US" dirty="0"/>
              <a:t>地址数量受限的问题。</a:t>
            </a:r>
            <a:endParaRPr lang="zh-CN" altLang="en-US" dirty="0"/>
          </a:p>
          <a:p>
            <a:pPr marL="0" indent="457200">
              <a:buNone/>
            </a:pPr>
            <a:r>
              <a:rPr lang="zh-CN" altLang="en-US" dirty="0"/>
              <a:t>如果在</a:t>
            </a:r>
            <a:r>
              <a:rPr lang="en-US" altLang="zh-CN" dirty="0"/>
              <a:t>NAT</a:t>
            </a:r>
            <a:r>
              <a:rPr lang="zh-CN" altLang="en-US" dirty="0"/>
              <a:t>模式的基础上需要实现外部网络访问内部网络服务的需求时，还可以使用地址</a:t>
            </a:r>
            <a:r>
              <a:rPr lang="en-US" altLang="zh-CN" dirty="0"/>
              <a:t>/</a:t>
            </a:r>
            <a:r>
              <a:rPr lang="zh-CN" altLang="en-US" dirty="0"/>
              <a:t>端口映射（</a:t>
            </a:r>
            <a:r>
              <a:rPr lang="en-US" altLang="zh-CN" dirty="0"/>
              <a:t>MAP</a:t>
            </a:r>
            <a:r>
              <a:rPr lang="zh-CN" altLang="en-US" dirty="0"/>
              <a:t>）技术，在防火墙上进行地址</a:t>
            </a:r>
            <a:r>
              <a:rPr lang="en-US" altLang="zh-CN" dirty="0"/>
              <a:t>/</a:t>
            </a:r>
            <a:r>
              <a:rPr lang="zh-CN" altLang="en-US" dirty="0"/>
              <a:t>端口映射配置，当外部网络用户需要访问内部服务时，防火墙将请求映射到内部服务器上；当内部服务器返回相应数据时，防火墙再将数据转发给外部网络。使用地址</a:t>
            </a:r>
            <a:r>
              <a:rPr lang="en-US" altLang="zh-CN" dirty="0"/>
              <a:t>/</a:t>
            </a:r>
            <a:r>
              <a:rPr lang="zh-CN" altLang="en-US" dirty="0"/>
              <a:t>端口映射技术实现了外部用户能够访问内部服务，但是外部用户无法看到内部服务器的真实地址，只能看到防火墙的地址，增强了内部服务器的安全性。</a:t>
            </a:r>
            <a:endParaRPr lang="zh-CN" altLang="en-US" dirty="0"/>
          </a:p>
          <a:p>
            <a:pPr marL="0" indent="457200">
              <a:buNone/>
            </a:pPr>
            <a:r>
              <a:rPr lang="en-US" altLang="zh-CN" b="1" dirty="0"/>
              <a:t>4.</a:t>
            </a:r>
            <a:r>
              <a:rPr lang="zh-CN" altLang="en-US" b="1" dirty="0"/>
              <a:t>高可靠性设计</a:t>
            </a:r>
            <a:endParaRPr lang="zh-CN" altLang="en-US" dirty="0"/>
          </a:p>
          <a:p>
            <a:pPr marL="0" indent="457200">
              <a:buNone/>
            </a:pPr>
            <a:r>
              <a:rPr lang="zh-CN" altLang="en-US" dirty="0"/>
              <a:t>防火墙都部署在网络的出入口，是网络通信的大门，这就要求防火墙的部署必须具备高可靠性。一般</a:t>
            </a:r>
            <a:r>
              <a:rPr lang="en-US" altLang="zh-CN" dirty="0"/>
              <a:t>IT</a:t>
            </a:r>
            <a:r>
              <a:rPr lang="zh-CN" altLang="en-US" dirty="0"/>
              <a:t>设备的使用寿命被设计为</a:t>
            </a:r>
            <a:r>
              <a:rPr lang="en-US" altLang="zh-CN" dirty="0"/>
              <a:t>3</a:t>
            </a:r>
            <a:r>
              <a:rPr lang="zh-CN" altLang="en-US" dirty="0"/>
              <a:t>至</a:t>
            </a:r>
            <a:r>
              <a:rPr lang="en-US" altLang="zh-CN" dirty="0"/>
              <a:t>5</a:t>
            </a:r>
            <a:r>
              <a:rPr lang="zh-CN" altLang="en-US" dirty="0"/>
              <a:t>年，当单点设备发生故障时，要通过冗余技术实现可靠性，可以通过如虚拟路由冗余协议（</a:t>
            </a:r>
            <a:r>
              <a:rPr lang="en-US" altLang="zh-CN" dirty="0"/>
              <a:t>VRRP</a:t>
            </a:r>
            <a:r>
              <a:rPr lang="zh-CN" altLang="en-US" dirty="0"/>
              <a:t>）等技术实现主备冗余。目前，主流的网络设备都支持高可靠性设计。</a:t>
            </a:r>
            <a:endParaRPr lang="zh-CN" altLang="en-US" dirty="0"/>
          </a:p>
        </p:txBody>
      </p:sp>
    </p:spTree>
  </p:cSld>
  <p:clrMapOvr>
    <a:masterClrMapping/>
  </p:clrMapOvr>
  <p:transition spd="slow">
    <p:pull/>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7.5  </a:t>
            </a:r>
            <a:r>
              <a:rPr lang="zh-CN" altLang="en-US" dirty="0">
                <a:effectLst/>
              </a:rPr>
              <a:t>入侵检测技术</a:t>
            </a:r>
            <a:endParaRPr lang="zh-CN" altLang="en-US" dirty="0">
              <a:effectLst/>
            </a:endParaRPr>
          </a:p>
        </p:txBody>
      </p:sp>
      <p:sp>
        <p:nvSpPr>
          <p:cNvPr id="3" name="内容占位符 2"/>
          <p:cNvSpPr>
            <a:spLocks noGrp="1"/>
          </p:cNvSpPr>
          <p:nvPr>
            <p:ph idx="1"/>
          </p:nvPr>
        </p:nvSpPr>
        <p:spPr>
          <a:xfrm>
            <a:off x="622300" y="1123950"/>
            <a:ext cx="10954459" cy="5621234"/>
          </a:xfrm>
        </p:spPr>
        <p:txBody>
          <a:bodyPr>
            <a:normAutofit/>
          </a:bodyPr>
          <a:lstStyle/>
          <a:p>
            <a:pPr marL="0" indent="0">
              <a:buNone/>
            </a:pPr>
            <a:r>
              <a:rPr lang="en-US" altLang="zh-CN" b="1" dirty="0"/>
              <a:t>7.5.1  </a:t>
            </a:r>
            <a:r>
              <a:rPr lang="zh-CN" altLang="en-US" b="1" dirty="0"/>
              <a:t>入侵检测简介</a:t>
            </a:r>
            <a:endParaRPr lang="zh-CN" altLang="en-US" b="1" dirty="0"/>
          </a:p>
          <a:p>
            <a:pPr marL="0" indent="457200">
              <a:buNone/>
            </a:pPr>
            <a:r>
              <a:rPr lang="zh-CN" altLang="en-US" dirty="0"/>
              <a:t>入侵检测系统（</a:t>
            </a:r>
            <a:r>
              <a:rPr lang="en-US" altLang="zh-CN" dirty="0"/>
              <a:t>IDS</a:t>
            </a:r>
            <a:r>
              <a:rPr lang="zh-CN" altLang="en-US" dirty="0"/>
              <a:t>）可以被定义为对计算机和网络资源的恶意使用行为进行识别和相应处理的系统。包括系统外部的入侵和内部用户的非授权行为</a:t>
            </a:r>
            <a:r>
              <a:rPr lang="en-US" altLang="zh-CN" dirty="0"/>
              <a:t>,</a:t>
            </a:r>
            <a:r>
              <a:rPr lang="zh-CN" altLang="en-US" dirty="0"/>
              <a:t>是为保证计算机系统的安全而设计与配置的一种能够及时发现并报告系统中未授权或异常现象的技术，是一种用于检测计算机网络中违反安全策略行为的技术。</a:t>
            </a:r>
            <a:endParaRPr lang="zh-CN" altLang="en-US" dirty="0"/>
          </a:p>
          <a:p>
            <a:pPr marL="0" indent="457200">
              <a:buNone/>
            </a:pPr>
            <a:r>
              <a:rPr lang="zh-CN" altLang="en-US" dirty="0">
                <a:solidFill>
                  <a:srgbClr val="FF0000"/>
                </a:solidFill>
              </a:rPr>
              <a:t>入侵检测技术是为保证计算机系统的安全而设计与配置的一种能够及时发现并报告系统中未授权或异常现象的技术，是一种用于检测计算机网络中违反安全策略行为的技术</a:t>
            </a:r>
            <a:r>
              <a:rPr lang="zh-CN" altLang="en-US" dirty="0"/>
              <a:t>。进行入侵检测的软件与硬件的组合便是入侵检测系统（</a:t>
            </a:r>
            <a:r>
              <a:rPr lang="en-US" altLang="zh-CN" dirty="0" err="1"/>
              <a:t>IntrusionDetectionSystem</a:t>
            </a:r>
            <a:r>
              <a:rPr lang="zh-CN" altLang="en-US" dirty="0"/>
              <a:t>，简称</a:t>
            </a:r>
            <a:r>
              <a:rPr lang="en-US" altLang="zh-CN" dirty="0"/>
              <a:t>IDS</a:t>
            </a:r>
            <a:r>
              <a:rPr lang="zh-CN" altLang="en-US" dirty="0"/>
              <a:t>）</a:t>
            </a:r>
            <a:r>
              <a:rPr lang="zh-CN" altLang="en-US" dirty="0" smtClean="0"/>
              <a:t>。</a:t>
            </a:r>
            <a:endParaRPr lang="zh-CN" altLang="en-US" dirty="0"/>
          </a:p>
        </p:txBody>
      </p:sp>
    </p:spTree>
  </p:cSld>
  <p:clrMapOvr>
    <a:masterClrMapping/>
  </p:clrMapOvr>
  <p:transition spd="slow">
    <p:pull/>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7.5  </a:t>
            </a:r>
            <a:r>
              <a:rPr lang="zh-CN" altLang="en-US" dirty="0">
                <a:effectLst/>
              </a:rPr>
              <a:t>入侵检测技术</a:t>
            </a:r>
            <a:endParaRPr lang="zh-CN" altLang="en-US" dirty="0">
              <a:effectLst/>
            </a:endParaRPr>
          </a:p>
        </p:txBody>
      </p:sp>
      <p:sp>
        <p:nvSpPr>
          <p:cNvPr id="3" name="内容占位符 2"/>
          <p:cNvSpPr>
            <a:spLocks noGrp="1"/>
          </p:cNvSpPr>
          <p:nvPr>
            <p:ph idx="1"/>
          </p:nvPr>
        </p:nvSpPr>
        <p:spPr>
          <a:xfrm>
            <a:off x="622300" y="1123950"/>
            <a:ext cx="10954459" cy="586097"/>
          </a:xfrm>
        </p:spPr>
        <p:txBody>
          <a:bodyPr>
            <a:normAutofit/>
          </a:bodyPr>
          <a:lstStyle/>
          <a:p>
            <a:pPr marL="0" indent="0">
              <a:buNone/>
            </a:pPr>
            <a:r>
              <a:rPr lang="en-US" altLang="zh-CN" b="1" dirty="0" smtClean="0"/>
              <a:t>7.5.2  </a:t>
            </a:r>
            <a:r>
              <a:rPr lang="zh-CN" altLang="en-US" b="1" dirty="0"/>
              <a:t>入侵检测系统的</a:t>
            </a:r>
            <a:r>
              <a:rPr lang="zh-CN" altLang="en-US" b="1" dirty="0" smtClean="0"/>
              <a:t>分类</a:t>
            </a:r>
            <a:endParaRPr lang="zh-CN" altLang="en-US" b="1" dirty="0"/>
          </a:p>
        </p:txBody>
      </p:sp>
      <p:graphicFrame>
        <p:nvGraphicFramePr>
          <p:cNvPr id="6" name="图示 5"/>
          <p:cNvGraphicFramePr/>
          <p:nvPr/>
        </p:nvGraphicFramePr>
        <p:xfrm>
          <a:off x="506679" y="1951303"/>
          <a:ext cx="10691751" cy="4508874"/>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transition spd="slow">
    <p:pull/>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en-US" altLang="zh-CN" dirty="0">
                <a:effectLst/>
              </a:rPr>
              <a:t>7.5  </a:t>
            </a:r>
            <a:r>
              <a:rPr lang="zh-CN" altLang="en-US" dirty="0">
                <a:effectLst/>
              </a:rPr>
              <a:t>入侵检测技术</a:t>
            </a:r>
            <a:endParaRPr lang="zh-CN" altLang="en-US" dirty="0">
              <a:effectLst/>
            </a:endParaRPr>
          </a:p>
        </p:txBody>
      </p:sp>
      <p:sp>
        <p:nvSpPr>
          <p:cNvPr id="3" name="内容占位符 2"/>
          <p:cNvSpPr>
            <a:spLocks noGrp="1"/>
          </p:cNvSpPr>
          <p:nvPr>
            <p:ph idx="1"/>
          </p:nvPr>
        </p:nvSpPr>
        <p:spPr>
          <a:xfrm>
            <a:off x="622300" y="1123950"/>
            <a:ext cx="10954459" cy="5621234"/>
          </a:xfrm>
        </p:spPr>
        <p:txBody>
          <a:bodyPr>
            <a:normAutofit fontScale="62500" lnSpcReduction="20000"/>
          </a:bodyPr>
          <a:lstStyle/>
          <a:p>
            <a:pPr marL="0" indent="0">
              <a:buNone/>
            </a:pPr>
            <a:r>
              <a:rPr lang="en-US" altLang="zh-CN" b="1" dirty="0" smtClean="0">
                <a:latin typeface="微软雅黑" panose="020B0503020204020204" pitchFamily="34" charset="-122"/>
                <a:ea typeface="微软雅黑" panose="020B0503020204020204" pitchFamily="34" charset="-122"/>
              </a:rPr>
              <a:t>7.5.3  </a:t>
            </a:r>
            <a:r>
              <a:rPr lang="zh-CN" altLang="en-US" b="1" dirty="0">
                <a:latin typeface="微软雅黑" panose="020B0503020204020204" pitchFamily="34" charset="-122"/>
                <a:ea typeface="微软雅黑" panose="020B0503020204020204" pitchFamily="34" charset="-122"/>
              </a:rPr>
              <a:t>入侵检测系统的部署</a:t>
            </a:r>
            <a:endParaRPr lang="zh-CN" altLang="en-US" b="1" dirty="0">
              <a:latin typeface="微软雅黑" panose="020B0503020204020204" pitchFamily="34" charset="-122"/>
              <a:ea typeface="微软雅黑" panose="020B0503020204020204" pitchFamily="34" charset="-122"/>
            </a:endParaRPr>
          </a:p>
          <a:p>
            <a:pPr marL="0" indent="457200">
              <a:buNone/>
            </a:pPr>
            <a:r>
              <a:rPr lang="en-US" altLang="zh-CN" b="1" dirty="0"/>
              <a:t>1.</a:t>
            </a:r>
            <a:r>
              <a:rPr lang="zh-CN" altLang="en-US" b="1" dirty="0"/>
              <a:t>基于主机的</a:t>
            </a:r>
            <a:r>
              <a:rPr lang="en-US" altLang="zh-CN" b="1" dirty="0"/>
              <a:t>IDS</a:t>
            </a:r>
            <a:endParaRPr lang="zh-CN" altLang="en-US" dirty="0"/>
          </a:p>
          <a:p>
            <a:pPr marL="0" indent="457200">
              <a:buNone/>
            </a:pPr>
            <a:r>
              <a:rPr lang="zh-CN" altLang="en-US" dirty="0"/>
              <a:t>基于主机的</a:t>
            </a:r>
            <a:r>
              <a:rPr lang="en-US" altLang="zh-CN" dirty="0"/>
              <a:t>IDS</a:t>
            </a:r>
            <a:r>
              <a:rPr lang="zh-CN" altLang="en-US" dirty="0"/>
              <a:t>只能够监控一个系统，它运行在你需要保护的主机之中，它能够读取主机的日志并寻找异常。但需要注意的是，当攻击发生之后，基于主机的</a:t>
            </a:r>
            <a:r>
              <a:rPr lang="en-US" altLang="zh-CN" dirty="0"/>
              <a:t>IDS</a:t>
            </a:r>
            <a:r>
              <a:rPr lang="zh-CN" altLang="en-US" dirty="0"/>
              <a:t>才能够检测到异常。基于网络的</a:t>
            </a:r>
            <a:r>
              <a:rPr lang="en-US" altLang="zh-CN" dirty="0"/>
              <a:t>IPS</a:t>
            </a:r>
            <a:r>
              <a:rPr lang="zh-CN" altLang="en-US" dirty="0"/>
              <a:t>能够检测到网段中的数据包，如果基于网络的</a:t>
            </a:r>
            <a:r>
              <a:rPr lang="en-US" altLang="zh-CN" dirty="0"/>
              <a:t>IPS</a:t>
            </a:r>
            <a:r>
              <a:rPr lang="zh-CN" altLang="en-US" dirty="0"/>
              <a:t>设计得当的话，它也许能够代替基于主机的</a:t>
            </a:r>
            <a:r>
              <a:rPr lang="en-US" altLang="zh-CN" dirty="0"/>
              <a:t>IPS</a:t>
            </a:r>
            <a:r>
              <a:rPr lang="zh-CN" altLang="en-US" dirty="0"/>
              <a:t>。基于主机的</a:t>
            </a:r>
            <a:r>
              <a:rPr lang="en-US" altLang="zh-CN" dirty="0"/>
              <a:t>IDS</a:t>
            </a:r>
            <a:r>
              <a:rPr lang="zh-CN" altLang="en-US" dirty="0"/>
              <a:t>其另一个缺点就是，网络中的每一台主机都需要部署一个基于主机的</a:t>
            </a:r>
            <a:r>
              <a:rPr lang="en-US" altLang="zh-CN" dirty="0"/>
              <a:t>IDS</a:t>
            </a:r>
            <a:r>
              <a:rPr lang="zh-CN" altLang="en-US" dirty="0"/>
              <a:t>系统。你可以设想一下，如果你的环境中有</a:t>
            </a:r>
            <a:r>
              <a:rPr lang="en-US" altLang="zh-CN" dirty="0"/>
              <a:t>5000</a:t>
            </a:r>
            <a:r>
              <a:rPr lang="zh-CN" altLang="en-US" dirty="0"/>
              <a:t>台主机，这样一来你的部署成本就会非常高了。</a:t>
            </a:r>
            <a:endParaRPr lang="zh-CN" altLang="en-US" dirty="0"/>
          </a:p>
          <a:p>
            <a:pPr marL="0" indent="457200">
              <a:buNone/>
            </a:pPr>
            <a:r>
              <a:rPr lang="en-US" altLang="zh-CN" b="1" dirty="0"/>
              <a:t>2.</a:t>
            </a:r>
            <a:r>
              <a:rPr lang="zh-CN" altLang="en-US" b="1" dirty="0"/>
              <a:t>基于设备的</a:t>
            </a:r>
            <a:r>
              <a:rPr lang="en-US" altLang="zh-CN" b="1" dirty="0"/>
              <a:t>IDS</a:t>
            </a:r>
            <a:endParaRPr lang="zh-CN" altLang="en-US" dirty="0"/>
          </a:p>
          <a:p>
            <a:pPr marL="0" indent="457200">
              <a:buNone/>
            </a:pPr>
            <a:r>
              <a:rPr lang="zh-CN" altLang="en-US" dirty="0"/>
              <a:t>你可以在一台物理服务器或虚拟服务器中安装</a:t>
            </a:r>
            <a:r>
              <a:rPr lang="en-US" altLang="zh-CN" dirty="0"/>
              <a:t>IDS</a:t>
            </a:r>
            <a:r>
              <a:rPr lang="zh-CN" altLang="en-US" dirty="0"/>
              <a:t>，但你需要开启两个接口来处理流入和流出的网络流量。除此之外，你还可以在</a:t>
            </a:r>
            <a:r>
              <a:rPr lang="en-US" altLang="zh-CN" dirty="0"/>
              <a:t>Ubuntu</a:t>
            </a:r>
            <a:r>
              <a:rPr lang="zh-CN" altLang="en-US" dirty="0"/>
              <a:t>服务器（虚拟机）上安装类似</a:t>
            </a:r>
            <a:r>
              <a:rPr lang="en-US" altLang="zh-CN" dirty="0"/>
              <a:t>Snort</a:t>
            </a:r>
            <a:r>
              <a:rPr lang="zh-CN" altLang="en-US" dirty="0"/>
              <a:t>的</a:t>
            </a:r>
            <a:r>
              <a:rPr lang="en-US" altLang="zh-CN" dirty="0"/>
              <a:t>IDS</a:t>
            </a:r>
            <a:r>
              <a:rPr lang="zh-CN" altLang="en-US" dirty="0"/>
              <a:t>软件。</a:t>
            </a:r>
            <a:endParaRPr lang="zh-CN" altLang="en-US" dirty="0"/>
          </a:p>
          <a:p>
            <a:pPr marL="0" indent="457200">
              <a:buNone/>
            </a:pPr>
            <a:r>
              <a:rPr lang="en-US" altLang="zh-CN" b="1" dirty="0"/>
              <a:t>3.</a:t>
            </a:r>
            <a:r>
              <a:rPr lang="zh-CN" altLang="en-US" b="1" dirty="0"/>
              <a:t>基于路由器的</a:t>
            </a:r>
            <a:r>
              <a:rPr lang="en-US" altLang="zh-CN" b="1" dirty="0"/>
              <a:t>IDS</a:t>
            </a:r>
            <a:endParaRPr lang="zh-CN" altLang="en-US" dirty="0"/>
          </a:p>
          <a:p>
            <a:pPr marL="0" indent="457200">
              <a:buNone/>
            </a:pPr>
            <a:r>
              <a:rPr lang="zh-CN" altLang="en-US" dirty="0"/>
              <a:t>在一个网络中，几乎所有的流量都要经过路由器。路由器作为一个网络系统的网关，它是系统内主机与外部网络交互的桥梁。因此在网络安全设计架构中，路由器也是</a:t>
            </a:r>
            <a:r>
              <a:rPr lang="en-US" altLang="zh-CN" dirty="0"/>
              <a:t>IDS</a:t>
            </a:r>
            <a:r>
              <a:rPr lang="zh-CN" altLang="en-US" dirty="0"/>
              <a:t>和</a:t>
            </a:r>
            <a:r>
              <a:rPr lang="en-US" altLang="zh-CN" dirty="0"/>
              <a:t>IPS</a:t>
            </a:r>
            <a:r>
              <a:rPr lang="zh-CN" altLang="en-US" dirty="0"/>
              <a:t>系统可以考虑部署的地方。目前有很多可以整合进路由器的第三方软件，而它们可以构成网络系统抵御外部威胁的最前线。</a:t>
            </a:r>
            <a:endParaRPr lang="zh-CN" altLang="en-US" dirty="0"/>
          </a:p>
          <a:p>
            <a:pPr marL="0" indent="457200">
              <a:buNone/>
            </a:pPr>
            <a:r>
              <a:rPr lang="en-US" altLang="zh-CN" b="1" dirty="0"/>
              <a:t>4.</a:t>
            </a:r>
            <a:r>
              <a:rPr lang="zh-CN" altLang="en-US" b="1" dirty="0"/>
              <a:t>基于防火墙的</a:t>
            </a:r>
            <a:r>
              <a:rPr lang="en-US" altLang="zh-CN" b="1" dirty="0"/>
              <a:t>IDS</a:t>
            </a:r>
            <a:endParaRPr lang="zh-CN" altLang="en-US" dirty="0"/>
          </a:p>
          <a:p>
            <a:pPr marL="0" indent="457200">
              <a:buNone/>
            </a:pPr>
            <a:r>
              <a:rPr lang="zh-CN" altLang="en-US" dirty="0"/>
              <a:t>防火墙与</a:t>
            </a:r>
            <a:r>
              <a:rPr lang="en-US" altLang="zh-CN" dirty="0"/>
              <a:t>IDS</a:t>
            </a:r>
            <a:r>
              <a:rPr lang="zh-CN" altLang="en-US" dirty="0"/>
              <a:t>之间的区别在于，防火墙看起来可以防止外部威胁进入我们的网络，但它并不能监控网络内部所发生的攻击行为。很多厂商会在防火墙中整合</a:t>
            </a:r>
            <a:r>
              <a:rPr lang="en-US" altLang="zh-CN" dirty="0"/>
              <a:t>IPS</a:t>
            </a:r>
            <a:r>
              <a:rPr lang="zh-CN" altLang="en-US" dirty="0"/>
              <a:t>和</a:t>
            </a:r>
            <a:r>
              <a:rPr lang="en-US" altLang="zh-CN" dirty="0"/>
              <a:t>IDS</a:t>
            </a:r>
            <a:r>
              <a:rPr lang="zh-CN" altLang="en-US" dirty="0"/>
              <a:t>，这样就可以给防火墙又添加了一层保护功能。</a:t>
            </a:r>
            <a:endParaRPr lang="zh-CN" altLang="en-US" dirty="0"/>
          </a:p>
        </p:txBody>
      </p:sp>
    </p:spTree>
  </p:cSld>
  <p:clrMapOvr>
    <a:masterClrMapping/>
  </p:clrMapOvr>
  <p:transition spd="slow">
    <p:pull/>
  </p:transition>
  <p:timing>
    <p:tnLst>
      <p:par>
        <p:cTn id="1" dur="indefinite" restart="never" nodeType="tmRoot"/>
      </p:par>
    </p:tnLst>
  </p:timing>
</p:sld>
</file>

<file path=ppt/tags/tag1.xml><?xml version="1.0" encoding="utf-8"?>
<p:tagLst xmlns:p="http://schemas.openxmlformats.org/presentationml/2006/main">
  <p:tag name="KSO_WM_DIAGRAM_VIRTUALLY_FRAME" val="{&quot;height&quot;:392.32467135715603,&quot;left&quot;:71.75,&quot;top&quot;:107.67532864284392,&quot;width&quot;:702.8704724409448}"/>
</p:tagLst>
</file>

<file path=ppt/tags/tag2.xml><?xml version="1.0" encoding="utf-8"?>
<p:tagLst xmlns:p="http://schemas.openxmlformats.org/presentationml/2006/main">
  <p:tag name="KSO_WM_DIAGRAM_VIRTUALLY_FRAME" val="{&quot;height&quot;:392.32467135715603,&quot;left&quot;:71.75,&quot;top&quot;:107.67532864284392,&quot;width&quot;:702.8704724409448}"/>
</p:tagLst>
</file>

<file path=ppt/tags/tag3.xml><?xml version="1.0" encoding="utf-8"?>
<p:tagLst xmlns:p="http://schemas.openxmlformats.org/presentationml/2006/main">
  <p:tag name="KSO_WM_DIAGRAM_VIRTUALLY_FRAME" val="{&quot;height&quot;:392.32467135715603,&quot;left&quot;:71.75,&quot;top&quot;:107.67532864284392,&quot;width&quot;:702.8704724409448}"/>
</p:tagLst>
</file>

<file path=ppt/tags/tag4.xml><?xml version="1.0" encoding="utf-8"?>
<p:tagLst xmlns:p="http://schemas.openxmlformats.org/presentationml/2006/main">
  <p:tag name="KSO_WM_DIAGRAM_VIRTUALLY_FRAME" val="{&quot;height&quot;:392.32467135715603,&quot;left&quot;:71.75,&quot;top&quot;:107.67532864284392,&quot;width&quot;:702.8704724409448}"/>
</p:tagLst>
</file>

<file path=ppt/tags/tag5.xml><?xml version="1.0" encoding="utf-8"?>
<p:tagLst xmlns:p="http://schemas.openxmlformats.org/presentationml/2006/main">
  <p:tag name="KSO_WM_DIAGRAM_VIRTUALLY_FRAME" val="{&quot;height&quot;:392.32467135715603,&quot;left&quot;:71.75,&quot;top&quot;:107.67532864284392,&quot;width&quot;:702.8704724409448}"/>
</p:tagLst>
</file>

<file path=ppt/tags/tag6.xml><?xml version="1.0" encoding="utf-8"?>
<p:tagLst xmlns:p="http://schemas.openxmlformats.org/presentationml/2006/main">
  <p:tag name="KSO_WM_DIAGRAM_VIRTUALLY_FRAME" val="{&quot;height&quot;:392.32467135715603,&quot;left&quot;:71.75,&quot;top&quot;:107.67532864284392,&quot;width&quot;:702.8704724409448}"/>
</p:tagLst>
</file>

<file path=ppt/tags/tag7.xml><?xml version="1.0" encoding="utf-8"?>
<p:tagLst xmlns:p="http://schemas.openxmlformats.org/presentationml/2006/main">
  <p:tag name="KSO_WM_DIAGRAM_VIRTUALLY_FRAME" val="{&quot;height&quot;:392.32467135715603,&quot;left&quot;:71.75,&quot;top&quot;:107.67532864284392,&quot;width&quot;:702.8704724409448}"/>
</p:tagLst>
</file>

<file path=ppt/tags/tag8.xml><?xml version="1.0" encoding="utf-8"?>
<p:tagLst xmlns:p="http://schemas.openxmlformats.org/presentationml/2006/main">
  <p:tag name="KSO_WM_DIAGRAM_VIRTUALLY_FRAME" val="{&quot;height&quot;:392.32467135715603,&quot;left&quot;:71.75,&quot;top&quot;:107.67532864284392,&quot;width&quot;:702.8704724409448}"/>
</p:tagLst>
</file>

<file path=ppt/tags/tag9.xml><?xml version="1.0" encoding="utf-8"?>
<p:tagLst xmlns:p="http://schemas.openxmlformats.org/presentationml/2006/main">
  <p:tag name="KSO_WM_DIAGRAM_VIRTUALLY_FRAME" val="{&quot;height&quot;:392.32467135715603,&quot;left&quot;:71.75,&quot;top&quot;:107.67532864284392,&quot;width&quot;:702.8704724409448}"/>
</p:tagLst>
</file>

<file path=ppt/tags/tag10.xml><?xml version="1.0" encoding="utf-8"?>
<p:tagLst xmlns:p="http://schemas.openxmlformats.org/presentationml/2006/main">
  <p:tag name="KSO_WM_DIAGRAM_VIRTUALLY_FRAME" val="{&quot;height&quot;:392.32467135715603,&quot;left&quot;:71.75,&quot;top&quot;:107.67532864284392,&quot;width&quot;:702.8704724409448}"/>
</p:tagLst>
</file>

<file path=ppt/tags/tag11.xml><?xml version="1.0" encoding="utf-8"?>
<p:tagLst xmlns:p="http://schemas.openxmlformats.org/presentationml/2006/main">
  <p:tag name="KSO_WM_DIAGRAM_VIRTUALLY_FRAME" val="{&quot;height&quot;:392.32467135715603,&quot;left&quot;:71.75,&quot;top&quot;:107.67532864284392,&quot;width&quot;:702.8704724409448}"/>
</p:tagLst>
</file>

<file path=ppt/tags/tag12.xml><?xml version="1.0" encoding="utf-8"?>
<p:tagLst xmlns:p="http://schemas.openxmlformats.org/presentationml/2006/main">
  <p:tag name="commondata" val="eyJoZGlkIjoiYjMwMjM1MThkZTU2Y2E5Y2IwMGRjNGMwMzE0NjFmMmEifQ=="/>
</p:tagLst>
</file>

<file path=ppt/theme/theme1.xml><?xml version="1.0" encoding="utf-8"?>
<a:theme xmlns:a="http://schemas.openxmlformats.org/drawingml/2006/main" name="A000120140530A99PPBG">
  <a:themeElements>
    <a:clrScheme name="自定义 606">
      <a:dk1>
        <a:srgbClr val="5F5F5F"/>
      </a:dk1>
      <a:lt1>
        <a:srgbClr val="FFFFFF"/>
      </a:lt1>
      <a:dk2>
        <a:srgbClr val="5F5F5F"/>
      </a:dk2>
      <a:lt2>
        <a:srgbClr val="FFFFFF"/>
      </a:lt2>
      <a:accent1>
        <a:srgbClr val="0890D0"/>
      </a:accent1>
      <a:accent2>
        <a:srgbClr val="2D9C9F"/>
      </a:accent2>
      <a:accent3>
        <a:srgbClr val="80C34D"/>
      </a:accent3>
      <a:accent4>
        <a:srgbClr val="BAD43B"/>
      </a:accent4>
      <a:accent5>
        <a:srgbClr val="EC9126"/>
      </a:accent5>
      <a:accent6>
        <a:srgbClr val="C00000"/>
      </a:accent6>
      <a:hlink>
        <a:srgbClr val="00B0F0"/>
      </a:hlink>
      <a:folHlink>
        <a:srgbClr val="AFB2B4"/>
      </a:folHlink>
    </a:clrScheme>
    <a:fontScheme name="KSO主题7">
      <a:majorFont>
        <a:latin typeface="Times New Roman"/>
        <a:ea typeface="华文中宋"/>
        <a:cs typeface=""/>
      </a:majorFont>
      <a:minorFont>
        <a:latin typeface="Times New Roman"/>
        <a:ea typeface="幼圆"/>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A000120150608A12KPBG</Template>
  <TotalTime>0</TotalTime>
  <Words>9764</Words>
  <Application>WPS 演示</Application>
  <PresentationFormat>自定义</PresentationFormat>
  <Paragraphs>191</Paragraphs>
  <Slides>28</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28</vt:i4>
      </vt:variant>
    </vt:vector>
  </HeadingPairs>
  <TitlesOfParts>
    <vt:vector size="43" baseType="lpstr">
      <vt:lpstr>Arial</vt:lpstr>
      <vt:lpstr>宋体</vt:lpstr>
      <vt:lpstr>Wingdings</vt:lpstr>
      <vt:lpstr>微软雅黑</vt:lpstr>
      <vt:lpstr>幼圆</vt:lpstr>
      <vt:lpstr>华文中宋</vt:lpstr>
      <vt:lpstr>Arial Unicode MS</vt:lpstr>
      <vt:lpstr>Times New Roman</vt:lpstr>
      <vt:lpstr>Calibri</vt:lpstr>
      <vt:lpstr>字魂58号-创中黑</vt:lpstr>
      <vt:lpstr>黑体</vt:lpstr>
      <vt:lpstr>华文彩云</vt:lpstr>
      <vt:lpstr>Source Han Sans K Bold</vt:lpstr>
      <vt:lpstr>Yu Gothic UI Semibold</vt:lpstr>
      <vt:lpstr>A000120140530A99PPBG</vt:lpstr>
      <vt:lpstr>第7章  网络安全</vt:lpstr>
      <vt:lpstr>PowerPoint 演示文稿</vt:lpstr>
      <vt:lpstr>7.1  网络安全概述</vt:lpstr>
      <vt:lpstr>7.1  网络安全概述</vt:lpstr>
      <vt:lpstr>7.1  网络安全概述</vt:lpstr>
      <vt:lpstr>7.1  网络安全概述</vt:lpstr>
      <vt:lpstr>7.1  网络安全概述</vt:lpstr>
      <vt:lpstr>7.2  数据加密技术</vt:lpstr>
      <vt:lpstr>7.2  数据加密技术</vt:lpstr>
      <vt:lpstr>7.2  数据加密技术</vt:lpstr>
      <vt:lpstr>7.2  数据加密技术</vt:lpstr>
      <vt:lpstr>7.2  数据加密技术</vt:lpstr>
      <vt:lpstr>7.2  数据加密技术</vt:lpstr>
      <vt:lpstr>7.3  密钥管理</vt:lpstr>
      <vt:lpstr>7.3  密钥管理</vt:lpstr>
      <vt:lpstr>7.3  密钥管理</vt:lpstr>
      <vt:lpstr>7.3  密钥管理</vt:lpstr>
      <vt:lpstr>7.4  防火墙系统</vt:lpstr>
      <vt:lpstr>7.4  防火墙系统</vt:lpstr>
      <vt:lpstr>7.4  防火墙系统</vt:lpstr>
      <vt:lpstr>7.4  防火墙系统</vt:lpstr>
      <vt:lpstr>7.4  防火墙系统</vt:lpstr>
      <vt:lpstr>7.4  防火墙系统</vt:lpstr>
      <vt:lpstr>7.4  防火墙系统</vt:lpstr>
      <vt:lpstr>7.4  防火墙系统</vt:lpstr>
      <vt:lpstr>7.5  入侵检测技术</vt:lpstr>
      <vt:lpstr>7.5  入侵检测技术</vt:lpstr>
      <vt:lpstr>7.5  入侵检测技术</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第1章  概论</dc:title>
  <dc:creator>Administrator</dc:creator>
  <cp:lastModifiedBy>锋行天下</cp:lastModifiedBy>
  <cp:revision>75</cp:revision>
  <dcterms:created xsi:type="dcterms:W3CDTF">2020-02-09T07:28:00Z</dcterms:created>
  <dcterms:modified xsi:type="dcterms:W3CDTF">2024-10-23T08:42:59Z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17AC74A2FE86463F90AF792D8D54487C_12</vt:lpwstr>
  </property>
  <property fmtid="{D5CDD505-2E9C-101B-9397-08002B2CF9AE}" pid="3" name="KSOProductBuildVer">
    <vt:lpwstr>2052-12.1.0.18608</vt:lpwstr>
  </property>
</Properties>
</file>