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2.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8"/>
  </p:notesMasterIdLst>
  <p:sldIdLst>
    <p:sldId id="256" r:id="rId2"/>
    <p:sldId id="257" r:id="rId3"/>
    <p:sldId id="258" r:id="rId4"/>
    <p:sldId id="259" r:id="rId5"/>
    <p:sldId id="309" r:id="rId6"/>
    <p:sldId id="310" r:id="rId7"/>
    <p:sldId id="311" r:id="rId8"/>
    <p:sldId id="312" r:id="rId9"/>
    <p:sldId id="313" r:id="rId10"/>
    <p:sldId id="314" r:id="rId11"/>
    <p:sldId id="315" r:id="rId12"/>
    <p:sldId id="260" r:id="rId13"/>
    <p:sldId id="316" r:id="rId14"/>
    <p:sldId id="317" r:id="rId15"/>
    <p:sldId id="318" r:id="rId16"/>
    <p:sldId id="319" r:id="rId17"/>
    <p:sldId id="321" r:id="rId18"/>
    <p:sldId id="322" r:id="rId19"/>
    <p:sldId id="262" r:id="rId20"/>
    <p:sldId id="323" r:id="rId21"/>
    <p:sldId id="324" r:id="rId22"/>
    <p:sldId id="325" r:id="rId23"/>
    <p:sldId id="329" r:id="rId24"/>
    <p:sldId id="330" r:id="rId25"/>
    <p:sldId id="331" r:id="rId26"/>
    <p:sldId id="332" r:id="rId27"/>
    <p:sldId id="333" r:id="rId28"/>
    <p:sldId id="334" r:id="rId29"/>
    <p:sldId id="464" r:id="rId30"/>
    <p:sldId id="465" r:id="rId31"/>
    <p:sldId id="335" r:id="rId32"/>
    <p:sldId id="336" r:id="rId33"/>
    <p:sldId id="337" r:id="rId34"/>
    <p:sldId id="338" r:id="rId35"/>
    <p:sldId id="339" r:id="rId36"/>
    <p:sldId id="340" r:id="rId37"/>
    <p:sldId id="341" r:id="rId38"/>
    <p:sldId id="342" r:id="rId39"/>
    <p:sldId id="343" r:id="rId40"/>
    <p:sldId id="344" r:id="rId41"/>
    <p:sldId id="345" r:id="rId42"/>
    <p:sldId id="346" r:id="rId43"/>
    <p:sldId id="347" r:id="rId44"/>
    <p:sldId id="348" r:id="rId45"/>
    <p:sldId id="350" r:id="rId46"/>
    <p:sldId id="353" r:id="rId47"/>
    <p:sldId id="354" r:id="rId48"/>
    <p:sldId id="355" r:id="rId49"/>
    <p:sldId id="356" r:id="rId50"/>
    <p:sldId id="357" r:id="rId51"/>
    <p:sldId id="358" r:id="rId52"/>
    <p:sldId id="359" r:id="rId53"/>
    <p:sldId id="360" r:id="rId54"/>
    <p:sldId id="361" r:id="rId55"/>
    <p:sldId id="362" r:id="rId56"/>
    <p:sldId id="363" r:id="rId57"/>
    <p:sldId id="364" r:id="rId58"/>
    <p:sldId id="365" r:id="rId59"/>
    <p:sldId id="366" r:id="rId60"/>
    <p:sldId id="367" r:id="rId61"/>
    <p:sldId id="368" r:id="rId62"/>
    <p:sldId id="369" r:id="rId63"/>
    <p:sldId id="370" r:id="rId64"/>
    <p:sldId id="371" r:id="rId65"/>
    <p:sldId id="372" r:id="rId66"/>
    <p:sldId id="373" r:id="rId67"/>
    <p:sldId id="374" r:id="rId68"/>
    <p:sldId id="375" r:id="rId69"/>
    <p:sldId id="376" r:id="rId70"/>
    <p:sldId id="377" r:id="rId71"/>
    <p:sldId id="379" r:id="rId72"/>
    <p:sldId id="380" r:id="rId73"/>
    <p:sldId id="401" r:id="rId74"/>
    <p:sldId id="402" r:id="rId75"/>
    <p:sldId id="403" r:id="rId76"/>
    <p:sldId id="404" r:id="rId77"/>
    <p:sldId id="405" r:id="rId78"/>
    <p:sldId id="406" r:id="rId79"/>
    <p:sldId id="409" r:id="rId80"/>
    <p:sldId id="407" r:id="rId81"/>
    <p:sldId id="410" r:id="rId82"/>
    <p:sldId id="408" r:id="rId83"/>
    <p:sldId id="411" r:id="rId84"/>
    <p:sldId id="412" r:id="rId85"/>
    <p:sldId id="413" r:id="rId86"/>
    <p:sldId id="414" r:id="rId87"/>
    <p:sldId id="427" r:id="rId88"/>
    <p:sldId id="450" r:id="rId89"/>
    <p:sldId id="451" r:id="rId90"/>
    <p:sldId id="452" r:id="rId91"/>
    <p:sldId id="453" r:id="rId92"/>
    <p:sldId id="457" r:id="rId93"/>
    <p:sldId id="458" r:id="rId94"/>
    <p:sldId id="459" r:id="rId95"/>
    <p:sldId id="460" r:id="rId96"/>
    <p:sldId id="461" r:id="rId97"/>
  </p:sldIdLst>
  <p:sldSz cx="12192000" cy="6858000"/>
  <p:notesSz cx="6858000" cy="9144000"/>
  <p:custDataLst>
    <p:tags r:id="rId9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285" autoAdjust="0"/>
    <p:restoredTop sz="92424" autoAdjust="0"/>
  </p:normalViewPr>
  <p:slideViewPr>
    <p:cSldViewPr snapToGrid="0" showGuides="1">
      <p:cViewPr varScale="1">
        <p:scale>
          <a:sx n="106" d="100"/>
          <a:sy n="106" d="100"/>
        </p:scale>
        <p:origin x="834" y="108"/>
      </p:cViewPr>
      <p:guideLst>
        <p:guide orient="horz" pos="2160"/>
        <p:guide pos="384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ags" Target="tags/tag1.xml"/><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notesMaster" Target="notesMasters/notesMaster1.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2025/3/18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可靠交付的保证：</a:t>
            </a:r>
          </a:p>
          <a:p>
            <a:r>
              <a:rPr lang="zh-CN" altLang="en-US"/>
              <a:t>网络保证：虚电路服务</a:t>
            </a:r>
          </a:p>
          <a:p>
            <a:r>
              <a:rPr lang="zh-CN" altLang="en-US"/>
              <a:t>传输层保证：数据报服务</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虚电路服务对电话业务是合适的：电话即不够智能，无法处理一些错误，只能通过网络来保证可靠性</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IP4</a:t>
            </a:r>
            <a:r>
              <a:rPr lang="zh-CN" altLang="en-US"/>
              <a:t>根服务器全球总共</a:t>
            </a:r>
            <a:r>
              <a:rPr lang="en-US" altLang="zh-CN"/>
              <a:t>13</a:t>
            </a:r>
            <a:r>
              <a:rPr lang="zh-CN" altLang="en-US"/>
              <a:t>台，美国独占</a:t>
            </a:r>
            <a:r>
              <a:rPr lang="en-US" altLang="zh-CN"/>
              <a:t>10</a:t>
            </a:r>
            <a:r>
              <a:rPr lang="zh-CN" altLang="en-US"/>
              <a:t>台，中国没有</a:t>
            </a:r>
          </a:p>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网络号不能全为</a:t>
            </a:r>
            <a:r>
              <a:rPr lang="en-US" altLang="zh-CN"/>
              <a:t>0</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私有IP地址（局域网中使用的地址）主要有以下部分：</a:t>
            </a:r>
          </a:p>
          <a:p>
            <a:r>
              <a:rPr lang="zh-CN" altLang="en-US"/>
              <a:t>A类 10.0.0.0–10.255.255.255</a:t>
            </a:r>
          </a:p>
          <a:p>
            <a:r>
              <a:rPr lang="zh-CN" altLang="en-US"/>
              <a:t>B类 172.16.0.0–172.31.255.255</a:t>
            </a:r>
          </a:p>
          <a:p>
            <a:r>
              <a:rPr lang="zh-CN" altLang="en-US"/>
              <a:t>C类 192.168.0.0–192.168.255.255</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有了</a:t>
            </a:r>
            <a:r>
              <a:rPr lang="en-US" altLang="zh-CN"/>
              <a:t>mac</a:t>
            </a:r>
            <a:r>
              <a:rPr lang="zh-CN" altLang="en-US"/>
              <a:t>地址为什么还需要</a:t>
            </a:r>
            <a:r>
              <a:rPr lang="en-US" altLang="zh-CN"/>
              <a:t>IP</a:t>
            </a:r>
            <a:r>
              <a:rPr lang="zh-CN" altLang="en-US"/>
              <a:t>地址？</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删除一条用：</a:t>
            </a:r>
            <a:r>
              <a:rPr lang="en-US" altLang="zh-CN"/>
              <a:t>arp -d  ip</a:t>
            </a:r>
            <a:r>
              <a:rPr lang="zh-CN" altLang="en-US"/>
              <a:t>地址</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VLSM（变长子网掩码）用于IPv4子网的划分，也就是把一个大的网络划分成多个小的子网；而CIDR则用于IPv4子网的聚合，当然主要是指路由方面的聚合，也就是路由汇总</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代码：即错误代码</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请求报文是广播，应答报文是单播</a:t>
            </a:r>
            <a:endParaRPr lang="zh-CN" altLang="en-US"/>
          </a:p>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Tracert命令是一个网络诊断工具，用于追踪IP数据包在网络中的路径和传输信息。它通过发送一系列的ICMP回显请求(ping)消息到目标主机，然后侦听这些请求的回应来确定网络路径</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ping 192.168.9.9 -l </a:t>
            </a:r>
            <a:r>
              <a:rPr lang="en-US" altLang="zh-CN"/>
              <a:t>3500 </a:t>
            </a:r>
            <a:r>
              <a:rPr lang="zh-CN" altLang="en-US"/>
              <a:t>-f</a:t>
            </a:r>
          </a:p>
          <a:p>
            <a:r>
              <a:rPr lang="en-US" altLang="zh-CN"/>
              <a:t>-l </a:t>
            </a:r>
            <a:r>
              <a:rPr lang="zh-CN" altLang="en-US"/>
              <a:t>：表示指定</a:t>
            </a:r>
            <a:r>
              <a:rPr lang="en-US" altLang="zh-CN"/>
              <a:t>ping</a:t>
            </a:r>
            <a:r>
              <a:rPr lang="zh-CN" altLang="en-US"/>
              <a:t>命令发送的字节是</a:t>
            </a:r>
            <a:r>
              <a:rPr lang="en-US" altLang="zh-CN"/>
              <a:t>3500</a:t>
            </a:r>
            <a:r>
              <a:rPr lang="zh-CN" altLang="en-US"/>
              <a:t>，可以自行设置</a:t>
            </a:r>
          </a:p>
          <a:p>
            <a:r>
              <a:rPr lang="en-US" altLang="zh-CN"/>
              <a:t>-f</a:t>
            </a:r>
            <a:r>
              <a:rPr lang="zh-CN" altLang="en-US"/>
              <a:t>：表示，不允许分片</a:t>
            </a:r>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https://baike.baidu.com/item/%E8%99%9A%E6%8B%9F%E4%B8%93%E7%94%A8%E7%BD%91%E7%BB%9C/8747869?fr=ge_ala</a:t>
            </a:r>
          </a:p>
          <a:p>
            <a:r>
              <a:rPr lang="zh-CN"/>
              <a:t>利用公共网络，将属于同一安全域的站点，通过隧道技术等手段，并采用加密、认证、访问控制等综合安全机制，构建安全、独占、自治的虚拟网络</a:t>
            </a:r>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R1</a:t>
            </a:r>
            <a:r>
              <a:rPr lang="zh-CN" altLang="en-US"/>
              <a:t>和</a:t>
            </a:r>
            <a:r>
              <a:rPr lang="en-US" altLang="zh-CN"/>
              <a:t>R2</a:t>
            </a:r>
            <a:r>
              <a:rPr lang="zh-CN" altLang="en-US"/>
              <a:t>都是</a:t>
            </a:r>
            <a:r>
              <a:rPr lang="en-US" altLang="zh-CN"/>
              <a:t>VPN</a:t>
            </a:r>
            <a:r>
              <a:rPr lang="zh-CN" altLang="en-US"/>
              <a:t>网关：主要负责数据的封装和解封装</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站点到站点主要用于公司重要站点之间的连接，比如公司在其他地方设有分部，那这些分公司的员工当然也是要访问到公司总部的内部系统了，站点到站点的VPN技术对于终端用户而言是透明的，即分公司是感觉不到VPN技术的存在，因为这种方式是通过各站点的VPN设备已经建立好了连接，所以会觉得相互之间访问的站点就是位于在同一个内网中。站点到站点VPN连接技术只能满足公司站点之间的连接，也就是说用户必须要在公司内部才能使用这种技术来连接其他站点了</a:t>
            </a:r>
          </a:p>
          <a:p>
            <a:endParaRPr lang="zh-CN" altLang="en-US"/>
          </a:p>
          <a:p>
            <a:r>
              <a:rPr lang="zh-CN" altLang="en-US"/>
              <a:t>如果用户出差在外，站点到站点VPN连接技术就不适用了。在这种场合下，需要用到远程访问VPN连接技术了。远程访问VPN一般需要预先在客户计算机上安装VPN客户端，客户端依据具体采用的实现技术而有所不同，最方便的方式是可以通过IE浏览器输入VPN账号密码拨号到公司VPN网关设备。如果拨号成功，客户就像通过一根网线虚拟地连接到公司VPN网关，然后获取一个ip地址来访问公司的内部服务器了</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NAT</a:t>
            </a:r>
            <a:r>
              <a:rPr lang="zh-CN" altLang="en-US"/>
              <a:t>转换表</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中央处理器：负责处理</a:t>
            </a:r>
            <a:r>
              <a:rPr lang="en-US" altLang="zh-CN"/>
              <a:t>IP</a:t>
            </a:r>
            <a:r>
              <a:rPr lang="zh-CN" altLang="en-US"/>
              <a:t>数据报、运行路由协议和管理路由表</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网桥只能同一类网络的连接，隔离碰撞域，不能隔离广播域</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标题幻灯片">
    <p:spTree>
      <p:nvGrpSpPr>
        <p:cNvPr id="1" name=""/>
        <p:cNvGrpSpPr/>
        <p:nvPr/>
      </p:nvGrpSpPr>
      <p:grpSpPr>
        <a:xfrm>
          <a:off x="0" y="0"/>
          <a:ext cx="0" cy="0"/>
          <a:chOff x="0" y="0"/>
          <a:chExt cx="0" cy="0"/>
        </a:xfrm>
      </p:grpSpPr>
      <p:pic>
        <p:nvPicPr>
          <p:cNvPr id="15" name="Picture 4" descr="WorldNetwork"/>
          <p:cNvPicPr>
            <a:picLocks noChangeAspect="1" noChangeArrowheads="1"/>
          </p:cNvPicPr>
          <p:nvPr/>
        </p:nvPicPr>
        <p:blipFill rotWithShape="1">
          <a:blip r:embed="rId2">
            <a:extLst>
              <a:ext uri="{28A0092B-C50C-407E-A947-70E740481C1C}">
                <a14:useLocalDpi xmlns:a14="http://schemas.microsoft.com/office/drawing/2010/main" val="0"/>
              </a:ext>
            </a:extLst>
          </a:blip>
          <a:srcRect b="17458"/>
          <a:stretch>
            <a:fillRect/>
          </a:stretch>
        </p:blipFill>
        <p:spPr bwMode="auto">
          <a:xfrm>
            <a:off x="288171" y="174584"/>
            <a:ext cx="11599030" cy="4339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 name="组合 15"/>
          <p:cNvGrpSpPr/>
          <p:nvPr/>
        </p:nvGrpSpPr>
        <p:grpSpPr>
          <a:xfrm>
            <a:off x="1976959" y="1474345"/>
            <a:ext cx="565200" cy="563259"/>
            <a:chOff x="1519237" y="1651743"/>
            <a:chExt cx="447675" cy="447675"/>
          </a:xfrm>
        </p:grpSpPr>
        <p:sp>
          <p:nvSpPr>
            <p:cNvPr id="17" name="椭圆 16"/>
            <p:cNvSpPr/>
            <p:nvPr/>
          </p:nvSpPr>
          <p:spPr>
            <a:xfrm>
              <a:off x="1519237" y="1651743"/>
              <a:ext cx="447675" cy="447675"/>
            </a:xfrm>
            <a:prstGeom prst="ellipse">
              <a:avLst/>
            </a:prstGeom>
            <a:solidFill>
              <a:schemeClr val="accent1">
                <a:lumMod val="50000"/>
              </a:schemeClr>
            </a:solidFill>
            <a:ln w="19050">
              <a:solidFill>
                <a:srgbClr val="F9F9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8" name="KSO_Shape"/>
            <p:cNvSpPr/>
            <p:nvPr/>
          </p:nvSpPr>
          <p:spPr bwMode="auto">
            <a:xfrm>
              <a:off x="1621221" y="1704975"/>
              <a:ext cx="247650" cy="313481"/>
            </a:xfrm>
            <a:custGeom>
              <a:avLst/>
              <a:gdLst>
                <a:gd name="T0" fmla="*/ 508479 w 1679575"/>
                <a:gd name="T1" fmla="*/ 933537 h 2125662"/>
                <a:gd name="T2" fmla="*/ 645344 w 1679575"/>
                <a:gd name="T3" fmla="*/ 1004349 h 2125662"/>
                <a:gd name="T4" fmla="*/ 637947 w 1679575"/>
                <a:gd name="T5" fmla="*/ 1045870 h 2125662"/>
                <a:gd name="T6" fmla="*/ 629410 w 1679575"/>
                <a:gd name="T7" fmla="*/ 1095637 h 2125662"/>
                <a:gd name="T8" fmla="*/ 645913 w 1679575"/>
                <a:gd name="T9" fmla="*/ 1148533 h 2125662"/>
                <a:gd name="T10" fmla="*/ 923628 w 1679575"/>
                <a:gd name="T11" fmla="*/ 1679766 h 2125662"/>
                <a:gd name="T12" fmla="*/ 886068 w 1679575"/>
                <a:gd name="T13" fmla="*/ 1137442 h 2125662"/>
                <a:gd name="T14" fmla="*/ 896597 w 1679575"/>
                <a:gd name="T15" fmla="*/ 1083408 h 2125662"/>
                <a:gd name="T16" fmla="*/ 885214 w 1679575"/>
                <a:gd name="T17" fmla="*/ 1039044 h 2125662"/>
                <a:gd name="T18" fmla="*/ 917083 w 1679575"/>
                <a:gd name="T19" fmla="*/ 999799 h 2125662"/>
                <a:gd name="T20" fmla="*/ 1048543 w 1679575"/>
                <a:gd name="T21" fmla="*/ 927280 h 2125662"/>
                <a:gd name="T22" fmla="*/ 1168905 w 1679575"/>
                <a:gd name="T23" fmla="*/ 933822 h 2125662"/>
                <a:gd name="T24" fmla="*/ 1257397 w 1679575"/>
                <a:gd name="T25" fmla="*/ 1021128 h 2125662"/>
                <a:gd name="T26" fmla="*/ 1333655 w 1679575"/>
                <a:gd name="T27" fmla="*/ 1118957 h 2125662"/>
                <a:gd name="T28" fmla="*/ 1397392 w 1679575"/>
                <a:gd name="T29" fmla="*/ 1227592 h 2125662"/>
                <a:gd name="T30" fmla="*/ 1446903 w 1679575"/>
                <a:gd name="T31" fmla="*/ 1349025 h 2125662"/>
                <a:gd name="T32" fmla="*/ 1482186 w 1679575"/>
                <a:gd name="T33" fmla="*/ 1483540 h 2125662"/>
                <a:gd name="T34" fmla="*/ 1501820 w 1679575"/>
                <a:gd name="T35" fmla="*/ 1632274 h 2125662"/>
                <a:gd name="T36" fmla="*/ 1439790 w 1679575"/>
                <a:gd name="T37" fmla="*/ 1742331 h 2125662"/>
                <a:gd name="T38" fmla="*/ 1242601 w 1679575"/>
                <a:gd name="T39" fmla="*/ 1826794 h 2125662"/>
                <a:gd name="T40" fmla="*/ 1035738 w 1679575"/>
                <a:gd name="T41" fmla="*/ 1881112 h 2125662"/>
                <a:gd name="T42" fmla="*/ 822331 w 1679575"/>
                <a:gd name="T43" fmla="*/ 1904432 h 2125662"/>
                <a:gd name="T44" fmla="*/ 596403 w 1679575"/>
                <a:gd name="T45" fmla="*/ 1894194 h 2125662"/>
                <a:gd name="T46" fmla="*/ 373036 w 1679575"/>
                <a:gd name="T47" fmla="*/ 1847838 h 2125662"/>
                <a:gd name="T48" fmla="*/ 159344 w 1679575"/>
                <a:gd name="T49" fmla="*/ 1766788 h 2125662"/>
                <a:gd name="T50" fmla="*/ 0 w 1679575"/>
                <a:gd name="T51" fmla="*/ 1676354 h 2125662"/>
                <a:gd name="T52" fmla="*/ 15365 w 1679575"/>
                <a:gd name="T53" fmla="*/ 1518519 h 2125662"/>
                <a:gd name="T54" fmla="*/ 47234 w 1679575"/>
                <a:gd name="T55" fmla="*/ 1376611 h 2125662"/>
                <a:gd name="T56" fmla="*/ 94468 w 1679575"/>
                <a:gd name="T57" fmla="*/ 1249206 h 2125662"/>
                <a:gd name="T58" fmla="*/ 155930 w 1679575"/>
                <a:gd name="T59" fmla="*/ 1135735 h 2125662"/>
                <a:gd name="T60" fmla="*/ 230765 w 1679575"/>
                <a:gd name="T61" fmla="*/ 1035348 h 2125662"/>
                <a:gd name="T62" fmla="*/ 317835 w 1679575"/>
                <a:gd name="T63" fmla="*/ 946334 h 2125662"/>
                <a:gd name="T64" fmla="*/ 427669 w 1679575"/>
                <a:gd name="T65" fmla="*/ 860449 h 2125662"/>
                <a:gd name="T66" fmla="*/ 831848 w 1679575"/>
                <a:gd name="T67" fmla="*/ 5125 h 2125662"/>
                <a:gd name="T68" fmla="*/ 927152 w 1679575"/>
                <a:gd name="T69" fmla="*/ 31035 h 2125662"/>
                <a:gd name="T70" fmla="*/ 1013353 w 1679575"/>
                <a:gd name="T71" fmla="*/ 76590 h 2125662"/>
                <a:gd name="T72" fmla="*/ 1087035 w 1679575"/>
                <a:gd name="T73" fmla="*/ 138945 h 2125662"/>
                <a:gd name="T74" fmla="*/ 1145356 w 1679575"/>
                <a:gd name="T75" fmla="*/ 215250 h 2125662"/>
                <a:gd name="T76" fmla="*/ 1186607 w 1679575"/>
                <a:gd name="T77" fmla="*/ 303514 h 2125662"/>
                <a:gd name="T78" fmla="*/ 1207944 w 1679575"/>
                <a:gd name="T79" fmla="*/ 401174 h 2125662"/>
                <a:gd name="T80" fmla="*/ 1205383 w 1679575"/>
                <a:gd name="T81" fmla="*/ 513924 h 2125662"/>
                <a:gd name="T82" fmla="*/ 1172382 w 1679575"/>
                <a:gd name="T83" fmla="*/ 626673 h 2125662"/>
                <a:gd name="T84" fmla="*/ 1112924 w 1679575"/>
                <a:gd name="T85" fmla="*/ 725187 h 2125662"/>
                <a:gd name="T86" fmla="*/ 1030706 w 1679575"/>
                <a:gd name="T87" fmla="*/ 804625 h 2125662"/>
                <a:gd name="T88" fmla="*/ 915204 w 1679575"/>
                <a:gd name="T89" fmla="*/ 867264 h 2125662"/>
                <a:gd name="T90" fmla="*/ 837253 w 1679575"/>
                <a:gd name="T91" fmla="*/ 887764 h 2125662"/>
                <a:gd name="T92" fmla="*/ 753044 w 1679575"/>
                <a:gd name="T93" fmla="*/ 893458 h 2125662"/>
                <a:gd name="T94" fmla="*/ 658879 w 1679575"/>
                <a:gd name="T95" fmla="*/ 881215 h 2125662"/>
                <a:gd name="T96" fmla="*/ 572394 w 1679575"/>
                <a:gd name="T97" fmla="*/ 850180 h 2125662"/>
                <a:gd name="T98" fmla="*/ 494728 w 1679575"/>
                <a:gd name="T99" fmla="*/ 802917 h 2125662"/>
                <a:gd name="T100" fmla="*/ 424459 w 1679575"/>
                <a:gd name="T101" fmla="*/ 736576 h 2125662"/>
                <a:gd name="T102" fmla="*/ 366992 w 1679575"/>
                <a:gd name="T103" fmla="*/ 651159 h 2125662"/>
                <a:gd name="T104" fmla="*/ 330578 w 1679575"/>
                <a:gd name="T105" fmla="*/ 553500 h 2125662"/>
                <a:gd name="T106" fmla="*/ 317206 w 1679575"/>
                <a:gd name="T107" fmla="*/ 446729 h 2125662"/>
                <a:gd name="T108" fmla="*/ 328586 w 1679575"/>
                <a:gd name="T109" fmla="*/ 345653 h 2125662"/>
                <a:gd name="T110" fmla="*/ 361587 w 1679575"/>
                <a:gd name="T111" fmla="*/ 253403 h 2125662"/>
                <a:gd name="T112" fmla="*/ 412795 w 1679575"/>
                <a:gd name="T113" fmla="*/ 171118 h 2125662"/>
                <a:gd name="T114" fmla="*/ 479934 w 1679575"/>
                <a:gd name="T115" fmla="*/ 101931 h 2125662"/>
                <a:gd name="T116" fmla="*/ 560729 w 1679575"/>
                <a:gd name="T117" fmla="*/ 48972 h 2125662"/>
                <a:gd name="T118" fmla="*/ 652620 w 1679575"/>
                <a:gd name="T119" fmla="*/ 13952 h 2125662"/>
                <a:gd name="T120" fmla="*/ 752191 w 1679575"/>
                <a:gd name="T121" fmla="*/ 0 h 212566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679575" h="2125662">
                  <a:moveTo>
                    <a:pt x="481421" y="957262"/>
                  </a:moveTo>
                  <a:lnTo>
                    <a:pt x="484914" y="961070"/>
                  </a:lnTo>
                  <a:lnTo>
                    <a:pt x="490948" y="968686"/>
                  </a:lnTo>
                  <a:lnTo>
                    <a:pt x="497299" y="975667"/>
                  </a:lnTo>
                  <a:lnTo>
                    <a:pt x="510319" y="990264"/>
                  </a:lnTo>
                  <a:lnTo>
                    <a:pt x="523657" y="1003909"/>
                  </a:lnTo>
                  <a:lnTo>
                    <a:pt x="537947" y="1017237"/>
                  </a:lnTo>
                  <a:lnTo>
                    <a:pt x="552237" y="1029613"/>
                  </a:lnTo>
                  <a:lnTo>
                    <a:pt x="567480" y="1041671"/>
                  </a:lnTo>
                  <a:lnTo>
                    <a:pt x="583040" y="1053095"/>
                  </a:lnTo>
                  <a:lnTo>
                    <a:pt x="598601" y="1063884"/>
                  </a:lnTo>
                  <a:lnTo>
                    <a:pt x="615114" y="1074039"/>
                  </a:lnTo>
                  <a:lnTo>
                    <a:pt x="631627" y="1083558"/>
                  </a:lnTo>
                  <a:lnTo>
                    <a:pt x="649093" y="1092126"/>
                  </a:lnTo>
                  <a:lnTo>
                    <a:pt x="666241" y="1100377"/>
                  </a:lnTo>
                  <a:lnTo>
                    <a:pt x="684025" y="1107993"/>
                  </a:lnTo>
                  <a:lnTo>
                    <a:pt x="701808" y="1114657"/>
                  </a:lnTo>
                  <a:lnTo>
                    <a:pt x="720226" y="1120686"/>
                  </a:lnTo>
                  <a:lnTo>
                    <a:pt x="738645" y="1125763"/>
                  </a:lnTo>
                  <a:lnTo>
                    <a:pt x="734517" y="1130840"/>
                  </a:lnTo>
                  <a:lnTo>
                    <a:pt x="730706" y="1135283"/>
                  </a:lnTo>
                  <a:lnTo>
                    <a:pt x="727213" y="1140043"/>
                  </a:lnTo>
                  <a:lnTo>
                    <a:pt x="723402" y="1145437"/>
                  </a:lnTo>
                  <a:lnTo>
                    <a:pt x="720544" y="1150515"/>
                  </a:lnTo>
                  <a:lnTo>
                    <a:pt x="717368" y="1155909"/>
                  </a:lnTo>
                  <a:lnTo>
                    <a:pt x="714510" y="1161304"/>
                  </a:lnTo>
                  <a:lnTo>
                    <a:pt x="711970" y="1167016"/>
                  </a:lnTo>
                  <a:lnTo>
                    <a:pt x="710064" y="1172410"/>
                  </a:lnTo>
                  <a:lnTo>
                    <a:pt x="708159" y="1178439"/>
                  </a:lnTo>
                  <a:lnTo>
                    <a:pt x="706254" y="1184151"/>
                  </a:lnTo>
                  <a:lnTo>
                    <a:pt x="704983" y="1190498"/>
                  </a:lnTo>
                  <a:lnTo>
                    <a:pt x="704031" y="1196210"/>
                  </a:lnTo>
                  <a:lnTo>
                    <a:pt x="702761" y="1202556"/>
                  </a:lnTo>
                  <a:lnTo>
                    <a:pt x="702443" y="1208903"/>
                  </a:lnTo>
                  <a:lnTo>
                    <a:pt x="702125" y="1215249"/>
                  </a:lnTo>
                  <a:lnTo>
                    <a:pt x="702443" y="1222548"/>
                  </a:lnTo>
                  <a:lnTo>
                    <a:pt x="703078" y="1229529"/>
                  </a:lnTo>
                  <a:lnTo>
                    <a:pt x="704348" y="1236510"/>
                  </a:lnTo>
                  <a:lnTo>
                    <a:pt x="705619" y="1243174"/>
                  </a:lnTo>
                  <a:lnTo>
                    <a:pt x="707206" y="1249838"/>
                  </a:lnTo>
                  <a:lnTo>
                    <a:pt x="709112" y="1256819"/>
                  </a:lnTo>
                  <a:lnTo>
                    <a:pt x="711652" y="1263166"/>
                  </a:lnTo>
                  <a:lnTo>
                    <a:pt x="714193" y="1269512"/>
                  </a:lnTo>
                  <a:lnTo>
                    <a:pt x="717686" y="1275542"/>
                  </a:lnTo>
                  <a:lnTo>
                    <a:pt x="720861" y="1281571"/>
                  </a:lnTo>
                  <a:lnTo>
                    <a:pt x="724355" y="1287283"/>
                  </a:lnTo>
                  <a:lnTo>
                    <a:pt x="728483" y="1292995"/>
                  </a:lnTo>
                  <a:lnTo>
                    <a:pt x="732611" y="1298389"/>
                  </a:lnTo>
                  <a:lnTo>
                    <a:pt x="737057" y="1303784"/>
                  </a:lnTo>
                  <a:lnTo>
                    <a:pt x="742138" y="1308861"/>
                  </a:lnTo>
                  <a:lnTo>
                    <a:pt x="746901" y="1313304"/>
                  </a:lnTo>
                  <a:lnTo>
                    <a:pt x="672275" y="1874339"/>
                  </a:lnTo>
                  <a:lnTo>
                    <a:pt x="854237" y="2050773"/>
                  </a:lnTo>
                  <a:lnTo>
                    <a:pt x="1030800" y="1874339"/>
                  </a:lnTo>
                  <a:lnTo>
                    <a:pt x="956173" y="1313304"/>
                  </a:lnTo>
                  <a:lnTo>
                    <a:pt x="961572" y="1308544"/>
                  </a:lnTo>
                  <a:lnTo>
                    <a:pt x="966018" y="1303466"/>
                  </a:lnTo>
                  <a:lnTo>
                    <a:pt x="970781" y="1298072"/>
                  </a:lnTo>
                  <a:lnTo>
                    <a:pt x="974910" y="1292995"/>
                  </a:lnTo>
                  <a:lnTo>
                    <a:pt x="978720" y="1286965"/>
                  </a:lnTo>
                  <a:lnTo>
                    <a:pt x="982531" y="1281571"/>
                  </a:lnTo>
                  <a:lnTo>
                    <a:pt x="986024" y="1275224"/>
                  </a:lnTo>
                  <a:lnTo>
                    <a:pt x="988882" y="1269195"/>
                  </a:lnTo>
                  <a:lnTo>
                    <a:pt x="991423" y="1262849"/>
                  </a:lnTo>
                  <a:lnTo>
                    <a:pt x="994281" y="1256502"/>
                  </a:lnTo>
                  <a:lnTo>
                    <a:pt x="996186" y="1249838"/>
                  </a:lnTo>
                  <a:lnTo>
                    <a:pt x="997774" y="1243174"/>
                  </a:lnTo>
                  <a:lnTo>
                    <a:pt x="999044" y="1236510"/>
                  </a:lnTo>
                  <a:lnTo>
                    <a:pt x="999997" y="1229212"/>
                  </a:lnTo>
                  <a:lnTo>
                    <a:pt x="1000632" y="1222548"/>
                  </a:lnTo>
                  <a:lnTo>
                    <a:pt x="1000632" y="1215249"/>
                  </a:lnTo>
                  <a:lnTo>
                    <a:pt x="1000632" y="1208903"/>
                  </a:lnTo>
                  <a:lnTo>
                    <a:pt x="1000314" y="1203191"/>
                  </a:lnTo>
                  <a:lnTo>
                    <a:pt x="999679" y="1197479"/>
                  </a:lnTo>
                  <a:lnTo>
                    <a:pt x="998727" y="1191767"/>
                  </a:lnTo>
                  <a:lnTo>
                    <a:pt x="997456" y="1186055"/>
                  </a:lnTo>
                  <a:lnTo>
                    <a:pt x="996186" y="1180661"/>
                  </a:lnTo>
                  <a:lnTo>
                    <a:pt x="994598" y="1175266"/>
                  </a:lnTo>
                  <a:lnTo>
                    <a:pt x="992375" y="1169872"/>
                  </a:lnTo>
                  <a:lnTo>
                    <a:pt x="990152" y="1164794"/>
                  </a:lnTo>
                  <a:lnTo>
                    <a:pt x="987929" y="1159400"/>
                  </a:lnTo>
                  <a:lnTo>
                    <a:pt x="985389" y="1154640"/>
                  </a:lnTo>
                  <a:lnTo>
                    <a:pt x="982849" y="1149563"/>
                  </a:lnTo>
                  <a:lnTo>
                    <a:pt x="979355" y="1144803"/>
                  </a:lnTo>
                  <a:lnTo>
                    <a:pt x="976497" y="1139725"/>
                  </a:lnTo>
                  <a:lnTo>
                    <a:pt x="973004" y="1135283"/>
                  </a:lnTo>
                  <a:lnTo>
                    <a:pt x="969829" y="1130840"/>
                  </a:lnTo>
                  <a:lnTo>
                    <a:pt x="987612" y="1126398"/>
                  </a:lnTo>
                  <a:lnTo>
                    <a:pt x="1005713" y="1121320"/>
                  </a:lnTo>
                  <a:lnTo>
                    <a:pt x="1023496" y="1115609"/>
                  </a:lnTo>
                  <a:lnTo>
                    <a:pt x="1041280" y="1109262"/>
                  </a:lnTo>
                  <a:lnTo>
                    <a:pt x="1058428" y="1101963"/>
                  </a:lnTo>
                  <a:lnTo>
                    <a:pt x="1075576" y="1094665"/>
                  </a:lnTo>
                  <a:lnTo>
                    <a:pt x="1092089" y="1086097"/>
                  </a:lnTo>
                  <a:lnTo>
                    <a:pt x="1108602" y="1076895"/>
                  </a:lnTo>
                  <a:lnTo>
                    <a:pt x="1124480" y="1067375"/>
                  </a:lnTo>
                  <a:lnTo>
                    <a:pt x="1140041" y="1056903"/>
                  </a:lnTo>
                  <a:lnTo>
                    <a:pt x="1155601" y="1046114"/>
                  </a:lnTo>
                  <a:lnTo>
                    <a:pt x="1170209" y="1034690"/>
                  </a:lnTo>
                  <a:lnTo>
                    <a:pt x="1184817" y="1022632"/>
                  </a:lnTo>
                  <a:lnTo>
                    <a:pt x="1198472" y="1009938"/>
                  </a:lnTo>
                  <a:lnTo>
                    <a:pt x="1211809" y="996928"/>
                  </a:lnTo>
                  <a:lnTo>
                    <a:pt x="1225147" y="983283"/>
                  </a:lnTo>
                  <a:lnTo>
                    <a:pt x="1228640" y="979792"/>
                  </a:lnTo>
                  <a:lnTo>
                    <a:pt x="1232451" y="982966"/>
                  </a:lnTo>
                  <a:lnTo>
                    <a:pt x="1257220" y="1002005"/>
                  </a:lnTo>
                  <a:lnTo>
                    <a:pt x="1281037" y="1021680"/>
                  </a:lnTo>
                  <a:lnTo>
                    <a:pt x="1304537" y="1041989"/>
                  </a:lnTo>
                  <a:lnTo>
                    <a:pt x="1316604" y="1052143"/>
                  </a:lnTo>
                  <a:lnTo>
                    <a:pt x="1327719" y="1062615"/>
                  </a:lnTo>
                  <a:lnTo>
                    <a:pt x="1338833" y="1073404"/>
                  </a:lnTo>
                  <a:lnTo>
                    <a:pt x="1349948" y="1084193"/>
                  </a:lnTo>
                  <a:lnTo>
                    <a:pt x="1361062" y="1094982"/>
                  </a:lnTo>
                  <a:lnTo>
                    <a:pt x="1371860" y="1105771"/>
                  </a:lnTo>
                  <a:lnTo>
                    <a:pt x="1382339" y="1116561"/>
                  </a:lnTo>
                  <a:lnTo>
                    <a:pt x="1392818" y="1127984"/>
                  </a:lnTo>
                  <a:lnTo>
                    <a:pt x="1403298" y="1139408"/>
                  </a:lnTo>
                  <a:lnTo>
                    <a:pt x="1413460" y="1150832"/>
                  </a:lnTo>
                  <a:lnTo>
                    <a:pt x="1423304" y="1162573"/>
                  </a:lnTo>
                  <a:lnTo>
                    <a:pt x="1433149" y="1174314"/>
                  </a:lnTo>
                  <a:lnTo>
                    <a:pt x="1442675" y="1186373"/>
                  </a:lnTo>
                  <a:lnTo>
                    <a:pt x="1452202" y="1198748"/>
                  </a:lnTo>
                  <a:lnTo>
                    <a:pt x="1461411" y="1210807"/>
                  </a:lnTo>
                  <a:lnTo>
                    <a:pt x="1470621" y="1223183"/>
                  </a:lnTo>
                  <a:lnTo>
                    <a:pt x="1479830" y="1235876"/>
                  </a:lnTo>
                  <a:lnTo>
                    <a:pt x="1488404" y="1248569"/>
                  </a:lnTo>
                  <a:lnTo>
                    <a:pt x="1496978" y="1261262"/>
                  </a:lnTo>
                  <a:lnTo>
                    <a:pt x="1505552" y="1274272"/>
                  </a:lnTo>
                  <a:lnTo>
                    <a:pt x="1513809" y="1287600"/>
                  </a:lnTo>
                  <a:lnTo>
                    <a:pt x="1521748" y="1300611"/>
                  </a:lnTo>
                  <a:lnTo>
                    <a:pt x="1529687" y="1314573"/>
                  </a:lnTo>
                  <a:lnTo>
                    <a:pt x="1537308" y="1328218"/>
                  </a:lnTo>
                  <a:lnTo>
                    <a:pt x="1544930" y="1341863"/>
                  </a:lnTo>
                  <a:lnTo>
                    <a:pt x="1552234" y="1355826"/>
                  </a:lnTo>
                  <a:lnTo>
                    <a:pt x="1559537" y="1369788"/>
                  </a:lnTo>
                  <a:lnTo>
                    <a:pt x="1566206" y="1384385"/>
                  </a:lnTo>
                  <a:lnTo>
                    <a:pt x="1573193" y="1398982"/>
                  </a:lnTo>
                  <a:lnTo>
                    <a:pt x="1579544" y="1413579"/>
                  </a:lnTo>
                  <a:lnTo>
                    <a:pt x="1586213" y="1428176"/>
                  </a:lnTo>
                  <a:lnTo>
                    <a:pt x="1592246" y="1443725"/>
                  </a:lnTo>
                  <a:lnTo>
                    <a:pt x="1598280" y="1458640"/>
                  </a:lnTo>
                  <a:lnTo>
                    <a:pt x="1603996" y="1473871"/>
                  </a:lnTo>
                  <a:lnTo>
                    <a:pt x="1609712" y="1489738"/>
                  </a:lnTo>
                  <a:lnTo>
                    <a:pt x="1614793" y="1505287"/>
                  </a:lnTo>
                  <a:lnTo>
                    <a:pt x="1620191" y="1521153"/>
                  </a:lnTo>
                  <a:lnTo>
                    <a:pt x="1624955" y="1537337"/>
                  </a:lnTo>
                  <a:lnTo>
                    <a:pt x="1630036" y="1553521"/>
                  </a:lnTo>
                  <a:lnTo>
                    <a:pt x="1634482" y="1570339"/>
                  </a:lnTo>
                  <a:lnTo>
                    <a:pt x="1638610" y="1586840"/>
                  </a:lnTo>
                  <a:lnTo>
                    <a:pt x="1643056" y="1603976"/>
                  </a:lnTo>
                  <a:lnTo>
                    <a:pt x="1646867" y="1620794"/>
                  </a:lnTo>
                  <a:lnTo>
                    <a:pt x="1650677" y="1637930"/>
                  </a:lnTo>
                  <a:lnTo>
                    <a:pt x="1654170" y="1655383"/>
                  </a:lnTo>
                  <a:lnTo>
                    <a:pt x="1657664" y="1673153"/>
                  </a:lnTo>
                  <a:lnTo>
                    <a:pt x="1660522" y="1690923"/>
                  </a:lnTo>
                  <a:lnTo>
                    <a:pt x="1663697" y="1709011"/>
                  </a:lnTo>
                  <a:lnTo>
                    <a:pt x="1666238" y="1727099"/>
                  </a:lnTo>
                  <a:lnTo>
                    <a:pt x="1668461" y="1745821"/>
                  </a:lnTo>
                  <a:lnTo>
                    <a:pt x="1670684" y="1764226"/>
                  </a:lnTo>
                  <a:lnTo>
                    <a:pt x="1672589" y="1783266"/>
                  </a:lnTo>
                  <a:lnTo>
                    <a:pt x="1674177" y="1802305"/>
                  </a:lnTo>
                  <a:lnTo>
                    <a:pt x="1676082" y="1821345"/>
                  </a:lnTo>
                  <a:lnTo>
                    <a:pt x="1677352" y="1841019"/>
                  </a:lnTo>
                  <a:lnTo>
                    <a:pt x="1678305" y="1860694"/>
                  </a:lnTo>
                  <a:lnTo>
                    <a:pt x="1679258" y="1880368"/>
                  </a:lnTo>
                  <a:lnTo>
                    <a:pt x="1679575" y="1900677"/>
                  </a:lnTo>
                  <a:lnTo>
                    <a:pt x="1679575" y="1903850"/>
                  </a:lnTo>
                  <a:lnTo>
                    <a:pt x="1677035" y="1905437"/>
                  </a:lnTo>
                  <a:lnTo>
                    <a:pt x="1653853" y="1918765"/>
                  </a:lnTo>
                  <a:lnTo>
                    <a:pt x="1630353" y="1931775"/>
                  </a:lnTo>
                  <a:lnTo>
                    <a:pt x="1606854" y="1944151"/>
                  </a:lnTo>
                  <a:lnTo>
                    <a:pt x="1583037" y="1956209"/>
                  </a:lnTo>
                  <a:lnTo>
                    <a:pt x="1558902" y="1967950"/>
                  </a:lnTo>
                  <a:lnTo>
                    <a:pt x="1534768" y="1979374"/>
                  </a:lnTo>
                  <a:lnTo>
                    <a:pt x="1510316" y="1990163"/>
                  </a:lnTo>
                  <a:lnTo>
                    <a:pt x="1485864" y="2000635"/>
                  </a:lnTo>
                  <a:lnTo>
                    <a:pt x="1461411" y="2010790"/>
                  </a:lnTo>
                  <a:lnTo>
                    <a:pt x="1436642" y="2020627"/>
                  </a:lnTo>
                  <a:lnTo>
                    <a:pt x="1411872" y="2029512"/>
                  </a:lnTo>
                  <a:lnTo>
                    <a:pt x="1386785" y="2038397"/>
                  </a:lnTo>
                  <a:lnTo>
                    <a:pt x="1361380" y="2046965"/>
                  </a:lnTo>
                  <a:lnTo>
                    <a:pt x="1335975" y="2054581"/>
                  </a:lnTo>
                  <a:lnTo>
                    <a:pt x="1310570" y="2062514"/>
                  </a:lnTo>
                  <a:lnTo>
                    <a:pt x="1285166" y="2069495"/>
                  </a:lnTo>
                  <a:lnTo>
                    <a:pt x="1259443" y="2076159"/>
                  </a:lnTo>
                  <a:lnTo>
                    <a:pt x="1233403" y="2082506"/>
                  </a:lnTo>
                  <a:lnTo>
                    <a:pt x="1207681" y="2088535"/>
                  </a:lnTo>
                  <a:lnTo>
                    <a:pt x="1181959" y="2093929"/>
                  </a:lnTo>
                  <a:lnTo>
                    <a:pt x="1155919" y="2099007"/>
                  </a:lnTo>
                  <a:lnTo>
                    <a:pt x="1129561" y="2103767"/>
                  </a:lnTo>
                  <a:lnTo>
                    <a:pt x="1103204" y="2107892"/>
                  </a:lnTo>
                  <a:lnTo>
                    <a:pt x="1077164" y="2111382"/>
                  </a:lnTo>
                  <a:lnTo>
                    <a:pt x="1050806" y="2114873"/>
                  </a:lnTo>
                  <a:lnTo>
                    <a:pt x="1024131" y="2117729"/>
                  </a:lnTo>
                  <a:lnTo>
                    <a:pt x="997774" y="2119950"/>
                  </a:lnTo>
                  <a:lnTo>
                    <a:pt x="971099" y="2121854"/>
                  </a:lnTo>
                  <a:lnTo>
                    <a:pt x="944424" y="2123441"/>
                  </a:lnTo>
                  <a:lnTo>
                    <a:pt x="917749" y="2125028"/>
                  </a:lnTo>
                  <a:lnTo>
                    <a:pt x="891074" y="2125662"/>
                  </a:lnTo>
                  <a:lnTo>
                    <a:pt x="864399" y="2125662"/>
                  </a:lnTo>
                  <a:lnTo>
                    <a:pt x="835818" y="2125662"/>
                  </a:lnTo>
                  <a:lnTo>
                    <a:pt x="807238" y="2124710"/>
                  </a:lnTo>
                  <a:lnTo>
                    <a:pt x="778657" y="2123124"/>
                  </a:lnTo>
                  <a:lnTo>
                    <a:pt x="750395" y="2121537"/>
                  </a:lnTo>
                  <a:lnTo>
                    <a:pt x="722132" y="2119316"/>
                  </a:lnTo>
                  <a:lnTo>
                    <a:pt x="693869" y="2116777"/>
                  </a:lnTo>
                  <a:lnTo>
                    <a:pt x="665606" y="2113604"/>
                  </a:lnTo>
                  <a:lnTo>
                    <a:pt x="637661" y="2109478"/>
                  </a:lnTo>
                  <a:lnTo>
                    <a:pt x="609398" y="2105353"/>
                  </a:lnTo>
                  <a:lnTo>
                    <a:pt x="581453" y="2100593"/>
                  </a:lnTo>
                  <a:lnTo>
                    <a:pt x="553825" y="2095199"/>
                  </a:lnTo>
                  <a:lnTo>
                    <a:pt x="525880" y="2089487"/>
                  </a:lnTo>
                  <a:lnTo>
                    <a:pt x="498252" y="2083458"/>
                  </a:lnTo>
                  <a:lnTo>
                    <a:pt x="470624" y="2076476"/>
                  </a:lnTo>
                  <a:lnTo>
                    <a:pt x="443314" y="2069495"/>
                  </a:lnTo>
                  <a:lnTo>
                    <a:pt x="416321" y="2061879"/>
                  </a:lnTo>
                  <a:lnTo>
                    <a:pt x="389011" y="2053629"/>
                  </a:lnTo>
                  <a:lnTo>
                    <a:pt x="362019" y="2045378"/>
                  </a:lnTo>
                  <a:lnTo>
                    <a:pt x="335343" y="2036176"/>
                  </a:lnTo>
                  <a:lnTo>
                    <a:pt x="308668" y="2026656"/>
                  </a:lnTo>
                  <a:lnTo>
                    <a:pt x="282311" y="2016502"/>
                  </a:lnTo>
                  <a:lnTo>
                    <a:pt x="255953" y="2006030"/>
                  </a:lnTo>
                  <a:lnTo>
                    <a:pt x="229913" y="1994923"/>
                  </a:lnTo>
                  <a:lnTo>
                    <a:pt x="203556" y="1983499"/>
                  </a:lnTo>
                  <a:lnTo>
                    <a:pt x="177833" y="1971441"/>
                  </a:lnTo>
                  <a:lnTo>
                    <a:pt x="152429" y="1959065"/>
                  </a:lnTo>
                  <a:lnTo>
                    <a:pt x="127024" y="1946372"/>
                  </a:lnTo>
                  <a:lnTo>
                    <a:pt x="101619" y="1933044"/>
                  </a:lnTo>
                  <a:lnTo>
                    <a:pt x="76532" y="1919399"/>
                  </a:lnTo>
                  <a:lnTo>
                    <a:pt x="51762" y="1905437"/>
                  </a:lnTo>
                  <a:lnTo>
                    <a:pt x="27310" y="1890523"/>
                  </a:lnTo>
                  <a:lnTo>
                    <a:pt x="2858" y="1875291"/>
                  </a:lnTo>
                  <a:lnTo>
                    <a:pt x="0" y="1888301"/>
                  </a:lnTo>
                  <a:lnTo>
                    <a:pt x="0" y="1870531"/>
                  </a:lnTo>
                  <a:lnTo>
                    <a:pt x="952" y="1850222"/>
                  </a:lnTo>
                  <a:lnTo>
                    <a:pt x="2223" y="1829913"/>
                  </a:lnTo>
                  <a:lnTo>
                    <a:pt x="3493" y="1809604"/>
                  </a:lnTo>
                  <a:lnTo>
                    <a:pt x="5398" y="1790247"/>
                  </a:lnTo>
                  <a:lnTo>
                    <a:pt x="6986" y="1770573"/>
                  </a:lnTo>
                  <a:lnTo>
                    <a:pt x="9209" y="1750898"/>
                  </a:lnTo>
                  <a:lnTo>
                    <a:pt x="11749" y="1732176"/>
                  </a:lnTo>
                  <a:lnTo>
                    <a:pt x="14290" y="1713136"/>
                  </a:lnTo>
                  <a:lnTo>
                    <a:pt x="17148" y="1694414"/>
                  </a:lnTo>
                  <a:lnTo>
                    <a:pt x="20006" y="1676009"/>
                  </a:lnTo>
                  <a:lnTo>
                    <a:pt x="23499" y="1657604"/>
                  </a:lnTo>
                  <a:lnTo>
                    <a:pt x="26992" y="1639834"/>
                  </a:lnTo>
                  <a:lnTo>
                    <a:pt x="30486" y="1621746"/>
                  </a:lnTo>
                  <a:lnTo>
                    <a:pt x="34931" y="1604293"/>
                  </a:lnTo>
                  <a:lnTo>
                    <a:pt x="38742" y="1586840"/>
                  </a:lnTo>
                  <a:lnTo>
                    <a:pt x="43188" y="1569704"/>
                  </a:lnTo>
                  <a:lnTo>
                    <a:pt x="47951" y="1552569"/>
                  </a:lnTo>
                  <a:lnTo>
                    <a:pt x="52715" y="1536068"/>
                  </a:lnTo>
                  <a:lnTo>
                    <a:pt x="57796" y="1519249"/>
                  </a:lnTo>
                  <a:lnTo>
                    <a:pt x="62877" y="1503066"/>
                  </a:lnTo>
                  <a:lnTo>
                    <a:pt x="68593" y="1486564"/>
                  </a:lnTo>
                  <a:lnTo>
                    <a:pt x="73991" y="1470698"/>
                  </a:lnTo>
                  <a:lnTo>
                    <a:pt x="80025" y="1455149"/>
                  </a:lnTo>
                  <a:lnTo>
                    <a:pt x="86059" y="1439283"/>
                  </a:lnTo>
                  <a:lnTo>
                    <a:pt x="92410" y="1424051"/>
                  </a:lnTo>
                  <a:lnTo>
                    <a:pt x="98761" y="1409137"/>
                  </a:lnTo>
                  <a:lnTo>
                    <a:pt x="105430" y="1393905"/>
                  </a:lnTo>
                  <a:lnTo>
                    <a:pt x="112098" y="1378990"/>
                  </a:lnTo>
                  <a:lnTo>
                    <a:pt x="119402" y="1364393"/>
                  </a:lnTo>
                  <a:lnTo>
                    <a:pt x="126706" y="1350114"/>
                  </a:lnTo>
                  <a:lnTo>
                    <a:pt x="134010" y="1335834"/>
                  </a:lnTo>
                  <a:lnTo>
                    <a:pt x="141632" y="1321871"/>
                  </a:lnTo>
                  <a:lnTo>
                    <a:pt x="149571" y="1307909"/>
                  </a:lnTo>
                  <a:lnTo>
                    <a:pt x="157510" y="1294264"/>
                  </a:lnTo>
                  <a:lnTo>
                    <a:pt x="165766" y="1280936"/>
                  </a:lnTo>
                  <a:lnTo>
                    <a:pt x="174023" y="1267291"/>
                  </a:lnTo>
                  <a:lnTo>
                    <a:pt x="182597" y="1253963"/>
                  </a:lnTo>
                  <a:lnTo>
                    <a:pt x="191171" y="1241270"/>
                  </a:lnTo>
                  <a:lnTo>
                    <a:pt x="200380" y="1228260"/>
                  </a:lnTo>
                  <a:lnTo>
                    <a:pt x="209589" y="1215884"/>
                  </a:lnTo>
                  <a:lnTo>
                    <a:pt x="218799" y="1203191"/>
                  </a:lnTo>
                  <a:lnTo>
                    <a:pt x="228008" y="1191133"/>
                  </a:lnTo>
                  <a:lnTo>
                    <a:pt x="237852" y="1178757"/>
                  </a:lnTo>
                  <a:lnTo>
                    <a:pt x="247697" y="1167016"/>
                  </a:lnTo>
                  <a:lnTo>
                    <a:pt x="257541" y="1155275"/>
                  </a:lnTo>
                  <a:lnTo>
                    <a:pt x="267703" y="1143533"/>
                  </a:lnTo>
                  <a:lnTo>
                    <a:pt x="278182" y="1132110"/>
                  </a:lnTo>
                  <a:lnTo>
                    <a:pt x="288662" y="1120686"/>
                  </a:lnTo>
                  <a:lnTo>
                    <a:pt x="298824" y="1109579"/>
                  </a:lnTo>
                  <a:lnTo>
                    <a:pt x="309938" y="1098473"/>
                  </a:lnTo>
                  <a:lnTo>
                    <a:pt x="320735" y="1087684"/>
                  </a:lnTo>
                  <a:lnTo>
                    <a:pt x="331850" y="1076895"/>
                  </a:lnTo>
                  <a:lnTo>
                    <a:pt x="343282" y="1066423"/>
                  </a:lnTo>
                  <a:lnTo>
                    <a:pt x="354715" y="1055951"/>
                  </a:lnTo>
                  <a:lnTo>
                    <a:pt x="366147" y="1045797"/>
                  </a:lnTo>
                  <a:lnTo>
                    <a:pt x="377897" y="1035642"/>
                  </a:lnTo>
                  <a:lnTo>
                    <a:pt x="389964" y="1025805"/>
                  </a:lnTo>
                  <a:lnTo>
                    <a:pt x="401714" y="1015968"/>
                  </a:lnTo>
                  <a:lnTo>
                    <a:pt x="414099" y="1006448"/>
                  </a:lnTo>
                  <a:lnTo>
                    <a:pt x="426801" y="996928"/>
                  </a:lnTo>
                  <a:lnTo>
                    <a:pt x="439186" y="987408"/>
                  </a:lnTo>
                  <a:lnTo>
                    <a:pt x="451571" y="977888"/>
                  </a:lnTo>
                  <a:lnTo>
                    <a:pt x="477293" y="960118"/>
                  </a:lnTo>
                  <a:lnTo>
                    <a:pt x="481421" y="957262"/>
                  </a:lnTo>
                  <a:close/>
                  <a:moveTo>
                    <a:pt x="839471" y="0"/>
                  </a:moveTo>
                  <a:lnTo>
                    <a:pt x="852171" y="0"/>
                  </a:lnTo>
                  <a:lnTo>
                    <a:pt x="865506" y="0"/>
                  </a:lnTo>
                  <a:lnTo>
                    <a:pt x="878206" y="636"/>
                  </a:lnTo>
                  <a:lnTo>
                    <a:pt x="890906" y="1271"/>
                  </a:lnTo>
                  <a:lnTo>
                    <a:pt x="903288" y="2542"/>
                  </a:lnTo>
                  <a:lnTo>
                    <a:pt x="915988" y="3813"/>
                  </a:lnTo>
                  <a:lnTo>
                    <a:pt x="928371" y="5719"/>
                  </a:lnTo>
                  <a:lnTo>
                    <a:pt x="940436" y="7943"/>
                  </a:lnTo>
                  <a:lnTo>
                    <a:pt x="952818" y="10167"/>
                  </a:lnTo>
                  <a:lnTo>
                    <a:pt x="964883" y="12708"/>
                  </a:lnTo>
                  <a:lnTo>
                    <a:pt x="976631" y="15568"/>
                  </a:lnTo>
                  <a:lnTo>
                    <a:pt x="988696" y="19062"/>
                  </a:lnTo>
                  <a:lnTo>
                    <a:pt x="1000443" y="22239"/>
                  </a:lnTo>
                  <a:lnTo>
                    <a:pt x="1011873" y="26052"/>
                  </a:lnTo>
                  <a:lnTo>
                    <a:pt x="1023621" y="30182"/>
                  </a:lnTo>
                  <a:lnTo>
                    <a:pt x="1034733" y="34630"/>
                  </a:lnTo>
                  <a:lnTo>
                    <a:pt x="1046163" y="39395"/>
                  </a:lnTo>
                  <a:lnTo>
                    <a:pt x="1057276" y="44161"/>
                  </a:lnTo>
                  <a:lnTo>
                    <a:pt x="1068388" y="48926"/>
                  </a:lnTo>
                  <a:lnTo>
                    <a:pt x="1079183" y="54645"/>
                  </a:lnTo>
                  <a:lnTo>
                    <a:pt x="1089661" y="60046"/>
                  </a:lnTo>
                  <a:lnTo>
                    <a:pt x="1100456" y="66082"/>
                  </a:lnTo>
                  <a:lnTo>
                    <a:pt x="1110616" y="72119"/>
                  </a:lnTo>
                  <a:lnTo>
                    <a:pt x="1120776" y="78790"/>
                  </a:lnTo>
                  <a:lnTo>
                    <a:pt x="1130936" y="85462"/>
                  </a:lnTo>
                  <a:lnTo>
                    <a:pt x="1140461" y="92134"/>
                  </a:lnTo>
                  <a:lnTo>
                    <a:pt x="1150303" y="99123"/>
                  </a:lnTo>
                  <a:lnTo>
                    <a:pt x="1159828" y="106430"/>
                  </a:lnTo>
                  <a:lnTo>
                    <a:pt x="1169353" y="114055"/>
                  </a:lnTo>
                  <a:lnTo>
                    <a:pt x="1178561" y="121680"/>
                  </a:lnTo>
                  <a:lnTo>
                    <a:pt x="1187133" y="129623"/>
                  </a:lnTo>
                  <a:lnTo>
                    <a:pt x="1196023" y="137883"/>
                  </a:lnTo>
                  <a:lnTo>
                    <a:pt x="1204596" y="146143"/>
                  </a:lnTo>
                  <a:lnTo>
                    <a:pt x="1213168" y="155039"/>
                  </a:lnTo>
                  <a:lnTo>
                    <a:pt x="1221106" y="163299"/>
                  </a:lnTo>
                  <a:lnTo>
                    <a:pt x="1229043" y="172513"/>
                  </a:lnTo>
                  <a:lnTo>
                    <a:pt x="1236981" y="181726"/>
                  </a:lnTo>
                  <a:lnTo>
                    <a:pt x="1244283" y="190939"/>
                  </a:lnTo>
                  <a:lnTo>
                    <a:pt x="1251586" y="200153"/>
                  </a:lnTo>
                  <a:lnTo>
                    <a:pt x="1258888" y="210001"/>
                  </a:lnTo>
                  <a:lnTo>
                    <a:pt x="1265556" y="219850"/>
                  </a:lnTo>
                  <a:lnTo>
                    <a:pt x="1272223" y="230017"/>
                  </a:lnTo>
                  <a:lnTo>
                    <a:pt x="1278256" y="240183"/>
                  </a:lnTo>
                  <a:lnTo>
                    <a:pt x="1284606" y="250667"/>
                  </a:lnTo>
                  <a:lnTo>
                    <a:pt x="1290321" y="261151"/>
                  </a:lnTo>
                  <a:lnTo>
                    <a:pt x="1296353" y="271953"/>
                  </a:lnTo>
                  <a:lnTo>
                    <a:pt x="1301433" y="282755"/>
                  </a:lnTo>
                  <a:lnTo>
                    <a:pt x="1306831" y="293239"/>
                  </a:lnTo>
                  <a:lnTo>
                    <a:pt x="1311593" y="304359"/>
                  </a:lnTo>
                  <a:lnTo>
                    <a:pt x="1316356" y="315796"/>
                  </a:lnTo>
                  <a:lnTo>
                    <a:pt x="1320483" y="327234"/>
                  </a:lnTo>
                  <a:lnTo>
                    <a:pt x="1324293" y="338671"/>
                  </a:lnTo>
                  <a:lnTo>
                    <a:pt x="1328421" y="350426"/>
                  </a:lnTo>
                  <a:lnTo>
                    <a:pt x="1331913" y="362181"/>
                  </a:lnTo>
                  <a:lnTo>
                    <a:pt x="1335088" y="373936"/>
                  </a:lnTo>
                  <a:lnTo>
                    <a:pt x="1337946" y="386009"/>
                  </a:lnTo>
                  <a:lnTo>
                    <a:pt x="1340803" y="398081"/>
                  </a:lnTo>
                  <a:lnTo>
                    <a:pt x="1343026" y="410472"/>
                  </a:lnTo>
                  <a:lnTo>
                    <a:pt x="1344931" y="422862"/>
                  </a:lnTo>
                  <a:lnTo>
                    <a:pt x="1346518" y="435252"/>
                  </a:lnTo>
                  <a:lnTo>
                    <a:pt x="1348106" y="447643"/>
                  </a:lnTo>
                  <a:lnTo>
                    <a:pt x="1349058" y="460033"/>
                  </a:lnTo>
                  <a:lnTo>
                    <a:pt x="1350011" y="472741"/>
                  </a:lnTo>
                  <a:lnTo>
                    <a:pt x="1350646" y="485449"/>
                  </a:lnTo>
                  <a:lnTo>
                    <a:pt x="1350963" y="498475"/>
                  </a:lnTo>
                  <a:lnTo>
                    <a:pt x="1350646" y="513407"/>
                  </a:lnTo>
                  <a:lnTo>
                    <a:pt x="1349693" y="528975"/>
                  </a:lnTo>
                  <a:lnTo>
                    <a:pt x="1348423" y="543907"/>
                  </a:lnTo>
                  <a:lnTo>
                    <a:pt x="1347153" y="558521"/>
                  </a:lnTo>
                  <a:lnTo>
                    <a:pt x="1345248" y="573453"/>
                  </a:lnTo>
                  <a:lnTo>
                    <a:pt x="1342708" y="588067"/>
                  </a:lnTo>
                  <a:lnTo>
                    <a:pt x="1339851" y="602682"/>
                  </a:lnTo>
                  <a:lnTo>
                    <a:pt x="1336358" y="616660"/>
                  </a:lnTo>
                  <a:lnTo>
                    <a:pt x="1332866" y="631275"/>
                  </a:lnTo>
                  <a:lnTo>
                    <a:pt x="1328738" y="645254"/>
                  </a:lnTo>
                  <a:lnTo>
                    <a:pt x="1324293" y="658915"/>
                  </a:lnTo>
                  <a:lnTo>
                    <a:pt x="1319531" y="672576"/>
                  </a:lnTo>
                  <a:lnTo>
                    <a:pt x="1314133" y="685920"/>
                  </a:lnTo>
                  <a:lnTo>
                    <a:pt x="1308418" y="699263"/>
                  </a:lnTo>
                  <a:lnTo>
                    <a:pt x="1302386" y="712607"/>
                  </a:lnTo>
                  <a:lnTo>
                    <a:pt x="1296353" y="725315"/>
                  </a:lnTo>
                  <a:lnTo>
                    <a:pt x="1289368" y="738023"/>
                  </a:lnTo>
                  <a:lnTo>
                    <a:pt x="1282383" y="750413"/>
                  </a:lnTo>
                  <a:lnTo>
                    <a:pt x="1275081" y="762486"/>
                  </a:lnTo>
                  <a:lnTo>
                    <a:pt x="1267143" y="774559"/>
                  </a:lnTo>
                  <a:lnTo>
                    <a:pt x="1259206" y="786313"/>
                  </a:lnTo>
                  <a:lnTo>
                    <a:pt x="1250633" y="797751"/>
                  </a:lnTo>
                  <a:lnTo>
                    <a:pt x="1242061" y="809188"/>
                  </a:lnTo>
                  <a:lnTo>
                    <a:pt x="1232853" y="819990"/>
                  </a:lnTo>
                  <a:lnTo>
                    <a:pt x="1223963" y="830792"/>
                  </a:lnTo>
                  <a:lnTo>
                    <a:pt x="1214121" y="841276"/>
                  </a:lnTo>
                  <a:lnTo>
                    <a:pt x="1204278" y="851442"/>
                  </a:lnTo>
                  <a:lnTo>
                    <a:pt x="1193801" y="860974"/>
                  </a:lnTo>
                  <a:lnTo>
                    <a:pt x="1183323" y="870822"/>
                  </a:lnTo>
                  <a:lnTo>
                    <a:pt x="1172528" y="880036"/>
                  </a:lnTo>
                  <a:lnTo>
                    <a:pt x="1161733" y="889249"/>
                  </a:lnTo>
                  <a:lnTo>
                    <a:pt x="1150303" y="897827"/>
                  </a:lnTo>
                  <a:lnTo>
                    <a:pt x="1134746" y="909264"/>
                  </a:lnTo>
                  <a:lnTo>
                    <a:pt x="1118236" y="920066"/>
                  </a:lnTo>
                  <a:lnTo>
                    <a:pt x="1101408" y="929915"/>
                  </a:lnTo>
                  <a:lnTo>
                    <a:pt x="1084581" y="939446"/>
                  </a:lnTo>
                  <a:lnTo>
                    <a:pt x="1066801" y="948342"/>
                  </a:lnTo>
                  <a:lnTo>
                    <a:pt x="1048703" y="956602"/>
                  </a:lnTo>
                  <a:lnTo>
                    <a:pt x="1040131" y="960414"/>
                  </a:lnTo>
                  <a:lnTo>
                    <a:pt x="1030606" y="963909"/>
                  </a:lnTo>
                  <a:lnTo>
                    <a:pt x="1021398" y="967722"/>
                  </a:lnTo>
                  <a:lnTo>
                    <a:pt x="1011873" y="970899"/>
                  </a:lnTo>
                  <a:lnTo>
                    <a:pt x="1002348" y="973758"/>
                  </a:lnTo>
                  <a:lnTo>
                    <a:pt x="993141" y="976617"/>
                  </a:lnTo>
                  <a:lnTo>
                    <a:pt x="983616" y="979794"/>
                  </a:lnTo>
                  <a:lnTo>
                    <a:pt x="973773" y="982018"/>
                  </a:lnTo>
                  <a:lnTo>
                    <a:pt x="963931" y="984560"/>
                  </a:lnTo>
                  <a:lnTo>
                    <a:pt x="954088" y="986466"/>
                  </a:lnTo>
                  <a:lnTo>
                    <a:pt x="944246" y="988372"/>
                  </a:lnTo>
                  <a:lnTo>
                    <a:pt x="934403" y="990596"/>
                  </a:lnTo>
                  <a:lnTo>
                    <a:pt x="924561" y="991867"/>
                  </a:lnTo>
                  <a:lnTo>
                    <a:pt x="914401" y="993455"/>
                  </a:lnTo>
                  <a:lnTo>
                    <a:pt x="904241" y="994409"/>
                  </a:lnTo>
                  <a:lnTo>
                    <a:pt x="893763" y="995362"/>
                  </a:lnTo>
                  <a:lnTo>
                    <a:pt x="883603" y="995997"/>
                  </a:lnTo>
                  <a:lnTo>
                    <a:pt x="873126" y="996632"/>
                  </a:lnTo>
                  <a:lnTo>
                    <a:pt x="862648" y="996950"/>
                  </a:lnTo>
                  <a:lnTo>
                    <a:pt x="852171" y="996950"/>
                  </a:lnTo>
                  <a:lnTo>
                    <a:pt x="840423" y="996950"/>
                  </a:lnTo>
                  <a:lnTo>
                    <a:pt x="828358" y="996315"/>
                  </a:lnTo>
                  <a:lnTo>
                    <a:pt x="816293" y="995679"/>
                  </a:lnTo>
                  <a:lnTo>
                    <a:pt x="804546" y="994726"/>
                  </a:lnTo>
                  <a:lnTo>
                    <a:pt x="792798" y="993455"/>
                  </a:lnTo>
                  <a:lnTo>
                    <a:pt x="781368" y="992185"/>
                  </a:lnTo>
                  <a:lnTo>
                    <a:pt x="769621" y="990278"/>
                  </a:lnTo>
                  <a:lnTo>
                    <a:pt x="758191" y="988054"/>
                  </a:lnTo>
                  <a:lnTo>
                    <a:pt x="746761" y="985831"/>
                  </a:lnTo>
                  <a:lnTo>
                    <a:pt x="735331" y="983289"/>
                  </a:lnTo>
                  <a:lnTo>
                    <a:pt x="724218" y="980430"/>
                  </a:lnTo>
                  <a:lnTo>
                    <a:pt x="713106" y="977253"/>
                  </a:lnTo>
                  <a:lnTo>
                    <a:pt x="702311" y="973758"/>
                  </a:lnTo>
                  <a:lnTo>
                    <a:pt x="691198" y="970263"/>
                  </a:lnTo>
                  <a:lnTo>
                    <a:pt x="680721" y="966768"/>
                  </a:lnTo>
                  <a:lnTo>
                    <a:pt x="670243" y="962321"/>
                  </a:lnTo>
                  <a:lnTo>
                    <a:pt x="659448" y="958190"/>
                  </a:lnTo>
                  <a:lnTo>
                    <a:pt x="648971" y="953425"/>
                  </a:lnTo>
                  <a:lnTo>
                    <a:pt x="638811" y="948659"/>
                  </a:lnTo>
                  <a:lnTo>
                    <a:pt x="628651" y="943894"/>
                  </a:lnTo>
                  <a:lnTo>
                    <a:pt x="618491" y="938493"/>
                  </a:lnTo>
                  <a:lnTo>
                    <a:pt x="608648" y="933410"/>
                  </a:lnTo>
                  <a:lnTo>
                    <a:pt x="599123" y="927373"/>
                  </a:lnTo>
                  <a:lnTo>
                    <a:pt x="589281" y="921655"/>
                  </a:lnTo>
                  <a:lnTo>
                    <a:pt x="579756" y="915618"/>
                  </a:lnTo>
                  <a:lnTo>
                    <a:pt x="570548" y="909264"/>
                  </a:lnTo>
                  <a:lnTo>
                    <a:pt x="561023" y="902910"/>
                  </a:lnTo>
                  <a:lnTo>
                    <a:pt x="552133" y="895921"/>
                  </a:lnTo>
                  <a:lnTo>
                    <a:pt x="543561" y="889249"/>
                  </a:lnTo>
                  <a:lnTo>
                    <a:pt x="534671" y="881942"/>
                  </a:lnTo>
                  <a:lnTo>
                    <a:pt x="526098" y="874952"/>
                  </a:lnTo>
                  <a:lnTo>
                    <a:pt x="517526" y="867328"/>
                  </a:lnTo>
                  <a:lnTo>
                    <a:pt x="508318" y="858750"/>
                  </a:lnTo>
                  <a:lnTo>
                    <a:pt x="499428" y="849854"/>
                  </a:lnTo>
                  <a:lnTo>
                    <a:pt x="490538" y="840958"/>
                  </a:lnTo>
                  <a:lnTo>
                    <a:pt x="481648" y="831427"/>
                  </a:lnTo>
                  <a:lnTo>
                    <a:pt x="473711" y="821896"/>
                  </a:lnTo>
                  <a:lnTo>
                    <a:pt x="465456" y="812047"/>
                  </a:lnTo>
                  <a:lnTo>
                    <a:pt x="457518" y="801881"/>
                  </a:lnTo>
                  <a:lnTo>
                    <a:pt x="449898" y="791714"/>
                  </a:lnTo>
                  <a:lnTo>
                    <a:pt x="442596" y="781548"/>
                  </a:lnTo>
                  <a:lnTo>
                    <a:pt x="435293" y="770746"/>
                  </a:lnTo>
                  <a:lnTo>
                    <a:pt x="428626" y="759944"/>
                  </a:lnTo>
                  <a:lnTo>
                    <a:pt x="421958" y="749142"/>
                  </a:lnTo>
                  <a:lnTo>
                    <a:pt x="415608" y="738023"/>
                  </a:lnTo>
                  <a:lnTo>
                    <a:pt x="409576" y="726585"/>
                  </a:lnTo>
                  <a:lnTo>
                    <a:pt x="403861" y="715148"/>
                  </a:lnTo>
                  <a:lnTo>
                    <a:pt x="398463" y="703393"/>
                  </a:lnTo>
                  <a:lnTo>
                    <a:pt x="393383" y="691638"/>
                  </a:lnTo>
                  <a:lnTo>
                    <a:pt x="388303" y="679566"/>
                  </a:lnTo>
                  <a:lnTo>
                    <a:pt x="383858" y="667493"/>
                  </a:lnTo>
                  <a:lnTo>
                    <a:pt x="379731" y="655420"/>
                  </a:lnTo>
                  <a:lnTo>
                    <a:pt x="375603" y="643030"/>
                  </a:lnTo>
                  <a:lnTo>
                    <a:pt x="372111" y="630322"/>
                  </a:lnTo>
                  <a:lnTo>
                    <a:pt x="368936" y="617614"/>
                  </a:lnTo>
                  <a:lnTo>
                    <a:pt x="365443" y="604588"/>
                  </a:lnTo>
                  <a:lnTo>
                    <a:pt x="362903" y="591880"/>
                  </a:lnTo>
                  <a:lnTo>
                    <a:pt x="360681" y="578854"/>
                  </a:lnTo>
                  <a:lnTo>
                    <a:pt x="358776" y="565828"/>
                  </a:lnTo>
                  <a:lnTo>
                    <a:pt x="357188" y="552485"/>
                  </a:lnTo>
                  <a:lnTo>
                    <a:pt x="355601" y="539141"/>
                  </a:lnTo>
                  <a:lnTo>
                    <a:pt x="354648" y="525480"/>
                  </a:lnTo>
                  <a:lnTo>
                    <a:pt x="354331" y="511819"/>
                  </a:lnTo>
                  <a:lnTo>
                    <a:pt x="354013" y="498475"/>
                  </a:lnTo>
                  <a:lnTo>
                    <a:pt x="354331" y="485449"/>
                  </a:lnTo>
                  <a:lnTo>
                    <a:pt x="354648" y="472741"/>
                  </a:lnTo>
                  <a:lnTo>
                    <a:pt x="355601" y="460033"/>
                  </a:lnTo>
                  <a:lnTo>
                    <a:pt x="356871" y="447643"/>
                  </a:lnTo>
                  <a:lnTo>
                    <a:pt x="358141" y="434935"/>
                  </a:lnTo>
                  <a:lnTo>
                    <a:pt x="360046" y="422544"/>
                  </a:lnTo>
                  <a:lnTo>
                    <a:pt x="361951" y="410472"/>
                  </a:lnTo>
                  <a:lnTo>
                    <a:pt x="364173" y="397763"/>
                  </a:lnTo>
                  <a:lnTo>
                    <a:pt x="366713" y="385691"/>
                  </a:lnTo>
                  <a:lnTo>
                    <a:pt x="369888" y="373936"/>
                  </a:lnTo>
                  <a:lnTo>
                    <a:pt x="373063" y="361863"/>
                  </a:lnTo>
                  <a:lnTo>
                    <a:pt x="376556" y="350108"/>
                  </a:lnTo>
                  <a:lnTo>
                    <a:pt x="380683" y="338671"/>
                  </a:lnTo>
                  <a:lnTo>
                    <a:pt x="384493" y="326916"/>
                  </a:lnTo>
                  <a:lnTo>
                    <a:pt x="388621" y="315796"/>
                  </a:lnTo>
                  <a:lnTo>
                    <a:pt x="393383" y="304359"/>
                  </a:lnTo>
                  <a:lnTo>
                    <a:pt x="398146" y="293239"/>
                  </a:lnTo>
                  <a:lnTo>
                    <a:pt x="403543" y="282755"/>
                  </a:lnTo>
                  <a:lnTo>
                    <a:pt x="408623" y="271636"/>
                  </a:lnTo>
                  <a:lnTo>
                    <a:pt x="414656" y="261151"/>
                  </a:lnTo>
                  <a:lnTo>
                    <a:pt x="420371" y="250667"/>
                  </a:lnTo>
                  <a:lnTo>
                    <a:pt x="426721" y="240183"/>
                  </a:lnTo>
                  <a:lnTo>
                    <a:pt x="432753" y="230017"/>
                  </a:lnTo>
                  <a:lnTo>
                    <a:pt x="439421" y="219850"/>
                  </a:lnTo>
                  <a:lnTo>
                    <a:pt x="446088" y="210001"/>
                  </a:lnTo>
                  <a:lnTo>
                    <a:pt x="453391" y="200153"/>
                  </a:lnTo>
                  <a:lnTo>
                    <a:pt x="460693" y="190939"/>
                  </a:lnTo>
                  <a:lnTo>
                    <a:pt x="467996" y="181408"/>
                  </a:lnTo>
                  <a:lnTo>
                    <a:pt x="475933" y="172195"/>
                  </a:lnTo>
                  <a:lnTo>
                    <a:pt x="483871" y="163299"/>
                  </a:lnTo>
                  <a:lnTo>
                    <a:pt x="491808" y="154403"/>
                  </a:lnTo>
                  <a:lnTo>
                    <a:pt x="500381" y="146143"/>
                  </a:lnTo>
                  <a:lnTo>
                    <a:pt x="508953" y="137565"/>
                  </a:lnTo>
                  <a:lnTo>
                    <a:pt x="517526" y="129305"/>
                  </a:lnTo>
                  <a:lnTo>
                    <a:pt x="526416" y="121680"/>
                  </a:lnTo>
                  <a:lnTo>
                    <a:pt x="535623" y="113738"/>
                  </a:lnTo>
                  <a:lnTo>
                    <a:pt x="545148" y="106113"/>
                  </a:lnTo>
                  <a:lnTo>
                    <a:pt x="554673" y="99123"/>
                  </a:lnTo>
                  <a:lnTo>
                    <a:pt x="564516" y="92134"/>
                  </a:lnTo>
                  <a:lnTo>
                    <a:pt x="574041" y="85462"/>
                  </a:lnTo>
                  <a:lnTo>
                    <a:pt x="584201" y="78473"/>
                  </a:lnTo>
                  <a:lnTo>
                    <a:pt x="594361" y="72119"/>
                  </a:lnTo>
                  <a:lnTo>
                    <a:pt x="604838" y="66082"/>
                  </a:lnTo>
                  <a:lnTo>
                    <a:pt x="615316" y="60046"/>
                  </a:lnTo>
                  <a:lnTo>
                    <a:pt x="625793" y="54645"/>
                  </a:lnTo>
                  <a:lnTo>
                    <a:pt x="636906" y="48926"/>
                  </a:lnTo>
                  <a:lnTo>
                    <a:pt x="647701" y="44161"/>
                  </a:lnTo>
                  <a:lnTo>
                    <a:pt x="658813" y="39395"/>
                  </a:lnTo>
                  <a:lnTo>
                    <a:pt x="670243" y="34630"/>
                  </a:lnTo>
                  <a:lnTo>
                    <a:pt x="681356" y="30182"/>
                  </a:lnTo>
                  <a:lnTo>
                    <a:pt x="693103" y="26052"/>
                  </a:lnTo>
                  <a:lnTo>
                    <a:pt x="704533" y="22239"/>
                  </a:lnTo>
                  <a:lnTo>
                    <a:pt x="716281" y="19062"/>
                  </a:lnTo>
                  <a:lnTo>
                    <a:pt x="728346" y="15568"/>
                  </a:lnTo>
                  <a:lnTo>
                    <a:pt x="740093" y="12708"/>
                  </a:lnTo>
                  <a:lnTo>
                    <a:pt x="752158" y="10167"/>
                  </a:lnTo>
                  <a:lnTo>
                    <a:pt x="764541" y="7625"/>
                  </a:lnTo>
                  <a:lnTo>
                    <a:pt x="776606" y="5719"/>
                  </a:lnTo>
                  <a:lnTo>
                    <a:pt x="788988" y="3813"/>
                  </a:lnTo>
                  <a:lnTo>
                    <a:pt x="801688" y="2542"/>
                  </a:lnTo>
                  <a:lnTo>
                    <a:pt x="814071" y="1271"/>
                  </a:lnTo>
                  <a:lnTo>
                    <a:pt x="826771" y="636"/>
                  </a:lnTo>
                  <a:lnTo>
                    <a:pt x="839471" y="0"/>
                  </a:lnTo>
                  <a:close/>
                </a:path>
              </a:pathLst>
            </a:custGeom>
            <a:solidFill>
              <a:srgbClr val="F7F7F7"/>
            </a:solidFill>
            <a:ln>
              <a:noFill/>
            </a:ln>
          </p:spPr>
          <p:txBody>
            <a:bodyPr anchor="ctr">
              <a:scene3d>
                <a:camera prst="orthographicFront"/>
                <a:lightRig rig="threePt" dir="t"/>
              </a:scene3d>
              <a:sp3d>
                <a:contourClr>
                  <a:srgbClr val="FFFFFF"/>
                </a:contourClr>
              </a:sp3d>
            </a:bodyPr>
            <a:lstStyle/>
            <a:p>
              <a:pPr algn="ctr">
                <a:defRPr/>
              </a:pPr>
              <a:endParaRPr lang="zh-CN" altLang="en-US" sz="2400">
                <a:solidFill>
                  <a:srgbClr val="FFFFFF"/>
                </a:solidFill>
              </a:endParaRPr>
            </a:p>
          </p:txBody>
        </p:sp>
      </p:grpSp>
      <p:grpSp>
        <p:nvGrpSpPr>
          <p:cNvPr id="19" name="组合 18"/>
          <p:cNvGrpSpPr/>
          <p:nvPr/>
        </p:nvGrpSpPr>
        <p:grpSpPr>
          <a:xfrm>
            <a:off x="3655152" y="3439758"/>
            <a:ext cx="565200" cy="563259"/>
            <a:chOff x="1519237" y="1651743"/>
            <a:chExt cx="447675" cy="447675"/>
          </a:xfrm>
        </p:grpSpPr>
        <p:sp>
          <p:nvSpPr>
            <p:cNvPr id="20" name="椭圆 19"/>
            <p:cNvSpPr/>
            <p:nvPr/>
          </p:nvSpPr>
          <p:spPr>
            <a:xfrm>
              <a:off x="1519237" y="1651743"/>
              <a:ext cx="447675" cy="447675"/>
            </a:xfrm>
            <a:prstGeom prst="ellipse">
              <a:avLst/>
            </a:prstGeom>
            <a:solidFill>
              <a:schemeClr val="accent1">
                <a:lumMod val="50000"/>
              </a:schemeClr>
            </a:solidFill>
            <a:ln w="19050">
              <a:solidFill>
                <a:srgbClr val="F9F9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1" name="KSO_Shape"/>
            <p:cNvSpPr/>
            <p:nvPr/>
          </p:nvSpPr>
          <p:spPr bwMode="auto">
            <a:xfrm>
              <a:off x="1632717" y="1704975"/>
              <a:ext cx="247650" cy="313481"/>
            </a:xfrm>
            <a:custGeom>
              <a:avLst/>
              <a:gdLst>
                <a:gd name="T0" fmla="*/ 508479 w 1679575"/>
                <a:gd name="T1" fmla="*/ 933537 h 2125662"/>
                <a:gd name="T2" fmla="*/ 645344 w 1679575"/>
                <a:gd name="T3" fmla="*/ 1004349 h 2125662"/>
                <a:gd name="T4" fmla="*/ 637947 w 1679575"/>
                <a:gd name="T5" fmla="*/ 1045870 h 2125662"/>
                <a:gd name="T6" fmla="*/ 629410 w 1679575"/>
                <a:gd name="T7" fmla="*/ 1095637 h 2125662"/>
                <a:gd name="T8" fmla="*/ 645913 w 1679575"/>
                <a:gd name="T9" fmla="*/ 1148533 h 2125662"/>
                <a:gd name="T10" fmla="*/ 923628 w 1679575"/>
                <a:gd name="T11" fmla="*/ 1679766 h 2125662"/>
                <a:gd name="T12" fmla="*/ 886068 w 1679575"/>
                <a:gd name="T13" fmla="*/ 1137442 h 2125662"/>
                <a:gd name="T14" fmla="*/ 896597 w 1679575"/>
                <a:gd name="T15" fmla="*/ 1083408 h 2125662"/>
                <a:gd name="T16" fmla="*/ 885214 w 1679575"/>
                <a:gd name="T17" fmla="*/ 1039044 h 2125662"/>
                <a:gd name="T18" fmla="*/ 917083 w 1679575"/>
                <a:gd name="T19" fmla="*/ 999799 h 2125662"/>
                <a:gd name="T20" fmla="*/ 1048543 w 1679575"/>
                <a:gd name="T21" fmla="*/ 927280 h 2125662"/>
                <a:gd name="T22" fmla="*/ 1168905 w 1679575"/>
                <a:gd name="T23" fmla="*/ 933822 h 2125662"/>
                <a:gd name="T24" fmla="*/ 1257397 w 1679575"/>
                <a:gd name="T25" fmla="*/ 1021128 h 2125662"/>
                <a:gd name="T26" fmla="*/ 1333655 w 1679575"/>
                <a:gd name="T27" fmla="*/ 1118957 h 2125662"/>
                <a:gd name="T28" fmla="*/ 1397392 w 1679575"/>
                <a:gd name="T29" fmla="*/ 1227592 h 2125662"/>
                <a:gd name="T30" fmla="*/ 1446903 w 1679575"/>
                <a:gd name="T31" fmla="*/ 1349025 h 2125662"/>
                <a:gd name="T32" fmla="*/ 1482186 w 1679575"/>
                <a:gd name="T33" fmla="*/ 1483540 h 2125662"/>
                <a:gd name="T34" fmla="*/ 1501820 w 1679575"/>
                <a:gd name="T35" fmla="*/ 1632274 h 2125662"/>
                <a:gd name="T36" fmla="*/ 1439790 w 1679575"/>
                <a:gd name="T37" fmla="*/ 1742331 h 2125662"/>
                <a:gd name="T38" fmla="*/ 1242601 w 1679575"/>
                <a:gd name="T39" fmla="*/ 1826794 h 2125662"/>
                <a:gd name="T40" fmla="*/ 1035738 w 1679575"/>
                <a:gd name="T41" fmla="*/ 1881112 h 2125662"/>
                <a:gd name="T42" fmla="*/ 822331 w 1679575"/>
                <a:gd name="T43" fmla="*/ 1904432 h 2125662"/>
                <a:gd name="T44" fmla="*/ 596403 w 1679575"/>
                <a:gd name="T45" fmla="*/ 1894194 h 2125662"/>
                <a:gd name="T46" fmla="*/ 373036 w 1679575"/>
                <a:gd name="T47" fmla="*/ 1847838 h 2125662"/>
                <a:gd name="T48" fmla="*/ 159344 w 1679575"/>
                <a:gd name="T49" fmla="*/ 1766788 h 2125662"/>
                <a:gd name="T50" fmla="*/ 0 w 1679575"/>
                <a:gd name="T51" fmla="*/ 1676354 h 2125662"/>
                <a:gd name="T52" fmla="*/ 15365 w 1679575"/>
                <a:gd name="T53" fmla="*/ 1518519 h 2125662"/>
                <a:gd name="T54" fmla="*/ 47234 w 1679575"/>
                <a:gd name="T55" fmla="*/ 1376611 h 2125662"/>
                <a:gd name="T56" fmla="*/ 94468 w 1679575"/>
                <a:gd name="T57" fmla="*/ 1249206 h 2125662"/>
                <a:gd name="T58" fmla="*/ 155930 w 1679575"/>
                <a:gd name="T59" fmla="*/ 1135735 h 2125662"/>
                <a:gd name="T60" fmla="*/ 230765 w 1679575"/>
                <a:gd name="T61" fmla="*/ 1035348 h 2125662"/>
                <a:gd name="T62" fmla="*/ 317835 w 1679575"/>
                <a:gd name="T63" fmla="*/ 946334 h 2125662"/>
                <a:gd name="T64" fmla="*/ 427669 w 1679575"/>
                <a:gd name="T65" fmla="*/ 860449 h 2125662"/>
                <a:gd name="T66" fmla="*/ 831848 w 1679575"/>
                <a:gd name="T67" fmla="*/ 5125 h 2125662"/>
                <a:gd name="T68" fmla="*/ 927152 w 1679575"/>
                <a:gd name="T69" fmla="*/ 31035 h 2125662"/>
                <a:gd name="T70" fmla="*/ 1013353 w 1679575"/>
                <a:gd name="T71" fmla="*/ 76590 h 2125662"/>
                <a:gd name="T72" fmla="*/ 1087035 w 1679575"/>
                <a:gd name="T73" fmla="*/ 138945 h 2125662"/>
                <a:gd name="T74" fmla="*/ 1145356 w 1679575"/>
                <a:gd name="T75" fmla="*/ 215250 h 2125662"/>
                <a:gd name="T76" fmla="*/ 1186607 w 1679575"/>
                <a:gd name="T77" fmla="*/ 303514 h 2125662"/>
                <a:gd name="T78" fmla="*/ 1207944 w 1679575"/>
                <a:gd name="T79" fmla="*/ 401174 h 2125662"/>
                <a:gd name="T80" fmla="*/ 1205383 w 1679575"/>
                <a:gd name="T81" fmla="*/ 513924 h 2125662"/>
                <a:gd name="T82" fmla="*/ 1172382 w 1679575"/>
                <a:gd name="T83" fmla="*/ 626673 h 2125662"/>
                <a:gd name="T84" fmla="*/ 1112924 w 1679575"/>
                <a:gd name="T85" fmla="*/ 725187 h 2125662"/>
                <a:gd name="T86" fmla="*/ 1030706 w 1679575"/>
                <a:gd name="T87" fmla="*/ 804625 h 2125662"/>
                <a:gd name="T88" fmla="*/ 915204 w 1679575"/>
                <a:gd name="T89" fmla="*/ 867264 h 2125662"/>
                <a:gd name="T90" fmla="*/ 837253 w 1679575"/>
                <a:gd name="T91" fmla="*/ 887764 h 2125662"/>
                <a:gd name="T92" fmla="*/ 753044 w 1679575"/>
                <a:gd name="T93" fmla="*/ 893458 h 2125662"/>
                <a:gd name="T94" fmla="*/ 658879 w 1679575"/>
                <a:gd name="T95" fmla="*/ 881215 h 2125662"/>
                <a:gd name="T96" fmla="*/ 572394 w 1679575"/>
                <a:gd name="T97" fmla="*/ 850180 h 2125662"/>
                <a:gd name="T98" fmla="*/ 494728 w 1679575"/>
                <a:gd name="T99" fmla="*/ 802917 h 2125662"/>
                <a:gd name="T100" fmla="*/ 424459 w 1679575"/>
                <a:gd name="T101" fmla="*/ 736576 h 2125662"/>
                <a:gd name="T102" fmla="*/ 366992 w 1679575"/>
                <a:gd name="T103" fmla="*/ 651159 h 2125662"/>
                <a:gd name="T104" fmla="*/ 330578 w 1679575"/>
                <a:gd name="T105" fmla="*/ 553500 h 2125662"/>
                <a:gd name="T106" fmla="*/ 317206 w 1679575"/>
                <a:gd name="T107" fmla="*/ 446729 h 2125662"/>
                <a:gd name="T108" fmla="*/ 328586 w 1679575"/>
                <a:gd name="T109" fmla="*/ 345653 h 2125662"/>
                <a:gd name="T110" fmla="*/ 361587 w 1679575"/>
                <a:gd name="T111" fmla="*/ 253403 h 2125662"/>
                <a:gd name="T112" fmla="*/ 412795 w 1679575"/>
                <a:gd name="T113" fmla="*/ 171118 h 2125662"/>
                <a:gd name="T114" fmla="*/ 479934 w 1679575"/>
                <a:gd name="T115" fmla="*/ 101931 h 2125662"/>
                <a:gd name="T116" fmla="*/ 560729 w 1679575"/>
                <a:gd name="T117" fmla="*/ 48972 h 2125662"/>
                <a:gd name="T118" fmla="*/ 652620 w 1679575"/>
                <a:gd name="T119" fmla="*/ 13952 h 2125662"/>
                <a:gd name="T120" fmla="*/ 752191 w 1679575"/>
                <a:gd name="T121" fmla="*/ 0 h 212566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679575" h="2125662">
                  <a:moveTo>
                    <a:pt x="481421" y="957262"/>
                  </a:moveTo>
                  <a:lnTo>
                    <a:pt x="484914" y="961070"/>
                  </a:lnTo>
                  <a:lnTo>
                    <a:pt x="490948" y="968686"/>
                  </a:lnTo>
                  <a:lnTo>
                    <a:pt x="497299" y="975667"/>
                  </a:lnTo>
                  <a:lnTo>
                    <a:pt x="510319" y="990264"/>
                  </a:lnTo>
                  <a:lnTo>
                    <a:pt x="523657" y="1003909"/>
                  </a:lnTo>
                  <a:lnTo>
                    <a:pt x="537947" y="1017237"/>
                  </a:lnTo>
                  <a:lnTo>
                    <a:pt x="552237" y="1029613"/>
                  </a:lnTo>
                  <a:lnTo>
                    <a:pt x="567480" y="1041671"/>
                  </a:lnTo>
                  <a:lnTo>
                    <a:pt x="583040" y="1053095"/>
                  </a:lnTo>
                  <a:lnTo>
                    <a:pt x="598601" y="1063884"/>
                  </a:lnTo>
                  <a:lnTo>
                    <a:pt x="615114" y="1074039"/>
                  </a:lnTo>
                  <a:lnTo>
                    <a:pt x="631627" y="1083558"/>
                  </a:lnTo>
                  <a:lnTo>
                    <a:pt x="649093" y="1092126"/>
                  </a:lnTo>
                  <a:lnTo>
                    <a:pt x="666241" y="1100377"/>
                  </a:lnTo>
                  <a:lnTo>
                    <a:pt x="684025" y="1107993"/>
                  </a:lnTo>
                  <a:lnTo>
                    <a:pt x="701808" y="1114657"/>
                  </a:lnTo>
                  <a:lnTo>
                    <a:pt x="720226" y="1120686"/>
                  </a:lnTo>
                  <a:lnTo>
                    <a:pt x="738645" y="1125763"/>
                  </a:lnTo>
                  <a:lnTo>
                    <a:pt x="734517" y="1130840"/>
                  </a:lnTo>
                  <a:lnTo>
                    <a:pt x="730706" y="1135283"/>
                  </a:lnTo>
                  <a:lnTo>
                    <a:pt x="727213" y="1140043"/>
                  </a:lnTo>
                  <a:lnTo>
                    <a:pt x="723402" y="1145437"/>
                  </a:lnTo>
                  <a:lnTo>
                    <a:pt x="720544" y="1150515"/>
                  </a:lnTo>
                  <a:lnTo>
                    <a:pt x="717368" y="1155909"/>
                  </a:lnTo>
                  <a:lnTo>
                    <a:pt x="714510" y="1161304"/>
                  </a:lnTo>
                  <a:lnTo>
                    <a:pt x="711970" y="1167016"/>
                  </a:lnTo>
                  <a:lnTo>
                    <a:pt x="710064" y="1172410"/>
                  </a:lnTo>
                  <a:lnTo>
                    <a:pt x="708159" y="1178439"/>
                  </a:lnTo>
                  <a:lnTo>
                    <a:pt x="706254" y="1184151"/>
                  </a:lnTo>
                  <a:lnTo>
                    <a:pt x="704983" y="1190498"/>
                  </a:lnTo>
                  <a:lnTo>
                    <a:pt x="704031" y="1196210"/>
                  </a:lnTo>
                  <a:lnTo>
                    <a:pt x="702761" y="1202556"/>
                  </a:lnTo>
                  <a:lnTo>
                    <a:pt x="702443" y="1208903"/>
                  </a:lnTo>
                  <a:lnTo>
                    <a:pt x="702125" y="1215249"/>
                  </a:lnTo>
                  <a:lnTo>
                    <a:pt x="702443" y="1222548"/>
                  </a:lnTo>
                  <a:lnTo>
                    <a:pt x="703078" y="1229529"/>
                  </a:lnTo>
                  <a:lnTo>
                    <a:pt x="704348" y="1236510"/>
                  </a:lnTo>
                  <a:lnTo>
                    <a:pt x="705619" y="1243174"/>
                  </a:lnTo>
                  <a:lnTo>
                    <a:pt x="707206" y="1249838"/>
                  </a:lnTo>
                  <a:lnTo>
                    <a:pt x="709112" y="1256819"/>
                  </a:lnTo>
                  <a:lnTo>
                    <a:pt x="711652" y="1263166"/>
                  </a:lnTo>
                  <a:lnTo>
                    <a:pt x="714193" y="1269512"/>
                  </a:lnTo>
                  <a:lnTo>
                    <a:pt x="717686" y="1275542"/>
                  </a:lnTo>
                  <a:lnTo>
                    <a:pt x="720861" y="1281571"/>
                  </a:lnTo>
                  <a:lnTo>
                    <a:pt x="724355" y="1287283"/>
                  </a:lnTo>
                  <a:lnTo>
                    <a:pt x="728483" y="1292995"/>
                  </a:lnTo>
                  <a:lnTo>
                    <a:pt x="732611" y="1298389"/>
                  </a:lnTo>
                  <a:lnTo>
                    <a:pt x="737057" y="1303784"/>
                  </a:lnTo>
                  <a:lnTo>
                    <a:pt x="742138" y="1308861"/>
                  </a:lnTo>
                  <a:lnTo>
                    <a:pt x="746901" y="1313304"/>
                  </a:lnTo>
                  <a:lnTo>
                    <a:pt x="672275" y="1874339"/>
                  </a:lnTo>
                  <a:lnTo>
                    <a:pt x="854237" y="2050773"/>
                  </a:lnTo>
                  <a:lnTo>
                    <a:pt x="1030800" y="1874339"/>
                  </a:lnTo>
                  <a:lnTo>
                    <a:pt x="956173" y="1313304"/>
                  </a:lnTo>
                  <a:lnTo>
                    <a:pt x="961572" y="1308544"/>
                  </a:lnTo>
                  <a:lnTo>
                    <a:pt x="966018" y="1303466"/>
                  </a:lnTo>
                  <a:lnTo>
                    <a:pt x="970781" y="1298072"/>
                  </a:lnTo>
                  <a:lnTo>
                    <a:pt x="974910" y="1292995"/>
                  </a:lnTo>
                  <a:lnTo>
                    <a:pt x="978720" y="1286965"/>
                  </a:lnTo>
                  <a:lnTo>
                    <a:pt x="982531" y="1281571"/>
                  </a:lnTo>
                  <a:lnTo>
                    <a:pt x="986024" y="1275224"/>
                  </a:lnTo>
                  <a:lnTo>
                    <a:pt x="988882" y="1269195"/>
                  </a:lnTo>
                  <a:lnTo>
                    <a:pt x="991423" y="1262849"/>
                  </a:lnTo>
                  <a:lnTo>
                    <a:pt x="994281" y="1256502"/>
                  </a:lnTo>
                  <a:lnTo>
                    <a:pt x="996186" y="1249838"/>
                  </a:lnTo>
                  <a:lnTo>
                    <a:pt x="997774" y="1243174"/>
                  </a:lnTo>
                  <a:lnTo>
                    <a:pt x="999044" y="1236510"/>
                  </a:lnTo>
                  <a:lnTo>
                    <a:pt x="999997" y="1229212"/>
                  </a:lnTo>
                  <a:lnTo>
                    <a:pt x="1000632" y="1222548"/>
                  </a:lnTo>
                  <a:lnTo>
                    <a:pt x="1000632" y="1215249"/>
                  </a:lnTo>
                  <a:lnTo>
                    <a:pt x="1000632" y="1208903"/>
                  </a:lnTo>
                  <a:lnTo>
                    <a:pt x="1000314" y="1203191"/>
                  </a:lnTo>
                  <a:lnTo>
                    <a:pt x="999679" y="1197479"/>
                  </a:lnTo>
                  <a:lnTo>
                    <a:pt x="998727" y="1191767"/>
                  </a:lnTo>
                  <a:lnTo>
                    <a:pt x="997456" y="1186055"/>
                  </a:lnTo>
                  <a:lnTo>
                    <a:pt x="996186" y="1180661"/>
                  </a:lnTo>
                  <a:lnTo>
                    <a:pt x="994598" y="1175266"/>
                  </a:lnTo>
                  <a:lnTo>
                    <a:pt x="992375" y="1169872"/>
                  </a:lnTo>
                  <a:lnTo>
                    <a:pt x="990152" y="1164794"/>
                  </a:lnTo>
                  <a:lnTo>
                    <a:pt x="987929" y="1159400"/>
                  </a:lnTo>
                  <a:lnTo>
                    <a:pt x="985389" y="1154640"/>
                  </a:lnTo>
                  <a:lnTo>
                    <a:pt x="982849" y="1149563"/>
                  </a:lnTo>
                  <a:lnTo>
                    <a:pt x="979355" y="1144803"/>
                  </a:lnTo>
                  <a:lnTo>
                    <a:pt x="976497" y="1139725"/>
                  </a:lnTo>
                  <a:lnTo>
                    <a:pt x="973004" y="1135283"/>
                  </a:lnTo>
                  <a:lnTo>
                    <a:pt x="969829" y="1130840"/>
                  </a:lnTo>
                  <a:lnTo>
                    <a:pt x="987612" y="1126398"/>
                  </a:lnTo>
                  <a:lnTo>
                    <a:pt x="1005713" y="1121320"/>
                  </a:lnTo>
                  <a:lnTo>
                    <a:pt x="1023496" y="1115609"/>
                  </a:lnTo>
                  <a:lnTo>
                    <a:pt x="1041280" y="1109262"/>
                  </a:lnTo>
                  <a:lnTo>
                    <a:pt x="1058428" y="1101963"/>
                  </a:lnTo>
                  <a:lnTo>
                    <a:pt x="1075576" y="1094665"/>
                  </a:lnTo>
                  <a:lnTo>
                    <a:pt x="1092089" y="1086097"/>
                  </a:lnTo>
                  <a:lnTo>
                    <a:pt x="1108602" y="1076895"/>
                  </a:lnTo>
                  <a:lnTo>
                    <a:pt x="1124480" y="1067375"/>
                  </a:lnTo>
                  <a:lnTo>
                    <a:pt x="1140041" y="1056903"/>
                  </a:lnTo>
                  <a:lnTo>
                    <a:pt x="1155601" y="1046114"/>
                  </a:lnTo>
                  <a:lnTo>
                    <a:pt x="1170209" y="1034690"/>
                  </a:lnTo>
                  <a:lnTo>
                    <a:pt x="1184817" y="1022632"/>
                  </a:lnTo>
                  <a:lnTo>
                    <a:pt x="1198472" y="1009938"/>
                  </a:lnTo>
                  <a:lnTo>
                    <a:pt x="1211809" y="996928"/>
                  </a:lnTo>
                  <a:lnTo>
                    <a:pt x="1225147" y="983283"/>
                  </a:lnTo>
                  <a:lnTo>
                    <a:pt x="1228640" y="979792"/>
                  </a:lnTo>
                  <a:lnTo>
                    <a:pt x="1232451" y="982966"/>
                  </a:lnTo>
                  <a:lnTo>
                    <a:pt x="1257220" y="1002005"/>
                  </a:lnTo>
                  <a:lnTo>
                    <a:pt x="1281037" y="1021680"/>
                  </a:lnTo>
                  <a:lnTo>
                    <a:pt x="1304537" y="1041989"/>
                  </a:lnTo>
                  <a:lnTo>
                    <a:pt x="1316604" y="1052143"/>
                  </a:lnTo>
                  <a:lnTo>
                    <a:pt x="1327719" y="1062615"/>
                  </a:lnTo>
                  <a:lnTo>
                    <a:pt x="1338833" y="1073404"/>
                  </a:lnTo>
                  <a:lnTo>
                    <a:pt x="1349948" y="1084193"/>
                  </a:lnTo>
                  <a:lnTo>
                    <a:pt x="1361062" y="1094982"/>
                  </a:lnTo>
                  <a:lnTo>
                    <a:pt x="1371860" y="1105771"/>
                  </a:lnTo>
                  <a:lnTo>
                    <a:pt x="1382339" y="1116561"/>
                  </a:lnTo>
                  <a:lnTo>
                    <a:pt x="1392818" y="1127984"/>
                  </a:lnTo>
                  <a:lnTo>
                    <a:pt x="1403298" y="1139408"/>
                  </a:lnTo>
                  <a:lnTo>
                    <a:pt x="1413460" y="1150832"/>
                  </a:lnTo>
                  <a:lnTo>
                    <a:pt x="1423304" y="1162573"/>
                  </a:lnTo>
                  <a:lnTo>
                    <a:pt x="1433149" y="1174314"/>
                  </a:lnTo>
                  <a:lnTo>
                    <a:pt x="1442675" y="1186373"/>
                  </a:lnTo>
                  <a:lnTo>
                    <a:pt x="1452202" y="1198748"/>
                  </a:lnTo>
                  <a:lnTo>
                    <a:pt x="1461411" y="1210807"/>
                  </a:lnTo>
                  <a:lnTo>
                    <a:pt x="1470621" y="1223183"/>
                  </a:lnTo>
                  <a:lnTo>
                    <a:pt x="1479830" y="1235876"/>
                  </a:lnTo>
                  <a:lnTo>
                    <a:pt x="1488404" y="1248569"/>
                  </a:lnTo>
                  <a:lnTo>
                    <a:pt x="1496978" y="1261262"/>
                  </a:lnTo>
                  <a:lnTo>
                    <a:pt x="1505552" y="1274272"/>
                  </a:lnTo>
                  <a:lnTo>
                    <a:pt x="1513809" y="1287600"/>
                  </a:lnTo>
                  <a:lnTo>
                    <a:pt x="1521748" y="1300611"/>
                  </a:lnTo>
                  <a:lnTo>
                    <a:pt x="1529687" y="1314573"/>
                  </a:lnTo>
                  <a:lnTo>
                    <a:pt x="1537308" y="1328218"/>
                  </a:lnTo>
                  <a:lnTo>
                    <a:pt x="1544930" y="1341863"/>
                  </a:lnTo>
                  <a:lnTo>
                    <a:pt x="1552234" y="1355826"/>
                  </a:lnTo>
                  <a:lnTo>
                    <a:pt x="1559537" y="1369788"/>
                  </a:lnTo>
                  <a:lnTo>
                    <a:pt x="1566206" y="1384385"/>
                  </a:lnTo>
                  <a:lnTo>
                    <a:pt x="1573193" y="1398982"/>
                  </a:lnTo>
                  <a:lnTo>
                    <a:pt x="1579544" y="1413579"/>
                  </a:lnTo>
                  <a:lnTo>
                    <a:pt x="1586213" y="1428176"/>
                  </a:lnTo>
                  <a:lnTo>
                    <a:pt x="1592246" y="1443725"/>
                  </a:lnTo>
                  <a:lnTo>
                    <a:pt x="1598280" y="1458640"/>
                  </a:lnTo>
                  <a:lnTo>
                    <a:pt x="1603996" y="1473871"/>
                  </a:lnTo>
                  <a:lnTo>
                    <a:pt x="1609712" y="1489738"/>
                  </a:lnTo>
                  <a:lnTo>
                    <a:pt x="1614793" y="1505287"/>
                  </a:lnTo>
                  <a:lnTo>
                    <a:pt x="1620191" y="1521153"/>
                  </a:lnTo>
                  <a:lnTo>
                    <a:pt x="1624955" y="1537337"/>
                  </a:lnTo>
                  <a:lnTo>
                    <a:pt x="1630036" y="1553521"/>
                  </a:lnTo>
                  <a:lnTo>
                    <a:pt x="1634482" y="1570339"/>
                  </a:lnTo>
                  <a:lnTo>
                    <a:pt x="1638610" y="1586840"/>
                  </a:lnTo>
                  <a:lnTo>
                    <a:pt x="1643056" y="1603976"/>
                  </a:lnTo>
                  <a:lnTo>
                    <a:pt x="1646867" y="1620794"/>
                  </a:lnTo>
                  <a:lnTo>
                    <a:pt x="1650677" y="1637930"/>
                  </a:lnTo>
                  <a:lnTo>
                    <a:pt x="1654170" y="1655383"/>
                  </a:lnTo>
                  <a:lnTo>
                    <a:pt x="1657664" y="1673153"/>
                  </a:lnTo>
                  <a:lnTo>
                    <a:pt x="1660522" y="1690923"/>
                  </a:lnTo>
                  <a:lnTo>
                    <a:pt x="1663697" y="1709011"/>
                  </a:lnTo>
                  <a:lnTo>
                    <a:pt x="1666238" y="1727099"/>
                  </a:lnTo>
                  <a:lnTo>
                    <a:pt x="1668461" y="1745821"/>
                  </a:lnTo>
                  <a:lnTo>
                    <a:pt x="1670684" y="1764226"/>
                  </a:lnTo>
                  <a:lnTo>
                    <a:pt x="1672589" y="1783266"/>
                  </a:lnTo>
                  <a:lnTo>
                    <a:pt x="1674177" y="1802305"/>
                  </a:lnTo>
                  <a:lnTo>
                    <a:pt x="1676082" y="1821345"/>
                  </a:lnTo>
                  <a:lnTo>
                    <a:pt x="1677352" y="1841019"/>
                  </a:lnTo>
                  <a:lnTo>
                    <a:pt x="1678305" y="1860694"/>
                  </a:lnTo>
                  <a:lnTo>
                    <a:pt x="1679258" y="1880368"/>
                  </a:lnTo>
                  <a:lnTo>
                    <a:pt x="1679575" y="1900677"/>
                  </a:lnTo>
                  <a:lnTo>
                    <a:pt x="1679575" y="1903850"/>
                  </a:lnTo>
                  <a:lnTo>
                    <a:pt x="1677035" y="1905437"/>
                  </a:lnTo>
                  <a:lnTo>
                    <a:pt x="1653853" y="1918765"/>
                  </a:lnTo>
                  <a:lnTo>
                    <a:pt x="1630353" y="1931775"/>
                  </a:lnTo>
                  <a:lnTo>
                    <a:pt x="1606854" y="1944151"/>
                  </a:lnTo>
                  <a:lnTo>
                    <a:pt x="1583037" y="1956209"/>
                  </a:lnTo>
                  <a:lnTo>
                    <a:pt x="1558902" y="1967950"/>
                  </a:lnTo>
                  <a:lnTo>
                    <a:pt x="1534768" y="1979374"/>
                  </a:lnTo>
                  <a:lnTo>
                    <a:pt x="1510316" y="1990163"/>
                  </a:lnTo>
                  <a:lnTo>
                    <a:pt x="1485864" y="2000635"/>
                  </a:lnTo>
                  <a:lnTo>
                    <a:pt x="1461411" y="2010790"/>
                  </a:lnTo>
                  <a:lnTo>
                    <a:pt x="1436642" y="2020627"/>
                  </a:lnTo>
                  <a:lnTo>
                    <a:pt x="1411872" y="2029512"/>
                  </a:lnTo>
                  <a:lnTo>
                    <a:pt x="1386785" y="2038397"/>
                  </a:lnTo>
                  <a:lnTo>
                    <a:pt x="1361380" y="2046965"/>
                  </a:lnTo>
                  <a:lnTo>
                    <a:pt x="1335975" y="2054581"/>
                  </a:lnTo>
                  <a:lnTo>
                    <a:pt x="1310570" y="2062514"/>
                  </a:lnTo>
                  <a:lnTo>
                    <a:pt x="1285166" y="2069495"/>
                  </a:lnTo>
                  <a:lnTo>
                    <a:pt x="1259443" y="2076159"/>
                  </a:lnTo>
                  <a:lnTo>
                    <a:pt x="1233403" y="2082506"/>
                  </a:lnTo>
                  <a:lnTo>
                    <a:pt x="1207681" y="2088535"/>
                  </a:lnTo>
                  <a:lnTo>
                    <a:pt x="1181959" y="2093929"/>
                  </a:lnTo>
                  <a:lnTo>
                    <a:pt x="1155919" y="2099007"/>
                  </a:lnTo>
                  <a:lnTo>
                    <a:pt x="1129561" y="2103767"/>
                  </a:lnTo>
                  <a:lnTo>
                    <a:pt x="1103204" y="2107892"/>
                  </a:lnTo>
                  <a:lnTo>
                    <a:pt x="1077164" y="2111382"/>
                  </a:lnTo>
                  <a:lnTo>
                    <a:pt x="1050806" y="2114873"/>
                  </a:lnTo>
                  <a:lnTo>
                    <a:pt x="1024131" y="2117729"/>
                  </a:lnTo>
                  <a:lnTo>
                    <a:pt x="997774" y="2119950"/>
                  </a:lnTo>
                  <a:lnTo>
                    <a:pt x="971099" y="2121854"/>
                  </a:lnTo>
                  <a:lnTo>
                    <a:pt x="944424" y="2123441"/>
                  </a:lnTo>
                  <a:lnTo>
                    <a:pt x="917749" y="2125028"/>
                  </a:lnTo>
                  <a:lnTo>
                    <a:pt x="891074" y="2125662"/>
                  </a:lnTo>
                  <a:lnTo>
                    <a:pt x="864399" y="2125662"/>
                  </a:lnTo>
                  <a:lnTo>
                    <a:pt x="835818" y="2125662"/>
                  </a:lnTo>
                  <a:lnTo>
                    <a:pt x="807238" y="2124710"/>
                  </a:lnTo>
                  <a:lnTo>
                    <a:pt x="778657" y="2123124"/>
                  </a:lnTo>
                  <a:lnTo>
                    <a:pt x="750395" y="2121537"/>
                  </a:lnTo>
                  <a:lnTo>
                    <a:pt x="722132" y="2119316"/>
                  </a:lnTo>
                  <a:lnTo>
                    <a:pt x="693869" y="2116777"/>
                  </a:lnTo>
                  <a:lnTo>
                    <a:pt x="665606" y="2113604"/>
                  </a:lnTo>
                  <a:lnTo>
                    <a:pt x="637661" y="2109478"/>
                  </a:lnTo>
                  <a:lnTo>
                    <a:pt x="609398" y="2105353"/>
                  </a:lnTo>
                  <a:lnTo>
                    <a:pt x="581453" y="2100593"/>
                  </a:lnTo>
                  <a:lnTo>
                    <a:pt x="553825" y="2095199"/>
                  </a:lnTo>
                  <a:lnTo>
                    <a:pt x="525880" y="2089487"/>
                  </a:lnTo>
                  <a:lnTo>
                    <a:pt x="498252" y="2083458"/>
                  </a:lnTo>
                  <a:lnTo>
                    <a:pt x="470624" y="2076476"/>
                  </a:lnTo>
                  <a:lnTo>
                    <a:pt x="443314" y="2069495"/>
                  </a:lnTo>
                  <a:lnTo>
                    <a:pt x="416321" y="2061879"/>
                  </a:lnTo>
                  <a:lnTo>
                    <a:pt x="389011" y="2053629"/>
                  </a:lnTo>
                  <a:lnTo>
                    <a:pt x="362019" y="2045378"/>
                  </a:lnTo>
                  <a:lnTo>
                    <a:pt x="335343" y="2036176"/>
                  </a:lnTo>
                  <a:lnTo>
                    <a:pt x="308668" y="2026656"/>
                  </a:lnTo>
                  <a:lnTo>
                    <a:pt x="282311" y="2016502"/>
                  </a:lnTo>
                  <a:lnTo>
                    <a:pt x="255953" y="2006030"/>
                  </a:lnTo>
                  <a:lnTo>
                    <a:pt x="229913" y="1994923"/>
                  </a:lnTo>
                  <a:lnTo>
                    <a:pt x="203556" y="1983499"/>
                  </a:lnTo>
                  <a:lnTo>
                    <a:pt x="177833" y="1971441"/>
                  </a:lnTo>
                  <a:lnTo>
                    <a:pt x="152429" y="1959065"/>
                  </a:lnTo>
                  <a:lnTo>
                    <a:pt x="127024" y="1946372"/>
                  </a:lnTo>
                  <a:lnTo>
                    <a:pt x="101619" y="1933044"/>
                  </a:lnTo>
                  <a:lnTo>
                    <a:pt x="76532" y="1919399"/>
                  </a:lnTo>
                  <a:lnTo>
                    <a:pt x="51762" y="1905437"/>
                  </a:lnTo>
                  <a:lnTo>
                    <a:pt x="27310" y="1890523"/>
                  </a:lnTo>
                  <a:lnTo>
                    <a:pt x="2858" y="1875291"/>
                  </a:lnTo>
                  <a:lnTo>
                    <a:pt x="0" y="1888301"/>
                  </a:lnTo>
                  <a:lnTo>
                    <a:pt x="0" y="1870531"/>
                  </a:lnTo>
                  <a:lnTo>
                    <a:pt x="952" y="1850222"/>
                  </a:lnTo>
                  <a:lnTo>
                    <a:pt x="2223" y="1829913"/>
                  </a:lnTo>
                  <a:lnTo>
                    <a:pt x="3493" y="1809604"/>
                  </a:lnTo>
                  <a:lnTo>
                    <a:pt x="5398" y="1790247"/>
                  </a:lnTo>
                  <a:lnTo>
                    <a:pt x="6986" y="1770573"/>
                  </a:lnTo>
                  <a:lnTo>
                    <a:pt x="9209" y="1750898"/>
                  </a:lnTo>
                  <a:lnTo>
                    <a:pt x="11749" y="1732176"/>
                  </a:lnTo>
                  <a:lnTo>
                    <a:pt x="14290" y="1713136"/>
                  </a:lnTo>
                  <a:lnTo>
                    <a:pt x="17148" y="1694414"/>
                  </a:lnTo>
                  <a:lnTo>
                    <a:pt x="20006" y="1676009"/>
                  </a:lnTo>
                  <a:lnTo>
                    <a:pt x="23499" y="1657604"/>
                  </a:lnTo>
                  <a:lnTo>
                    <a:pt x="26992" y="1639834"/>
                  </a:lnTo>
                  <a:lnTo>
                    <a:pt x="30486" y="1621746"/>
                  </a:lnTo>
                  <a:lnTo>
                    <a:pt x="34931" y="1604293"/>
                  </a:lnTo>
                  <a:lnTo>
                    <a:pt x="38742" y="1586840"/>
                  </a:lnTo>
                  <a:lnTo>
                    <a:pt x="43188" y="1569704"/>
                  </a:lnTo>
                  <a:lnTo>
                    <a:pt x="47951" y="1552569"/>
                  </a:lnTo>
                  <a:lnTo>
                    <a:pt x="52715" y="1536068"/>
                  </a:lnTo>
                  <a:lnTo>
                    <a:pt x="57796" y="1519249"/>
                  </a:lnTo>
                  <a:lnTo>
                    <a:pt x="62877" y="1503066"/>
                  </a:lnTo>
                  <a:lnTo>
                    <a:pt x="68593" y="1486564"/>
                  </a:lnTo>
                  <a:lnTo>
                    <a:pt x="73991" y="1470698"/>
                  </a:lnTo>
                  <a:lnTo>
                    <a:pt x="80025" y="1455149"/>
                  </a:lnTo>
                  <a:lnTo>
                    <a:pt x="86059" y="1439283"/>
                  </a:lnTo>
                  <a:lnTo>
                    <a:pt x="92410" y="1424051"/>
                  </a:lnTo>
                  <a:lnTo>
                    <a:pt x="98761" y="1409137"/>
                  </a:lnTo>
                  <a:lnTo>
                    <a:pt x="105430" y="1393905"/>
                  </a:lnTo>
                  <a:lnTo>
                    <a:pt x="112098" y="1378990"/>
                  </a:lnTo>
                  <a:lnTo>
                    <a:pt x="119402" y="1364393"/>
                  </a:lnTo>
                  <a:lnTo>
                    <a:pt x="126706" y="1350114"/>
                  </a:lnTo>
                  <a:lnTo>
                    <a:pt x="134010" y="1335834"/>
                  </a:lnTo>
                  <a:lnTo>
                    <a:pt x="141632" y="1321871"/>
                  </a:lnTo>
                  <a:lnTo>
                    <a:pt x="149571" y="1307909"/>
                  </a:lnTo>
                  <a:lnTo>
                    <a:pt x="157510" y="1294264"/>
                  </a:lnTo>
                  <a:lnTo>
                    <a:pt x="165766" y="1280936"/>
                  </a:lnTo>
                  <a:lnTo>
                    <a:pt x="174023" y="1267291"/>
                  </a:lnTo>
                  <a:lnTo>
                    <a:pt x="182597" y="1253963"/>
                  </a:lnTo>
                  <a:lnTo>
                    <a:pt x="191171" y="1241270"/>
                  </a:lnTo>
                  <a:lnTo>
                    <a:pt x="200380" y="1228260"/>
                  </a:lnTo>
                  <a:lnTo>
                    <a:pt x="209589" y="1215884"/>
                  </a:lnTo>
                  <a:lnTo>
                    <a:pt x="218799" y="1203191"/>
                  </a:lnTo>
                  <a:lnTo>
                    <a:pt x="228008" y="1191133"/>
                  </a:lnTo>
                  <a:lnTo>
                    <a:pt x="237852" y="1178757"/>
                  </a:lnTo>
                  <a:lnTo>
                    <a:pt x="247697" y="1167016"/>
                  </a:lnTo>
                  <a:lnTo>
                    <a:pt x="257541" y="1155275"/>
                  </a:lnTo>
                  <a:lnTo>
                    <a:pt x="267703" y="1143533"/>
                  </a:lnTo>
                  <a:lnTo>
                    <a:pt x="278182" y="1132110"/>
                  </a:lnTo>
                  <a:lnTo>
                    <a:pt x="288662" y="1120686"/>
                  </a:lnTo>
                  <a:lnTo>
                    <a:pt x="298824" y="1109579"/>
                  </a:lnTo>
                  <a:lnTo>
                    <a:pt x="309938" y="1098473"/>
                  </a:lnTo>
                  <a:lnTo>
                    <a:pt x="320735" y="1087684"/>
                  </a:lnTo>
                  <a:lnTo>
                    <a:pt x="331850" y="1076895"/>
                  </a:lnTo>
                  <a:lnTo>
                    <a:pt x="343282" y="1066423"/>
                  </a:lnTo>
                  <a:lnTo>
                    <a:pt x="354715" y="1055951"/>
                  </a:lnTo>
                  <a:lnTo>
                    <a:pt x="366147" y="1045797"/>
                  </a:lnTo>
                  <a:lnTo>
                    <a:pt x="377897" y="1035642"/>
                  </a:lnTo>
                  <a:lnTo>
                    <a:pt x="389964" y="1025805"/>
                  </a:lnTo>
                  <a:lnTo>
                    <a:pt x="401714" y="1015968"/>
                  </a:lnTo>
                  <a:lnTo>
                    <a:pt x="414099" y="1006448"/>
                  </a:lnTo>
                  <a:lnTo>
                    <a:pt x="426801" y="996928"/>
                  </a:lnTo>
                  <a:lnTo>
                    <a:pt x="439186" y="987408"/>
                  </a:lnTo>
                  <a:lnTo>
                    <a:pt x="451571" y="977888"/>
                  </a:lnTo>
                  <a:lnTo>
                    <a:pt x="477293" y="960118"/>
                  </a:lnTo>
                  <a:lnTo>
                    <a:pt x="481421" y="957262"/>
                  </a:lnTo>
                  <a:close/>
                  <a:moveTo>
                    <a:pt x="839471" y="0"/>
                  </a:moveTo>
                  <a:lnTo>
                    <a:pt x="852171" y="0"/>
                  </a:lnTo>
                  <a:lnTo>
                    <a:pt x="865506" y="0"/>
                  </a:lnTo>
                  <a:lnTo>
                    <a:pt x="878206" y="636"/>
                  </a:lnTo>
                  <a:lnTo>
                    <a:pt x="890906" y="1271"/>
                  </a:lnTo>
                  <a:lnTo>
                    <a:pt x="903288" y="2542"/>
                  </a:lnTo>
                  <a:lnTo>
                    <a:pt x="915988" y="3813"/>
                  </a:lnTo>
                  <a:lnTo>
                    <a:pt x="928371" y="5719"/>
                  </a:lnTo>
                  <a:lnTo>
                    <a:pt x="940436" y="7943"/>
                  </a:lnTo>
                  <a:lnTo>
                    <a:pt x="952818" y="10167"/>
                  </a:lnTo>
                  <a:lnTo>
                    <a:pt x="964883" y="12708"/>
                  </a:lnTo>
                  <a:lnTo>
                    <a:pt x="976631" y="15568"/>
                  </a:lnTo>
                  <a:lnTo>
                    <a:pt x="988696" y="19062"/>
                  </a:lnTo>
                  <a:lnTo>
                    <a:pt x="1000443" y="22239"/>
                  </a:lnTo>
                  <a:lnTo>
                    <a:pt x="1011873" y="26052"/>
                  </a:lnTo>
                  <a:lnTo>
                    <a:pt x="1023621" y="30182"/>
                  </a:lnTo>
                  <a:lnTo>
                    <a:pt x="1034733" y="34630"/>
                  </a:lnTo>
                  <a:lnTo>
                    <a:pt x="1046163" y="39395"/>
                  </a:lnTo>
                  <a:lnTo>
                    <a:pt x="1057276" y="44161"/>
                  </a:lnTo>
                  <a:lnTo>
                    <a:pt x="1068388" y="48926"/>
                  </a:lnTo>
                  <a:lnTo>
                    <a:pt x="1079183" y="54645"/>
                  </a:lnTo>
                  <a:lnTo>
                    <a:pt x="1089661" y="60046"/>
                  </a:lnTo>
                  <a:lnTo>
                    <a:pt x="1100456" y="66082"/>
                  </a:lnTo>
                  <a:lnTo>
                    <a:pt x="1110616" y="72119"/>
                  </a:lnTo>
                  <a:lnTo>
                    <a:pt x="1120776" y="78790"/>
                  </a:lnTo>
                  <a:lnTo>
                    <a:pt x="1130936" y="85462"/>
                  </a:lnTo>
                  <a:lnTo>
                    <a:pt x="1140461" y="92134"/>
                  </a:lnTo>
                  <a:lnTo>
                    <a:pt x="1150303" y="99123"/>
                  </a:lnTo>
                  <a:lnTo>
                    <a:pt x="1159828" y="106430"/>
                  </a:lnTo>
                  <a:lnTo>
                    <a:pt x="1169353" y="114055"/>
                  </a:lnTo>
                  <a:lnTo>
                    <a:pt x="1178561" y="121680"/>
                  </a:lnTo>
                  <a:lnTo>
                    <a:pt x="1187133" y="129623"/>
                  </a:lnTo>
                  <a:lnTo>
                    <a:pt x="1196023" y="137883"/>
                  </a:lnTo>
                  <a:lnTo>
                    <a:pt x="1204596" y="146143"/>
                  </a:lnTo>
                  <a:lnTo>
                    <a:pt x="1213168" y="155039"/>
                  </a:lnTo>
                  <a:lnTo>
                    <a:pt x="1221106" y="163299"/>
                  </a:lnTo>
                  <a:lnTo>
                    <a:pt x="1229043" y="172513"/>
                  </a:lnTo>
                  <a:lnTo>
                    <a:pt x="1236981" y="181726"/>
                  </a:lnTo>
                  <a:lnTo>
                    <a:pt x="1244283" y="190939"/>
                  </a:lnTo>
                  <a:lnTo>
                    <a:pt x="1251586" y="200153"/>
                  </a:lnTo>
                  <a:lnTo>
                    <a:pt x="1258888" y="210001"/>
                  </a:lnTo>
                  <a:lnTo>
                    <a:pt x="1265556" y="219850"/>
                  </a:lnTo>
                  <a:lnTo>
                    <a:pt x="1272223" y="230017"/>
                  </a:lnTo>
                  <a:lnTo>
                    <a:pt x="1278256" y="240183"/>
                  </a:lnTo>
                  <a:lnTo>
                    <a:pt x="1284606" y="250667"/>
                  </a:lnTo>
                  <a:lnTo>
                    <a:pt x="1290321" y="261151"/>
                  </a:lnTo>
                  <a:lnTo>
                    <a:pt x="1296353" y="271953"/>
                  </a:lnTo>
                  <a:lnTo>
                    <a:pt x="1301433" y="282755"/>
                  </a:lnTo>
                  <a:lnTo>
                    <a:pt x="1306831" y="293239"/>
                  </a:lnTo>
                  <a:lnTo>
                    <a:pt x="1311593" y="304359"/>
                  </a:lnTo>
                  <a:lnTo>
                    <a:pt x="1316356" y="315796"/>
                  </a:lnTo>
                  <a:lnTo>
                    <a:pt x="1320483" y="327234"/>
                  </a:lnTo>
                  <a:lnTo>
                    <a:pt x="1324293" y="338671"/>
                  </a:lnTo>
                  <a:lnTo>
                    <a:pt x="1328421" y="350426"/>
                  </a:lnTo>
                  <a:lnTo>
                    <a:pt x="1331913" y="362181"/>
                  </a:lnTo>
                  <a:lnTo>
                    <a:pt x="1335088" y="373936"/>
                  </a:lnTo>
                  <a:lnTo>
                    <a:pt x="1337946" y="386009"/>
                  </a:lnTo>
                  <a:lnTo>
                    <a:pt x="1340803" y="398081"/>
                  </a:lnTo>
                  <a:lnTo>
                    <a:pt x="1343026" y="410472"/>
                  </a:lnTo>
                  <a:lnTo>
                    <a:pt x="1344931" y="422862"/>
                  </a:lnTo>
                  <a:lnTo>
                    <a:pt x="1346518" y="435252"/>
                  </a:lnTo>
                  <a:lnTo>
                    <a:pt x="1348106" y="447643"/>
                  </a:lnTo>
                  <a:lnTo>
                    <a:pt x="1349058" y="460033"/>
                  </a:lnTo>
                  <a:lnTo>
                    <a:pt x="1350011" y="472741"/>
                  </a:lnTo>
                  <a:lnTo>
                    <a:pt x="1350646" y="485449"/>
                  </a:lnTo>
                  <a:lnTo>
                    <a:pt x="1350963" y="498475"/>
                  </a:lnTo>
                  <a:lnTo>
                    <a:pt x="1350646" y="513407"/>
                  </a:lnTo>
                  <a:lnTo>
                    <a:pt x="1349693" y="528975"/>
                  </a:lnTo>
                  <a:lnTo>
                    <a:pt x="1348423" y="543907"/>
                  </a:lnTo>
                  <a:lnTo>
                    <a:pt x="1347153" y="558521"/>
                  </a:lnTo>
                  <a:lnTo>
                    <a:pt x="1345248" y="573453"/>
                  </a:lnTo>
                  <a:lnTo>
                    <a:pt x="1342708" y="588067"/>
                  </a:lnTo>
                  <a:lnTo>
                    <a:pt x="1339851" y="602682"/>
                  </a:lnTo>
                  <a:lnTo>
                    <a:pt x="1336358" y="616660"/>
                  </a:lnTo>
                  <a:lnTo>
                    <a:pt x="1332866" y="631275"/>
                  </a:lnTo>
                  <a:lnTo>
                    <a:pt x="1328738" y="645254"/>
                  </a:lnTo>
                  <a:lnTo>
                    <a:pt x="1324293" y="658915"/>
                  </a:lnTo>
                  <a:lnTo>
                    <a:pt x="1319531" y="672576"/>
                  </a:lnTo>
                  <a:lnTo>
                    <a:pt x="1314133" y="685920"/>
                  </a:lnTo>
                  <a:lnTo>
                    <a:pt x="1308418" y="699263"/>
                  </a:lnTo>
                  <a:lnTo>
                    <a:pt x="1302386" y="712607"/>
                  </a:lnTo>
                  <a:lnTo>
                    <a:pt x="1296353" y="725315"/>
                  </a:lnTo>
                  <a:lnTo>
                    <a:pt x="1289368" y="738023"/>
                  </a:lnTo>
                  <a:lnTo>
                    <a:pt x="1282383" y="750413"/>
                  </a:lnTo>
                  <a:lnTo>
                    <a:pt x="1275081" y="762486"/>
                  </a:lnTo>
                  <a:lnTo>
                    <a:pt x="1267143" y="774559"/>
                  </a:lnTo>
                  <a:lnTo>
                    <a:pt x="1259206" y="786313"/>
                  </a:lnTo>
                  <a:lnTo>
                    <a:pt x="1250633" y="797751"/>
                  </a:lnTo>
                  <a:lnTo>
                    <a:pt x="1242061" y="809188"/>
                  </a:lnTo>
                  <a:lnTo>
                    <a:pt x="1232853" y="819990"/>
                  </a:lnTo>
                  <a:lnTo>
                    <a:pt x="1223963" y="830792"/>
                  </a:lnTo>
                  <a:lnTo>
                    <a:pt x="1214121" y="841276"/>
                  </a:lnTo>
                  <a:lnTo>
                    <a:pt x="1204278" y="851442"/>
                  </a:lnTo>
                  <a:lnTo>
                    <a:pt x="1193801" y="860974"/>
                  </a:lnTo>
                  <a:lnTo>
                    <a:pt x="1183323" y="870822"/>
                  </a:lnTo>
                  <a:lnTo>
                    <a:pt x="1172528" y="880036"/>
                  </a:lnTo>
                  <a:lnTo>
                    <a:pt x="1161733" y="889249"/>
                  </a:lnTo>
                  <a:lnTo>
                    <a:pt x="1150303" y="897827"/>
                  </a:lnTo>
                  <a:lnTo>
                    <a:pt x="1134746" y="909264"/>
                  </a:lnTo>
                  <a:lnTo>
                    <a:pt x="1118236" y="920066"/>
                  </a:lnTo>
                  <a:lnTo>
                    <a:pt x="1101408" y="929915"/>
                  </a:lnTo>
                  <a:lnTo>
                    <a:pt x="1084581" y="939446"/>
                  </a:lnTo>
                  <a:lnTo>
                    <a:pt x="1066801" y="948342"/>
                  </a:lnTo>
                  <a:lnTo>
                    <a:pt x="1048703" y="956602"/>
                  </a:lnTo>
                  <a:lnTo>
                    <a:pt x="1040131" y="960414"/>
                  </a:lnTo>
                  <a:lnTo>
                    <a:pt x="1030606" y="963909"/>
                  </a:lnTo>
                  <a:lnTo>
                    <a:pt x="1021398" y="967722"/>
                  </a:lnTo>
                  <a:lnTo>
                    <a:pt x="1011873" y="970899"/>
                  </a:lnTo>
                  <a:lnTo>
                    <a:pt x="1002348" y="973758"/>
                  </a:lnTo>
                  <a:lnTo>
                    <a:pt x="993141" y="976617"/>
                  </a:lnTo>
                  <a:lnTo>
                    <a:pt x="983616" y="979794"/>
                  </a:lnTo>
                  <a:lnTo>
                    <a:pt x="973773" y="982018"/>
                  </a:lnTo>
                  <a:lnTo>
                    <a:pt x="963931" y="984560"/>
                  </a:lnTo>
                  <a:lnTo>
                    <a:pt x="954088" y="986466"/>
                  </a:lnTo>
                  <a:lnTo>
                    <a:pt x="944246" y="988372"/>
                  </a:lnTo>
                  <a:lnTo>
                    <a:pt x="934403" y="990596"/>
                  </a:lnTo>
                  <a:lnTo>
                    <a:pt x="924561" y="991867"/>
                  </a:lnTo>
                  <a:lnTo>
                    <a:pt x="914401" y="993455"/>
                  </a:lnTo>
                  <a:lnTo>
                    <a:pt x="904241" y="994409"/>
                  </a:lnTo>
                  <a:lnTo>
                    <a:pt x="893763" y="995362"/>
                  </a:lnTo>
                  <a:lnTo>
                    <a:pt x="883603" y="995997"/>
                  </a:lnTo>
                  <a:lnTo>
                    <a:pt x="873126" y="996632"/>
                  </a:lnTo>
                  <a:lnTo>
                    <a:pt x="862648" y="996950"/>
                  </a:lnTo>
                  <a:lnTo>
                    <a:pt x="852171" y="996950"/>
                  </a:lnTo>
                  <a:lnTo>
                    <a:pt x="840423" y="996950"/>
                  </a:lnTo>
                  <a:lnTo>
                    <a:pt x="828358" y="996315"/>
                  </a:lnTo>
                  <a:lnTo>
                    <a:pt x="816293" y="995679"/>
                  </a:lnTo>
                  <a:lnTo>
                    <a:pt x="804546" y="994726"/>
                  </a:lnTo>
                  <a:lnTo>
                    <a:pt x="792798" y="993455"/>
                  </a:lnTo>
                  <a:lnTo>
                    <a:pt x="781368" y="992185"/>
                  </a:lnTo>
                  <a:lnTo>
                    <a:pt x="769621" y="990278"/>
                  </a:lnTo>
                  <a:lnTo>
                    <a:pt x="758191" y="988054"/>
                  </a:lnTo>
                  <a:lnTo>
                    <a:pt x="746761" y="985831"/>
                  </a:lnTo>
                  <a:lnTo>
                    <a:pt x="735331" y="983289"/>
                  </a:lnTo>
                  <a:lnTo>
                    <a:pt x="724218" y="980430"/>
                  </a:lnTo>
                  <a:lnTo>
                    <a:pt x="713106" y="977253"/>
                  </a:lnTo>
                  <a:lnTo>
                    <a:pt x="702311" y="973758"/>
                  </a:lnTo>
                  <a:lnTo>
                    <a:pt x="691198" y="970263"/>
                  </a:lnTo>
                  <a:lnTo>
                    <a:pt x="680721" y="966768"/>
                  </a:lnTo>
                  <a:lnTo>
                    <a:pt x="670243" y="962321"/>
                  </a:lnTo>
                  <a:lnTo>
                    <a:pt x="659448" y="958190"/>
                  </a:lnTo>
                  <a:lnTo>
                    <a:pt x="648971" y="953425"/>
                  </a:lnTo>
                  <a:lnTo>
                    <a:pt x="638811" y="948659"/>
                  </a:lnTo>
                  <a:lnTo>
                    <a:pt x="628651" y="943894"/>
                  </a:lnTo>
                  <a:lnTo>
                    <a:pt x="618491" y="938493"/>
                  </a:lnTo>
                  <a:lnTo>
                    <a:pt x="608648" y="933410"/>
                  </a:lnTo>
                  <a:lnTo>
                    <a:pt x="599123" y="927373"/>
                  </a:lnTo>
                  <a:lnTo>
                    <a:pt x="589281" y="921655"/>
                  </a:lnTo>
                  <a:lnTo>
                    <a:pt x="579756" y="915618"/>
                  </a:lnTo>
                  <a:lnTo>
                    <a:pt x="570548" y="909264"/>
                  </a:lnTo>
                  <a:lnTo>
                    <a:pt x="561023" y="902910"/>
                  </a:lnTo>
                  <a:lnTo>
                    <a:pt x="552133" y="895921"/>
                  </a:lnTo>
                  <a:lnTo>
                    <a:pt x="543561" y="889249"/>
                  </a:lnTo>
                  <a:lnTo>
                    <a:pt x="534671" y="881942"/>
                  </a:lnTo>
                  <a:lnTo>
                    <a:pt x="526098" y="874952"/>
                  </a:lnTo>
                  <a:lnTo>
                    <a:pt x="517526" y="867328"/>
                  </a:lnTo>
                  <a:lnTo>
                    <a:pt x="508318" y="858750"/>
                  </a:lnTo>
                  <a:lnTo>
                    <a:pt x="499428" y="849854"/>
                  </a:lnTo>
                  <a:lnTo>
                    <a:pt x="490538" y="840958"/>
                  </a:lnTo>
                  <a:lnTo>
                    <a:pt x="481648" y="831427"/>
                  </a:lnTo>
                  <a:lnTo>
                    <a:pt x="473711" y="821896"/>
                  </a:lnTo>
                  <a:lnTo>
                    <a:pt x="465456" y="812047"/>
                  </a:lnTo>
                  <a:lnTo>
                    <a:pt x="457518" y="801881"/>
                  </a:lnTo>
                  <a:lnTo>
                    <a:pt x="449898" y="791714"/>
                  </a:lnTo>
                  <a:lnTo>
                    <a:pt x="442596" y="781548"/>
                  </a:lnTo>
                  <a:lnTo>
                    <a:pt x="435293" y="770746"/>
                  </a:lnTo>
                  <a:lnTo>
                    <a:pt x="428626" y="759944"/>
                  </a:lnTo>
                  <a:lnTo>
                    <a:pt x="421958" y="749142"/>
                  </a:lnTo>
                  <a:lnTo>
                    <a:pt x="415608" y="738023"/>
                  </a:lnTo>
                  <a:lnTo>
                    <a:pt x="409576" y="726585"/>
                  </a:lnTo>
                  <a:lnTo>
                    <a:pt x="403861" y="715148"/>
                  </a:lnTo>
                  <a:lnTo>
                    <a:pt x="398463" y="703393"/>
                  </a:lnTo>
                  <a:lnTo>
                    <a:pt x="393383" y="691638"/>
                  </a:lnTo>
                  <a:lnTo>
                    <a:pt x="388303" y="679566"/>
                  </a:lnTo>
                  <a:lnTo>
                    <a:pt x="383858" y="667493"/>
                  </a:lnTo>
                  <a:lnTo>
                    <a:pt x="379731" y="655420"/>
                  </a:lnTo>
                  <a:lnTo>
                    <a:pt x="375603" y="643030"/>
                  </a:lnTo>
                  <a:lnTo>
                    <a:pt x="372111" y="630322"/>
                  </a:lnTo>
                  <a:lnTo>
                    <a:pt x="368936" y="617614"/>
                  </a:lnTo>
                  <a:lnTo>
                    <a:pt x="365443" y="604588"/>
                  </a:lnTo>
                  <a:lnTo>
                    <a:pt x="362903" y="591880"/>
                  </a:lnTo>
                  <a:lnTo>
                    <a:pt x="360681" y="578854"/>
                  </a:lnTo>
                  <a:lnTo>
                    <a:pt x="358776" y="565828"/>
                  </a:lnTo>
                  <a:lnTo>
                    <a:pt x="357188" y="552485"/>
                  </a:lnTo>
                  <a:lnTo>
                    <a:pt x="355601" y="539141"/>
                  </a:lnTo>
                  <a:lnTo>
                    <a:pt x="354648" y="525480"/>
                  </a:lnTo>
                  <a:lnTo>
                    <a:pt x="354331" y="511819"/>
                  </a:lnTo>
                  <a:lnTo>
                    <a:pt x="354013" y="498475"/>
                  </a:lnTo>
                  <a:lnTo>
                    <a:pt x="354331" y="485449"/>
                  </a:lnTo>
                  <a:lnTo>
                    <a:pt x="354648" y="472741"/>
                  </a:lnTo>
                  <a:lnTo>
                    <a:pt x="355601" y="460033"/>
                  </a:lnTo>
                  <a:lnTo>
                    <a:pt x="356871" y="447643"/>
                  </a:lnTo>
                  <a:lnTo>
                    <a:pt x="358141" y="434935"/>
                  </a:lnTo>
                  <a:lnTo>
                    <a:pt x="360046" y="422544"/>
                  </a:lnTo>
                  <a:lnTo>
                    <a:pt x="361951" y="410472"/>
                  </a:lnTo>
                  <a:lnTo>
                    <a:pt x="364173" y="397763"/>
                  </a:lnTo>
                  <a:lnTo>
                    <a:pt x="366713" y="385691"/>
                  </a:lnTo>
                  <a:lnTo>
                    <a:pt x="369888" y="373936"/>
                  </a:lnTo>
                  <a:lnTo>
                    <a:pt x="373063" y="361863"/>
                  </a:lnTo>
                  <a:lnTo>
                    <a:pt x="376556" y="350108"/>
                  </a:lnTo>
                  <a:lnTo>
                    <a:pt x="380683" y="338671"/>
                  </a:lnTo>
                  <a:lnTo>
                    <a:pt x="384493" y="326916"/>
                  </a:lnTo>
                  <a:lnTo>
                    <a:pt x="388621" y="315796"/>
                  </a:lnTo>
                  <a:lnTo>
                    <a:pt x="393383" y="304359"/>
                  </a:lnTo>
                  <a:lnTo>
                    <a:pt x="398146" y="293239"/>
                  </a:lnTo>
                  <a:lnTo>
                    <a:pt x="403543" y="282755"/>
                  </a:lnTo>
                  <a:lnTo>
                    <a:pt x="408623" y="271636"/>
                  </a:lnTo>
                  <a:lnTo>
                    <a:pt x="414656" y="261151"/>
                  </a:lnTo>
                  <a:lnTo>
                    <a:pt x="420371" y="250667"/>
                  </a:lnTo>
                  <a:lnTo>
                    <a:pt x="426721" y="240183"/>
                  </a:lnTo>
                  <a:lnTo>
                    <a:pt x="432753" y="230017"/>
                  </a:lnTo>
                  <a:lnTo>
                    <a:pt x="439421" y="219850"/>
                  </a:lnTo>
                  <a:lnTo>
                    <a:pt x="446088" y="210001"/>
                  </a:lnTo>
                  <a:lnTo>
                    <a:pt x="453391" y="200153"/>
                  </a:lnTo>
                  <a:lnTo>
                    <a:pt x="460693" y="190939"/>
                  </a:lnTo>
                  <a:lnTo>
                    <a:pt x="467996" y="181408"/>
                  </a:lnTo>
                  <a:lnTo>
                    <a:pt x="475933" y="172195"/>
                  </a:lnTo>
                  <a:lnTo>
                    <a:pt x="483871" y="163299"/>
                  </a:lnTo>
                  <a:lnTo>
                    <a:pt x="491808" y="154403"/>
                  </a:lnTo>
                  <a:lnTo>
                    <a:pt x="500381" y="146143"/>
                  </a:lnTo>
                  <a:lnTo>
                    <a:pt x="508953" y="137565"/>
                  </a:lnTo>
                  <a:lnTo>
                    <a:pt x="517526" y="129305"/>
                  </a:lnTo>
                  <a:lnTo>
                    <a:pt x="526416" y="121680"/>
                  </a:lnTo>
                  <a:lnTo>
                    <a:pt x="535623" y="113738"/>
                  </a:lnTo>
                  <a:lnTo>
                    <a:pt x="545148" y="106113"/>
                  </a:lnTo>
                  <a:lnTo>
                    <a:pt x="554673" y="99123"/>
                  </a:lnTo>
                  <a:lnTo>
                    <a:pt x="564516" y="92134"/>
                  </a:lnTo>
                  <a:lnTo>
                    <a:pt x="574041" y="85462"/>
                  </a:lnTo>
                  <a:lnTo>
                    <a:pt x="584201" y="78473"/>
                  </a:lnTo>
                  <a:lnTo>
                    <a:pt x="594361" y="72119"/>
                  </a:lnTo>
                  <a:lnTo>
                    <a:pt x="604838" y="66082"/>
                  </a:lnTo>
                  <a:lnTo>
                    <a:pt x="615316" y="60046"/>
                  </a:lnTo>
                  <a:lnTo>
                    <a:pt x="625793" y="54645"/>
                  </a:lnTo>
                  <a:lnTo>
                    <a:pt x="636906" y="48926"/>
                  </a:lnTo>
                  <a:lnTo>
                    <a:pt x="647701" y="44161"/>
                  </a:lnTo>
                  <a:lnTo>
                    <a:pt x="658813" y="39395"/>
                  </a:lnTo>
                  <a:lnTo>
                    <a:pt x="670243" y="34630"/>
                  </a:lnTo>
                  <a:lnTo>
                    <a:pt x="681356" y="30182"/>
                  </a:lnTo>
                  <a:lnTo>
                    <a:pt x="693103" y="26052"/>
                  </a:lnTo>
                  <a:lnTo>
                    <a:pt x="704533" y="22239"/>
                  </a:lnTo>
                  <a:lnTo>
                    <a:pt x="716281" y="19062"/>
                  </a:lnTo>
                  <a:lnTo>
                    <a:pt x="728346" y="15568"/>
                  </a:lnTo>
                  <a:lnTo>
                    <a:pt x="740093" y="12708"/>
                  </a:lnTo>
                  <a:lnTo>
                    <a:pt x="752158" y="10167"/>
                  </a:lnTo>
                  <a:lnTo>
                    <a:pt x="764541" y="7625"/>
                  </a:lnTo>
                  <a:lnTo>
                    <a:pt x="776606" y="5719"/>
                  </a:lnTo>
                  <a:lnTo>
                    <a:pt x="788988" y="3813"/>
                  </a:lnTo>
                  <a:lnTo>
                    <a:pt x="801688" y="2542"/>
                  </a:lnTo>
                  <a:lnTo>
                    <a:pt x="814071" y="1271"/>
                  </a:lnTo>
                  <a:lnTo>
                    <a:pt x="826771" y="636"/>
                  </a:lnTo>
                  <a:lnTo>
                    <a:pt x="839471" y="0"/>
                  </a:lnTo>
                  <a:close/>
                </a:path>
              </a:pathLst>
            </a:custGeom>
            <a:solidFill>
              <a:srgbClr val="F7F7F7"/>
            </a:solidFill>
            <a:ln>
              <a:noFill/>
            </a:ln>
          </p:spPr>
          <p:txBody>
            <a:bodyPr anchor="ctr">
              <a:scene3d>
                <a:camera prst="orthographicFront"/>
                <a:lightRig rig="threePt" dir="t"/>
              </a:scene3d>
              <a:sp3d>
                <a:contourClr>
                  <a:srgbClr val="FFFFFF"/>
                </a:contourClr>
              </a:sp3d>
            </a:bodyPr>
            <a:lstStyle/>
            <a:p>
              <a:pPr algn="ctr">
                <a:defRPr/>
              </a:pPr>
              <a:endParaRPr lang="zh-CN" altLang="en-US" sz="2400">
                <a:solidFill>
                  <a:srgbClr val="FFFFFF"/>
                </a:solidFill>
              </a:endParaRPr>
            </a:p>
          </p:txBody>
        </p:sp>
      </p:grpSp>
      <p:grpSp>
        <p:nvGrpSpPr>
          <p:cNvPr id="22" name="组合 21"/>
          <p:cNvGrpSpPr/>
          <p:nvPr/>
        </p:nvGrpSpPr>
        <p:grpSpPr>
          <a:xfrm>
            <a:off x="6312292" y="3606442"/>
            <a:ext cx="565200" cy="563259"/>
            <a:chOff x="1519237" y="1651743"/>
            <a:chExt cx="447675" cy="447675"/>
          </a:xfrm>
        </p:grpSpPr>
        <p:sp>
          <p:nvSpPr>
            <p:cNvPr id="23" name="椭圆 22"/>
            <p:cNvSpPr/>
            <p:nvPr/>
          </p:nvSpPr>
          <p:spPr>
            <a:xfrm>
              <a:off x="1519237" y="1651743"/>
              <a:ext cx="447675" cy="447675"/>
            </a:xfrm>
            <a:prstGeom prst="ellipse">
              <a:avLst/>
            </a:prstGeom>
            <a:solidFill>
              <a:schemeClr val="accent1">
                <a:lumMod val="50000"/>
              </a:schemeClr>
            </a:solidFill>
            <a:ln w="19050">
              <a:solidFill>
                <a:srgbClr val="F9F9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4" name="KSO_Shape"/>
            <p:cNvSpPr/>
            <p:nvPr/>
          </p:nvSpPr>
          <p:spPr bwMode="auto">
            <a:xfrm>
              <a:off x="1632717" y="1704975"/>
              <a:ext cx="247650" cy="313481"/>
            </a:xfrm>
            <a:custGeom>
              <a:avLst/>
              <a:gdLst>
                <a:gd name="T0" fmla="*/ 508479 w 1679575"/>
                <a:gd name="T1" fmla="*/ 933537 h 2125662"/>
                <a:gd name="T2" fmla="*/ 645344 w 1679575"/>
                <a:gd name="T3" fmla="*/ 1004349 h 2125662"/>
                <a:gd name="T4" fmla="*/ 637947 w 1679575"/>
                <a:gd name="T5" fmla="*/ 1045870 h 2125662"/>
                <a:gd name="T6" fmla="*/ 629410 w 1679575"/>
                <a:gd name="T7" fmla="*/ 1095637 h 2125662"/>
                <a:gd name="T8" fmla="*/ 645913 w 1679575"/>
                <a:gd name="T9" fmla="*/ 1148533 h 2125662"/>
                <a:gd name="T10" fmla="*/ 923628 w 1679575"/>
                <a:gd name="T11" fmla="*/ 1679766 h 2125662"/>
                <a:gd name="T12" fmla="*/ 886068 w 1679575"/>
                <a:gd name="T13" fmla="*/ 1137442 h 2125662"/>
                <a:gd name="T14" fmla="*/ 896597 w 1679575"/>
                <a:gd name="T15" fmla="*/ 1083408 h 2125662"/>
                <a:gd name="T16" fmla="*/ 885214 w 1679575"/>
                <a:gd name="T17" fmla="*/ 1039044 h 2125662"/>
                <a:gd name="T18" fmla="*/ 917083 w 1679575"/>
                <a:gd name="T19" fmla="*/ 999799 h 2125662"/>
                <a:gd name="T20" fmla="*/ 1048543 w 1679575"/>
                <a:gd name="T21" fmla="*/ 927280 h 2125662"/>
                <a:gd name="T22" fmla="*/ 1168905 w 1679575"/>
                <a:gd name="T23" fmla="*/ 933822 h 2125662"/>
                <a:gd name="T24" fmla="*/ 1257397 w 1679575"/>
                <a:gd name="T25" fmla="*/ 1021128 h 2125662"/>
                <a:gd name="T26" fmla="*/ 1333655 w 1679575"/>
                <a:gd name="T27" fmla="*/ 1118957 h 2125662"/>
                <a:gd name="T28" fmla="*/ 1397392 w 1679575"/>
                <a:gd name="T29" fmla="*/ 1227592 h 2125662"/>
                <a:gd name="T30" fmla="*/ 1446903 w 1679575"/>
                <a:gd name="T31" fmla="*/ 1349025 h 2125662"/>
                <a:gd name="T32" fmla="*/ 1482186 w 1679575"/>
                <a:gd name="T33" fmla="*/ 1483540 h 2125662"/>
                <a:gd name="T34" fmla="*/ 1501820 w 1679575"/>
                <a:gd name="T35" fmla="*/ 1632274 h 2125662"/>
                <a:gd name="T36" fmla="*/ 1439790 w 1679575"/>
                <a:gd name="T37" fmla="*/ 1742331 h 2125662"/>
                <a:gd name="T38" fmla="*/ 1242601 w 1679575"/>
                <a:gd name="T39" fmla="*/ 1826794 h 2125662"/>
                <a:gd name="T40" fmla="*/ 1035738 w 1679575"/>
                <a:gd name="T41" fmla="*/ 1881112 h 2125662"/>
                <a:gd name="T42" fmla="*/ 822331 w 1679575"/>
                <a:gd name="T43" fmla="*/ 1904432 h 2125662"/>
                <a:gd name="T44" fmla="*/ 596403 w 1679575"/>
                <a:gd name="T45" fmla="*/ 1894194 h 2125662"/>
                <a:gd name="T46" fmla="*/ 373036 w 1679575"/>
                <a:gd name="T47" fmla="*/ 1847838 h 2125662"/>
                <a:gd name="T48" fmla="*/ 159344 w 1679575"/>
                <a:gd name="T49" fmla="*/ 1766788 h 2125662"/>
                <a:gd name="T50" fmla="*/ 0 w 1679575"/>
                <a:gd name="T51" fmla="*/ 1676354 h 2125662"/>
                <a:gd name="T52" fmla="*/ 15365 w 1679575"/>
                <a:gd name="T53" fmla="*/ 1518519 h 2125662"/>
                <a:gd name="T54" fmla="*/ 47234 w 1679575"/>
                <a:gd name="T55" fmla="*/ 1376611 h 2125662"/>
                <a:gd name="T56" fmla="*/ 94468 w 1679575"/>
                <a:gd name="T57" fmla="*/ 1249206 h 2125662"/>
                <a:gd name="T58" fmla="*/ 155930 w 1679575"/>
                <a:gd name="T59" fmla="*/ 1135735 h 2125662"/>
                <a:gd name="T60" fmla="*/ 230765 w 1679575"/>
                <a:gd name="T61" fmla="*/ 1035348 h 2125662"/>
                <a:gd name="T62" fmla="*/ 317835 w 1679575"/>
                <a:gd name="T63" fmla="*/ 946334 h 2125662"/>
                <a:gd name="T64" fmla="*/ 427669 w 1679575"/>
                <a:gd name="T65" fmla="*/ 860449 h 2125662"/>
                <a:gd name="T66" fmla="*/ 831848 w 1679575"/>
                <a:gd name="T67" fmla="*/ 5125 h 2125662"/>
                <a:gd name="T68" fmla="*/ 927152 w 1679575"/>
                <a:gd name="T69" fmla="*/ 31035 h 2125662"/>
                <a:gd name="T70" fmla="*/ 1013353 w 1679575"/>
                <a:gd name="T71" fmla="*/ 76590 h 2125662"/>
                <a:gd name="T72" fmla="*/ 1087035 w 1679575"/>
                <a:gd name="T73" fmla="*/ 138945 h 2125662"/>
                <a:gd name="T74" fmla="*/ 1145356 w 1679575"/>
                <a:gd name="T75" fmla="*/ 215250 h 2125662"/>
                <a:gd name="T76" fmla="*/ 1186607 w 1679575"/>
                <a:gd name="T77" fmla="*/ 303514 h 2125662"/>
                <a:gd name="T78" fmla="*/ 1207944 w 1679575"/>
                <a:gd name="T79" fmla="*/ 401174 h 2125662"/>
                <a:gd name="T80" fmla="*/ 1205383 w 1679575"/>
                <a:gd name="T81" fmla="*/ 513924 h 2125662"/>
                <a:gd name="T82" fmla="*/ 1172382 w 1679575"/>
                <a:gd name="T83" fmla="*/ 626673 h 2125662"/>
                <a:gd name="T84" fmla="*/ 1112924 w 1679575"/>
                <a:gd name="T85" fmla="*/ 725187 h 2125662"/>
                <a:gd name="T86" fmla="*/ 1030706 w 1679575"/>
                <a:gd name="T87" fmla="*/ 804625 h 2125662"/>
                <a:gd name="T88" fmla="*/ 915204 w 1679575"/>
                <a:gd name="T89" fmla="*/ 867264 h 2125662"/>
                <a:gd name="T90" fmla="*/ 837253 w 1679575"/>
                <a:gd name="T91" fmla="*/ 887764 h 2125662"/>
                <a:gd name="T92" fmla="*/ 753044 w 1679575"/>
                <a:gd name="T93" fmla="*/ 893458 h 2125662"/>
                <a:gd name="T94" fmla="*/ 658879 w 1679575"/>
                <a:gd name="T95" fmla="*/ 881215 h 2125662"/>
                <a:gd name="T96" fmla="*/ 572394 w 1679575"/>
                <a:gd name="T97" fmla="*/ 850180 h 2125662"/>
                <a:gd name="T98" fmla="*/ 494728 w 1679575"/>
                <a:gd name="T99" fmla="*/ 802917 h 2125662"/>
                <a:gd name="T100" fmla="*/ 424459 w 1679575"/>
                <a:gd name="T101" fmla="*/ 736576 h 2125662"/>
                <a:gd name="T102" fmla="*/ 366992 w 1679575"/>
                <a:gd name="T103" fmla="*/ 651159 h 2125662"/>
                <a:gd name="T104" fmla="*/ 330578 w 1679575"/>
                <a:gd name="T105" fmla="*/ 553500 h 2125662"/>
                <a:gd name="T106" fmla="*/ 317206 w 1679575"/>
                <a:gd name="T107" fmla="*/ 446729 h 2125662"/>
                <a:gd name="T108" fmla="*/ 328586 w 1679575"/>
                <a:gd name="T109" fmla="*/ 345653 h 2125662"/>
                <a:gd name="T110" fmla="*/ 361587 w 1679575"/>
                <a:gd name="T111" fmla="*/ 253403 h 2125662"/>
                <a:gd name="T112" fmla="*/ 412795 w 1679575"/>
                <a:gd name="T113" fmla="*/ 171118 h 2125662"/>
                <a:gd name="T114" fmla="*/ 479934 w 1679575"/>
                <a:gd name="T115" fmla="*/ 101931 h 2125662"/>
                <a:gd name="T116" fmla="*/ 560729 w 1679575"/>
                <a:gd name="T117" fmla="*/ 48972 h 2125662"/>
                <a:gd name="T118" fmla="*/ 652620 w 1679575"/>
                <a:gd name="T119" fmla="*/ 13952 h 2125662"/>
                <a:gd name="T120" fmla="*/ 752191 w 1679575"/>
                <a:gd name="T121" fmla="*/ 0 h 212566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679575" h="2125662">
                  <a:moveTo>
                    <a:pt x="481421" y="957262"/>
                  </a:moveTo>
                  <a:lnTo>
                    <a:pt x="484914" y="961070"/>
                  </a:lnTo>
                  <a:lnTo>
                    <a:pt x="490948" y="968686"/>
                  </a:lnTo>
                  <a:lnTo>
                    <a:pt x="497299" y="975667"/>
                  </a:lnTo>
                  <a:lnTo>
                    <a:pt x="510319" y="990264"/>
                  </a:lnTo>
                  <a:lnTo>
                    <a:pt x="523657" y="1003909"/>
                  </a:lnTo>
                  <a:lnTo>
                    <a:pt x="537947" y="1017237"/>
                  </a:lnTo>
                  <a:lnTo>
                    <a:pt x="552237" y="1029613"/>
                  </a:lnTo>
                  <a:lnTo>
                    <a:pt x="567480" y="1041671"/>
                  </a:lnTo>
                  <a:lnTo>
                    <a:pt x="583040" y="1053095"/>
                  </a:lnTo>
                  <a:lnTo>
                    <a:pt x="598601" y="1063884"/>
                  </a:lnTo>
                  <a:lnTo>
                    <a:pt x="615114" y="1074039"/>
                  </a:lnTo>
                  <a:lnTo>
                    <a:pt x="631627" y="1083558"/>
                  </a:lnTo>
                  <a:lnTo>
                    <a:pt x="649093" y="1092126"/>
                  </a:lnTo>
                  <a:lnTo>
                    <a:pt x="666241" y="1100377"/>
                  </a:lnTo>
                  <a:lnTo>
                    <a:pt x="684025" y="1107993"/>
                  </a:lnTo>
                  <a:lnTo>
                    <a:pt x="701808" y="1114657"/>
                  </a:lnTo>
                  <a:lnTo>
                    <a:pt x="720226" y="1120686"/>
                  </a:lnTo>
                  <a:lnTo>
                    <a:pt x="738645" y="1125763"/>
                  </a:lnTo>
                  <a:lnTo>
                    <a:pt x="734517" y="1130840"/>
                  </a:lnTo>
                  <a:lnTo>
                    <a:pt x="730706" y="1135283"/>
                  </a:lnTo>
                  <a:lnTo>
                    <a:pt x="727213" y="1140043"/>
                  </a:lnTo>
                  <a:lnTo>
                    <a:pt x="723402" y="1145437"/>
                  </a:lnTo>
                  <a:lnTo>
                    <a:pt x="720544" y="1150515"/>
                  </a:lnTo>
                  <a:lnTo>
                    <a:pt x="717368" y="1155909"/>
                  </a:lnTo>
                  <a:lnTo>
                    <a:pt x="714510" y="1161304"/>
                  </a:lnTo>
                  <a:lnTo>
                    <a:pt x="711970" y="1167016"/>
                  </a:lnTo>
                  <a:lnTo>
                    <a:pt x="710064" y="1172410"/>
                  </a:lnTo>
                  <a:lnTo>
                    <a:pt x="708159" y="1178439"/>
                  </a:lnTo>
                  <a:lnTo>
                    <a:pt x="706254" y="1184151"/>
                  </a:lnTo>
                  <a:lnTo>
                    <a:pt x="704983" y="1190498"/>
                  </a:lnTo>
                  <a:lnTo>
                    <a:pt x="704031" y="1196210"/>
                  </a:lnTo>
                  <a:lnTo>
                    <a:pt x="702761" y="1202556"/>
                  </a:lnTo>
                  <a:lnTo>
                    <a:pt x="702443" y="1208903"/>
                  </a:lnTo>
                  <a:lnTo>
                    <a:pt x="702125" y="1215249"/>
                  </a:lnTo>
                  <a:lnTo>
                    <a:pt x="702443" y="1222548"/>
                  </a:lnTo>
                  <a:lnTo>
                    <a:pt x="703078" y="1229529"/>
                  </a:lnTo>
                  <a:lnTo>
                    <a:pt x="704348" y="1236510"/>
                  </a:lnTo>
                  <a:lnTo>
                    <a:pt x="705619" y="1243174"/>
                  </a:lnTo>
                  <a:lnTo>
                    <a:pt x="707206" y="1249838"/>
                  </a:lnTo>
                  <a:lnTo>
                    <a:pt x="709112" y="1256819"/>
                  </a:lnTo>
                  <a:lnTo>
                    <a:pt x="711652" y="1263166"/>
                  </a:lnTo>
                  <a:lnTo>
                    <a:pt x="714193" y="1269512"/>
                  </a:lnTo>
                  <a:lnTo>
                    <a:pt x="717686" y="1275542"/>
                  </a:lnTo>
                  <a:lnTo>
                    <a:pt x="720861" y="1281571"/>
                  </a:lnTo>
                  <a:lnTo>
                    <a:pt x="724355" y="1287283"/>
                  </a:lnTo>
                  <a:lnTo>
                    <a:pt x="728483" y="1292995"/>
                  </a:lnTo>
                  <a:lnTo>
                    <a:pt x="732611" y="1298389"/>
                  </a:lnTo>
                  <a:lnTo>
                    <a:pt x="737057" y="1303784"/>
                  </a:lnTo>
                  <a:lnTo>
                    <a:pt x="742138" y="1308861"/>
                  </a:lnTo>
                  <a:lnTo>
                    <a:pt x="746901" y="1313304"/>
                  </a:lnTo>
                  <a:lnTo>
                    <a:pt x="672275" y="1874339"/>
                  </a:lnTo>
                  <a:lnTo>
                    <a:pt x="854237" y="2050773"/>
                  </a:lnTo>
                  <a:lnTo>
                    <a:pt x="1030800" y="1874339"/>
                  </a:lnTo>
                  <a:lnTo>
                    <a:pt x="956173" y="1313304"/>
                  </a:lnTo>
                  <a:lnTo>
                    <a:pt x="961572" y="1308544"/>
                  </a:lnTo>
                  <a:lnTo>
                    <a:pt x="966018" y="1303466"/>
                  </a:lnTo>
                  <a:lnTo>
                    <a:pt x="970781" y="1298072"/>
                  </a:lnTo>
                  <a:lnTo>
                    <a:pt x="974910" y="1292995"/>
                  </a:lnTo>
                  <a:lnTo>
                    <a:pt x="978720" y="1286965"/>
                  </a:lnTo>
                  <a:lnTo>
                    <a:pt x="982531" y="1281571"/>
                  </a:lnTo>
                  <a:lnTo>
                    <a:pt x="986024" y="1275224"/>
                  </a:lnTo>
                  <a:lnTo>
                    <a:pt x="988882" y="1269195"/>
                  </a:lnTo>
                  <a:lnTo>
                    <a:pt x="991423" y="1262849"/>
                  </a:lnTo>
                  <a:lnTo>
                    <a:pt x="994281" y="1256502"/>
                  </a:lnTo>
                  <a:lnTo>
                    <a:pt x="996186" y="1249838"/>
                  </a:lnTo>
                  <a:lnTo>
                    <a:pt x="997774" y="1243174"/>
                  </a:lnTo>
                  <a:lnTo>
                    <a:pt x="999044" y="1236510"/>
                  </a:lnTo>
                  <a:lnTo>
                    <a:pt x="999997" y="1229212"/>
                  </a:lnTo>
                  <a:lnTo>
                    <a:pt x="1000632" y="1222548"/>
                  </a:lnTo>
                  <a:lnTo>
                    <a:pt x="1000632" y="1215249"/>
                  </a:lnTo>
                  <a:lnTo>
                    <a:pt x="1000632" y="1208903"/>
                  </a:lnTo>
                  <a:lnTo>
                    <a:pt x="1000314" y="1203191"/>
                  </a:lnTo>
                  <a:lnTo>
                    <a:pt x="999679" y="1197479"/>
                  </a:lnTo>
                  <a:lnTo>
                    <a:pt x="998727" y="1191767"/>
                  </a:lnTo>
                  <a:lnTo>
                    <a:pt x="997456" y="1186055"/>
                  </a:lnTo>
                  <a:lnTo>
                    <a:pt x="996186" y="1180661"/>
                  </a:lnTo>
                  <a:lnTo>
                    <a:pt x="994598" y="1175266"/>
                  </a:lnTo>
                  <a:lnTo>
                    <a:pt x="992375" y="1169872"/>
                  </a:lnTo>
                  <a:lnTo>
                    <a:pt x="990152" y="1164794"/>
                  </a:lnTo>
                  <a:lnTo>
                    <a:pt x="987929" y="1159400"/>
                  </a:lnTo>
                  <a:lnTo>
                    <a:pt x="985389" y="1154640"/>
                  </a:lnTo>
                  <a:lnTo>
                    <a:pt x="982849" y="1149563"/>
                  </a:lnTo>
                  <a:lnTo>
                    <a:pt x="979355" y="1144803"/>
                  </a:lnTo>
                  <a:lnTo>
                    <a:pt x="976497" y="1139725"/>
                  </a:lnTo>
                  <a:lnTo>
                    <a:pt x="973004" y="1135283"/>
                  </a:lnTo>
                  <a:lnTo>
                    <a:pt x="969829" y="1130840"/>
                  </a:lnTo>
                  <a:lnTo>
                    <a:pt x="987612" y="1126398"/>
                  </a:lnTo>
                  <a:lnTo>
                    <a:pt x="1005713" y="1121320"/>
                  </a:lnTo>
                  <a:lnTo>
                    <a:pt x="1023496" y="1115609"/>
                  </a:lnTo>
                  <a:lnTo>
                    <a:pt x="1041280" y="1109262"/>
                  </a:lnTo>
                  <a:lnTo>
                    <a:pt x="1058428" y="1101963"/>
                  </a:lnTo>
                  <a:lnTo>
                    <a:pt x="1075576" y="1094665"/>
                  </a:lnTo>
                  <a:lnTo>
                    <a:pt x="1092089" y="1086097"/>
                  </a:lnTo>
                  <a:lnTo>
                    <a:pt x="1108602" y="1076895"/>
                  </a:lnTo>
                  <a:lnTo>
                    <a:pt x="1124480" y="1067375"/>
                  </a:lnTo>
                  <a:lnTo>
                    <a:pt x="1140041" y="1056903"/>
                  </a:lnTo>
                  <a:lnTo>
                    <a:pt x="1155601" y="1046114"/>
                  </a:lnTo>
                  <a:lnTo>
                    <a:pt x="1170209" y="1034690"/>
                  </a:lnTo>
                  <a:lnTo>
                    <a:pt x="1184817" y="1022632"/>
                  </a:lnTo>
                  <a:lnTo>
                    <a:pt x="1198472" y="1009938"/>
                  </a:lnTo>
                  <a:lnTo>
                    <a:pt x="1211809" y="996928"/>
                  </a:lnTo>
                  <a:lnTo>
                    <a:pt x="1225147" y="983283"/>
                  </a:lnTo>
                  <a:lnTo>
                    <a:pt x="1228640" y="979792"/>
                  </a:lnTo>
                  <a:lnTo>
                    <a:pt x="1232451" y="982966"/>
                  </a:lnTo>
                  <a:lnTo>
                    <a:pt x="1257220" y="1002005"/>
                  </a:lnTo>
                  <a:lnTo>
                    <a:pt x="1281037" y="1021680"/>
                  </a:lnTo>
                  <a:lnTo>
                    <a:pt x="1304537" y="1041989"/>
                  </a:lnTo>
                  <a:lnTo>
                    <a:pt x="1316604" y="1052143"/>
                  </a:lnTo>
                  <a:lnTo>
                    <a:pt x="1327719" y="1062615"/>
                  </a:lnTo>
                  <a:lnTo>
                    <a:pt x="1338833" y="1073404"/>
                  </a:lnTo>
                  <a:lnTo>
                    <a:pt x="1349948" y="1084193"/>
                  </a:lnTo>
                  <a:lnTo>
                    <a:pt x="1361062" y="1094982"/>
                  </a:lnTo>
                  <a:lnTo>
                    <a:pt x="1371860" y="1105771"/>
                  </a:lnTo>
                  <a:lnTo>
                    <a:pt x="1382339" y="1116561"/>
                  </a:lnTo>
                  <a:lnTo>
                    <a:pt x="1392818" y="1127984"/>
                  </a:lnTo>
                  <a:lnTo>
                    <a:pt x="1403298" y="1139408"/>
                  </a:lnTo>
                  <a:lnTo>
                    <a:pt x="1413460" y="1150832"/>
                  </a:lnTo>
                  <a:lnTo>
                    <a:pt x="1423304" y="1162573"/>
                  </a:lnTo>
                  <a:lnTo>
                    <a:pt x="1433149" y="1174314"/>
                  </a:lnTo>
                  <a:lnTo>
                    <a:pt x="1442675" y="1186373"/>
                  </a:lnTo>
                  <a:lnTo>
                    <a:pt x="1452202" y="1198748"/>
                  </a:lnTo>
                  <a:lnTo>
                    <a:pt x="1461411" y="1210807"/>
                  </a:lnTo>
                  <a:lnTo>
                    <a:pt x="1470621" y="1223183"/>
                  </a:lnTo>
                  <a:lnTo>
                    <a:pt x="1479830" y="1235876"/>
                  </a:lnTo>
                  <a:lnTo>
                    <a:pt x="1488404" y="1248569"/>
                  </a:lnTo>
                  <a:lnTo>
                    <a:pt x="1496978" y="1261262"/>
                  </a:lnTo>
                  <a:lnTo>
                    <a:pt x="1505552" y="1274272"/>
                  </a:lnTo>
                  <a:lnTo>
                    <a:pt x="1513809" y="1287600"/>
                  </a:lnTo>
                  <a:lnTo>
                    <a:pt x="1521748" y="1300611"/>
                  </a:lnTo>
                  <a:lnTo>
                    <a:pt x="1529687" y="1314573"/>
                  </a:lnTo>
                  <a:lnTo>
                    <a:pt x="1537308" y="1328218"/>
                  </a:lnTo>
                  <a:lnTo>
                    <a:pt x="1544930" y="1341863"/>
                  </a:lnTo>
                  <a:lnTo>
                    <a:pt x="1552234" y="1355826"/>
                  </a:lnTo>
                  <a:lnTo>
                    <a:pt x="1559537" y="1369788"/>
                  </a:lnTo>
                  <a:lnTo>
                    <a:pt x="1566206" y="1384385"/>
                  </a:lnTo>
                  <a:lnTo>
                    <a:pt x="1573193" y="1398982"/>
                  </a:lnTo>
                  <a:lnTo>
                    <a:pt x="1579544" y="1413579"/>
                  </a:lnTo>
                  <a:lnTo>
                    <a:pt x="1586213" y="1428176"/>
                  </a:lnTo>
                  <a:lnTo>
                    <a:pt x="1592246" y="1443725"/>
                  </a:lnTo>
                  <a:lnTo>
                    <a:pt x="1598280" y="1458640"/>
                  </a:lnTo>
                  <a:lnTo>
                    <a:pt x="1603996" y="1473871"/>
                  </a:lnTo>
                  <a:lnTo>
                    <a:pt x="1609712" y="1489738"/>
                  </a:lnTo>
                  <a:lnTo>
                    <a:pt x="1614793" y="1505287"/>
                  </a:lnTo>
                  <a:lnTo>
                    <a:pt x="1620191" y="1521153"/>
                  </a:lnTo>
                  <a:lnTo>
                    <a:pt x="1624955" y="1537337"/>
                  </a:lnTo>
                  <a:lnTo>
                    <a:pt x="1630036" y="1553521"/>
                  </a:lnTo>
                  <a:lnTo>
                    <a:pt x="1634482" y="1570339"/>
                  </a:lnTo>
                  <a:lnTo>
                    <a:pt x="1638610" y="1586840"/>
                  </a:lnTo>
                  <a:lnTo>
                    <a:pt x="1643056" y="1603976"/>
                  </a:lnTo>
                  <a:lnTo>
                    <a:pt x="1646867" y="1620794"/>
                  </a:lnTo>
                  <a:lnTo>
                    <a:pt x="1650677" y="1637930"/>
                  </a:lnTo>
                  <a:lnTo>
                    <a:pt x="1654170" y="1655383"/>
                  </a:lnTo>
                  <a:lnTo>
                    <a:pt x="1657664" y="1673153"/>
                  </a:lnTo>
                  <a:lnTo>
                    <a:pt x="1660522" y="1690923"/>
                  </a:lnTo>
                  <a:lnTo>
                    <a:pt x="1663697" y="1709011"/>
                  </a:lnTo>
                  <a:lnTo>
                    <a:pt x="1666238" y="1727099"/>
                  </a:lnTo>
                  <a:lnTo>
                    <a:pt x="1668461" y="1745821"/>
                  </a:lnTo>
                  <a:lnTo>
                    <a:pt x="1670684" y="1764226"/>
                  </a:lnTo>
                  <a:lnTo>
                    <a:pt x="1672589" y="1783266"/>
                  </a:lnTo>
                  <a:lnTo>
                    <a:pt x="1674177" y="1802305"/>
                  </a:lnTo>
                  <a:lnTo>
                    <a:pt x="1676082" y="1821345"/>
                  </a:lnTo>
                  <a:lnTo>
                    <a:pt x="1677352" y="1841019"/>
                  </a:lnTo>
                  <a:lnTo>
                    <a:pt x="1678305" y="1860694"/>
                  </a:lnTo>
                  <a:lnTo>
                    <a:pt x="1679258" y="1880368"/>
                  </a:lnTo>
                  <a:lnTo>
                    <a:pt x="1679575" y="1900677"/>
                  </a:lnTo>
                  <a:lnTo>
                    <a:pt x="1679575" y="1903850"/>
                  </a:lnTo>
                  <a:lnTo>
                    <a:pt x="1677035" y="1905437"/>
                  </a:lnTo>
                  <a:lnTo>
                    <a:pt x="1653853" y="1918765"/>
                  </a:lnTo>
                  <a:lnTo>
                    <a:pt x="1630353" y="1931775"/>
                  </a:lnTo>
                  <a:lnTo>
                    <a:pt x="1606854" y="1944151"/>
                  </a:lnTo>
                  <a:lnTo>
                    <a:pt x="1583037" y="1956209"/>
                  </a:lnTo>
                  <a:lnTo>
                    <a:pt x="1558902" y="1967950"/>
                  </a:lnTo>
                  <a:lnTo>
                    <a:pt x="1534768" y="1979374"/>
                  </a:lnTo>
                  <a:lnTo>
                    <a:pt x="1510316" y="1990163"/>
                  </a:lnTo>
                  <a:lnTo>
                    <a:pt x="1485864" y="2000635"/>
                  </a:lnTo>
                  <a:lnTo>
                    <a:pt x="1461411" y="2010790"/>
                  </a:lnTo>
                  <a:lnTo>
                    <a:pt x="1436642" y="2020627"/>
                  </a:lnTo>
                  <a:lnTo>
                    <a:pt x="1411872" y="2029512"/>
                  </a:lnTo>
                  <a:lnTo>
                    <a:pt x="1386785" y="2038397"/>
                  </a:lnTo>
                  <a:lnTo>
                    <a:pt x="1361380" y="2046965"/>
                  </a:lnTo>
                  <a:lnTo>
                    <a:pt x="1335975" y="2054581"/>
                  </a:lnTo>
                  <a:lnTo>
                    <a:pt x="1310570" y="2062514"/>
                  </a:lnTo>
                  <a:lnTo>
                    <a:pt x="1285166" y="2069495"/>
                  </a:lnTo>
                  <a:lnTo>
                    <a:pt x="1259443" y="2076159"/>
                  </a:lnTo>
                  <a:lnTo>
                    <a:pt x="1233403" y="2082506"/>
                  </a:lnTo>
                  <a:lnTo>
                    <a:pt x="1207681" y="2088535"/>
                  </a:lnTo>
                  <a:lnTo>
                    <a:pt x="1181959" y="2093929"/>
                  </a:lnTo>
                  <a:lnTo>
                    <a:pt x="1155919" y="2099007"/>
                  </a:lnTo>
                  <a:lnTo>
                    <a:pt x="1129561" y="2103767"/>
                  </a:lnTo>
                  <a:lnTo>
                    <a:pt x="1103204" y="2107892"/>
                  </a:lnTo>
                  <a:lnTo>
                    <a:pt x="1077164" y="2111382"/>
                  </a:lnTo>
                  <a:lnTo>
                    <a:pt x="1050806" y="2114873"/>
                  </a:lnTo>
                  <a:lnTo>
                    <a:pt x="1024131" y="2117729"/>
                  </a:lnTo>
                  <a:lnTo>
                    <a:pt x="997774" y="2119950"/>
                  </a:lnTo>
                  <a:lnTo>
                    <a:pt x="971099" y="2121854"/>
                  </a:lnTo>
                  <a:lnTo>
                    <a:pt x="944424" y="2123441"/>
                  </a:lnTo>
                  <a:lnTo>
                    <a:pt x="917749" y="2125028"/>
                  </a:lnTo>
                  <a:lnTo>
                    <a:pt x="891074" y="2125662"/>
                  </a:lnTo>
                  <a:lnTo>
                    <a:pt x="864399" y="2125662"/>
                  </a:lnTo>
                  <a:lnTo>
                    <a:pt x="835818" y="2125662"/>
                  </a:lnTo>
                  <a:lnTo>
                    <a:pt x="807238" y="2124710"/>
                  </a:lnTo>
                  <a:lnTo>
                    <a:pt x="778657" y="2123124"/>
                  </a:lnTo>
                  <a:lnTo>
                    <a:pt x="750395" y="2121537"/>
                  </a:lnTo>
                  <a:lnTo>
                    <a:pt x="722132" y="2119316"/>
                  </a:lnTo>
                  <a:lnTo>
                    <a:pt x="693869" y="2116777"/>
                  </a:lnTo>
                  <a:lnTo>
                    <a:pt x="665606" y="2113604"/>
                  </a:lnTo>
                  <a:lnTo>
                    <a:pt x="637661" y="2109478"/>
                  </a:lnTo>
                  <a:lnTo>
                    <a:pt x="609398" y="2105353"/>
                  </a:lnTo>
                  <a:lnTo>
                    <a:pt x="581453" y="2100593"/>
                  </a:lnTo>
                  <a:lnTo>
                    <a:pt x="553825" y="2095199"/>
                  </a:lnTo>
                  <a:lnTo>
                    <a:pt x="525880" y="2089487"/>
                  </a:lnTo>
                  <a:lnTo>
                    <a:pt x="498252" y="2083458"/>
                  </a:lnTo>
                  <a:lnTo>
                    <a:pt x="470624" y="2076476"/>
                  </a:lnTo>
                  <a:lnTo>
                    <a:pt x="443314" y="2069495"/>
                  </a:lnTo>
                  <a:lnTo>
                    <a:pt x="416321" y="2061879"/>
                  </a:lnTo>
                  <a:lnTo>
                    <a:pt x="389011" y="2053629"/>
                  </a:lnTo>
                  <a:lnTo>
                    <a:pt x="362019" y="2045378"/>
                  </a:lnTo>
                  <a:lnTo>
                    <a:pt x="335343" y="2036176"/>
                  </a:lnTo>
                  <a:lnTo>
                    <a:pt x="308668" y="2026656"/>
                  </a:lnTo>
                  <a:lnTo>
                    <a:pt x="282311" y="2016502"/>
                  </a:lnTo>
                  <a:lnTo>
                    <a:pt x="255953" y="2006030"/>
                  </a:lnTo>
                  <a:lnTo>
                    <a:pt x="229913" y="1994923"/>
                  </a:lnTo>
                  <a:lnTo>
                    <a:pt x="203556" y="1983499"/>
                  </a:lnTo>
                  <a:lnTo>
                    <a:pt x="177833" y="1971441"/>
                  </a:lnTo>
                  <a:lnTo>
                    <a:pt x="152429" y="1959065"/>
                  </a:lnTo>
                  <a:lnTo>
                    <a:pt x="127024" y="1946372"/>
                  </a:lnTo>
                  <a:lnTo>
                    <a:pt x="101619" y="1933044"/>
                  </a:lnTo>
                  <a:lnTo>
                    <a:pt x="76532" y="1919399"/>
                  </a:lnTo>
                  <a:lnTo>
                    <a:pt x="51762" y="1905437"/>
                  </a:lnTo>
                  <a:lnTo>
                    <a:pt x="27310" y="1890523"/>
                  </a:lnTo>
                  <a:lnTo>
                    <a:pt x="2858" y="1875291"/>
                  </a:lnTo>
                  <a:lnTo>
                    <a:pt x="0" y="1888301"/>
                  </a:lnTo>
                  <a:lnTo>
                    <a:pt x="0" y="1870531"/>
                  </a:lnTo>
                  <a:lnTo>
                    <a:pt x="952" y="1850222"/>
                  </a:lnTo>
                  <a:lnTo>
                    <a:pt x="2223" y="1829913"/>
                  </a:lnTo>
                  <a:lnTo>
                    <a:pt x="3493" y="1809604"/>
                  </a:lnTo>
                  <a:lnTo>
                    <a:pt x="5398" y="1790247"/>
                  </a:lnTo>
                  <a:lnTo>
                    <a:pt x="6986" y="1770573"/>
                  </a:lnTo>
                  <a:lnTo>
                    <a:pt x="9209" y="1750898"/>
                  </a:lnTo>
                  <a:lnTo>
                    <a:pt x="11749" y="1732176"/>
                  </a:lnTo>
                  <a:lnTo>
                    <a:pt x="14290" y="1713136"/>
                  </a:lnTo>
                  <a:lnTo>
                    <a:pt x="17148" y="1694414"/>
                  </a:lnTo>
                  <a:lnTo>
                    <a:pt x="20006" y="1676009"/>
                  </a:lnTo>
                  <a:lnTo>
                    <a:pt x="23499" y="1657604"/>
                  </a:lnTo>
                  <a:lnTo>
                    <a:pt x="26992" y="1639834"/>
                  </a:lnTo>
                  <a:lnTo>
                    <a:pt x="30486" y="1621746"/>
                  </a:lnTo>
                  <a:lnTo>
                    <a:pt x="34931" y="1604293"/>
                  </a:lnTo>
                  <a:lnTo>
                    <a:pt x="38742" y="1586840"/>
                  </a:lnTo>
                  <a:lnTo>
                    <a:pt x="43188" y="1569704"/>
                  </a:lnTo>
                  <a:lnTo>
                    <a:pt x="47951" y="1552569"/>
                  </a:lnTo>
                  <a:lnTo>
                    <a:pt x="52715" y="1536068"/>
                  </a:lnTo>
                  <a:lnTo>
                    <a:pt x="57796" y="1519249"/>
                  </a:lnTo>
                  <a:lnTo>
                    <a:pt x="62877" y="1503066"/>
                  </a:lnTo>
                  <a:lnTo>
                    <a:pt x="68593" y="1486564"/>
                  </a:lnTo>
                  <a:lnTo>
                    <a:pt x="73991" y="1470698"/>
                  </a:lnTo>
                  <a:lnTo>
                    <a:pt x="80025" y="1455149"/>
                  </a:lnTo>
                  <a:lnTo>
                    <a:pt x="86059" y="1439283"/>
                  </a:lnTo>
                  <a:lnTo>
                    <a:pt x="92410" y="1424051"/>
                  </a:lnTo>
                  <a:lnTo>
                    <a:pt x="98761" y="1409137"/>
                  </a:lnTo>
                  <a:lnTo>
                    <a:pt x="105430" y="1393905"/>
                  </a:lnTo>
                  <a:lnTo>
                    <a:pt x="112098" y="1378990"/>
                  </a:lnTo>
                  <a:lnTo>
                    <a:pt x="119402" y="1364393"/>
                  </a:lnTo>
                  <a:lnTo>
                    <a:pt x="126706" y="1350114"/>
                  </a:lnTo>
                  <a:lnTo>
                    <a:pt x="134010" y="1335834"/>
                  </a:lnTo>
                  <a:lnTo>
                    <a:pt x="141632" y="1321871"/>
                  </a:lnTo>
                  <a:lnTo>
                    <a:pt x="149571" y="1307909"/>
                  </a:lnTo>
                  <a:lnTo>
                    <a:pt x="157510" y="1294264"/>
                  </a:lnTo>
                  <a:lnTo>
                    <a:pt x="165766" y="1280936"/>
                  </a:lnTo>
                  <a:lnTo>
                    <a:pt x="174023" y="1267291"/>
                  </a:lnTo>
                  <a:lnTo>
                    <a:pt x="182597" y="1253963"/>
                  </a:lnTo>
                  <a:lnTo>
                    <a:pt x="191171" y="1241270"/>
                  </a:lnTo>
                  <a:lnTo>
                    <a:pt x="200380" y="1228260"/>
                  </a:lnTo>
                  <a:lnTo>
                    <a:pt x="209589" y="1215884"/>
                  </a:lnTo>
                  <a:lnTo>
                    <a:pt x="218799" y="1203191"/>
                  </a:lnTo>
                  <a:lnTo>
                    <a:pt x="228008" y="1191133"/>
                  </a:lnTo>
                  <a:lnTo>
                    <a:pt x="237852" y="1178757"/>
                  </a:lnTo>
                  <a:lnTo>
                    <a:pt x="247697" y="1167016"/>
                  </a:lnTo>
                  <a:lnTo>
                    <a:pt x="257541" y="1155275"/>
                  </a:lnTo>
                  <a:lnTo>
                    <a:pt x="267703" y="1143533"/>
                  </a:lnTo>
                  <a:lnTo>
                    <a:pt x="278182" y="1132110"/>
                  </a:lnTo>
                  <a:lnTo>
                    <a:pt x="288662" y="1120686"/>
                  </a:lnTo>
                  <a:lnTo>
                    <a:pt x="298824" y="1109579"/>
                  </a:lnTo>
                  <a:lnTo>
                    <a:pt x="309938" y="1098473"/>
                  </a:lnTo>
                  <a:lnTo>
                    <a:pt x="320735" y="1087684"/>
                  </a:lnTo>
                  <a:lnTo>
                    <a:pt x="331850" y="1076895"/>
                  </a:lnTo>
                  <a:lnTo>
                    <a:pt x="343282" y="1066423"/>
                  </a:lnTo>
                  <a:lnTo>
                    <a:pt x="354715" y="1055951"/>
                  </a:lnTo>
                  <a:lnTo>
                    <a:pt x="366147" y="1045797"/>
                  </a:lnTo>
                  <a:lnTo>
                    <a:pt x="377897" y="1035642"/>
                  </a:lnTo>
                  <a:lnTo>
                    <a:pt x="389964" y="1025805"/>
                  </a:lnTo>
                  <a:lnTo>
                    <a:pt x="401714" y="1015968"/>
                  </a:lnTo>
                  <a:lnTo>
                    <a:pt x="414099" y="1006448"/>
                  </a:lnTo>
                  <a:lnTo>
                    <a:pt x="426801" y="996928"/>
                  </a:lnTo>
                  <a:lnTo>
                    <a:pt x="439186" y="987408"/>
                  </a:lnTo>
                  <a:lnTo>
                    <a:pt x="451571" y="977888"/>
                  </a:lnTo>
                  <a:lnTo>
                    <a:pt x="477293" y="960118"/>
                  </a:lnTo>
                  <a:lnTo>
                    <a:pt x="481421" y="957262"/>
                  </a:lnTo>
                  <a:close/>
                  <a:moveTo>
                    <a:pt x="839471" y="0"/>
                  </a:moveTo>
                  <a:lnTo>
                    <a:pt x="852171" y="0"/>
                  </a:lnTo>
                  <a:lnTo>
                    <a:pt x="865506" y="0"/>
                  </a:lnTo>
                  <a:lnTo>
                    <a:pt x="878206" y="636"/>
                  </a:lnTo>
                  <a:lnTo>
                    <a:pt x="890906" y="1271"/>
                  </a:lnTo>
                  <a:lnTo>
                    <a:pt x="903288" y="2542"/>
                  </a:lnTo>
                  <a:lnTo>
                    <a:pt x="915988" y="3813"/>
                  </a:lnTo>
                  <a:lnTo>
                    <a:pt x="928371" y="5719"/>
                  </a:lnTo>
                  <a:lnTo>
                    <a:pt x="940436" y="7943"/>
                  </a:lnTo>
                  <a:lnTo>
                    <a:pt x="952818" y="10167"/>
                  </a:lnTo>
                  <a:lnTo>
                    <a:pt x="964883" y="12708"/>
                  </a:lnTo>
                  <a:lnTo>
                    <a:pt x="976631" y="15568"/>
                  </a:lnTo>
                  <a:lnTo>
                    <a:pt x="988696" y="19062"/>
                  </a:lnTo>
                  <a:lnTo>
                    <a:pt x="1000443" y="22239"/>
                  </a:lnTo>
                  <a:lnTo>
                    <a:pt x="1011873" y="26052"/>
                  </a:lnTo>
                  <a:lnTo>
                    <a:pt x="1023621" y="30182"/>
                  </a:lnTo>
                  <a:lnTo>
                    <a:pt x="1034733" y="34630"/>
                  </a:lnTo>
                  <a:lnTo>
                    <a:pt x="1046163" y="39395"/>
                  </a:lnTo>
                  <a:lnTo>
                    <a:pt x="1057276" y="44161"/>
                  </a:lnTo>
                  <a:lnTo>
                    <a:pt x="1068388" y="48926"/>
                  </a:lnTo>
                  <a:lnTo>
                    <a:pt x="1079183" y="54645"/>
                  </a:lnTo>
                  <a:lnTo>
                    <a:pt x="1089661" y="60046"/>
                  </a:lnTo>
                  <a:lnTo>
                    <a:pt x="1100456" y="66082"/>
                  </a:lnTo>
                  <a:lnTo>
                    <a:pt x="1110616" y="72119"/>
                  </a:lnTo>
                  <a:lnTo>
                    <a:pt x="1120776" y="78790"/>
                  </a:lnTo>
                  <a:lnTo>
                    <a:pt x="1130936" y="85462"/>
                  </a:lnTo>
                  <a:lnTo>
                    <a:pt x="1140461" y="92134"/>
                  </a:lnTo>
                  <a:lnTo>
                    <a:pt x="1150303" y="99123"/>
                  </a:lnTo>
                  <a:lnTo>
                    <a:pt x="1159828" y="106430"/>
                  </a:lnTo>
                  <a:lnTo>
                    <a:pt x="1169353" y="114055"/>
                  </a:lnTo>
                  <a:lnTo>
                    <a:pt x="1178561" y="121680"/>
                  </a:lnTo>
                  <a:lnTo>
                    <a:pt x="1187133" y="129623"/>
                  </a:lnTo>
                  <a:lnTo>
                    <a:pt x="1196023" y="137883"/>
                  </a:lnTo>
                  <a:lnTo>
                    <a:pt x="1204596" y="146143"/>
                  </a:lnTo>
                  <a:lnTo>
                    <a:pt x="1213168" y="155039"/>
                  </a:lnTo>
                  <a:lnTo>
                    <a:pt x="1221106" y="163299"/>
                  </a:lnTo>
                  <a:lnTo>
                    <a:pt x="1229043" y="172513"/>
                  </a:lnTo>
                  <a:lnTo>
                    <a:pt x="1236981" y="181726"/>
                  </a:lnTo>
                  <a:lnTo>
                    <a:pt x="1244283" y="190939"/>
                  </a:lnTo>
                  <a:lnTo>
                    <a:pt x="1251586" y="200153"/>
                  </a:lnTo>
                  <a:lnTo>
                    <a:pt x="1258888" y="210001"/>
                  </a:lnTo>
                  <a:lnTo>
                    <a:pt x="1265556" y="219850"/>
                  </a:lnTo>
                  <a:lnTo>
                    <a:pt x="1272223" y="230017"/>
                  </a:lnTo>
                  <a:lnTo>
                    <a:pt x="1278256" y="240183"/>
                  </a:lnTo>
                  <a:lnTo>
                    <a:pt x="1284606" y="250667"/>
                  </a:lnTo>
                  <a:lnTo>
                    <a:pt x="1290321" y="261151"/>
                  </a:lnTo>
                  <a:lnTo>
                    <a:pt x="1296353" y="271953"/>
                  </a:lnTo>
                  <a:lnTo>
                    <a:pt x="1301433" y="282755"/>
                  </a:lnTo>
                  <a:lnTo>
                    <a:pt x="1306831" y="293239"/>
                  </a:lnTo>
                  <a:lnTo>
                    <a:pt x="1311593" y="304359"/>
                  </a:lnTo>
                  <a:lnTo>
                    <a:pt x="1316356" y="315796"/>
                  </a:lnTo>
                  <a:lnTo>
                    <a:pt x="1320483" y="327234"/>
                  </a:lnTo>
                  <a:lnTo>
                    <a:pt x="1324293" y="338671"/>
                  </a:lnTo>
                  <a:lnTo>
                    <a:pt x="1328421" y="350426"/>
                  </a:lnTo>
                  <a:lnTo>
                    <a:pt x="1331913" y="362181"/>
                  </a:lnTo>
                  <a:lnTo>
                    <a:pt x="1335088" y="373936"/>
                  </a:lnTo>
                  <a:lnTo>
                    <a:pt x="1337946" y="386009"/>
                  </a:lnTo>
                  <a:lnTo>
                    <a:pt x="1340803" y="398081"/>
                  </a:lnTo>
                  <a:lnTo>
                    <a:pt x="1343026" y="410472"/>
                  </a:lnTo>
                  <a:lnTo>
                    <a:pt x="1344931" y="422862"/>
                  </a:lnTo>
                  <a:lnTo>
                    <a:pt x="1346518" y="435252"/>
                  </a:lnTo>
                  <a:lnTo>
                    <a:pt x="1348106" y="447643"/>
                  </a:lnTo>
                  <a:lnTo>
                    <a:pt x="1349058" y="460033"/>
                  </a:lnTo>
                  <a:lnTo>
                    <a:pt x="1350011" y="472741"/>
                  </a:lnTo>
                  <a:lnTo>
                    <a:pt x="1350646" y="485449"/>
                  </a:lnTo>
                  <a:lnTo>
                    <a:pt x="1350963" y="498475"/>
                  </a:lnTo>
                  <a:lnTo>
                    <a:pt x="1350646" y="513407"/>
                  </a:lnTo>
                  <a:lnTo>
                    <a:pt x="1349693" y="528975"/>
                  </a:lnTo>
                  <a:lnTo>
                    <a:pt x="1348423" y="543907"/>
                  </a:lnTo>
                  <a:lnTo>
                    <a:pt x="1347153" y="558521"/>
                  </a:lnTo>
                  <a:lnTo>
                    <a:pt x="1345248" y="573453"/>
                  </a:lnTo>
                  <a:lnTo>
                    <a:pt x="1342708" y="588067"/>
                  </a:lnTo>
                  <a:lnTo>
                    <a:pt x="1339851" y="602682"/>
                  </a:lnTo>
                  <a:lnTo>
                    <a:pt x="1336358" y="616660"/>
                  </a:lnTo>
                  <a:lnTo>
                    <a:pt x="1332866" y="631275"/>
                  </a:lnTo>
                  <a:lnTo>
                    <a:pt x="1328738" y="645254"/>
                  </a:lnTo>
                  <a:lnTo>
                    <a:pt x="1324293" y="658915"/>
                  </a:lnTo>
                  <a:lnTo>
                    <a:pt x="1319531" y="672576"/>
                  </a:lnTo>
                  <a:lnTo>
                    <a:pt x="1314133" y="685920"/>
                  </a:lnTo>
                  <a:lnTo>
                    <a:pt x="1308418" y="699263"/>
                  </a:lnTo>
                  <a:lnTo>
                    <a:pt x="1302386" y="712607"/>
                  </a:lnTo>
                  <a:lnTo>
                    <a:pt x="1296353" y="725315"/>
                  </a:lnTo>
                  <a:lnTo>
                    <a:pt x="1289368" y="738023"/>
                  </a:lnTo>
                  <a:lnTo>
                    <a:pt x="1282383" y="750413"/>
                  </a:lnTo>
                  <a:lnTo>
                    <a:pt x="1275081" y="762486"/>
                  </a:lnTo>
                  <a:lnTo>
                    <a:pt x="1267143" y="774559"/>
                  </a:lnTo>
                  <a:lnTo>
                    <a:pt x="1259206" y="786313"/>
                  </a:lnTo>
                  <a:lnTo>
                    <a:pt x="1250633" y="797751"/>
                  </a:lnTo>
                  <a:lnTo>
                    <a:pt x="1242061" y="809188"/>
                  </a:lnTo>
                  <a:lnTo>
                    <a:pt x="1232853" y="819990"/>
                  </a:lnTo>
                  <a:lnTo>
                    <a:pt x="1223963" y="830792"/>
                  </a:lnTo>
                  <a:lnTo>
                    <a:pt x="1214121" y="841276"/>
                  </a:lnTo>
                  <a:lnTo>
                    <a:pt x="1204278" y="851442"/>
                  </a:lnTo>
                  <a:lnTo>
                    <a:pt x="1193801" y="860974"/>
                  </a:lnTo>
                  <a:lnTo>
                    <a:pt x="1183323" y="870822"/>
                  </a:lnTo>
                  <a:lnTo>
                    <a:pt x="1172528" y="880036"/>
                  </a:lnTo>
                  <a:lnTo>
                    <a:pt x="1161733" y="889249"/>
                  </a:lnTo>
                  <a:lnTo>
                    <a:pt x="1150303" y="897827"/>
                  </a:lnTo>
                  <a:lnTo>
                    <a:pt x="1134746" y="909264"/>
                  </a:lnTo>
                  <a:lnTo>
                    <a:pt x="1118236" y="920066"/>
                  </a:lnTo>
                  <a:lnTo>
                    <a:pt x="1101408" y="929915"/>
                  </a:lnTo>
                  <a:lnTo>
                    <a:pt x="1084581" y="939446"/>
                  </a:lnTo>
                  <a:lnTo>
                    <a:pt x="1066801" y="948342"/>
                  </a:lnTo>
                  <a:lnTo>
                    <a:pt x="1048703" y="956602"/>
                  </a:lnTo>
                  <a:lnTo>
                    <a:pt x="1040131" y="960414"/>
                  </a:lnTo>
                  <a:lnTo>
                    <a:pt x="1030606" y="963909"/>
                  </a:lnTo>
                  <a:lnTo>
                    <a:pt x="1021398" y="967722"/>
                  </a:lnTo>
                  <a:lnTo>
                    <a:pt x="1011873" y="970899"/>
                  </a:lnTo>
                  <a:lnTo>
                    <a:pt x="1002348" y="973758"/>
                  </a:lnTo>
                  <a:lnTo>
                    <a:pt x="993141" y="976617"/>
                  </a:lnTo>
                  <a:lnTo>
                    <a:pt x="983616" y="979794"/>
                  </a:lnTo>
                  <a:lnTo>
                    <a:pt x="973773" y="982018"/>
                  </a:lnTo>
                  <a:lnTo>
                    <a:pt x="963931" y="984560"/>
                  </a:lnTo>
                  <a:lnTo>
                    <a:pt x="954088" y="986466"/>
                  </a:lnTo>
                  <a:lnTo>
                    <a:pt x="944246" y="988372"/>
                  </a:lnTo>
                  <a:lnTo>
                    <a:pt x="934403" y="990596"/>
                  </a:lnTo>
                  <a:lnTo>
                    <a:pt x="924561" y="991867"/>
                  </a:lnTo>
                  <a:lnTo>
                    <a:pt x="914401" y="993455"/>
                  </a:lnTo>
                  <a:lnTo>
                    <a:pt x="904241" y="994409"/>
                  </a:lnTo>
                  <a:lnTo>
                    <a:pt x="893763" y="995362"/>
                  </a:lnTo>
                  <a:lnTo>
                    <a:pt x="883603" y="995997"/>
                  </a:lnTo>
                  <a:lnTo>
                    <a:pt x="873126" y="996632"/>
                  </a:lnTo>
                  <a:lnTo>
                    <a:pt x="862648" y="996950"/>
                  </a:lnTo>
                  <a:lnTo>
                    <a:pt x="852171" y="996950"/>
                  </a:lnTo>
                  <a:lnTo>
                    <a:pt x="840423" y="996950"/>
                  </a:lnTo>
                  <a:lnTo>
                    <a:pt x="828358" y="996315"/>
                  </a:lnTo>
                  <a:lnTo>
                    <a:pt x="816293" y="995679"/>
                  </a:lnTo>
                  <a:lnTo>
                    <a:pt x="804546" y="994726"/>
                  </a:lnTo>
                  <a:lnTo>
                    <a:pt x="792798" y="993455"/>
                  </a:lnTo>
                  <a:lnTo>
                    <a:pt x="781368" y="992185"/>
                  </a:lnTo>
                  <a:lnTo>
                    <a:pt x="769621" y="990278"/>
                  </a:lnTo>
                  <a:lnTo>
                    <a:pt x="758191" y="988054"/>
                  </a:lnTo>
                  <a:lnTo>
                    <a:pt x="746761" y="985831"/>
                  </a:lnTo>
                  <a:lnTo>
                    <a:pt x="735331" y="983289"/>
                  </a:lnTo>
                  <a:lnTo>
                    <a:pt x="724218" y="980430"/>
                  </a:lnTo>
                  <a:lnTo>
                    <a:pt x="713106" y="977253"/>
                  </a:lnTo>
                  <a:lnTo>
                    <a:pt x="702311" y="973758"/>
                  </a:lnTo>
                  <a:lnTo>
                    <a:pt x="691198" y="970263"/>
                  </a:lnTo>
                  <a:lnTo>
                    <a:pt x="680721" y="966768"/>
                  </a:lnTo>
                  <a:lnTo>
                    <a:pt x="670243" y="962321"/>
                  </a:lnTo>
                  <a:lnTo>
                    <a:pt x="659448" y="958190"/>
                  </a:lnTo>
                  <a:lnTo>
                    <a:pt x="648971" y="953425"/>
                  </a:lnTo>
                  <a:lnTo>
                    <a:pt x="638811" y="948659"/>
                  </a:lnTo>
                  <a:lnTo>
                    <a:pt x="628651" y="943894"/>
                  </a:lnTo>
                  <a:lnTo>
                    <a:pt x="618491" y="938493"/>
                  </a:lnTo>
                  <a:lnTo>
                    <a:pt x="608648" y="933410"/>
                  </a:lnTo>
                  <a:lnTo>
                    <a:pt x="599123" y="927373"/>
                  </a:lnTo>
                  <a:lnTo>
                    <a:pt x="589281" y="921655"/>
                  </a:lnTo>
                  <a:lnTo>
                    <a:pt x="579756" y="915618"/>
                  </a:lnTo>
                  <a:lnTo>
                    <a:pt x="570548" y="909264"/>
                  </a:lnTo>
                  <a:lnTo>
                    <a:pt x="561023" y="902910"/>
                  </a:lnTo>
                  <a:lnTo>
                    <a:pt x="552133" y="895921"/>
                  </a:lnTo>
                  <a:lnTo>
                    <a:pt x="543561" y="889249"/>
                  </a:lnTo>
                  <a:lnTo>
                    <a:pt x="534671" y="881942"/>
                  </a:lnTo>
                  <a:lnTo>
                    <a:pt x="526098" y="874952"/>
                  </a:lnTo>
                  <a:lnTo>
                    <a:pt x="517526" y="867328"/>
                  </a:lnTo>
                  <a:lnTo>
                    <a:pt x="508318" y="858750"/>
                  </a:lnTo>
                  <a:lnTo>
                    <a:pt x="499428" y="849854"/>
                  </a:lnTo>
                  <a:lnTo>
                    <a:pt x="490538" y="840958"/>
                  </a:lnTo>
                  <a:lnTo>
                    <a:pt x="481648" y="831427"/>
                  </a:lnTo>
                  <a:lnTo>
                    <a:pt x="473711" y="821896"/>
                  </a:lnTo>
                  <a:lnTo>
                    <a:pt x="465456" y="812047"/>
                  </a:lnTo>
                  <a:lnTo>
                    <a:pt x="457518" y="801881"/>
                  </a:lnTo>
                  <a:lnTo>
                    <a:pt x="449898" y="791714"/>
                  </a:lnTo>
                  <a:lnTo>
                    <a:pt x="442596" y="781548"/>
                  </a:lnTo>
                  <a:lnTo>
                    <a:pt x="435293" y="770746"/>
                  </a:lnTo>
                  <a:lnTo>
                    <a:pt x="428626" y="759944"/>
                  </a:lnTo>
                  <a:lnTo>
                    <a:pt x="421958" y="749142"/>
                  </a:lnTo>
                  <a:lnTo>
                    <a:pt x="415608" y="738023"/>
                  </a:lnTo>
                  <a:lnTo>
                    <a:pt x="409576" y="726585"/>
                  </a:lnTo>
                  <a:lnTo>
                    <a:pt x="403861" y="715148"/>
                  </a:lnTo>
                  <a:lnTo>
                    <a:pt x="398463" y="703393"/>
                  </a:lnTo>
                  <a:lnTo>
                    <a:pt x="393383" y="691638"/>
                  </a:lnTo>
                  <a:lnTo>
                    <a:pt x="388303" y="679566"/>
                  </a:lnTo>
                  <a:lnTo>
                    <a:pt x="383858" y="667493"/>
                  </a:lnTo>
                  <a:lnTo>
                    <a:pt x="379731" y="655420"/>
                  </a:lnTo>
                  <a:lnTo>
                    <a:pt x="375603" y="643030"/>
                  </a:lnTo>
                  <a:lnTo>
                    <a:pt x="372111" y="630322"/>
                  </a:lnTo>
                  <a:lnTo>
                    <a:pt x="368936" y="617614"/>
                  </a:lnTo>
                  <a:lnTo>
                    <a:pt x="365443" y="604588"/>
                  </a:lnTo>
                  <a:lnTo>
                    <a:pt x="362903" y="591880"/>
                  </a:lnTo>
                  <a:lnTo>
                    <a:pt x="360681" y="578854"/>
                  </a:lnTo>
                  <a:lnTo>
                    <a:pt x="358776" y="565828"/>
                  </a:lnTo>
                  <a:lnTo>
                    <a:pt x="357188" y="552485"/>
                  </a:lnTo>
                  <a:lnTo>
                    <a:pt x="355601" y="539141"/>
                  </a:lnTo>
                  <a:lnTo>
                    <a:pt x="354648" y="525480"/>
                  </a:lnTo>
                  <a:lnTo>
                    <a:pt x="354331" y="511819"/>
                  </a:lnTo>
                  <a:lnTo>
                    <a:pt x="354013" y="498475"/>
                  </a:lnTo>
                  <a:lnTo>
                    <a:pt x="354331" y="485449"/>
                  </a:lnTo>
                  <a:lnTo>
                    <a:pt x="354648" y="472741"/>
                  </a:lnTo>
                  <a:lnTo>
                    <a:pt x="355601" y="460033"/>
                  </a:lnTo>
                  <a:lnTo>
                    <a:pt x="356871" y="447643"/>
                  </a:lnTo>
                  <a:lnTo>
                    <a:pt x="358141" y="434935"/>
                  </a:lnTo>
                  <a:lnTo>
                    <a:pt x="360046" y="422544"/>
                  </a:lnTo>
                  <a:lnTo>
                    <a:pt x="361951" y="410472"/>
                  </a:lnTo>
                  <a:lnTo>
                    <a:pt x="364173" y="397763"/>
                  </a:lnTo>
                  <a:lnTo>
                    <a:pt x="366713" y="385691"/>
                  </a:lnTo>
                  <a:lnTo>
                    <a:pt x="369888" y="373936"/>
                  </a:lnTo>
                  <a:lnTo>
                    <a:pt x="373063" y="361863"/>
                  </a:lnTo>
                  <a:lnTo>
                    <a:pt x="376556" y="350108"/>
                  </a:lnTo>
                  <a:lnTo>
                    <a:pt x="380683" y="338671"/>
                  </a:lnTo>
                  <a:lnTo>
                    <a:pt x="384493" y="326916"/>
                  </a:lnTo>
                  <a:lnTo>
                    <a:pt x="388621" y="315796"/>
                  </a:lnTo>
                  <a:lnTo>
                    <a:pt x="393383" y="304359"/>
                  </a:lnTo>
                  <a:lnTo>
                    <a:pt x="398146" y="293239"/>
                  </a:lnTo>
                  <a:lnTo>
                    <a:pt x="403543" y="282755"/>
                  </a:lnTo>
                  <a:lnTo>
                    <a:pt x="408623" y="271636"/>
                  </a:lnTo>
                  <a:lnTo>
                    <a:pt x="414656" y="261151"/>
                  </a:lnTo>
                  <a:lnTo>
                    <a:pt x="420371" y="250667"/>
                  </a:lnTo>
                  <a:lnTo>
                    <a:pt x="426721" y="240183"/>
                  </a:lnTo>
                  <a:lnTo>
                    <a:pt x="432753" y="230017"/>
                  </a:lnTo>
                  <a:lnTo>
                    <a:pt x="439421" y="219850"/>
                  </a:lnTo>
                  <a:lnTo>
                    <a:pt x="446088" y="210001"/>
                  </a:lnTo>
                  <a:lnTo>
                    <a:pt x="453391" y="200153"/>
                  </a:lnTo>
                  <a:lnTo>
                    <a:pt x="460693" y="190939"/>
                  </a:lnTo>
                  <a:lnTo>
                    <a:pt x="467996" y="181408"/>
                  </a:lnTo>
                  <a:lnTo>
                    <a:pt x="475933" y="172195"/>
                  </a:lnTo>
                  <a:lnTo>
                    <a:pt x="483871" y="163299"/>
                  </a:lnTo>
                  <a:lnTo>
                    <a:pt x="491808" y="154403"/>
                  </a:lnTo>
                  <a:lnTo>
                    <a:pt x="500381" y="146143"/>
                  </a:lnTo>
                  <a:lnTo>
                    <a:pt x="508953" y="137565"/>
                  </a:lnTo>
                  <a:lnTo>
                    <a:pt x="517526" y="129305"/>
                  </a:lnTo>
                  <a:lnTo>
                    <a:pt x="526416" y="121680"/>
                  </a:lnTo>
                  <a:lnTo>
                    <a:pt x="535623" y="113738"/>
                  </a:lnTo>
                  <a:lnTo>
                    <a:pt x="545148" y="106113"/>
                  </a:lnTo>
                  <a:lnTo>
                    <a:pt x="554673" y="99123"/>
                  </a:lnTo>
                  <a:lnTo>
                    <a:pt x="564516" y="92134"/>
                  </a:lnTo>
                  <a:lnTo>
                    <a:pt x="574041" y="85462"/>
                  </a:lnTo>
                  <a:lnTo>
                    <a:pt x="584201" y="78473"/>
                  </a:lnTo>
                  <a:lnTo>
                    <a:pt x="594361" y="72119"/>
                  </a:lnTo>
                  <a:lnTo>
                    <a:pt x="604838" y="66082"/>
                  </a:lnTo>
                  <a:lnTo>
                    <a:pt x="615316" y="60046"/>
                  </a:lnTo>
                  <a:lnTo>
                    <a:pt x="625793" y="54645"/>
                  </a:lnTo>
                  <a:lnTo>
                    <a:pt x="636906" y="48926"/>
                  </a:lnTo>
                  <a:lnTo>
                    <a:pt x="647701" y="44161"/>
                  </a:lnTo>
                  <a:lnTo>
                    <a:pt x="658813" y="39395"/>
                  </a:lnTo>
                  <a:lnTo>
                    <a:pt x="670243" y="34630"/>
                  </a:lnTo>
                  <a:lnTo>
                    <a:pt x="681356" y="30182"/>
                  </a:lnTo>
                  <a:lnTo>
                    <a:pt x="693103" y="26052"/>
                  </a:lnTo>
                  <a:lnTo>
                    <a:pt x="704533" y="22239"/>
                  </a:lnTo>
                  <a:lnTo>
                    <a:pt x="716281" y="19062"/>
                  </a:lnTo>
                  <a:lnTo>
                    <a:pt x="728346" y="15568"/>
                  </a:lnTo>
                  <a:lnTo>
                    <a:pt x="740093" y="12708"/>
                  </a:lnTo>
                  <a:lnTo>
                    <a:pt x="752158" y="10167"/>
                  </a:lnTo>
                  <a:lnTo>
                    <a:pt x="764541" y="7625"/>
                  </a:lnTo>
                  <a:lnTo>
                    <a:pt x="776606" y="5719"/>
                  </a:lnTo>
                  <a:lnTo>
                    <a:pt x="788988" y="3813"/>
                  </a:lnTo>
                  <a:lnTo>
                    <a:pt x="801688" y="2542"/>
                  </a:lnTo>
                  <a:lnTo>
                    <a:pt x="814071" y="1271"/>
                  </a:lnTo>
                  <a:lnTo>
                    <a:pt x="826771" y="636"/>
                  </a:lnTo>
                  <a:lnTo>
                    <a:pt x="839471" y="0"/>
                  </a:lnTo>
                  <a:close/>
                </a:path>
              </a:pathLst>
            </a:custGeom>
            <a:solidFill>
              <a:srgbClr val="F7F7F7"/>
            </a:solidFill>
            <a:ln>
              <a:noFill/>
            </a:ln>
          </p:spPr>
          <p:txBody>
            <a:bodyPr anchor="ctr">
              <a:scene3d>
                <a:camera prst="orthographicFront"/>
                <a:lightRig rig="threePt" dir="t"/>
              </a:scene3d>
              <a:sp3d>
                <a:contourClr>
                  <a:srgbClr val="FFFFFF"/>
                </a:contourClr>
              </a:sp3d>
            </a:bodyPr>
            <a:lstStyle/>
            <a:p>
              <a:pPr algn="ctr">
                <a:defRPr/>
              </a:pPr>
              <a:endParaRPr lang="zh-CN" altLang="en-US" sz="2400">
                <a:solidFill>
                  <a:srgbClr val="FFFFFF"/>
                </a:solidFill>
              </a:endParaRPr>
            </a:p>
          </p:txBody>
        </p:sp>
      </p:grpSp>
      <p:grpSp>
        <p:nvGrpSpPr>
          <p:cNvPr id="25" name="组合 24"/>
          <p:cNvGrpSpPr/>
          <p:nvPr/>
        </p:nvGrpSpPr>
        <p:grpSpPr>
          <a:xfrm>
            <a:off x="8130335" y="1654108"/>
            <a:ext cx="565200" cy="563259"/>
            <a:chOff x="1519237" y="1651743"/>
            <a:chExt cx="447675" cy="447675"/>
          </a:xfrm>
        </p:grpSpPr>
        <p:sp>
          <p:nvSpPr>
            <p:cNvPr id="26" name="椭圆 25"/>
            <p:cNvSpPr/>
            <p:nvPr/>
          </p:nvSpPr>
          <p:spPr>
            <a:xfrm>
              <a:off x="1519237" y="1651743"/>
              <a:ext cx="447675" cy="447675"/>
            </a:xfrm>
            <a:prstGeom prst="ellipse">
              <a:avLst/>
            </a:prstGeom>
            <a:solidFill>
              <a:schemeClr val="accent1">
                <a:lumMod val="50000"/>
              </a:schemeClr>
            </a:solidFill>
            <a:ln w="19050">
              <a:solidFill>
                <a:srgbClr val="F9F9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7" name="KSO_Shape"/>
            <p:cNvSpPr/>
            <p:nvPr/>
          </p:nvSpPr>
          <p:spPr bwMode="auto">
            <a:xfrm>
              <a:off x="1621221" y="1704975"/>
              <a:ext cx="247650" cy="313481"/>
            </a:xfrm>
            <a:custGeom>
              <a:avLst/>
              <a:gdLst>
                <a:gd name="T0" fmla="*/ 508479 w 1679575"/>
                <a:gd name="T1" fmla="*/ 933537 h 2125662"/>
                <a:gd name="T2" fmla="*/ 645344 w 1679575"/>
                <a:gd name="T3" fmla="*/ 1004349 h 2125662"/>
                <a:gd name="T4" fmla="*/ 637947 w 1679575"/>
                <a:gd name="T5" fmla="*/ 1045870 h 2125662"/>
                <a:gd name="T6" fmla="*/ 629410 w 1679575"/>
                <a:gd name="T7" fmla="*/ 1095637 h 2125662"/>
                <a:gd name="T8" fmla="*/ 645913 w 1679575"/>
                <a:gd name="T9" fmla="*/ 1148533 h 2125662"/>
                <a:gd name="T10" fmla="*/ 923628 w 1679575"/>
                <a:gd name="T11" fmla="*/ 1679766 h 2125662"/>
                <a:gd name="T12" fmla="*/ 886068 w 1679575"/>
                <a:gd name="T13" fmla="*/ 1137442 h 2125662"/>
                <a:gd name="T14" fmla="*/ 896597 w 1679575"/>
                <a:gd name="T15" fmla="*/ 1083408 h 2125662"/>
                <a:gd name="T16" fmla="*/ 885214 w 1679575"/>
                <a:gd name="T17" fmla="*/ 1039044 h 2125662"/>
                <a:gd name="T18" fmla="*/ 917083 w 1679575"/>
                <a:gd name="T19" fmla="*/ 999799 h 2125662"/>
                <a:gd name="T20" fmla="*/ 1048543 w 1679575"/>
                <a:gd name="T21" fmla="*/ 927280 h 2125662"/>
                <a:gd name="T22" fmla="*/ 1168905 w 1679575"/>
                <a:gd name="T23" fmla="*/ 933822 h 2125662"/>
                <a:gd name="T24" fmla="*/ 1257397 w 1679575"/>
                <a:gd name="T25" fmla="*/ 1021128 h 2125662"/>
                <a:gd name="T26" fmla="*/ 1333655 w 1679575"/>
                <a:gd name="T27" fmla="*/ 1118957 h 2125662"/>
                <a:gd name="T28" fmla="*/ 1397392 w 1679575"/>
                <a:gd name="T29" fmla="*/ 1227592 h 2125662"/>
                <a:gd name="T30" fmla="*/ 1446903 w 1679575"/>
                <a:gd name="T31" fmla="*/ 1349025 h 2125662"/>
                <a:gd name="T32" fmla="*/ 1482186 w 1679575"/>
                <a:gd name="T33" fmla="*/ 1483540 h 2125662"/>
                <a:gd name="T34" fmla="*/ 1501820 w 1679575"/>
                <a:gd name="T35" fmla="*/ 1632274 h 2125662"/>
                <a:gd name="T36" fmla="*/ 1439790 w 1679575"/>
                <a:gd name="T37" fmla="*/ 1742331 h 2125662"/>
                <a:gd name="T38" fmla="*/ 1242601 w 1679575"/>
                <a:gd name="T39" fmla="*/ 1826794 h 2125662"/>
                <a:gd name="T40" fmla="*/ 1035738 w 1679575"/>
                <a:gd name="T41" fmla="*/ 1881112 h 2125662"/>
                <a:gd name="T42" fmla="*/ 822331 w 1679575"/>
                <a:gd name="T43" fmla="*/ 1904432 h 2125662"/>
                <a:gd name="T44" fmla="*/ 596403 w 1679575"/>
                <a:gd name="T45" fmla="*/ 1894194 h 2125662"/>
                <a:gd name="T46" fmla="*/ 373036 w 1679575"/>
                <a:gd name="T47" fmla="*/ 1847838 h 2125662"/>
                <a:gd name="T48" fmla="*/ 159344 w 1679575"/>
                <a:gd name="T49" fmla="*/ 1766788 h 2125662"/>
                <a:gd name="T50" fmla="*/ 0 w 1679575"/>
                <a:gd name="T51" fmla="*/ 1676354 h 2125662"/>
                <a:gd name="T52" fmla="*/ 15365 w 1679575"/>
                <a:gd name="T53" fmla="*/ 1518519 h 2125662"/>
                <a:gd name="T54" fmla="*/ 47234 w 1679575"/>
                <a:gd name="T55" fmla="*/ 1376611 h 2125662"/>
                <a:gd name="T56" fmla="*/ 94468 w 1679575"/>
                <a:gd name="T57" fmla="*/ 1249206 h 2125662"/>
                <a:gd name="T58" fmla="*/ 155930 w 1679575"/>
                <a:gd name="T59" fmla="*/ 1135735 h 2125662"/>
                <a:gd name="T60" fmla="*/ 230765 w 1679575"/>
                <a:gd name="T61" fmla="*/ 1035348 h 2125662"/>
                <a:gd name="T62" fmla="*/ 317835 w 1679575"/>
                <a:gd name="T63" fmla="*/ 946334 h 2125662"/>
                <a:gd name="T64" fmla="*/ 427669 w 1679575"/>
                <a:gd name="T65" fmla="*/ 860449 h 2125662"/>
                <a:gd name="T66" fmla="*/ 831848 w 1679575"/>
                <a:gd name="T67" fmla="*/ 5125 h 2125662"/>
                <a:gd name="T68" fmla="*/ 927152 w 1679575"/>
                <a:gd name="T69" fmla="*/ 31035 h 2125662"/>
                <a:gd name="T70" fmla="*/ 1013353 w 1679575"/>
                <a:gd name="T71" fmla="*/ 76590 h 2125662"/>
                <a:gd name="T72" fmla="*/ 1087035 w 1679575"/>
                <a:gd name="T73" fmla="*/ 138945 h 2125662"/>
                <a:gd name="T74" fmla="*/ 1145356 w 1679575"/>
                <a:gd name="T75" fmla="*/ 215250 h 2125662"/>
                <a:gd name="T76" fmla="*/ 1186607 w 1679575"/>
                <a:gd name="T77" fmla="*/ 303514 h 2125662"/>
                <a:gd name="T78" fmla="*/ 1207944 w 1679575"/>
                <a:gd name="T79" fmla="*/ 401174 h 2125662"/>
                <a:gd name="T80" fmla="*/ 1205383 w 1679575"/>
                <a:gd name="T81" fmla="*/ 513924 h 2125662"/>
                <a:gd name="T82" fmla="*/ 1172382 w 1679575"/>
                <a:gd name="T83" fmla="*/ 626673 h 2125662"/>
                <a:gd name="T84" fmla="*/ 1112924 w 1679575"/>
                <a:gd name="T85" fmla="*/ 725187 h 2125662"/>
                <a:gd name="T86" fmla="*/ 1030706 w 1679575"/>
                <a:gd name="T87" fmla="*/ 804625 h 2125662"/>
                <a:gd name="T88" fmla="*/ 915204 w 1679575"/>
                <a:gd name="T89" fmla="*/ 867264 h 2125662"/>
                <a:gd name="T90" fmla="*/ 837253 w 1679575"/>
                <a:gd name="T91" fmla="*/ 887764 h 2125662"/>
                <a:gd name="T92" fmla="*/ 753044 w 1679575"/>
                <a:gd name="T93" fmla="*/ 893458 h 2125662"/>
                <a:gd name="T94" fmla="*/ 658879 w 1679575"/>
                <a:gd name="T95" fmla="*/ 881215 h 2125662"/>
                <a:gd name="T96" fmla="*/ 572394 w 1679575"/>
                <a:gd name="T97" fmla="*/ 850180 h 2125662"/>
                <a:gd name="T98" fmla="*/ 494728 w 1679575"/>
                <a:gd name="T99" fmla="*/ 802917 h 2125662"/>
                <a:gd name="T100" fmla="*/ 424459 w 1679575"/>
                <a:gd name="T101" fmla="*/ 736576 h 2125662"/>
                <a:gd name="T102" fmla="*/ 366992 w 1679575"/>
                <a:gd name="T103" fmla="*/ 651159 h 2125662"/>
                <a:gd name="T104" fmla="*/ 330578 w 1679575"/>
                <a:gd name="T105" fmla="*/ 553500 h 2125662"/>
                <a:gd name="T106" fmla="*/ 317206 w 1679575"/>
                <a:gd name="T107" fmla="*/ 446729 h 2125662"/>
                <a:gd name="T108" fmla="*/ 328586 w 1679575"/>
                <a:gd name="T109" fmla="*/ 345653 h 2125662"/>
                <a:gd name="T110" fmla="*/ 361587 w 1679575"/>
                <a:gd name="T111" fmla="*/ 253403 h 2125662"/>
                <a:gd name="T112" fmla="*/ 412795 w 1679575"/>
                <a:gd name="T113" fmla="*/ 171118 h 2125662"/>
                <a:gd name="T114" fmla="*/ 479934 w 1679575"/>
                <a:gd name="T115" fmla="*/ 101931 h 2125662"/>
                <a:gd name="T116" fmla="*/ 560729 w 1679575"/>
                <a:gd name="T117" fmla="*/ 48972 h 2125662"/>
                <a:gd name="T118" fmla="*/ 652620 w 1679575"/>
                <a:gd name="T119" fmla="*/ 13952 h 2125662"/>
                <a:gd name="T120" fmla="*/ 752191 w 1679575"/>
                <a:gd name="T121" fmla="*/ 0 h 212566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679575" h="2125662">
                  <a:moveTo>
                    <a:pt x="481421" y="957262"/>
                  </a:moveTo>
                  <a:lnTo>
                    <a:pt x="484914" y="961070"/>
                  </a:lnTo>
                  <a:lnTo>
                    <a:pt x="490948" y="968686"/>
                  </a:lnTo>
                  <a:lnTo>
                    <a:pt x="497299" y="975667"/>
                  </a:lnTo>
                  <a:lnTo>
                    <a:pt x="510319" y="990264"/>
                  </a:lnTo>
                  <a:lnTo>
                    <a:pt x="523657" y="1003909"/>
                  </a:lnTo>
                  <a:lnTo>
                    <a:pt x="537947" y="1017237"/>
                  </a:lnTo>
                  <a:lnTo>
                    <a:pt x="552237" y="1029613"/>
                  </a:lnTo>
                  <a:lnTo>
                    <a:pt x="567480" y="1041671"/>
                  </a:lnTo>
                  <a:lnTo>
                    <a:pt x="583040" y="1053095"/>
                  </a:lnTo>
                  <a:lnTo>
                    <a:pt x="598601" y="1063884"/>
                  </a:lnTo>
                  <a:lnTo>
                    <a:pt x="615114" y="1074039"/>
                  </a:lnTo>
                  <a:lnTo>
                    <a:pt x="631627" y="1083558"/>
                  </a:lnTo>
                  <a:lnTo>
                    <a:pt x="649093" y="1092126"/>
                  </a:lnTo>
                  <a:lnTo>
                    <a:pt x="666241" y="1100377"/>
                  </a:lnTo>
                  <a:lnTo>
                    <a:pt x="684025" y="1107993"/>
                  </a:lnTo>
                  <a:lnTo>
                    <a:pt x="701808" y="1114657"/>
                  </a:lnTo>
                  <a:lnTo>
                    <a:pt x="720226" y="1120686"/>
                  </a:lnTo>
                  <a:lnTo>
                    <a:pt x="738645" y="1125763"/>
                  </a:lnTo>
                  <a:lnTo>
                    <a:pt x="734517" y="1130840"/>
                  </a:lnTo>
                  <a:lnTo>
                    <a:pt x="730706" y="1135283"/>
                  </a:lnTo>
                  <a:lnTo>
                    <a:pt x="727213" y="1140043"/>
                  </a:lnTo>
                  <a:lnTo>
                    <a:pt x="723402" y="1145437"/>
                  </a:lnTo>
                  <a:lnTo>
                    <a:pt x="720544" y="1150515"/>
                  </a:lnTo>
                  <a:lnTo>
                    <a:pt x="717368" y="1155909"/>
                  </a:lnTo>
                  <a:lnTo>
                    <a:pt x="714510" y="1161304"/>
                  </a:lnTo>
                  <a:lnTo>
                    <a:pt x="711970" y="1167016"/>
                  </a:lnTo>
                  <a:lnTo>
                    <a:pt x="710064" y="1172410"/>
                  </a:lnTo>
                  <a:lnTo>
                    <a:pt x="708159" y="1178439"/>
                  </a:lnTo>
                  <a:lnTo>
                    <a:pt x="706254" y="1184151"/>
                  </a:lnTo>
                  <a:lnTo>
                    <a:pt x="704983" y="1190498"/>
                  </a:lnTo>
                  <a:lnTo>
                    <a:pt x="704031" y="1196210"/>
                  </a:lnTo>
                  <a:lnTo>
                    <a:pt x="702761" y="1202556"/>
                  </a:lnTo>
                  <a:lnTo>
                    <a:pt x="702443" y="1208903"/>
                  </a:lnTo>
                  <a:lnTo>
                    <a:pt x="702125" y="1215249"/>
                  </a:lnTo>
                  <a:lnTo>
                    <a:pt x="702443" y="1222548"/>
                  </a:lnTo>
                  <a:lnTo>
                    <a:pt x="703078" y="1229529"/>
                  </a:lnTo>
                  <a:lnTo>
                    <a:pt x="704348" y="1236510"/>
                  </a:lnTo>
                  <a:lnTo>
                    <a:pt x="705619" y="1243174"/>
                  </a:lnTo>
                  <a:lnTo>
                    <a:pt x="707206" y="1249838"/>
                  </a:lnTo>
                  <a:lnTo>
                    <a:pt x="709112" y="1256819"/>
                  </a:lnTo>
                  <a:lnTo>
                    <a:pt x="711652" y="1263166"/>
                  </a:lnTo>
                  <a:lnTo>
                    <a:pt x="714193" y="1269512"/>
                  </a:lnTo>
                  <a:lnTo>
                    <a:pt x="717686" y="1275542"/>
                  </a:lnTo>
                  <a:lnTo>
                    <a:pt x="720861" y="1281571"/>
                  </a:lnTo>
                  <a:lnTo>
                    <a:pt x="724355" y="1287283"/>
                  </a:lnTo>
                  <a:lnTo>
                    <a:pt x="728483" y="1292995"/>
                  </a:lnTo>
                  <a:lnTo>
                    <a:pt x="732611" y="1298389"/>
                  </a:lnTo>
                  <a:lnTo>
                    <a:pt x="737057" y="1303784"/>
                  </a:lnTo>
                  <a:lnTo>
                    <a:pt x="742138" y="1308861"/>
                  </a:lnTo>
                  <a:lnTo>
                    <a:pt x="746901" y="1313304"/>
                  </a:lnTo>
                  <a:lnTo>
                    <a:pt x="672275" y="1874339"/>
                  </a:lnTo>
                  <a:lnTo>
                    <a:pt x="854237" y="2050773"/>
                  </a:lnTo>
                  <a:lnTo>
                    <a:pt x="1030800" y="1874339"/>
                  </a:lnTo>
                  <a:lnTo>
                    <a:pt x="956173" y="1313304"/>
                  </a:lnTo>
                  <a:lnTo>
                    <a:pt x="961572" y="1308544"/>
                  </a:lnTo>
                  <a:lnTo>
                    <a:pt x="966018" y="1303466"/>
                  </a:lnTo>
                  <a:lnTo>
                    <a:pt x="970781" y="1298072"/>
                  </a:lnTo>
                  <a:lnTo>
                    <a:pt x="974910" y="1292995"/>
                  </a:lnTo>
                  <a:lnTo>
                    <a:pt x="978720" y="1286965"/>
                  </a:lnTo>
                  <a:lnTo>
                    <a:pt x="982531" y="1281571"/>
                  </a:lnTo>
                  <a:lnTo>
                    <a:pt x="986024" y="1275224"/>
                  </a:lnTo>
                  <a:lnTo>
                    <a:pt x="988882" y="1269195"/>
                  </a:lnTo>
                  <a:lnTo>
                    <a:pt x="991423" y="1262849"/>
                  </a:lnTo>
                  <a:lnTo>
                    <a:pt x="994281" y="1256502"/>
                  </a:lnTo>
                  <a:lnTo>
                    <a:pt x="996186" y="1249838"/>
                  </a:lnTo>
                  <a:lnTo>
                    <a:pt x="997774" y="1243174"/>
                  </a:lnTo>
                  <a:lnTo>
                    <a:pt x="999044" y="1236510"/>
                  </a:lnTo>
                  <a:lnTo>
                    <a:pt x="999997" y="1229212"/>
                  </a:lnTo>
                  <a:lnTo>
                    <a:pt x="1000632" y="1222548"/>
                  </a:lnTo>
                  <a:lnTo>
                    <a:pt x="1000632" y="1215249"/>
                  </a:lnTo>
                  <a:lnTo>
                    <a:pt x="1000632" y="1208903"/>
                  </a:lnTo>
                  <a:lnTo>
                    <a:pt x="1000314" y="1203191"/>
                  </a:lnTo>
                  <a:lnTo>
                    <a:pt x="999679" y="1197479"/>
                  </a:lnTo>
                  <a:lnTo>
                    <a:pt x="998727" y="1191767"/>
                  </a:lnTo>
                  <a:lnTo>
                    <a:pt x="997456" y="1186055"/>
                  </a:lnTo>
                  <a:lnTo>
                    <a:pt x="996186" y="1180661"/>
                  </a:lnTo>
                  <a:lnTo>
                    <a:pt x="994598" y="1175266"/>
                  </a:lnTo>
                  <a:lnTo>
                    <a:pt x="992375" y="1169872"/>
                  </a:lnTo>
                  <a:lnTo>
                    <a:pt x="990152" y="1164794"/>
                  </a:lnTo>
                  <a:lnTo>
                    <a:pt x="987929" y="1159400"/>
                  </a:lnTo>
                  <a:lnTo>
                    <a:pt x="985389" y="1154640"/>
                  </a:lnTo>
                  <a:lnTo>
                    <a:pt x="982849" y="1149563"/>
                  </a:lnTo>
                  <a:lnTo>
                    <a:pt x="979355" y="1144803"/>
                  </a:lnTo>
                  <a:lnTo>
                    <a:pt x="976497" y="1139725"/>
                  </a:lnTo>
                  <a:lnTo>
                    <a:pt x="973004" y="1135283"/>
                  </a:lnTo>
                  <a:lnTo>
                    <a:pt x="969829" y="1130840"/>
                  </a:lnTo>
                  <a:lnTo>
                    <a:pt x="987612" y="1126398"/>
                  </a:lnTo>
                  <a:lnTo>
                    <a:pt x="1005713" y="1121320"/>
                  </a:lnTo>
                  <a:lnTo>
                    <a:pt x="1023496" y="1115609"/>
                  </a:lnTo>
                  <a:lnTo>
                    <a:pt x="1041280" y="1109262"/>
                  </a:lnTo>
                  <a:lnTo>
                    <a:pt x="1058428" y="1101963"/>
                  </a:lnTo>
                  <a:lnTo>
                    <a:pt x="1075576" y="1094665"/>
                  </a:lnTo>
                  <a:lnTo>
                    <a:pt x="1092089" y="1086097"/>
                  </a:lnTo>
                  <a:lnTo>
                    <a:pt x="1108602" y="1076895"/>
                  </a:lnTo>
                  <a:lnTo>
                    <a:pt x="1124480" y="1067375"/>
                  </a:lnTo>
                  <a:lnTo>
                    <a:pt x="1140041" y="1056903"/>
                  </a:lnTo>
                  <a:lnTo>
                    <a:pt x="1155601" y="1046114"/>
                  </a:lnTo>
                  <a:lnTo>
                    <a:pt x="1170209" y="1034690"/>
                  </a:lnTo>
                  <a:lnTo>
                    <a:pt x="1184817" y="1022632"/>
                  </a:lnTo>
                  <a:lnTo>
                    <a:pt x="1198472" y="1009938"/>
                  </a:lnTo>
                  <a:lnTo>
                    <a:pt x="1211809" y="996928"/>
                  </a:lnTo>
                  <a:lnTo>
                    <a:pt x="1225147" y="983283"/>
                  </a:lnTo>
                  <a:lnTo>
                    <a:pt x="1228640" y="979792"/>
                  </a:lnTo>
                  <a:lnTo>
                    <a:pt x="1232451" y="982966"/>
                  </a:lnTo>
                  <a:lnTo>
                    <a:pt x="1257220" y="1002005"/>
                  </a:lnTo>
                  <a:lnTo>
                    <a:pt x="1281037" y="1021680"/>
                  </a:lnTo>
                  <a:lnTo>
                    <a:pt x="1304537" y="1041989"/>
                  </a:lnTo>
                  <a:lnTo>
                    <a:pt x="1316604" y="1052143"/>
                  </a:lnTo>
                  <a:lnTo>
                    <a:pt x="1327719" y="1062615"/>
                  </a:lnTo>
                  <a:lnTo>
                    <a:pt x="1338833" y="1073404"/>
                  </a:lnTo>
                  <a:lnTo>
                    <a:pt x="1349948" y="1084193"/>
                  </a:lnTo>
                  <a:lnTo>
                    <a:pt x="1361062" y="1094982"/>
                  </a:lnTo>
                  <a:lnTo>
                    <a:pt x="1371860" y="1105771"/>
                  </a:lnTo>
                  <a:lnTo>
                    <a:pt x="1382339" y="1116561"/>
                  </a:lnTo>
                  <a:lnTo>
                    <a:pt x="1392818" y="1127984"/>
                  </a:lnTo>
                  <a:lnTo>
                    <a:pt x="1403298" y="1139408"/>
                  </a:lnTo>
                  <a:lnTo>
                    <a:pt x="1413460" y="1150832"/>
                  </a:lnTo>
                  <a:lnTo>
                    <a:pt x="1423304" y="1162573"/>
                  </a:lnTo>
                  <a:lnTo>
                    <a:pt x="1433149" y="1174314"/>
                  </a:lnTo>
                  <a:lnTo>
                    <a:pt x="1442675" y="1186373"/>
                  </a:lnTo>
                  <a:lnTo>
                    <a:pt x="1452202" y="1198748"/>
                  </a:lnTo>
                  <a:lnTo>
                    <a:pt x="1461411" y="1210807"/>
                  </a:lnTo>
                  <a:lnTo>
                    <a:pt x="1470621" y="1223183"/>
                  </a:lnTo>
                  <a:lnTo>
                    <a:pt x="1479830" y="1235876"/>
                  </a:lnTo>
                  <a:lnTo>
                    <a:pt x="1488404" y="1248569"/>
                  </a:lnTo>
                  <a:lnTo>
                    <a:pt x="1496978" y="1261262"/>
                  </a:lnTo>
                  <a:lnTo>
                    <a:pt x="1505552" y="1274272"/>
                  </a:lnTo>
                  <a:lnTo>
                    <a:pt x="1513809" y="1287600"/>
                  </a:lnTo>
                  <a:lnTo>
                    <a:pt x="1521748" y="1300611"/>
                  </a:lnTo>
                  <a:lnTo>
                    <a:pt x="1529687" y="1314573"/>
                  </a:lnTo>
                  <a:lnTo>
                    <a:pt x="1537308" y="1328218"/>
                  </a:lnTo>
                  <a:lnTo>
                    <a:pt x="1544930" y="1341863"/>
                  </a:lnTo>
                  <a:lnTo>
                    <a:pt x="1552234" y="1355826"/>
                  </a:lnTo>
                  <a:lnTo>
                    <a:pt x="1559537" y="1369788"/>
                  </a:lnTo>
                  <a:lnTo>
                    <a:pt x="1566206" y="1384385"/>
                  </a:lnTo>
                  <a:lnTo>
                    <a:pt x="1573193" y="1398982"/>
                  </a:lnTo>
                  <a:lnTo>
                    <a:pt x="1579544" y="1413579"/>
                  </a:lnTo>
                  <a:lnTo>
                    <a:pt x="1586213" y="1428176"/>
                  </a:lnTo>
                  <a:lnTo>
                    <a:pt x="1592246" y="1443725"/>
                  </a:lnTo>
                  <a:lnTo>
                    <a:pt x="1598280" y="1458640"/>
                  </a:lnTo>
                  <a:lnTo>
                    <a:pt x="1603996" y="1473871"/>
                  </a:lnTo>
                  <a:lnTo>
                    <a:pt x="1609712" y="1489738"/>
                  </a:lnTo>
                  <a:lnTo>
                    <a:pt x="1614793" y="1505287"/>
                  </a:lnTo>
                  <a:lnTo>
                    <a:pt x="1620191" y="1521153"/>
                  </a:lnTo>
                  <a:lnTo>
                    <a:pt x="1624955" y="1537337"/>
                  </a:lnTo>
                  <a:lnTo>
                    <a:pt x="1630036" y="1553521"/>
                  </a:lnTo>
                  <a:lnTo>
                    <a:pt x="1634482" y="1570339"/>
                  </a:lnTo>
                  <a:lnTo>
                    <a:pt x="1638610" y="1586840"/>
                  </a:lnTo>
                  <a:lnTo>
                    <a:pt x="1643056" y="1603976"/>
                  </a:lnTo>
                  <a:lnTo>
                    <a:pt x="1646867" y="1620794"/>
                  </a:lnTo>
                  <a:lnTo>
                    <a:pt x="1650677" y="1637930"/>
                  </a:lnTo>
                  <a:lnTo>
                    <a:pt x="1654170" y="1655383"/>
                  </a:lnTo>
                  <a:lnTo>
                    <a:pt x="1657664" y="1673153"/>
                  </a:lnTo>
                  <a:lnTo>
                    <a:pt x="1660522" y="1690923"/>
                  </a:lnTo>
                  <a:lnTo>
                    <a:pt x="1663697" y="1709011"/>
                  </a:lnTo>
                  <a:lnTo>
                    <a:pt x="1666238" y="1727099"/>
                  </a:lnTo>
                  <a:lnTo>
                    <a:pt x="1668461" y="1745821"/>
                  </a:lnTo>
                  <a:lnTo>
                    <a:pt x="1670684" y="1764226"/>
                  </a:lnTo>
                  <a:lnTo>
                    <a:pt x="1672589" y="1783266"/>
                  </a:lnTo>
                  <a:lnTo>
                    <a:pt x="1674177" y="1802305"/>
                  </a:lnTo>
                  <a:lnTo>
                    <a:pt x="1676082" y="1821345"/>
                  </a:lnTo>
                  <a:lnTo>
                    <a:pt x="1677352" y="1841019"/>
                  </a:lnTo>
                  <a:lnTo>
                    <a:pt x="1678305" y="1860694"/>
                  </a:lnTo>
                  <a:lnTo>
                    <a:pt x="1679258" y="1880368"/>
                  </a:lnTo>
                  <a:lnTo>
                    <a:pt x="1679575" y="1900677"/>
                  </a:lnTo>
                  <a:lnTo>
                    <a:pt x="1679575" y="1903850"/>
                  </a:lnTo>
                  <a:lnTo>
                    <a:pt x="1677035" y="1905437"/>
                  </a:lnTo>
                  <a:lnTo>
                    <a:pt x="1653853" y="1918765"/>
                  </a:lnTo>
                  <a:lnTo>
                    <a:pt x="1630353" y="1931775"/>
                  </a:lnTo>
                  <a:lnTo>
                    <a:pt x="1606854" y="1944151"/>
                  </a:lnTo>
                  <a:lnTo>
                    <a:pt x="1583037" y="1956209"/>
                  </a:lnTo>
                  <a:lnTo>
                    <a:pt x="1558902" y="1967950"/>
                  </a:lnTo>
                  <a:lnTo>
                    <a:pt x="1534768" y="1979374"/>
                  </a:lnTo>
                  <a:lnTo>
                    <a:pt x="1510316" y="1990163"/>
                  </a:lnTo>
                  <a:lnTo>
                    <a:pt x="1485864" y="2000635"/>
                  </a:lnTo>
                  <a:lnTo>
                    <a:pt x="1461411" y="2010790"/>
                  </a:lnTo>
                  <a:lnTo>
                    <a:pt x="1436642" y="2020627"/>
                  </a:lnTo>
                  <a:lnTo>
                    <a:pt x="1411872" y="2029512"/>
                  </a:lnTo>
                  <a:lnTo>
                    <a:pt x="1386785" y="2038397"/>
                  </a:lnTo>
                  <a:lnTo>
                    <a:pt x="1361380" y="2046965"/>
                  </a:lnTo>
                  <a:lnTo>
                    <a:pt x="1335975" y="2054581"/>
                  </a:lnTo>
                  <a:lnTo>
                    <a:pt x="1310570" y="2062514"/>
                  </a:lnTo>
                  <a:lnTo>
                    <a:pt x="1285166" y="2069495"/>
                  </a:lnTo>
                  <a:lnTo>
                    <a:pt x="1259443" y="2076159"/>
                  </a:lnTo>
                  <a:lnTo>
                    <a:pt x="1233403" y="2082506"/>
                  </a:lnTo>
                  <a:lnTo>
                    <a:pt x="1207681" y="2088535"/>
                  </a:lnTo>
                  <a:lnTo>
                    <a:pt x="1181959" y="2093929"/>
                  </a:lnTo>
                  <a:lnTo>
                    <a:pt x="1155919" y="2099007"/>
                  </a:lnTo>
                  <a:lnTo>
                    <a:pt x="1129561" y="2103767"/>
                  </a:lnTo>
                  <a:lnTo>
                    <a:pt x="1103204" y="2107892"/>
                  </a:lnTo>
                  <a:lnTo>
                    <a:pt x="1077164" y="2111382"/>
                  </a:lnTo>
                  <a:lnTo>
                    <a:pt x="1050806" y="2114873"/>
                  </a:lnTo>
                  <a:lnTo>
                    <a:pt x="1024131" y="2117729"/>
                  </a:lnTo>
                  <a:lnTo>
                    <a:pt x="997774" y="2119950"/>
                  </a:lnTo>
                  <a:lnTo>
                    <a:pt x="971099" y="2121854"/>
                  </a:lnTo>
                  <a:lnTo>
                    <a:pt x="944424" y="2123441"/>
                  </a:lnTo>
                  <a:lnTo>
                    <a:pt x="917749" y="2125028"/>
                  </a:lnTo>
                  <a:lnTo>
                    <a:pt x="891074" y="2125662"/>
                  </a:lnTo>
                  <a:lnTo>
                    <a:pt x="864399" y="2125662"/>
                  </a:lnTo>
                  <a:lnTo>
                    <a:pt x="835818" y="2125662"/>
                  </a:lnTo>
                  <a:lnTo>
                    <a:pt x="807238" y="2124710"/>
                  </a:lnTo>
                  <a:lnTo>
                    <a:pt x="778657" y="2123124"/>
                  </a:lnTo>
                  <a:lnTo>
                    <a:pt x="750395" y="2121537"/>
                  </a:lnTo>
                  <a:lnTo>
                    <a:pt x="722132" y="2119316"/>
                  </a:lnTo>
                  <a:lnTo>
                    <a:pt x="693869" y="2116777"/>
                  </a:lnTo>
                  <a:lnTo>
                    <a:pt x="665606" y="2113604"/>
                  </a:lnTo>
                  <a:lnTo>
                    <a:pt x="637661" y="2109478"/>
                  </a:lnTo>
                  <a:lnTo>
                    <a:pt x="609398" y="2105353"/>
                  </a:lnTo>
                  <a:lnTo>
                    <a:pt x="581453" y="2100593"/>
                  </a:lnTo>
                  <a:lnTo>
                    <a:pt x="553825" y="2095199"/>
                  </a:lnTo>
                  <a:lnTo>
                    <a:pt x="525880" y="2089487"/>
                  </a:lnTo>
                  <a:lnTo>
                    <a:pt x="498252" y="2083458"/>
                  </a:lnTo>
                  <a:lnTo>
                    <a:pt x="470624" y="2076476"/>
                  </a:lnTo>
                  <a:lnTo>
                    <a:pt x="443314" y="2069495"/>
                  </a:lnTo>
                  <a:lnTo>
                    <a:pt x="416321" y="2061879"/>
                  </a:lnTo>
                  <a:lnTo>
                    <a:pt x="389011" y="2053629"/>
                  </a:lnTo>
                  <a:lnTo>
                    <a:pt x="362019" y="2045378"/>
                  </a:lnTo>
                  <a:lnTo>
                    <a:pt x="335343" y="2036176"/>
                  </a:lnTo>
                  <a:lnTo>
                    <a:pt x="308668" y="2026656"/>
                  </a:lnTo>
                  <a:lnTo>
                    <a:pt x="282311" y="2016502"/>
                  </a:lnTo>
                  <a:lnTo>
                    <a:pt x="255953" y="2006030"/>
                  </a:lnTo>
                  <a:lnTo>
                    <a:pt x="229913" y="1994923"/>
                  </a:lnTo>
                  <a:lnTo>
                    <a:pt x="203556" y="1983499"/>
                  </a:lnTo>
                  <a:lnTo>
                    <a:pt x="177833" y="1971441"/>
                  </a:lnTo>
                  <a:lnTo>
                    <a:pt x="152429" y="1959065"/>
                  </a:lnTo>
                  <a:lnTo>
                    <a:pt x="127024" y="1946372"/>
                  </a:lnTo>
                  <a:lnTo>
                    <a:pt x="101619" y="1933044"/>
                  </a:lnTo>
                  <a:lnTo>
                    <a:pt x="76532" y="1919399"/>
                  </a:lnTo>
                  <a:lnTo>
                    <a:pt x="51762" y="1905437"/>
                  </a:lnTo>
                  <a:lnTo>
                    <a:pt x="27310" y="1890523"/>
                  </a:lnTo>
                  <a:lnTo>
                    <a:pt x="2858" y="1875291"/>
                  </a:lnTo>
                  <a:lnTo>
                    <a:pt x="0" y="1888301"/>
                  </a:lnTo>
                  <a:lnTo>
                    <a:pt x="0" y="1870531"/>
                  </a:lnTo>
                  <a:lnTo>
                    <a:pt x="952" y="1850222"/>
                  </a:lnTo>
                  <a:lnTo>
                    <a:pt x="2223" y="1829913"/>
                  </a:lnTo>
                  <a:lnTo>
                    <a:pt x="3493" y="1809604"/>
                  </a:lnTo>
                  <a:lnTo>
                    <a:pt x="5398" y="1790247"/>
                  </a:lnTo>
                  <a:lnTo>
                    <a:pt x="6986" y="1770573"/>
                  </a:lnTo>
                  <a:lnTo>
                    <a:pt x="9209" y="1750898"/>
                  </a:lnTo>
                  <a:lnTo>
                    <a:pt x="11749" y="1732176"/>
                  </a:lnTo>
                  <a:lnTo>
                    <a:pt x="14290" y="1713136"/>
                  </a:lnTo>
                  <a:lnTo>
                    <a:pt x="17148" y="1694414"/>
                  </a:lnTo>
                  <a:lnTo>
                    <a:pt x="20006" y="1676009"/>
                  </a:lnTo>
                  <a:lnTo>
                    <a:pt x="23499" y="1657604"/>
                  </a:lnTo>
                  <a:lnTo>
                    <a:pt x="26992" y="1639834"/>
                  </a:lnTo>
                  <a:lnTo>
                    <a:pt x="30486" y="1621746"/>
                  </a:lnTo>
                  <a:lnTo>
                    <a:pt x="34931" y="1604293"/>
                  </a:lnTo>
                  <a:lnTo>
                    <a:pt x="38742" y="1586840"/>
                  </a:lnTo>
                  <a:lnTo>
                    <a:pt x="43188" y="1569704"/>
                  </a:lnTo>
                  <a:lnTo>
                    <a:pt x="47951" y="1552569"/>
                  </a:lnTo>
                  <a:lnTo>
                    <a:pt x="52715" y="1536068"/>
                  </a:lnTo>
                  <a:lnTo>
                    <a:pt x="57796" y="1519249"/>
                  </a:lnTo>
                  <a:lnTo>
                    <a:pt x="62877" y="1503066"/>
                  </a:lnTo>
                  <a:lnTo>
                    <a:pt x="68593" y="1486564"/>
                  </a:lnTo>
                  <a:lnTo>
                    <a:pt x="73991" y="1470698"/>
                  </a:lnTo>
                  <a:lnTo>
                    <a:pt x="80025" y="1455149"/>
                  </a:lnTo>
                  <a:lnTo>
                    <a:pt x="86059" y="1439283"/>
                  </a:lnTo>
                  <a:lnTo>
                    <a:pt x="92410" y="1424051"/>
                  </a:lnTo>
                  <a:lnTo>
                    <a:pt x="98761" y="1409137"/>
                  </a:lnTo>
                  <a:lnTo>
                    <a:pt x="105430" y="1393905"/>
                  </a:lnTo>
                  <a:lnTo>
                    <a:pt x="112098" y="1378990"/>
                  </a:lnTo>
                  <a:lnTo>
                    <a:pt x="119402" y="1364393"/>
                  </a:lnTo>
                  <a:lnTo>
                    <a:pt x="126706" y="1350114"/>
                  </a:lnTo>
                  <a:lnTo>
                    <a:pt x="134010" y="1335834"/>
                  </a:lnTo>
                  <a:lnTo>
                    <a:pt x="141632" y="1321871"/>
                  </a:lnTo>
                  <a:lnTo>
                    <a:pt x="149571" y="1307909"/>
                  </a:lnTo>
                  <a:lnTo>
                    <a:pt x="157510" y="1294264"/>
                  </a:lnTo>
                  <a:lnTo>
                    <a:pt x="165766" y="1280936"/>
                  </a:lnTo>
                  <a:lnTo>
                    <a:pt x="174023" y="1267291"/>
                  </a:lnTo>
                  <a:lnTo>
                    <a:pt x="182597" y="1253963"/>
                  </a:lnTo>
                  <a:lnTo>
                    <a:pt x="191171" y="1241270"/>
                  </a:lnTo>
                  <a:lnTo>
                    <a:pt x="200380" y="1228260"/>
                  </a:lnTo>
                  <a:lnTo>
                    <a:pt x="209589" y="1215884"/>
                  </a:lnTo>
                  <a:lnTo>
                    <a:pt x="218799" y="1203191"/>
                  </a:lnTo>
                  <a:lnTo>
                    <a:pt x="228008" y="1191133"/>
                  </a:lnTo>
                  <a:lnTo>
                    <a:pt x="237852" y="1178757"/>
                  </a:lnTo>
                  <a:lnTo>
                    <a:pt x="247697" y="1167016"/>
                  </a:lnTo>
                  <a:lnTo>
                    <a:pt x="257541" y="1155275"/>
                  </a:lnTo>
                  <a:lnTo>
                    <a:pt x="267703" y="1143533"/>
                  </a:lnTo>
                  <a:lnTo>
                    <a:pt x="278182" y="1132110"/>
                  </a:lnTo>
                  <a:lnTo>
                    <a:pt x="288662" y="1120686"/>
                  </a:lnTo>
                  <a:lnTo>
                    <a:pt x="298824" y="1109579"/>
                  </a:lnTo>
                  <a:lnTo>
                    <a:pt x="309938" y="1098473"/>
                  </a:lnTo>
                  <a:lnTo>
                    <a:pt x="320735" y="1087684"/>
                  </a:lnTo>
                  <a:lnTo>
                    <a:pt x="331850" y="1076895"/>
                  </a:lnTo>
                  <a:lnTo>
                    <a:pt x="343282" y="1066423"/>
                  </a:lnTo>
                  <a:lnTo>
                    <a:pt x="354715" y="1055951"/>
                  </a:lnTo>
                  <a:lnTo>
                    <a:pt x="366147" y="1045797"/>
                  </a:lnTo>
                  <a:lnTo>
                    <a:pt x="377897" y="1035642"/>
                  </a:lnTo>
                  <a:lnTo>
                    <a:pt x="389964" y="1025805"/>
                  </a:lnTo>
                  <a:lnTo>
                    <a:pt x="401714" y="1015968"/>
                  </a:lnTo>
                  <a:lnTo>
                    <a:pt x="414099" y="1006448"/>
                  </a:lnTo>
                  <a:lnTo>
                    <a:pt x="426801" y="996928"/>
                  </a:lnTo>
                  <a:lnTo>
                    <a:pt x="439186" y="987408"/>
                  </a:lnTo>
                  <a:lnTo>
                    <a:pt x="451571" y="977888"/>
                  </a:lnTo>
                  <a:lnTo>
                    <a:pt x="477293" y="960118"/>
                  </a:lnTo>
                  <a:lnTo>
                    <a:pt x="481421" y="957262"/>
                  </a:lnTo>
                  <a:close/>
                  <a:moveTo>
                    <a:pt x="839471" y="0"/>
                  </a:moveTo>
                  <a:lnTo>
                    <a:pt x="852171" y="0"/>
                  </a:lnTo>
                  <a:lnTo>
                    <a:pt x="865506" y="0"/>
                  </a:lnTo>
                  <a:lnTo>
                    <a:pt x="878206" y="636"/>
                  </a:lnTo>
                  <a:lnTo>
                    <a:pt x="890906" y="1271"/>
                  </a:lnTo>
                  <a:lnTo>
                    <a:pt x="903288" y="2542"/>
                  </a:lnTo>
                  <a:lnTo>
                    <a:pt x="915988" y="3813"/>
                  </a:lnTo>
                  <a:lnTo>
                    <a:pt x="928371" y="5719"/>
                  </a:lnTo>
                  <a:lnTo>
                    <a:pt x="940436" y="7943"/>
                  </a:lnTo>
                  <a:lnTo>
                    <a:pt x="952818" y="10167"/>
                  </a:lnTo>
                  <a:lnTo>
                    <a:pt x="964883" y="12708"/>
                  </a:lnTo>
                  <a:lnTo>
                    <a:pt x="976631" y="15568"/>
                  </a:lnTo>
                  <a:lnTo>
                    <a:pt x="988696" y="19062"/>
                  </a:lnTo>
                  <a:lnTo>
                    <a:pt x="1000443" y="22239"/>
                  </a:lnTo>
                  <a:lnTo>
                    <a:pt x="1011873" y="26052"/>
                  </a:lnTo>
                  <a:lnTo>
                    <a:pt x="1023621" y="30182"/>
                  </a:lnTo>
                  <a:lnTo>
                    <a:pt x="1034733" y="34630"/>
                  </a:lnTo>
                  <a:lnTo>
                    <a:pt x="1046163" y="39395"/>
                  </a:lnTo>
                  <a:lnTo>
                    <a:pt x="1057276" y="44161"/>
                  </a:lnTo>
                  <a:lnTo>
                    <a:pt x="1068388" y="48926"/>
                  </a:lnTo>
                  <a:lnTo>
                    <a:pt x="1079183" y="54645"/>
                  </a:lnTo>
                  <a:lnTo>
                    <a:pt x="1089661" y="60046"/>
                  </a:lnTo>
                  <a:lnTo>
                    <a:pt x="1100456" y="66082"/>
                  </a:lnTo>
                  <a:lnTo>
                    <a:pt x="1110616" y="72119"/>
                  </a:lnTo>
                  <a:lnTo>
                    <a:pt x="1120776" y="78790"/>
                  </a:lnTo>
                  <a:lnTo>
                    <a:pt x="1130936" y="85462"/>
                  </a:lnTo>
                  <a:lnTo>
                    <a:pt x="1140461" y="92134"/>
                  </a:lnTo>
                  <a:lnTo>
                    <a:pt x="1150303" y="99123"/>
                  </a:lnTo>
                  <a:lnTo>
                    <a:pt x="1159828" y="106430"/>
                  </a:lnTo>
                  <a:lnTo>
                    <a:pt x="1169353" y="114055"/>
                  </a:lnTo>
                  <a:lnTo>
                    <a:pt x="1178561" y="121680"/>
                  </a:lnTo>
                  <a:lnTo>
                    <a:pt x="1187133" y="129623"/>
                  </a:lnTo>
                  <a:lnTo>
                    <a:pt x="1196023" y="137883"/>
                  </a:lnTo>
                  <a:lnTo>
                    <a:pt x="1204596" y="146143"/>
                  </a:lnTo>
                  <a:lnTo>
                    <a:pt x="1213168" y="155039"/>
                  </a:lnTo>
                  <a:lnTo>
                    <a:pt x="1221106" y="163299"/>
                  </a:lnTo>
                  <a:lnTo>
                    <a:pt x="1229043" y="172513"/>
                  </a:lnTo>
                  <a:lnTo>
                    <a:pt x="1236981" y="181726"/>
                  </a:lnTo>
                  <a:lnTo>
                    <a:pt x="1244283" y="190939"/>
                  </a:lnTo>
                  <a:lnTo>
                    <a:pt x="1251586" y="200153"/>
                  </a:lnTo>
                  <a:lnTo>
                    <a:pt x="1258888" y="210001"/>
                  </a:lnTo>
                  <a:lnTo>
                    <a:pt x="1265556" y="219850"/>
                  </a:lnTo>
                  <a:lnTo>
                    <a:pt x="1272223" y="230017"/>
                  </a:lnTo>
                  <a:lnTo>
                    <a:pt x="1278256" y="240183"/>
                  </a:lnTo>
                  <a:lnTo>
                    <a:pt x="1284606" y="250667"/>
                  </a:lnTo>
                  <a:lnTo>
                    <a:pt x="1290321" y="261151"/>
                  </a:lnTo>
                  <a:lnTo>
                    <a:pt x="1296353" y="271953"/>
                  </a:lnTo>
                  <a:lnTo>
                    <a:pt x="1301433" y="282755"/>
                  </a:lnTo>
                  <a:lnTo>
                    <a:pt x="1306831" y="293239"/>
                  </a:lnTo>
                  <a:lnTo>
                    <a:pt x="1311593" y="304359"/>
                  </a:lnTo>
                  <a:lnTo>
                    <a:pt x="1316356" y="315796"/>
                  </a:lnTo>
                  <a:lnTo>
                    <a:pt x="1320483" y="327234"/>
                  </a:lnTo>
                  <a:lnTo>
                    <a:pt x="1324293" y="338671"/>
                  </a:lnTo>
                  <a:lnTo>
                    <a:pt x="1328421" y="350426"/>
                  </a:lnTo>
                  <a:lnTo>
                    <a:pt x="1331913" y="362181"/>
                  </a:lnTo>
                  <a:lnTo>
                    <a:pt x="1335088" y="373936"/>
                  </a:lnTo>
                  <a:lnTo>
                    <a:pt x="1337946" y="386009"/>
                  </a:lnTo>
                  <a:lnTo>
                    <a:pt x="1340803" y="398081"/>
                  </a:lnTo>
                  <a:lnTo>
                    <a:pt x="1343026" y="410472"/>
                  </a:lnTo>
                  <a:lnTo>
                    <a:pt x="1344931" y="422862"/>
                  </a:lnTo>
                  <a:lnTo>
                    <a:pt x="1346518" y="435252"/>
                  </a:lnTo>
                  <a:lnTo>
                    <a:pt x="1348106" y="447643"/>
                  </a:lnTo>
                  <a:lnTo>
                    <a:pt x="1349058" y="460033"/>
                  </a:lnTo>
                  <a:lnTo>
                    <a:pt x="1350011" y="472741"/>
                  </a:lnTo>
                  <a:lnTo>
                    <a:pt x="1350646" y="485449"/>
                  </a:lnTo>
                  <a:lnTo>
                    <a:pt x="1350963" y="498475"/>
                  </a:lnTo>
                  <a:lnTo>
                    <a:pt x="1350646" y="513407"/>
                  </a:lnTo>
                  <a:lnTo>
                    <a:pt x="1349693" y="528975"/>
                  </a:lnTo>
                  <a:lnTo>
                    <a:pt x="1348423" y="543907"/>
                  </a:lnTo>
                  <a:lnTo>
                    <a:pt x="1347153" y="558521"/>
                  </a:lnTo>
                  <a:lnTo>
                    <a:pt x="1345248" y="573453"/>
                  </a:lnTo>
                  <a:lnTo>
                    <a:pt x="1342708" y="588067"/>
                  </a:lnTo>
                  <a:lnTo>
                    <a:pt x="1339851" y="602682"/>
                  </a:lnTo>
                  <a:lnTo>
                    <a:pt x="1336358" y="616660"/>
                  </a:lnTo>
                  <a:lnTo>
                    <a:pt x="1332866" y="631275"/>
                  </a:lnTo>
                  <a:lnTo>
                    <a:pt x="1328738" y="645254"/>
                  </a:lnTo>
                  <a:lnTo>
                    <a:pt x="1324293" y="658915"/>
                  </a:lnTo>
                  <a:lnTo>
                    <a:pt x="1319531" y="672576"/>
                  </a:lnTo>
                  <a:lnTo>
                    <a:pt x="1314133" y="685920"/>
                  </a:lnTo>
                  <a:lnTo>
                    <a:pt x="1308418" y="699263"/>
                  </a:lnTo>
                  <a:lnTo>
                    <a:pt x="1302386" y="712607"/>
                  </a:lnTo>
                  <a:lnTo>
                    <a:pt x="1296353" y="725315"/>
                  </a:lnTo>
                  <a:lnTo>
                    <a:pt x="1289368" y="738023"/>
                  </a:lnTo>
                  <a:lnTo>
                    <a:pt x="1282383" y="750413"/>
                  </a:lnTo>
                  <a:lnTo>
                    <a:pt x="1275081" y="762486"/>
                  </a:lnTo>
                  <a:lnTo>
                    <a:pt x="1267143" y="774559"/>
                  </a:lnTo>
                  <a:lnTo>
                    <a:pt x="1259206" y="786313"/>
                  </a:lnTo>
                  <a:lnTo>
                    <a:pt x="1250633" y="797751"/>
                  </a:lnTo>
                  <a:lnTo>
                    <a:pt x="1242061" y="809188"/>
                  </a:lnTo>
                  <a:lnTo>
                    <a:pt x="1232853" y="819990"/>
                  </a:lnTo>
                  <a:lnTo>
                    <a:pt x="1223963" y="830792"/>
                  </a:lnTo>
                  <a:lnTo>
                    <a:pt x="1214121" y="841276"/>
                  </a:lnTo>
                  <a:lnTo>
                    <a:pt x="1204278" y="851442"/>
                  </a:lnTo>
                  <a:lnTo>
                    <a:pt x="1193801" y="860974"/>
                  </a:lnTo>
                  <a:lnTo>
                    <a:pt x="1183323" y="870822"/>
                  </a:lnTo>
                  <a:lnTo>
                    <a:pt x="1172528" y="880036"/>
                  </a:lnTo>
                  <a:lnTo>
                    <a:pt x="1161733" y="889249"/>
                  </a:lnTo>
                  <a:lnTo>
                    <a:pt x="1150303" y="897827"/>
                  </a:lnTo>
                  <a:lnTo>
                    <a:pt x="1134746" y="909264"/>
                  </a:lnTo>
                  <a:lnTo>
                    <a:pt x="1118236" y="920066"/>
                  </a:lnTo>
                  <a:lnTo>
                    <a:pt x="1101408" y="929915"/>
                  </a:lnTo>
                  <a:lnTo>
                    <a:pt x="1084581" y="939446"/>
                  </a:lnTo>
                  <a:lnTo>
                    <a:pt x="1066801" y="948342"/>
                  </a:lnTo>
                  <a:lnTo>
                    <a:pt x="1048703" y="956602"/>
                  </a:lnTo>
                  <a:lnTo>
                    <a:pt x="1040131" y="960414"/>
                  </a:lnTo>
                  <a:lnTo>
                    <a:pt x="1030606" y="963909"/>
                  </a:lnTo>
                  <a:lnTo>
                    <a:pt x="1021398" y="967722"/>
                  </a:lnTo>
                  <a:lnTo>
                    <a:pt x="1011873" y="970899"/>
                  </a:lnTo>
                  <a:lnTo>
                    <a:pt x="1002348" y="973758"/>
                  </a:lnTo>
                  <a:lnTo>
                    <a:pt x="993141" y="976617"/>
                  </a:lnTo>
                  <a:lnTo>
                    <a:pt x="983616" y="979794"/>
                  </a:lnTo>
                  <a:lnTo>
                    <a:pt x="973773" y="982018"/>
                  </a:lnTo>
                  <a:lnTo>
                    <a:pt x="963931" y="984560"/>
                  </a:lnTo>
                  <a:lnTo>
                    <a:pt x="954088" y="986466"/>
                  </a:lnTo>
                  <a:lnTo>
                    <a:pt x="944246" y="988372"/>
                  </a:lnTo>
                  <a:lnTo>
                    <a:pt x="934403" y="990596"/>
                  </a:lnTo>
                  <a:lnTo>
                    <a:pt x="924561" y="991867"/>
                  </a:lnTo>
                  <a:lnTo>
                    <a:pt x="914401" y="993455"/>
                  </a:lnTo>
                  <a:lnTo>
                    <a:pt x="904241" y="994409"/>
                  </a:lnTo>
                  <a:lnTo>
                    <a:pt x="893763" y="995362"/>
                  </a:lnTo>
                  <a:lnTo>
                    <a:pt x="883603" y="995997"/>
                  </a:lnTo>
                  <a:lnTo>
                    <a:pt x="873126" y="996632"/>
                  </a:lnTo>
                  <a:lnTo>
                    <a:pt x="862648" y="996950"/>
                  </a:lnTo>
                  <a:lnTo>
                    <a:pt x="852171" y="996950"/>
                  </a:lnTo>
                  <a:lnTo>
                    <a:pt x="840423" y="996950"/>
                  </a:lnTo>
                  <a:lnTo>
                    <a:pt x="828358" y="996315"/>
                  </a:lnTo>
                  <a:lnTo>
                    <a:pt x="816293" y="995679"/>
                  </a:lnTo>
                  <a:lnTo>
                    <a:pt x="804546" y="994726"/>
                  </a:lnTo>
                  <a:lnTo>
                    <a:pt x="792798" y="993455"/>
                  </a:lnTo>
                  <a:lnTo>
                    <a:pt x="781368" y="992185"/>
                  </a:lnTo>
                  <a:lnTo>
                    <a:pt x="769621" y="990278"/>
                  </a:lnTo>
                  <a:lnTo>
                    <a:pt x="758191" y="988054"/>
                  </a:lnTo>
                  <a:lnTo>
                    <a:pt x="746761" y="985831"/>
                  </a:lnTo>
                  <a:lnTo>
                    <a:pt x="735331" y="983289"/>
                  </a:lnTo>
                  <a:lnTo>
                    <a:pt x="724218" y="980430"/>
                  </a:lnTo>
                  <a:lnTo>
                    <a:pt x="713106" y="977253"/>
                  </a:lnTo>
                  <a:lnTo>
                    <a:pt x="702311" y="973758"/>
                  </a:lnTo>
                  <a:lnTo>
                    <a:pt x="691198" y="970263"/>
                  </a:lnTo>
                  <a:lnTo>
                    <a:pt x="680721" y="966768"/>
                  </a:lnTo>
                  <a:lnTo>
                    <a:pt x="670243" y="962321"/>
                  </a:lnTo>
                  <a:lnTo>
                    <a:pt x="659448" y="958190"/>
                  </a:lnTo>
                  <a:lnTo>
                    <a:pt x="648971" y="953425"/>
                  </a:lnTo>
                  <a:lnTo>
                    <a:pt x="638811" y="948659"/>
                  </a:lnTo>
                  <a:lnTo>
                    <a:pt x="628651" y="943894"/>
                  </a:lnTo>
                  <a:lnTo>
                    <a:pt x="618491" y="938493"/>
                  </a:lnTo>
                  <a:lnTo>
                    <a:pt x="608648" y="933410"/>
                  </a:lnTo>
                  <a:lnTo>
                    <a:pt x="599123" y="927373"/>
                  </a:lnTo>
                  <a:lnTo>
                    <a:pt x="589281" y="921655"/>
                  </a:lnTo>
                  <a:lnTo>
                    <a:pt x="579756" y="915618"/>
                  </a:lnTo>
                  <a:lnTo>
                    <a:pt x="570548" y="909264"/>
                  </a:lnTo>
                  <a:lnTo>
                    <a:pt x="561023" y="902910"/>
                  </a:lnTo>
                  <a:lnTo>
                    <a:pt x="552133" y="895921"/>
                  </a:lnTo>
                  <a:lnTo>
                    <a:pt x="543561" y="889249"/>
                  </a:lnTo>
                  <a:lnTo>
                    <a:pt x="534671" y="881942"/>
                  </a:lnTo>
                  <a:lnTo>
                    <a:pt x="526098" y="874952"/>
                  </a:lnTo>
                  <a:lnTo>
                    <a:pt x="517526" y="867328"/>
                  </a:lnTo>
                  <a:lnTo>
                    <a:pt x="508318" y="858750"/>
                  </a:lnTo>
                  <a:lnTo>
                    <a:pt x="499428" y="849854"/>
                  </a:lnTo>
                  <a:lnTo>
                    <a:pt x="490538" y="840958"/>
                  </a:lnTo>
                  <a:lnTo>
                    <a:pt x="481648" y="831427"/>
                  </a:lnTo>
                  <a:lnTo>
                    <a:pt x="473711" y="821896"/>
                  </a:lnTo>
                  <a:lnTo>
                    <a:pt x="465456" y="812047"/>
                  </a:lnTo>
                  <a:lnTo>
                    <a:pt x="457518" y="801881"/>
                  </a:lnTo>
                  <a:lnTo>
                    <a:pt x="449898" y="791714"/>
                  </a:lnTo>
                  <a:lnTo>
                    <a:pt x="442596" y="781548"/>
                  </a:lnTo>
                  <a:lnTo>
                    <a:pt x="435293" y="770746"/>
                  </a:lnTo>
                  <a:lnTo>
                    <a:pt x="428626" y="759944"/>
                  </a:lnTo>
                  <a:lnTo>
                    <a:pt x="421958" y="749142"/>
                  </a:lnTo>
                  <a:lnTo>
                    <a:pt x="415608" y="738023"/>
                  </a:lnTo>
                  <a:lnTo>
                    <a:pt x="409576" y="726585"/>
                  </a:lnTo>
                  <a:lnTo>
                    <a:pt x="403861" y="715148"/>
                  </a:lnTo>
                  <a:lnTo>
                    <a:pt x="398463" y="703393"/>
                  </a:lnTo>
                  <a:lnTo>
                    <a:pt x="393383" y="691638"/>
                  </a:lnTo>
                  <a:lnTo>
                    <a:pt x="388303" y="679566"/>
                  </a:lnTo>
                  <a:lnTo>
                    <a:pt x="383858" y="667493"/>
                  </a:lnTo>
                  <a:lnTo>
                    <a:pt x="379731" y="655420"/>
                  </a:lnTo>
                  <a:lnTo>
                    <a:pt x="375603" y="643030"/>
                  </a:lnTo>
                  <a:lnTo>
                    <a:pt x="372111" y="630322"/>
                  </a:lnTo>
                  <a:lnTo>
                    <a:pt x="368936" y="617614"/>
                  </a:lnTo>
                  <a:lnTo>
                    <a:pt x="365443" y="604588"/>
                  </a:lnTo>
                  <a:lnTo>
                    <a:pt x="362903" y="591880"/>
                  </a:lnTo>
                  <a:lnTo>
                    <a:pt x="360681" y="578854"/>
                  </a:lnTo>
                  <a:lnTo>
                    <a:pt x="358776" y="565828"/>
                  </a:lnTo>
                  <a:lnTo>
                    <a:pt x="357188" y="552485"/>
                  </a:lnTo>
                  <a:lnTo>
                    <a:pt x="355601" y="539141"/>
                  </a:lnTo>
                  <a:lnTo>
                    <a:pt x="354648" y="525480"/>
                  </a:lnTo>
                  <a:lnTo>
                    <a:pt x="354331" y="511819"/>
                  </a:lnTo>
                  <a:lnTo>
                    <a:pt x="354013" y="498475"/>
                  </a:lnTo>
                  <a:lnTo>
                    <a:pt x="354331" y="485449"/>
                  </a:lnTo>
                  <a:lnTo>
                    <a:pt x="354648" y="472741"/>
                  </a:lnTo>
                  <a:lnTo>
                    <a:pt x="355601" y="460033"/>
                  </a:lnTo>
                  <a:lnTo>
                    <a:pt x="356871" y="447643"/>
                  </a:lnTo>
                  <a:lnTo>
                    <a:pt x="358141" y="434935"/>
                  </a:lnTo>
                  <a:lnTo>
                    <a:pt x="360046" y="422544"/>
                  </a:lnTo>
                  <a:lnTo>
                    <a:pt x="361951" y="410472"/>
                  </a:lnTo>
                  <a:lnTo>
                    <a:pt x="364173" y="397763"/>
                  </a:lnTo>
                  <a:lnTo>
                    <a:pt x="366713" y="385691"/>
                  </a:lnTo>
                  <a:lnTo>
                    <a:pt x="369888" y="373936"/>
                  </a:lnTo>
                  <a:lnTo>
                    <a:pt x="373063" y="361863"/>
                  </a:lnTo>
                  <a:lnTo>
                    <a:pt x="376556" y="350108"/>
                  </a:lnTo>
                  <a:lnTo>
                    <a:pt x="380683" y="338671"/>
                  </a:lnTo>
                  <a:lnTo>
                    <a:pt x="384493" y="326916"/>
                  </a:lnTo>
                  <a:lnTo>
                    <a:pt x="388621" y="315796"/>
                  </a:lnTo>
                  <a:lnTo>
                    <a:pt x="393383" y="304359"/>
                  </a:lnTo>
                  <a:lnTo>
                    <a:pt x="398146" y="293239"/>
                  </a:lnTo>
                  <a:lnTo>
                    <a:pt x="403543" y="282755"/>
                  </a:lnTo>
                  <a:lnTo>
                    <a:pt x="408623" y="271636"/>
                  </a:lnTo>
                  <a:lnTo>
                    <a:pt x="414656" y="261151"/>
                  </a:lnTo>
                  <a:lnTo>
                    <a:pt x="420371" y="250667"/>
                  </a:lnTo>
                  <a:lnTo>
                    <a:pt x="426721" y="240183"/>
                  </a:lnTo>
                  <a:lnTo>
                    <a:pt x="432753" y="230017"/>
                  </a:lnTo>
                  <a:lnTo>
                    <a:pt x="439421" y="219850"/>
                  </a:lnTo>
                  <a:lnTo>
                    <a:pt x="446088" y="210001"/>
                  </a:lnTo>
                  <a:lnTo>
                    <a:pt x="453391" y="200153"/>
                  </a:lnTo>
                  <a:lnTo>
                    <a:pt x="460693" y="190939"/>
                  </a:lnTo>
                  <a:lnTo>
                    <a:pt x="467996" y="181408"/>
                  </a:lnTo>
                  <a:lnTo>
                    <a:pt x="475933" y="172195"/>
                  </a:lnTo>
                  <a:lnTo>
                    <a:pt x="483871" y="163299"/>
                  </a:lnTo>
                  <a:lnTo>
                    <a:pt x="491808" y="154403"/>
                  </a:lnTo>
                  <a:lnTo>
                    <a:pt x="500381" y="146143"/>
                  </a:lnTo>
                  <a:lnTo>
                    <a:pt x="508953" y="137565"/>
                  </a:lnTo>
                  <a:lnTo>
                    <a:pt x="517526" y="129305"/>
                  </a:lnTo>
                  <a:lnTo>
                    <a:pt x="526416" y="121680"/>
                  </a:lnTo>
                  <a:lnTo>
                    <a:pt x="535623" y="113738"/>
                  </a:lnTo>
                  <a:lnTo>
                    <a:pt x="545148" y="106113"/>
                  </a:lnTo>
                  <a:lnTo>
                    <a:pt x="554673" y="99123"/>
                  </a:lnTo>
                  <a:lnTo>
                    <a:pt x="564516" y="92134"/>
                  </a:lnTo>
                  <a:lnTo>
                    <a:pt x="574041" y="85462"/>
                  </a:lnTo>
                  <a:lnTo>
                    <a:pt x="584201" y="78473"/>
                  </a:lnTo>
                  <a:lnTo>
                    <a:pt x="594361" y="72119"/>
                  </a:lnTo>
                  <a:lnTo>
                    <a:pt x="604838" y="66082"/>
                  </a:lnTo>
                  <a:lnTo>
                    <a:pt x="615316" y="60046"/>
                  </a:lnTo>
                  <a:lnTo>
                    <a:pt x="625793" y="54645"/>
                  </a:lnTo>
                  <a:lnTo>
                    <a:pt x="636906" y="48926"/>
                  </a:lnTo>
                  <a:lnTo>
                    <a:pt x="647701" y="44161"/>
                  </a:lnTo>
                  <a:lnTo>
                    <a:pt x="658813" y="39395"/>
                  </a:lnTo>
                  <a:lnTo>
                    <a:pt x="670243" y="34630"/>
                  </a:lnTo>
                  <a:lnTo>
                    <a:pt x="681356" y="30182"/>
                  </a:lnTo>
                  <a:lnTo>
                    <a:pt x="693103" y="26052"/>
                  </a:lnTo>
                  <a:lnTo>
                    <a:pt x="704533" y="22239"/>
                  </a:lnTo>
                  <a:lnTo>
                    <a:pt x="716281" y="19062"/>
                  </a:lnTo>
                  <a:lnTo>
                    <a:pt x="728346" y="15568"/>
                  </a:lnTo>
                  <a:lnTo>
                    <a:pt x="740093" y="12708"/>
                  </a:lnTo>
                  <a:lnTo>
                    <a:pt x="752158" y="10167"/>
                  </a:lnTo>
                  <a:lnTo>
                    <a:pt x="764541" y="7625"/>
                  </a:lnTo>
                  <a:lnTo>
                    <a:pt x="776606" y="5719"/>
                  </a:lnTo>
                  <a:lnTo>
                    <a:pt x="788988" y="3813"/>
                  </a:lnTo>
                  <a:lnTo>
                    <a:pt x="801688" y="2542"/>
                  </a:lnTo>
                  <a:lnTo>
                    <a:pt x="814071" y="1271"/>
                  </a:lnTo>
                  <a:lnTo>
                    <a:pt x="826771" y="636"/>
                  </a:lnTo>
                  <a:lnTo>
                    <a:pt x="839471" y="0"/>
                  </a:lnTo>
                  <a:close/>
                </a:path>
              </a:pathLst>
            </a:custGeom>
            <a:solidFill>
              <a:srgbClr val="F7F7F7"/>
            </a:solidFill>
            <a:ln>
              <a:noFill/>
            </a:ln>
          </p:spPr>
          <p:txBody>
            <a:bodyPr anchor="ctr">
              <a:scene3d>
                <a:camera prst="orthographicFront"/>
                <a:lightRig rig="threePt" dir="t"/>
              </a:scene3d>
              <a:sp3d>
                <a:contourClr>
                  <a:srgbClr val="FFFFFF"/>
                </a:contourClr>
              </a:sp3d>
            </a:bodyPr>
            <a:lstStyle/>
            <a:p>
              <a:pPr algn="ctr">
                <a:defRPr/>
              </a:pPr>
              <a:endParaRPr lang="zh-CN" altLang="en-US" sz="2400">
                <a:solidFill>
                  <a:srgbClr val="FFFFFF"/>
                </a:solidFill>
              </a:endParaRPr>
            </a:p>
          </p:txBody>
        </p:sp>
      </p:grpSp>
      <p:grpSp>
        <p:nvGrpSpPr>
          <p:cNvPr id="28" name="组合 27"/>
          <p:cNvGrpSpPr/>
          <p:nvPr/>
        </p:nvGrpSpPr>
        <p:grpSpPr>
          <a:xfrm>
            <a:off x="9982800" y="1175270"/>
            <a:ext cx="565200" cy="563259"/>
            <a:chOff x="1519237" y="1651743"/>
            <a:chExt cx="447675" cy="447675"/>
          </a:xfrm>
        </p:grpSpPr>
        <p:sp>
          <p:nvSpPr>
            <p:cNvPr id="29" name="椭圆 28"/>
            <p:cNvSpPr/>
            <p:nvPr/>
          </p:nvSpPr>
          <p:spPr>
            <a:xfrm>
              <a:off x="1519237" y="1651743"/>
              <a:ext cx="447675" cy="447675"/>
            </a:xfrm>
            <a:prstGeom prst="ellipse">
              <a:avLst/>
            </a:prstGeom>
            <a:solidFill>
              <a:schemeClr val="accent1">
                <a:lumMod val="50000"/>
              </a:schemeClr>
            </a:solidFill>
            <a:ln w="19050">
              <a:solidFill>
                <a:srgbClr val="F9F9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0" name="KSO_Shape"/>
            <p:cNvSpPr/>
            <p:nvPr/>
          </p:nvSpPr>
          <p:spPr bwMode="auto">
            <a:xfrm>
              <a:off x="1621221" y="1704975"/>
              <a:ext cx="247650" cy="313481"/>
            </a:xfrm>
            <a:custGeom>
              <a:avLst/>
              <a:gdLst>
                <a:gd name="T0" fmla="*/ 508479 w 1679575"/>
                <a:gd name="T1" fmla="*/ 933537 h 2125662"/>
                <a:gd name="T2" fmla="*/ 645344 w 1679575"/>
                <a:gd name="T3" fmla="*/ 1004349 h 2125662"/>
                <a:gd name="T4" fmla="*/ 637947 w 1679575"/>
                <a:gd name="T5" fmla="*/ 1045870 h 2125662"/>
                <a:gd name="T6" fmla="*/ 629410 w 1679575"/>
                <a:gd name="T7" fmla="*/ 1095637 h 2125662"/>
                <a:gd name="T8" fmla="*/ 645913 w 1679575"/>
                <a:gd name="T9" fmla="*/ 1148533 h 2125662"/>
                <a:gd name="T10" fmla="*/ 923628 w 1679575"/>
                <a:gd name="T11" fmla="*/ 1679766 h 2125662"/>
                <a:gd name="T12" fmla="*/ 886068 w 1679575"/>
                <a:gd name="T13" fmla="*/ 1137442 h 2125662"/>
                <a:gd name="T14" fmla="*/ 896597 w 1679575"/>
                <a:gd name="T15" fmla="*/ 1083408 h 2125662"/>
                <a:gd name="T16" fmla="*/ 885214 w 1679575"/>
                <a:gd name="T17" fmla="*/ 1039044 h 2125662"/>
                <a:gd name="T18" fmla="*/ 917083 w 1679575"/>
                <a:gd name="T19" fmla="*/ 999799 h 2125662"/>
                <a:gd name="T20" fmla="*/ 1048543 w 1679575"/>
                <a:gd name="T21" fmla="*/ 927280 h 2125662"/>
                <a:gd name="T22" fmla="*/ 1168905 w 1679575"/>
                <a:gd name="T23" fmla="*/ 933822 h 2125662"/>
                <a:gd name="T24" fmla="*/ 1257397 w 1679575"/>
                <a:gd name="T25" fmla="*/ 1021128 h 2125662"/>
                <a:gd name="T26" fmla="*/ 1333655 w 1679575"/>
                <a:gd name="T27" fmla="*/ 1118957 h 2125662"/>
                <a:gd name="T28" fmla="*/ 1397392 w 1679575"/>
                <a:gd name="T29" fmla="*/ 1227592 h 2125662"/>
                <a:gd name="T30" fmla="*/ 1446903 w 1679575"/>
                <a:gd name="T31" fmla="*/ 1349025 h 2125662"/>
                <a:gd name="T32" fmla="*/ 1482186 w 1679575"/>
                <a:gd name="T33" fmla="*/ 1483540 h 2125662"/>
                <a:gd name="T34" fmla="*/ 1501820 w 1679575"/>
                <a:gd name="T35" fmla="*/ 1632274 h 2125662"/>
                <a:gd name="T36" fmla="*/ 1439790 w 1679575"/>
                <a:gd name="T37" fmla="*/ 1742331 h 2125662"/>
                <a:gd name="T38" fmla="*/ 1242601 w 1679575"/>
                <a:gd name="T39" fmla="*/ 1826794 h 2125662"/>
                <a:gd name="T40" fmla="*/ 1035738 w 1679575"/>
                <a:gd name="T41" fmla="*/ 1881112 h 2125662"/>
                <a:gd name="T42" fmla="*/ 822331 w 1679575"/>
                <a:gd name="T43" fmla="*/ 1904432 h 2125662"/>
                <a:gd name="T44" fmla="*/ 596403 w 1679575"/>
                <a:gd name="T45" fmla="*/ 1894194 h 2125662"/>
                <a:gd name="T46" fmla="*/ 373036 w 1679575"/>
                <a:gd name="T47" fmla="*/ 1847838 h 2125662"/>
                <a:gd name="T48" fmla="*/ 159344 w 1679575"/>
                <a:gd name="T49" fmla="*/ 1766788 h 2125662"/>
                <a:gd name="T50" fmla="*/ 0 w 1679575"/>
                <a:gd name="T51" fmla="*/ 1676354 h 2125662"/>
                <a:gd name="T52" fmla="*/ 15365 w 1679575"/>
                <a:gd name="T53" fmla="*/ 1518519 h 2125662"/>
                <a:gd name="T54" fmla="*/ 47234 w 1679575"/>
                <a:gd name="T55" fmla="*/ 1376611 h 2125662"/>
                <a:gd name="T56" fmla="*/ 94468 w 1679575"/>
                <a:gd name="T57" fmla="*/ 1249206 h 2125662"/>
                <a:gd name="T58" fmla="*/ 155930 w 1679575"/>
                <a:gd name="T59" fmla="*/ 1135735 h 2125662"/>
                <a:gd name="T60" fmla="*/ 230765 w 1679575"/>
                <a:gd name="T61" fmla="*/ 1035348 h 2125662"/>
                <a:gd name="T62" fmla="*/ 317835 w 1679575"/>
                <a:gd name="T63" fmla="*/ 946334 h 2125662"/>
                <a:gd name="T64" fmla="*/ 427669 w 1679575"/>
                <a:gd name="T65" fmla="*/ 860449 h 2125662"/>
                <a:gd name="T66" fmla="*/ 831848 w 1679575"/>
                <a:gd name="T67" fmla="*/ 5125 h 2125662"/>
                <a:gd name="T68" fmla="*/ 927152 w 1679575"/>
                <a:gd name="T69" fmla="*/ 31035 h 2125662"/>
                <a:gd name="T70" fmla="*/ 1013353 w 1679575"/>
                <a:gd name="T71" fmla="*/ 76590 h 2125662"/>
                <a:gd name="T72" fmla="*/ 1087035 w 1679575"/>
                <a:gd name="T73" fmla="*/ 138945 h 2125662"/>
                <a:gd name="T74" fmla="*/ 1145356 w 1679575"/>
                <a:gd name="T75" fmla="*/ 215250 h 2125662"/>
                <a:gd name="T76" fmla="*/ 1186607 w 1679575"/>
                <a:gd name="T77" fmla="*/ 303514 h 2125662"/>
                <a:gd name="T78" fmla="*/ 1207944 w 1679575"/>
                <a:gd name="T79" fmla="*/ 401174 h 2125662"/>
                <a:gd name="T80" fmla="*/ 1205383 w 1679575"/>
                <a:gd name="T81" fmla="*/ 513924 h 2125662"/>
                <a:gd name="T82" fmla="*/ 1172382 w 1679575"/>
                <a:gd name="T83" fmla="*/ 626673 h 2125662"/>
                <a:gd name="T84" fmla="*/ 1112924 w 1679575"/>
                <a:gd name="T85" fmla="*/ 725187 h 2125662"/>
                <a:gd name="T86" fmla="*/ 1030706 w 1679575"/>
                <a:gd name="T87" fmla="*/ 804625 h 2125662"/>
                <a:gd name="T88" fmla="*/ 915204 w 1679575"/>
                <a:gd name="T89" fmla="*/ 867264 h 2125662"/>
                <a:gd name="T90" fmla="*/ 837253 w 1679575"/>
                <a:gd name="T91" fmla="*/ 887764 h 2125662"/>
                <a:gd name="T92" fmla="*/ 753044 w 1679575"/>
                <a:gd name="T93" fmla="*/ 893458 h 2125662"/>
                <a:gd name="T94" fmla="*/ 658879 w 1679575"/>
                <a:gd name="T95" fmla="*/ 881215 h 2125662"/>
                <a:gd name="T96" fmla="*/ 572394 w 1679575"/>
                <a:gd name="T97" fmla="*/ 850180 h 2125662"/>
                <a:gd name="T98" fmla="*/ 494728 w 1679575"/>
                <a:gd name="T99" fmla="*/ 802917 h 2125662"/>
                <a:gd name="T100" fmla="*/ 424459 w 1679575"/>
                <a:gd name="T101" fmla="*/ 736576 h 2125662"/>
                <a:gd name="T102" fmla="*/ 366992 w 1679575"/>
                <a:gd name="T103" fmla="*/ 651159 h 2125662"/>
                <a:gd name="T104" fmla="*/ 330578 w 1679575"/>
                <a:gd name="T105" fmla="*/ 553500 h 2125662"/>
                <a:gd name="T106" fmla="*/ 317206 w 1679575"/>
                <a:gd name="T107" fmla="*/ 446729 h 2125662"/>
                <a:gd name="T108" fmla="*/ 328586 w 1679575"/>
                <a:gd name="T109" fmla="*/ 345653 h 2125662"/>
                <a:gd name="T110" fmla="*/ 361587 w 1679575"/>
                <a:gd name="T111" fmla="*/ 253403 h 2125662"/>
                <a:gd name="T112" fmla="*/ 412795 w 1679575"/>
                <a:gd name="T113" fmla="*/ 171118 h 2125662"/>
                <a:gd name="T114" fmla="*/ 479934 w 1679575"/>
                <a:gd name="T115" fmla="*/ 101931 h 2125662"/>
                <a:gd name="T116" fmla="*/ 560729 w 1679575"/>
                <a:gd name="T117" fmla="*/ 48972 h 2125662"/>
                <a:gd name="T118" fmla="*/ 652620 w 1679575"/>
                <a:gd name="T119" fmla="*/ 13952 h 2125662"/>
                <a:gd name="T120" fmla="*/ 752191 w 1679575"/>
                <a:gd name="T121" fmla="*/ 0 h 212566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679575" h="2125662">
                  <a:moveTo>
                    <a:pt x="481421" y="957262"/>
                  </a:moveTo>
                  <a:lnTo>
                    <a:pt x="484914" y="961070"/>
                  </a:lnTo>
                  <a:lnTo>
                    <a:pt x="490948" y="968686"/>
                  </a:lnTo>
                  <a:lnTo>
                    <a:pt x="497299" y="975667"/>
                  </a:lnTo>
                  <a:lnTo>
                    <a:pt x="510319" y="990264"/>
                  </a:lnTo>
                  <a:lnTo>
                    <a:pt x="523657" y="1003909"/>
                  </a:lnTo>
                  <a:lnTo>
                    <a:pt x="537947" y="1017237"/>
                  </a:lnTo>
                  <a:lnTo>
                    <a:pt x="552237" y="1029613"/>
                  </a:lnTo>
                  <a:lnTo>
                    <a:pt x="567480" y="1041671"/>
                  </a:lnTo>
                  <a:lnTo>
                    <a:pt x="583040" y="1053095"/>
                  </a:lnTo>
                  <a:lnTo>
                    <a:pt x="598601" y="1063884"/>
                  </a:lnTo>
                  <a:lnTo>
                    <a:pt x="615114" y="1074039"/>
                  </a:lnTo>
                  <a:lnTo>
                    <a:pt x="631627" y="1083558"/>
                  </a:lnTo>
                  <a:lnTo>
                    <a:pt x="649093" y="1092126"/>
                  </a:lnTo>
                  <a:lnTo>
                    <a:pt x="666241" y="1100377"/>
                  </a:lnTo>
                  <a:lnTo>
                    <a:pt x="684025" y="1107993"/>
                  </a:lnTo>
                  <a:lnTo>
                    <a:pt x="701808" y="1114657"/>
                  </a:lnTo>
                  <a:lnTo>
                    <a:pt x="720226" y="1120686"/>
                  </a:lnTo>
                  <a:lnTo>
                    <a:pt x="738645" y="1125763"/>
                  </a:lnTo>
                  <a:lnTo>
                    <a:pt x="734517" y="1130840"/>
                  </a:lnTo>
                  <a:lnTo>
                    <a:pt x="730706" y="1135283"/>
                  </a:lnTo>
                  <a:lnTo>
                    <a:pt x="727213" y="1140043"/>
                  </a:lnTo>
                  <a:lnTo>
                    <a:pt x="723402" y="1145437"/>
                  </a:lnTo>
                  <a:lnTo>
                    <a:pt x="720544" y="1150515"/>
                  </a:lnTo>
                  <a:lnTo>
                    <a:pt x="717368" y="1155909"/>
                  </a:lnTo>
                  <a:lnTo>
                    <a:pt x="714510" y="1161304"/>
                  </a:lnTo>
                  <a:lnTo>
                    <a:pt x="711970" y="1167016"/>
                  </a:lnTo>
                  <a:lnTo>
                    <a:pt x="710064" y="1172410"/>
                  </a:lnTo>
                  <a:lnTo>
                    <a:pt x="708159" y="1178439"/>
                  </a:lnTo>
                  <a:lnTo>
                    <a:pt x="706254" y="1184151"/>
                  </a:lnTo>
                  <a:lnTo>
                    <a:pt x="704983" y="1190498"/>
                  </a:lnTo>
                  <a:lnTo>
                    <a:pt x="704031" y="1196210"/>
                  </a:lnTo>
                  <a:lnTo>
                    <a:pt x="702761" y="1202556"/>
                  </a:lnTo>
                  <a:lnTo>
                    <a:pt x="702443" y="1208903"/>
                  </a:lnTo>
                  <a:lnTo>
                    <a:pt x="702125" y="1215249"/>
                  </a:lnTo>
                  <a:lnTo>
                    <a:pt x="702443" y="1222548"/>
                  </a:lnTo>
                  <a:lnTo>
                    <a:pt x="703078" y="1229529"/>
                  </a:lnTo>
                  <a:lnTo>
                    <a:pt x="704348" y="1236510"/>
                  </a:lnTo>
                  <a:lnTo>
                    <a:pt x="705619" y="1243174"/>
                  </a:lnTo>
                  <a:lnTo>
                    <a:pt x="707206" y="1249838"/>
                  </a:lnTo>
                  <a:lnTo>
                    <a:pt x="709112" y="1256819"/>
                  </a:lnTo>
                  <a:lnTo>
                    <a:pt x="711652" y="1263166"/>
                  </a:lnTo>
                  <a:lnTo>
                    <a:pt x="714193" y="1269512"/>
                  </a:lnTo>
                  <a:lnTo>
                    <a:pt x="717686" y="1275542"/>
                  </a:lnTo>
                  <a:lnTo>
                    <a:pt x="720861" y="1281571"/>
                  </a:lnTo>
                  <a:lnTo>
                    <a:pt x="724355" y="1287283"/>
                  </a:lnTo>
                  <a:lnTo>
                    <a:pt x="728483" y="1292995"/>
                  </a:lnTo>
                  <a:lnTo>
                    <a:pt x="732611" y="1298389"/>
                  </a:lnTo>
                  <a:lnTo>
                    <a:pt x="737057" y="1303784"/>
                  </a:lnTo>
                  <a:lnTo>
                    <a:pt x="742138" y="1308861"/>
                  </a:lnTo>
                  <a:lnTo>
                    <a:pt x="746901" y="1313304"/>
                  </a:lnTo>
                  <a:lnTo>
                    <a:pt x="672275" y="1874339"/>
                  </a:lnTo>
                  <a:lnTo>
                    <a:pt x="854237" y="2050773"/>
                  </a:lnTo>
                  <a:lnTo>
                    <a:pt x="1030800" y="1874339"/>
                  </a:lnTo>
                  <a:lnTo>
                    <a:pt x="956173" y="1313304"/>
                  </a:lnTo>
                  <a:lnTo>
                    <a:pt x="961572" y="1308544"/>
                  </a:lnTo>
                  <a:lnTo>
                    <a:pt x="966018" y="1303466"/>
                  </a:lnTo>
                  <a:lnTo>
                    <a:pt x="970781" y="1298072"/>
                  </a:lnTo>
                  <a:lnTo>
                    <a:pt x="974910" y="1292995"/>
                  </a:lnTo>
                  <a:lnTo>
                    <a:pt x="978720" y="1286965"/>
                  </a:lnTo>
                  <a:lnTo>
                    <a:pt x="982531" y="1281571"/>
                  </a:lnTo>
                  <a:lnTo>
                    <a:pt x="986024" y="1275224"/>
                  </a:lnTo>
                  <a:lnTo>
                    <a:pt x="988882" y="1269195"/>
                  </a:lnTo>
                  <a:lnTo>
                    <a:pt x="991423" y="1262849"/>
                  </a:lnTo>
                  <a:lnTo>
                    <a:pt x="994281" y="1256502"/>
                  </a:lnTo>
                  <a:lnTo>
                    <a:pt x="996186" y="1249838"/>
                  </a:lnTo>
                  <a:lnTo>
                    <a:pt x="997774" y="1243174"/>
                  </a:lnTo>
                  <a:lnTo>
                    <a:pt x="999044" y="1236510"/>
                  </a:lnTo>
                  <a:lnTo>
                    <a:pt x="999997" y="1229212"/>
                  </a:lnTo>
                  <a:lnTo>
                    <a:pt x="1000632" y="1222548"/>
                  </a:lnTo>
                  <a:lnTo>
                    <a:pt x="1000632" y="1215249"/>
                  </a:lnTo>
                  <a:lnTo>
                    <a:pt x="1000632" y="1208903"/>
                  </a:lnTo>
                  <a:lnTo>
                    <a:pt x="1000314" y="1203191"/>
                  </a:lnTo>
                  <a:lnTo>
                    <a:pt x="999679" y="1197479"/>
                  </a:lnTo>
                  <a:lnTo>
                    <a:pt x="998727" y="1191767"/>
                  </a:lnTo>
                  <a:lnTo>
                    <a:pt x="997456" y="1186055"/>
                  </a:lnTo>
                  <a:lnTo>
                    <a:pt x="996186" y="1180661"/>
                  </a:lnTo>
                  <a:lnTo>
                    <a:pt x="994598" y="1175266"/>
                  </a:lnTo>
                  <a:lnTo>
                    <a:pt x="992375" y="1169872"/>
                  </a:lnTo>
                  <a:lnTo>
                    <a:pt x="990152" y="1164794"/>
                  </a:lnTo>
                  <a:lnTo>
                    <a:pt x="987929" y="1159400"/>
                  </a:lnTo>
                  <a:lnTo>
                    <a:pt x="985389" y="1154640"/>
                  </a:lnTo>
                  <a:lnTo>
                    <a:pt x="982849" y="1149563"/>
                  </a:lnTo>
                  <a:lnTo>
                    <a:pt x="979355" y="1144803"/>
                  </a:lnTo>
                  <a:lnTo>
                    <a:pt x="976497" y="1139725"/>
                  </a:lnTo>
                  <a:lnTo>
                    <a:pt x="973004" y="1135283"/>
                  </a:lnTo>
                  <a:lnTo>
                    <a:pt x="969829" y="1130840"/>
                  </a:lnTo>
                  <a:lnTo>
                    <a:pt x="987612" y="1126398"/>
                  </a:lnTo>
                  <a:lnTo>
                    <a:pt x="1005713" y="1121320"/>
                  </a:lnTo>
                  <a:lnTo>
                    <a:pt x="1023496" y="1115609"/>
                  </a:lnTo>
                  <a:lnTo>
                    <a:pt x="1041280" y="1109262"/>
                  </a:lnTo>
                  <a:lnTo>
                    <a:pt x="1058428" y="1101963"/>
                  </a:lnTo>
                  <a:lnTo>
                    <a:pt x="1075576" y="1094665"/>
                  </a:lnTo>
                  <a:lnTo>
                    <a:pt x="1092089" y="1086097"/>
                  </a:lnTo>
                  <a:lnTo>
                    <a:pt x="1108602" y="1076895"/>
                  </a:lnTo>
                  <a:lnTo>
                    <a:pt x="1124480" y="1067375"/>
                  </a:lnTo>
                  <a:lnTo>
                    <a:pt x="1140041" y="1056903"/>
                  </a:lnTo>
                  <a:lnTo>
                    <a:pt x="1155601" y="1046114"/>
                  </a:lnTo>
                  <a:lnTo>
                    <a:pt x="1170209" y="1034690"/>
                  </a:lnTo>
                  <a:lnTo>
                    <a:pt x="1184817" y="1022632"/>
                  </a:lnTo>
                  <a:lnTo>
                    <a:pt x="1198472" y="1009938"/>
                  </a:lnTo>
                  <a:lnTo>
                    <a:pt x="1211809" y="996928"/>
                  </a:lnTo>
                  <a:lnTo>
                    <a:pt x="1225147" y="983283"/>
                  </a:lnTo>
                  <a:lnTo>
                    <a:pt x="1228640" y="979792"/>
                  </a:lnTo>
                  <a:lnTo>
                    <a:pt x="1232451" y="982966"/>
                  </a:lnTo>
                  <a:lnTo>
                    <a:pt x="1257220" y="1002005"/>
                  </a:lnTo>
                  <a:lnTo>
                    <a:pt x="1281037" y="1021680"/>
                  </a:lnTo>
                  <a:lnTo>
                    <a:pt x="1304537" y="1041989"/>
                  </a:lnTo>
                  <a:lnTo>
                    <a:pt x="1316604" y="1052143"/>
                  </a:lnTo>
                  <a:lnTo>
                    <a:pt x="1327719" y="1062615"/>
                  </a:lnTo>
                  <a:lnTo>
                    <a:pt x="1338833" y="1073404"/>
                  </a:lnTo>
                  <a:lnTo>
                    <a:pt x="1349948" y="1084193"/>
                  </a:lnTo>
                  <a:lnTo>
                    <a:pt x="1361062" y="1094982"/>
                  </a:lnTo>
                  <a:lnTo>
                    <a:pt x="1371860" y="1105771"/>
                  </a:lnTo>
                  <a:lnTo>
                    <a:pt x="1382339" y="1116561"/>
                  </a:lnTo>
                  <a:lnTo>
                    <a:pt x="1392818" y="1127984"/>
                  </a:lnTo>
                  <a:lnTo>
                    <a:pt x="1403298" y="1139408"/>
                  </a:lnTo>
                  <a:lnTo>
                    <a:pt x="1413460" y="1150832"/>
                  </a:lnTo>
                  <a:lnTo>
                    <a:pt x="1423304" y="1162573"/>
                  </a:lnTo>
                  <a:lnTo>
                    <a:pt x="1433149" y="1174314"/>
                  </a:lnTo>
                  <a:lnTo>
                    <a:pt x="1442675" y="1186373"/>
                  </a:lnTo>
                  <a:lnTo>
                    <a:pt x="1452202" y="1198748"/>
                  </a:lnTo>
                  <a:lnTo>
                    <a:pt x="1461411" y="1210807"/>
                  </a:lnTo>
                  <a:lnTo>
                    <a:pt x="1470621" y="1223183"/>
                  </a:lnTo>
                  <a:lnTo>
                    <a:pt x="1479830" y="1235876"/>
                  </a:lnTo>
                  <a:lnTo>
                    <a:pt x="1488404" y="1248569"/>
                  </a:lnTo>
                  <a:lnTo>
                    <a:pt x="1496978" y="1261262"/>
                  </a:lnTo>
                  <a:lnTo>
                    <a:pt x="1505552" y="1274272"/>
                  </a:lnTo>
                  <a:lnTo>
                    <a:pt x="1513809" y="1287600"/>
                  </a:lnTo>
                  <a:lnTo>
                    <a:pt x="1521748" y="1300611"/>
                  </a:lnTo>
                  <a:lnTo>
                    <a:pt x="1529687" y="1314573"/>
                  </a:lnTo>
                  <a:lnTo>
                    <a:pt x="1537308" y="1328218"/>
                  </a:lnTo>
                  <a:lnTo>
                    <a:pt x="1544930" y="1341863"/>
                  </a:lnTo>
                  <a:lnTo>
                    <a:pt x="1552234" y="1355826"/>
                  </a:lnTo>
                  <a:lnTo>
                    <a:pt x="1559537" y="1369788"/>
                  </a:lnTo>
                  <a:lnTo>
                    <a:pt x="1566206" y="1384385"/>
                  </a:lnTo>
                  <a:lnTo>
                    <a:pt x="1573193" y="1398982"/>
                  </a:lnTo>
                  <a:lnTo>
                    <a:pt x="1579544" y="1413579"/>
                  </a:lnTo>
                  <a:lnTo>
                    <a:pt x="1586213" y="1428176"/>
                  </a:lnTo>
                  <a:lnTo>
                    <a:pt x="1592246" y="1443725"/>
                  </a:lnTo>
                  <a:lnTo>
                    <a:pt x="1598280" y="1458640"/>
                  </a:lnTo>
                  <a:lnTo>
                    <a:pt x="1603996" y="1473871"/>
                  </a:lnTo>
                  <a:lnTo>
                    <a:pt x="1609712" y="1489738"/>
                  </a:lnTo>
                  <a:lnTo>
                    <a:pt x="1614793" y="1505287"/>
                  </a:lnTo>
                  <a:lnTo>
                    <a:pt x="1620191" y="1521153"/>
                  </a:lnTo>
                  <a:lnTo>
                    <a:pt x="1624955" y="1537337"/>
                  </a:lnTo>
                  <a:lnTo>
                    <a:pt x="1630036" y="1553521"/>
                  </a:lnTo>
                  <a:lnTo>
                    <a:pt x="1634482" y="1570339"/>
                  </a:lnTo>
                  <a:lnTo>
                    <a:pt x="1638610" y="1586840"/>
                  </a:lnTo>
                  <a:lnTo>
                    <a:pt x="1643056" y="1603976"/>
                  </a:lnTo>
                  <a:lnTo>
                    <a:pt x="1646867" y="1620794"/>
                  </a:lnTo>
                  <a:lnTo>
                    <a:pt x="1650677" y="1637930"/>
                  </a:lnTo>
                  <a:lnTo>
                    <a:pt x="1654170" y="1655383"/>
                  </a:lnTo>
                  <a:lnTo>
                    <a:pt x="1657664" y="1673153"/>
                  </a:lnTo>
                  <a:lnTo>
                    <a:pt x="1660522" y="1690923"/>
                  </a:lnTo>
                  <a:lnTo>
                    <a:pt x="1663697" y="1709011"/>
                  </a:lnTo>
                  <a:lnTo>
                    <a:pt x="1666238" y="1727099"/>
                  </a:lnTo>
                  <a:lnTo>
                    <a:pt x="1668461" y="1745821"/>
                  </a:lnTo>
                  <a:lnTo>
                    <a:pt x="1670684" y="1764226"/>
                  </a:lnTo>
                  <a:lnTo>
                    <a:pt x="1672589" y="1783266"/>
                  </a:lnTo>
                  <a:lnTo>
                    <a:pt x="1674177" y="1802305"/>
                  </a:lnTo>
                  <a:lnTo>
                    <a:pt x="1676082" y="1821345"/>
                  </a:lnTo>
                  <a:lnTo>
                    <a:pt x="1677352" y="1841019"/>
                  </a:lnTo>
                  <a:lnTo>
                    <a:pt x="1678305" y="1860694"/>
                  </a:lnTo>
                  <a:lnTo>
                    <a:pt x="1679258" y="1880368"/>
                  </a:lnTo>
                  <a:lnTo>
                    <a:pt x="1679575" y="1900677"/>
                  </a:lnTo>
                  <a:lnTo>
                    <a:pt x="1679575" y="1903850"/>
                  </a:lnTo>
                  <a:lnTo>
                    <a:pt x="1677035" y="1905437"/>
                  </a:lnTo>
                  <a:lnTo>
                    <a:pt x="1653853" y="1918765"/>
                  </a:lnTo>
                  <a:lnTo>
                    <a:pt x="1630353" y="1931775"/>
                  </a:lnTo>
                  <a:lnTo>
                    <a:pt x="1606854" y="1944151"/>
                  </a:lnTo>
                  <a:lnTo>
                    <a:pt x="1583037" y="1956209"/>
                  </a:lnTo>
                  <a:lnTo>
                    <a:pt x="1558902" y="1967950"/>
                  </a:lnTo>
                  <a:lnTo>
                    <a:pt x="1534768" y="1979374"/>
                  </a:lnTo>
                  <a:lnTo>
                    <a:pt x="1510316" y="1990163"/>
                  </a:lnTo>
                  <a:lnTo>
                    <a:pt x="1485864" y="2000635"/>
                  </a:lnTo>
                  <a:lnTo>
                    <a:pt x="1461411" y="2010790"/>
                  </a:lnTo>
                  <a:lnTo>
                    <a:pt x="1436642" y="2020627"/>
                  </a:lnTo>
                  <a:lnTo>
                    <a:pt x="1411872" y="2029512"/>
                  </a:lnTo>
                  <a:lnTo>
                    <a:pt x="1386785" y="2038397"/>
                  </a:lnTo>
                  <a:lnTo>
                    <a:pt x="1361380" y="2046965"/>
                  </a:lnTo>
                  <a:lnTo>
                    <a:pt x="1335975" y="2054581"/>
                  </a:lnTo>
                  <a:lnTo>
                    <a:pt x="1310570" y="2062514"/>
                  </a:lnTo>
                  <a:lnTo>
                    <a:pt x="1285166" y="2069495"/>
                  </a:lnTo>
                  <a:lnTo>
                    <a:pt x="1259443" y="2076159"/>
                  </a:lnTo>
                  <a:lnTo>
                    <a:pt x="1233403" y="2082506"/>
                  </a:lnTo>
                  <a:lnTo>
                    <a:pt x="1207681" y="2088535"/>
                  </a:lnTo>
                  <a:lnTo>
                    <a:pt x="1181959" y="2093929"/>
                  </a:lnTo>
                  <a:lnTo>
                    <a:pt x="1155919" y="2099007"/>
                  </a:lnTo>
                  <a:lnTo>
                    <a:pt x="1129561" y="2103767"/>
                  </a:lnTo>
                  <a:lnTo>
                    <a:pt x="1103204" y="2107892"/>
                  </a:lnTo>
                  <a:lnTo>
                    <a:pt x="1077164" y="2111382"/>
                  </a:lnTo>
                  <a:lnTo>
                    <a:pt x="1050806" y="2114873"/>
                  </a:lnTo>
                  <a:lnTo>
                    <a:pt x="1024131" y="2117729"/>
                  </a:lnTo>
                  <a:lnTo>
                    <a:pt x="997774" y="2119950"/>
                  </a:lnTo>
                  <a:lnTo>
                    <a:pt x="971099" y="2121854"/>
                  </a:lnTo>
                  <a:lnTo>
                    <a:pt x="944424" y="2123441"/>
                  </a:lnTo>
                  <a:lnTo>
                    <a:pt x="917749" y="2125028"/>
                  </a:lnTo>
                  <a:lnTo>
                    <a:pt x="891074" y="2125662"/>
                  </a:lnTo>
                  <a:lnTo>
                    <a:pt x="864399" y="2125662"/>
                  </a:lnTo>
                  <a:lnTo>
                    <a:pt x="835818" y="2125662"/>
                  </a:lnTo>
                  <a:lnTo>
                    <a:pt x="807238" y="2124710"/>
                  </a:lnTo>
                  <a:lnTo>
                    <a:pt x="778657" y="2123124"/>
                  </a:lnTo>
                  <a:lnTo>
                    <a:pt x="750395" y="2121537"/>
                  </a:lnTo>
                  <a:lnTo>
                    <a:pt x="722132" y="2119316"/>
                  </a:lnTo>
                  <a:lnTo>
                    <a:pt x="693869" y="2116777"/>
                  </a:lnTo>
                  <a:lnTo>
                    <a:pt x="665606" y="2113604"/>
                  </a:lnTo>
                  <a:lnTo>
                    <a:pt x="637661" y="2109478"/>
                  </a:lnTo>
                  <a:lnTo>
                    <a:pt x="609398" y="2105353"/>
                  </a:lnTo>
                  <a:lnTo>
                    <a:pt x="581453" y="2100593"/>
                  </a:lnTo>
                  <a:lnTo>
                    <a:pt x="553825" y="2095199"/>
                  </a:lnTo>
                  <a:lnTo>
                    <a:pt x="525880" y="2089487"/>
                  </a:lnTo>
                  <a:lnTo>
                    <a:pt x="498252" y="2083458"/>
                  </a:lnTo>
                  <a:lnTo>
                    <a:pt x="470624" y="2076476"/>
                  </a:lnTo>
                  <a:lnTo>
                    <a:pt x="443314" y="2069495"/>
                  </a:lnTo>
                  <a:lnTo>
                    <a:pt x="416321" y="2061879"/>
                  </a:lnTo>
                  <a:lnTo>
                    <a:pt x="389011" y="2053629"/>
                  </a:lnTo>
                  <a:lnTo>
                    <a:pt x="362019" y="2045378"/>
                  </a:lnTo>
                  <a:lnTo>
                    <a:pt x="335343" y="2036176"/>
                  </a:lnTo>
                  <a:lnTo>
                    <a:pt x="308668" y="2026656"/>
                  </a:lnTo>
                  <a:lnTo>
                    <a:pt x="282311" y="2016502"/>
                  </a:lnTo>
                  <a:lnTo>
                    <a:pt x="255953" y="2006030"/>
                  </a:lnTo>
                  <a:lnTo>
                    <a:pt x="229913" y="1994923"/>
                  </a:lnTo>
                  <a:lnTo>
                    <a:pt x="203556" y="1983499"/>
                  </a:lnTo>
                  <a:lnTo>
                    <a:pt x="177833" y="1971441"/>
                  </a:lnTo>
                  <a:lnTo>
                    <a:pt x="152429" y="1959065"/>
                  </a:lnTo>
                  <a:lnTo>
                    <a:pt x="127024" y="1946372"/>
                  </a:lnTo>
                  <a:lnTo>
                    <a:pt x="101619" y="1933044"/>
                  </a:lnTo>
                  <a:lnTo>
                    <a:pt x="76532" y="1919399"/>
                  </a:lnTo>
                  <a:lnTo>
                    <a:pt x="51762" y="1905437"/>
                  </a:lnTo>
                  <a:lnTo>
                    <a:pt x="27310" y="1890523"/>
                  </a:lnTo>
                  <a:lnTo>
                    <a:pt x="2858" y="1875291"/>
                  </a:lnTo>
                  <a:lnTo>
                    <a:pt x="0" y="1888301"/>
                  </a:lnTo>
                  <a:lnTo>
                    <a:pt x="0" y="1870531"/>
                  </a:lnTo>
                  <a:lnTo>
                    <a:pt x="952" y="1850222"/>
                  </a:lnTo>
                  <a:lnTo>
                    <a:pt x="2223" y="1829913"/>
                  </a:lnTo>
                  <a:lnTo>
                    <a:pt x="3493" y="1809604"/>
                  </a:lnTo>
                  <a:lnTo>
                    <a:pt x="5398" y="1790247"/>
                  </a:lnTo>
                  <a:lnTo>
                    <a:pt x="6986" y="1770573"/>
                  </a:lnTo>
                  <a:lnTo>
                    <a:pt x="9209" y="1750898"/>
                  </a:lnTo>
                  <a:lnTo>
                    <a:pt x="11749" y="1732176"/>
                  </a:lnTo>
                  <a:lnTo>
                    <a:pt x="14290" y="1713136"/>
                  </a:lnTo>
                  <a:lnTo>
                    <a:pt x="17148" y="1694414"/>
                  </a:lnTo>
                  <a:lnTo>
                    <a:pt x="20006" y="1676009"/>
                  </a:lnTo>
                  <a:lnTo>
                    <a:pt x="23499" y="1657604"/>
                  </a:lnTo>
                  <a:lnTo>
                    <a:pt x="26992" y="1639834"/>
                  </a:lnTo>
                  <a:lnTo>
                    <a:pt x="30486" y="1621746"/>
                  </a:lnTo>
                  <a:lnTo>
                    <a:pt x="34931" y="1604293"/>
                  </a:lnTo>
                  <a:lnTo>
                    <a:pt x="38742" y="1586840"/>
                  </a:lnTo>
                  <a:lnTo>
                    <a:pt x="43188" y="1569704"/>
                  </a:lnTo>
                  <a:lnTo>
                    <a:pt x="47951" y="1552569"/>
                  </a:lnTo>
                  <a:lnTo>
                    <a:pt x="52715" y="1536068"/>
                  </a:lnTo>
                  <a:lnTo>
                    <a:pt x="57796" y="1519249"/>
                  </a:lnTo>
                  <a:lnTo>
                    <a:pt x="62877" y="1503066"/>
                  </a:lnTo>
                  <a:lnTo>
                    <a:pt x="68593" y="1486564"/>
                  </a:lnTo>
                  <a:lnTo>
                    <a:pt x="73991" y="1470698"/>
                  </a:lnTo>
                  <a:lnTo>
                    <a:pt x="80025" y="1455149"/>
                  </a:lnTo>
                  <a:lnTo>
                    <a:pt x="86059" y="1439283"/>
                  </a:lnTo>
                  <a:lnTo>
                    <a:pt x="92410" y="1424051"/>
                  </a:lnTo>
                  <a:lnTo>
                    <a:pt x="98761" y="1409137"/>
                  </a:lnTo>
                  <a:lnTo>
                    <a:pt x="105430" y="1393905"/>
                  </a:lnTo>
                  <a:lnTo>
                    <a:pt x="112098" y="1378990"/>
                  </a:lnTo>
                  <a:lnTo>
                    <a:pt x="119402" y="1364393"/>
                  </a:lnTo>
                  <a:lnTo>
                    <a:pt x="126706" y="1350114"/>
                  </a:lnTo>
                  <a:lnTo>
                    <a:pt x="134010" y="1335834"/>
                  </a:lnTo>
                  <a:lnTo>
                    <a:pt x="141632" y="1321871"/>
                  </a:lnTo>
                  <a:lnTo>
                    <a:pt x="149571" y="1307909"/>
                  </a:lnTo>
                  <a:lnTo>
                    <a:pt x="157510" y="1294264"/>
                  </a:lnTo>
                  <a:lnTo>
                    <a:pt x="165766" y="1280936"/>
                  </a:lnTo>
                  <a:lnTo>
                    <a:pt x="174023" y="1267291"/>
                  </a:lnTo>
                  <a:lnTo>
                    <a:pt x="182597" y="1253963"/>
                  </a:lnTo>
                  <a:lnTo>
                    <a:pt x="191171" y="1241270"/>
                  </a:lnTo>
                  <a:lnTo>
                    <a:pt x="200380" y="1228260"/>
                  </a:lnTo>
                  <a:lnTo>
                    <a:pt x="209589" y="1215884"/>
                  </a:lnTo>
                  <a:lnTo>
                    <a:pt x="218799" y="1203191"/>
                  </a:lnTo>
                  <a:lnTo>
                    <a:pt x="228008" y="1191133"/>
                  </a:lnTo>
                  <a:lnTo>
                    <a:pt x="237852" y="1178757"/>
                  </a:lnTo>
                  <a:lnTo>
                    <a:pt x="247697" y="1167016"/>
                  </a:lnTo>
                  <a:lnTo>
                    <a:pt x="257541" y="1155275"/>
                  </a:lnTo>
                  <a:lnTo>
                    <a:pt x="267703" y="1143533"/>
                  </a:lnTo>
                  <a:lnTo>
                    <a:pt x="278182" y="1132110"/>
                  </a:lnTo>
                  <a:lnTo>
                    <a:pt x="288662" y="1120686"/>
                  </a:lnTo>
                  <a:lnTo>
                    <a:pt x="298824" y="1109579"/>
                  </a:lnTo>
                  <a:lnTo>
                    <a:pt x="309938" y="1098473"/>
                  </a:lnTo>
                  <a:lnTo>
                    <a:pt x="320735" y="1087684"/>
                  </a:lnTo>
                  <a:lnTo>
                    <a:pt x="331850" y="1076895"/>
                  </a:lnTo>
                  <a:lnTo>
                    <a:pt x="343282" y="1066423"/>
                  </a:lnTo>
                  <a:lnTo>
                    <a:pt x="354715" y="1055951"/>
                  </a:lnTo>
                  <a:lnTo>
                    <a:pt x="366147" y="1045797"/>
                  </a:lnTo>
                  <a:lnTo>
                    <a:pt x="377897" y="1035642"/>
                  </a:lnTo>
                  <a:lnTo>
                    <a:pt x="389964" y="1025805"/>
                  </a:lnTo>
                  <a:lnTo>
                    <a:pt x="401714" y="1015968"/>
                  </a:lnTo>
                  <a:lnTo>
                    <a:pt x="414099" y="1006448"/>
                  </a:lnTo>
                  <a:lnTo>
                    <a:pt x="426801" y="996928"/>
                  </a:lnTo>
                  <a:lnTo>
                    <a:pt x="439186" y="987408"/>
                  </a:lnTo>
                  <a:lnTo>
                    <a:pt x="451571" y="977888"/>
                  </a:lnTo>
                  <a:lnTo>
                    <a:pt x="477293" y="960118"/>
                  </a:lnTo>
                  <a:lnTo>
                    <a:pt x="481421" y="957262"/>
                  </a:lnTo>
                  <a:close/>
                  <a:moveTo>
                    <a:pt x="839471" y="0"/>
                  </a:moveTo>
                  <a:lnTo>
                    <a:pt x="852171" y="0"/>
                  </a:lnTo>
                  <a:lnTo>
                    <a:pt x="865506" y="0"/>
                  </a:lnTo>
                  <a:lnTo>
                    <a:pt x="878206" y="636"/>
                  </a:lnTo>
                  <a:lnTo>
                    <a:pt x="890906" y="1271"/>
                  </a:lnTo>
                  <a:lnTo>
                    <a:pt x="903288" y="2542"/>
                  </a:lnTo>
                  <a:lnTo>
                    <a:pt x="915988" y="3813"/>
                  </a:lnTo>
                  <a:lnTo>
                    <a:pt x="928371" y="5719"/>
                  </a:lnTo>
                  <a:lnTo>
                    <a:pt x="940436" y="7943"/>
                  </a:lnTo>
                  <a:lnTo>
                    <a:pt x="952818" y="10167"/>
                  </a:lnTo>
                  <a:lnTo>
                    <a:pt x="964883" y="12708"/>
                  </a:lnTo>
                  <a:lnTo>
                    <a:pt x="976631" y="15568"/>
                  </a:lnTo>
                  <a:lnTo>
                    <a:pt x="988696" y="19062"/>
                  </a:lnTo>
                  <a:lnTo>
                    <a:pt x="1000443" y="22239"/>
                  </a:lnTo>
                  <a:lnTo>
                    <a:pt x="1011873" y="26052"/>
                  </a:lnTo>
                  <a:lnTo>
                    <a:pt x="1023621" y="30182"/>
                  </a:lnTo>
                  <a:lnTo>
                    <a:pt x="1034733" y="34630"/>
                  </a:lnTo>
                  <a:lnTo>
                    <a:pt x="1046163" y="39395"/>
                  </a:lnTo>
                  <a:lnTo>
                    <a:pt x="1057276" y="44161"/>
                  </a:lnTo>
                  <a:lnTo>
                    <a:pt x="1068388" y="48926"/>
                  </a:lnTo>
                  <a:lnTo>
                    <a:pt x="1079183" y="54645"/>
                  </a:lnTo>
                  <a:lnTo>
                    <a:pt x="1089661" y="60046"/>
                  </a:lnTo>
                  <a:lnTo>
                    <a:pt x="1100456" y="66082"/>
                  </a:lnTo>
                  <a:lnTo>
                    <a:pt x="1110616" y="72119"/>
                  </a:lnTo>
                  <a:lnTo>
                    <a:pt x="1120776" y="78790"/>
                  </a:lnTo>
                  <a:lnTo>
                    <a:pt x="1130936" y="85462"/>
                  </a:lnTo>
                  <a:lnTo>
                    <a:pt x="1140461" y="92134"/>
                  </a:lnTo>
                  <a:lnTo>
                    <a:pt x="1150303" y="99123"/>
                  </a:lnTo>
                  <a:lnTo>
                    <a:pt x="1159828" y="106430"/>
                  </a:lnTo>
                  <a:lnTo>
                    <a:pt x="1169353" y="114055"/>
                  </a:lnTo>
                  <a:lnTo>
                    <a:pt x="1178561" y="121680"/>
                  </a:lnTo>
                  <a:lnTo>
                    <a:pt x="1187133" y="129623"/>
                  </a:lnTo>
                  <a:lnTo>
                    <a:pt x="1196023" y="137883"/>
                  </a:lnTo>
                  <a:lnTo>
                    <a:pt x="1204596" y="146143"/>
                  </a:lnTo>
                  <a:lnTo>
                    <a:pt x="1213168" y="155039"/>
                  </a:lnTo>
                  <a:lnTo>
                    <a:pt x="1221106" y="163299"/>
                  </a:lnTo>
                  <a:lnTo>
                    <a:pt x="1229043" y="172513"/>
                  </a:lnTo>
                  <a:lnTo>
                    <a:pt x="1236981" y="181726"/>
                  </a:lnTo>
                  <a:lnTo>
                    <a:pt x="1244283" y="190939"/>
                  </a:lnTo>
                  <a:lnTo>
                    <a:pt x="1251586" y="200153"/>
                  </a:lnTo>
                  <a:lnTo>
                    <a:pt x="1258888" y="210001"/>
                  </a:lnTo>
                  <a:lnTo>
                    <a:pt x="1265556" y="219850"/>
                  </a:lnTo>
                  <a:lnTo>
                    <a:pt x="1272223" y="230017"/>
                  </a:lnTo>
                  <a:lnTo>
                    <a:pt x="1278256" y="240183"/>
                  </a:lnTo>
                  <a:lnTo>
                    <a:pt x="1284606" y="250667"/>
                  </a:lnTo>
                  <a:lnTo>
                    <a:pt x="1290321" y="261151"/>
                  </a:lnTo>
                  <a:lnTo>
                    <a:pt x="1296353" y="271953"/>
                  </a:lnTo>
                  <a:lnTo>
                    <a:pt x="1301433" y="282755"/>
                  </a:lnTo>
                  <a:lnTo>
                    <a:pt x="1306831" y="293239"/>
                  </a:lnTo>
                  <a:lnTo>
                    <a:pt x="1311593" y="304359"/>
                  </a:lnTo>
                  <a:lnTo>
                    <a:pt x="1316356" y="315796"/>
                  </a:lnTo>
                  <a:lnTo>
                    <a:pt x="1320483" y="327234"/>
                  </a:lnTo>
                  <a:lnTo>
                    <a:pt x="1324293" y="338671"/>
                  </a:lnTo>
                  <a:lnTo>
                    <a:pt x="1328421" y="350426"/>
                  </a:lnTo>
                  <a:lnTo>
                    <a:pt x="1331913" y="362181"/>
                  </a:lnTo>
                  <a:lnTo>
                    <a:pt x="1335088" y="373936"/>
                  </a:lnTo>
                  <a:lnTo>
                    <a:pt x="1337946" y="386009"/>
                  </a:lnTo>
                  <a:lnTo>
                    <a:pt x="1340803" y="398081"/>
                  </a:lnTo>
                  <a:lnTo>
                    <a:pt x="1343026" y="410472"/>
                  </a:lnTo>
                  <a:lnTo>
                    <a:pt x="1344931" y="422862"/>
                  </a:lnTo>
                  <a:lnTo>
                    <a:pt x="1346518" y="435252"/>
                  </a:lnTo>
                  <a:lnTo>
                    <a:pt x="1348106" y="447643"/>
                  </a:lnTo>
                  <a:lnTo>
                    <a:pt x="1349058" y="460033"/>
                  </a:lnTo>
                  <a:lnTo>
                    <a:pt x="1350011" y="472741"/>
                  </a:lnTo>
                  <a:lnTo>
                    <a:pt x="1350646" y="485449"/>
                  </a:lnTo>
                  <a:lnTo>
                    <a:pt x="1350963" y="498475"/>
                  </a:lnTo>
                  <a:lnTo>
                    <a:pt x="1350646" y="513407"/>
                  </a:lnTo>
                  <a:lnTo>
                    <a:pt x="1349693" y="528975"/>
                  </a:lnTo>
                  <a:lnTo>
                    <a:pt x="1348423" y="543907"/>
                  </a:lnTo>
                  <a:lnTo>
                    <a:pt x="1347153" y="558521"/>
                  </a:lnTo>
                  <a:lnTo>
                    <a:pt x="1345248" y="573453"/>
                  </a:lnTo>
                  <a:lnTo>
                    <a:pt x="1342708" y="588067"/>
                  </a:lnTo>
                  <a:lnTo>
                    <a:pt x="1339851" y="602682"/>
                  </a:lnTo>
                  <a:lnTo>
                    <a:pt x="1336358" y="616660"/>
                  </a:lnTo>
                  <a:lnTo>
                    <a:pt x="1332866" y="631275"/>
                  </a:lnTo>
                  <a:lnTo>
                    <a:pt x="1328738" y="645254"/>
                  </a:lnTo>
                  <a:lnTo>
                    <a:pt x="1324293" y="658915"/>
                  </a:lnTo>
                  <a:lnTo>
                    <a:pt x="1319531" y="672576"/>
                  </a:lnTo>
                  <a:lnTo>
                    <a:pt x="1314133" y="685920"/>
                  </a:lnTo>
                  <a:lnTo>
                    <a:pt x="1308418" y="699263"/>
                  </a:lnTo>
                  <a:lnTo>
                    <a:pt x="1302386" y="712607"/>
                  </a:lnTo>
                  <a:lnTo>
                    <a:pt x="1296353" y="725315"/>
                  </a:lnTo>
                  <a:lnTo>
                    <a:pt x="1289368" y="738023"/>
                  </a:lnTo>
                  <a:lnTo>
                    <a:pt x="1282383" y="750413"/>
                  </a:lnTo>
                  <a:lnTo>
                    <a:pt x="1275081" y="762486"/>
                  </a:lnTo>
                  <a:lnTo>
                    <a:pt x="1267143" y="774559"/>
                  </a:lnTo>
                  <a:lnTo>
                    <a:pt x="1259206" y="786313"/>
                  </a:lnTo>
                  <a:lnTo>
                    <a:pt x="1250633" y="797751"/>
                  </a:lnTo>
                  <a:lnTo>
                    <a:pt x="1242061" y="809188"/>
                  </a:lnTo>
                  <a:lnTo>
                    <a:pt x="1232853" y="819990"/>
                  </a:lnTo>
                  <a:lnTo>
                    <a:pt x="1223963" y="830792"/>
                  </a:lnTo>
                  <a:lnTo>
                    <a:pt x="1214121" y="841276"/>
                  </a:lnTo>
                  <a:lnTo>
                    <a:pt x="1204278" y="851442"/>
                  </a:lnTo>
                  <a:lnTo>
                    <a:pt x="1193801" y="860974"/>
                  </a:lnTo>
                  <a:lnTo>
                    <a:pt x="1183323" y="870822"/>
                  </a:lnTo>
                  <a:lnTo>
                    <a:pt x="1172528" y="880036"/>
                  </a:lnTo>
                  <a:lnTo>
                    <a:pt x="1161733" y="889249"/>
                  </a:lnTo>
                  <a:lnTo>
                    <a:pt x="1150303" y="897827"/>
                  </a:lnTo>
                  <a:lnTo>
                    <a:pt x="1134746" y="909264"/>
                  </a:lnTo>
                  <a:lnTo>
                    <a:pt x="1118236" y="920066"/>
                  </a:lnTo>
                  <a:lnTo>
                    <a:pt x="1101408" y="929915"/>
                  </a:lnTo>
                  <a:lnTo>
                    <a:pt x="1084581" y="939446"/>
                  </a:lnTo>
                  <a:lnTo>
                    <a:pt x="1066801" y="948342"/>
                  </a:lnTo>
                  <a:lnTo>
                    <a:pt x="1048703" y="956602"/>
                  </a:lnTo>
                  <a:lnTo>
                    <a:pt x="1040131" y="960414"/>
                  </a:lnTo>
                  <a:lnTo>
                    <a:pt x="1030606" y="963909"/>
                  </a:lnTo>
                  <a:lnTo>
                    <a:pt x="1021398" y="967722"/>
                  </a:lnTo>
                  <a:lnTo>
                    <a:pt x="1011873" y="970899"/>
                  </a:lnTo>
                  <a:lnTo>
                    <a:pt x="1002348" y="973758"/>
                  </a:lnTo>
                  <a:lnTo>
                    <a:pt x="993141" y="976617"/>
                  </a:lnTo>
                  <a:lnTo>
                    <a:pt x="983616" y="979794"/>
                  </a:lnTo>
                  <a:lnTo>
                    <a:pt x="973773" y="982018"/>
                  </a:lnTo>
                  <a:lnTo>
                    <a:pt x="963931" y="984560"/>
                  </a:lnTo>
                  <a:lnTo>
                    <a:pt x="954088" y="986466"/>
                  </a:lnTo>
                  <a:lnTo>
                    <a:pt x="944246" y="988372"/>
                  </a:lnTo>
                  <a:lnTo>
                    <a:pt x="934403" y="990596"/>
                  </a:lnTo>
                  <a:lnTo>
                    <a:pt x="924561" y="991867"/>
                  </a:lnTo>
                  <a:lnTo>
                    <a:pt x="914401" y="993455"/>
                  </a:lnTo>
                  <a:lnTo>
                    <a:pt x="904241" y="994409"/>
                  </a:lnTo>
                  <a:lnTo>
                    <a:pt x="893763" y="995362"/>
                  </a:lnTo>
                  <a:lnTo>
                    <a:pt x="883603" y="995997"/>
                  </a:lnTo>
                  <a:lnTo>
                    <a:pt x="873126" y="996632"/>
                  </a:lnTo>
                  <a:lnTo>
                    <a:pt x="862648" y="996950"/>
                  </a:lnTo>
                  <a:lnTo>
                    <a:pt x="852171" y="996950"/>
                  </a:lnTo>
                  <a:lnTo>
                    <a:pt x="840423" y="996950"/>
                  </a:lnTo>
                  <a:lnTo>
                    <a:pt x="828358" y="996315"/>
                  </a:lnTo>
                  <a:lnTo>
                    <a:pt x="816293" y="995679"/>
                  </a:lnTo>
                  <a:lnTo>
                    <a:pt x="804546" y="994726"/>
                  </a:lnTo>
                  <a:lnTo>
                    <a:pt x="792798" y="993455"/>
                  </a:lnTo>
                  <a:lnTo>
                    <a:pt x="781368" y="992185"/>
                  </a:lnTo>
                  <a:lnTo>
                    <a:pt x="769621" y="990278"/>
                  </a:lnTo>
                  <a:lnTo>
                    <a:pt x="758191" y="988054"/>
                  </a:lnTo>
                  <a:lnTo>
                    <a:pt x="746761" y="985831"/>
                  </a:lnTo>
                  <a:lnTo>
                    <a:pt x="735331" y="983289"/>
                  </a:lnTo>
                  <a:lnTo>
                    <a:pt x="724218" y="980430"/>
                  </a:lnTo>
                  <a:lnTo>
                    <a:pt x="713106" y="977253"/>
                  </a:lnTo>
                  <a:lnTo>
                    <a:pt x="702311" y="973758"/>
                  </a:lnTo>
                  <a:lnTo>
                    <a:pt x="691198" y="970263"/>
                  </a:lnTo>
                  <a:lnTo>
                    <a:pt x="680721" y="966768"/>
                  </a:lnTo>
                  <a:lnTo>
                    <a:pt x="670243" y="962321"/>
                  </a:lnTo>
                  <a:lnTo>
                    <a:pt x="659448" y="958190"/>
                  </a:lnTo>
                  <a:lnTo>
                    <a:pt x="648971" y="953425"/>
                  </a:lnTo>
                  <a:lnTo>
                    <a:pt x="638811" y="948659"/>
                  </a:lnTo>
                  <a:lnTo>
                    <a:pt x="628651" y="943894"/>
                  </a:lnTo>
                  <a:lnTo>
                    <a:pt x="618491" y="938493"/>
                  </a:lnTo>
                  <a:lnTo>
                    <a:pt x="608648" y="933410"/>
                  </a:lnTo>
                  <a:lnTo>
                    <a:pt x="599123" y="927373"/>
                  </a:lnTo>
                  <a:lnTo>
                    <a:pt x="589281" y="921655"/>
                  </a:lnTo>
                  <a:lnTo>
                    <a:pt x="579756" y="915618"/>
                  </a:lnTo>
                  <a:lnTo>
                    <a:pt x="570548" y="909264"/>
                  </a:lnTo>
                  <a:lnTo>
                    <a:pt x="561023" y="902910"/>
                  </a:lnTo>
                  <a:lnTo>
                    <a:pt x="552133" y="895921"/>
                  </a:lnTo>
                  <a:lnTo>
                    <a:pt x="543561" y="889249"/>
                  </a:lnTo>
                  <a:lnTo>
                    <a:pt x="534671" y="881942"/>
                  </a:lnTo>
                  <a:lnTo>
                    <a:pt x="526098" y="874952"/>
                  </a:lnTo>
                  <a:lnTo>
                    <a:pt x="517526" y="867328"/>
                  </a:lnTo>
                  <a:lnTo>
                    <a:pt x="508318" y="858750"/>
                  </a:lnTo>
                  <a:lnTo>
                    <a:pt x="499428" y="849854"/>
                  </a:lnTo>
                  <a:lnTo>
                    <a:pt x="490538" y="840958"/>
                  </a:lnTo>
                  <a:lnTo>
                    <a:pt x="481648" y="831427"/>
                  </a:lnTo>
                  <a:lnTo>
                    <a:pt x="473711" y="821896"/>
                  </a:lnTo>
                  <a:lnTo>
                    <a:pt x="465456" y="812047"/>
                  </a:lnTo>
                  <a:lnTo>
                    <a:pt x="457518" y="801881"/>
                  </a:lnTo>
                  <a:lnTo>
                    <a:pt x="449898" y="791714"/>
                  </a:lnTo>
                  <a:lnTo>
                    <a:pt x="442596" y="781548"/>
                  </a:lnTo>
                  <a:lnTo>
                    <a:pt x="435293" y="770746"/>
                  </a:lnTo>
                  <a:lnTo>
                    <a:pt x="428626" y="759944"/>
                  </a:lnTo>
                  <a:lnTo>
                    <a:pt x="421958" y="749142"/>
                  </a:lnTo>
                  <a:lnTo>
                    <a:pt x="415608" y="738023"/>
                  </a:lnTo>
                  <a:lnTo>
                    <a:pt x="409576" y="726585"/>
                  </a:lnTo>
                  <a:lnTo>
                    <a:pt x="403861" y="715148"/>
                  </a:lnTo>
                  <a:lnTo>
                    <a:pt x="398463" y="703393"/>
                  </a:lnTo>
                  <a:lnTo>
                    <a:pt x="393383" y="691638"/>
                  </a:lnTo>
                  <a:lnTo>
                    <a:pt x="388303" y="679566"/>
                  </a:lnTo>
                  <a:lnTo>
                    <a:pt x="383858" y="667493"/>
                  </a:lnTo>
                  <a:lnTo>
                    <a:pt x="379731" y="655420"/>
                  </a:lnTo>
                  <a:lnTo>
                    <a:pt x="375603" y="643030"/>
                  </a:lnTo>
                  <a:lnTo>
                    <a:pt x="372111" y="630322"/>
                  </a:lnTo>
                  <a:lnTo>
                    <a:pt x="368936" y="617614"/>
                  </a:lnTo>
                  <a:lnTo>
                    <a:pt x="365443" y="604588"/>
                  </a:lnTo>
                  <a:lnTo>
                    <a:pt x="362903" y="591880"/>
                  </a:lnTo>
                  <a:lnTo>
                    <a:pt x="360681" y="578854"/>
                  </a:lnTo>
                  <a:lnTo>
                    <a:pt x="358776" y="565828"/>
                  </a:lnTo>
                  <a:lnTo>
                    <a:pt x="357188" y="552485"/>
                  </a:lnTo>
                  <a:lnTo>
                    <a:pt x="355601" y="539141"/>
                  </a:lnTo>
                  <a:lnTo>
                    <a:pt x="354648" y="525480"/>
                  </a:lnTo>
                  <a:lnTo>
                    <a:pt x="354331" y="511819"/>
                  </a:lnTo>
                  <a:lnTo>
                    <a:pt x="354013" y="498475"/>
                  </a:lnTo>
                  <a:lnTo>
                    <a:pt x="354331" y="485449"/>
                  </a:lnTo>
                  <a:lnTo>
                    <a:pt x="354648" y="472741"/>
                  </a:lnTo>
                  <a:lnTo>
                    <a:pt x="355601" y="460033"/>
                  </a:lnTo>
                  <a:lnTo>
                    <a:pt x="356871" y="447643"/>
                  </a:lnTo>
                  <a:lnTo>
                    <a:pt x="358141" y="434935"/>
                  </a:lnTo>
                  <a:lnTo>
                    <a:pt x="360046" y="422544"/>
                  </a:lnTo>
                  <a:lnTo>
                    <a:pt x="361951" y="410472"/>
                  </a:lnTo>
                  <a:lnTo>
                    <a:pt x="364173" y="397763"/>
                  </a:lnTo>
                  <a:lnTo>
                    <a:pt x="366713" y="385691"/>
                  </a:lnTo>
                  <a:lnTo>
                    <a:pt x="369888" y="373936"/>
                  </a:lnTo>
                  <a:lnTo>
                    <a:pt x="373063" y="361863"/>
                  </a:lnTo>
                  <a:lnTo>
                    <a:pt x="376556" y="350108"/>
                  </a:lnTo>
                  <a:lnTo>
                    <a:pt x="380683" y="338671"/>
                  </a:lnTo>
                  <a:lnTo>
                    <a:pt x="384493" y="326916"/>
                  </a:lnTo>
                  <a:lnTo>
                    <a:pt x="388621" y="315796"/>
                  </a:lnTo>
                  <a:lnTo>
                    <a:pt x="393383" y="304359"/>
                  </a:lnTo>
                  <a:lnTo>
                    <a:pt x="398146" y="293239"/>
                  </a:lnTo>
                  <a:lnTo>
                    <a:pt x="403543" y="282755"/>
                  </a:lnTo>
                  <a:lnTo>
                    <a:pt x="408623" y="271636"/>
                  </a:lnTo>
                  <a:lnTo>
                    <a:pt x="414656" y="261151"/>
                  </a:lnTo>
                  <a:lnTo>
                    <a:pt x="420371" y="250667"/>
                  </a:lnTo>
                  <a:lnTo>
                    <a:pt x="426721" y="240183"/>
                  </a:lnTo>
                  <a:lnTo>
                    <a:pt x="432753" y="230017"/>
                  </a:lnTo>
                  <a:lnTo>
                    <a:pt x="439421" y="219850"/>
                  </a:lnTo>
                  <a:lnTo>
                    <a:pt x="446088" y="210001"/>
                  </a:lnTo>
                  <a:lnTo>
                    <a:pt x="453391" y="200153"/>
                  </a:lnTo>
                  <a:lnTo>
                    <a:pt x="460693" y="190939"/>
                  </a:lnTo>
                  <a:lnTo>
                    <a:pt x="467996" y="181408"/>
                  </a:lnTo>
                  <a:lnTo>
                    <a:pt x="475933" y="172195"/>
                  </a:lnTo>
                  <a:lnTo>
                    <a:pt x="483871" y="163299"/>
                  </a:lnTo>
                  <a:lnTo>
                    <a:pt x="491808" y="154403"/>
                  </a:lnTo>
                  <a:lnTo>
                    <a:pt x="500381" y="146143"/>
                  </a:lnTo>
                  <a:lnTo>
                    <a:pt x="508953" y="137565"/>
                  </a:lnTo>
                  <a:lnTo>
                    <a:pt x="517526" y="129305"/>
                  </a:lnTo>
                  <a:lnTo>
                    <a:pt x="526416" y="121680"/>
                  </a:lnTo>
                  <a:lnTo>
                    <a:pt x="535623" y="113738"/>
                  </a:lnTo>
                  <a:lnTo>
                    <a:pt x="545148" y="106113"/>
                  </a:lnTo>
                  <a:lnTo>
                    <a:pt x="554673" y="99123"/>
                  </a:lnTo>
                  <a:lnTo>
                    <a:pt x="564516" y="92134"/>
                  </a:lnTo>
                  <a:lnTo>
                    <a:pt x="574041" y="85462"/>
                  </a:lnTo>
                  <a:lnTo>
                    <a:pt x="584201" y="78473"/>
                  </a:lnTo>
                  <a:lnTo>
                    <a:pt x="594361" y="72119"/>
                  </a:lnTo>
                  <a:lnTo>
                    <a:pt x="604838" y="66082"/>
                  </a:lnTo>
                  <a:lnTo>
                    <a:pt x="615316" y="60046"/>
                  </a:lnTo>
                  <a:lnTo>
                    <a:pt x="625793" y="54645"/>
                  </a:lnTo>
                  <a:lnTo>
                    <a:pt x="636906" y="48926"/>
                  </a:lnTo>
                  <a:lnTo>
                    <a:pt x="647701" y="44161"/>
                  </a:lnTo>
                  <a:lnTo>
                    <a:pt x="658813" y="39395"/>
                  </a:lnTo>
                  <a:lnTo>
                    <a:pt x="670243" y="34630"/>
                  </a:lnTo>
                  <a:lnTo>
                    <a:pt x="681356" y="30182"/>
                  </a:lnTo>
                  <a:lnTo>
                    <a:pt x="693103" y="26052"/>
                  </a:lnTo>
                  <a:lnTo>
                    <a:pt x="704533" y="22239"/>
                  </a:lnTo>
                  <a:lnTo>
                    <a:pt x="716281" y="19062"/>
                  </a:lnTo>
                  <a:lnTo>
                    <a:pt x="728346" y="15568"/>
                  </a:lnTo>
                  <a:lnTo>
                    <a:pt x="740093" y="12708"/>
                  </a:lnTo>
                  <a:lnTo>
                    <a:pt x="752158" y="10167"/>
                  </a:lnTo>
                  <a:lnTo>
                    <a:pt x="764541" y="7625"/>
                  </a:lnTo>
                  <a:lnTo>
                    <a:pt x="776606" y="5719"/>
                  </a:lnTo>
                  <a:lnTo>
                    <a:pt x="788988" y="3813"/>
                  </a:lnTo>
                  <a:lnTo>
                    <a:pt x="801688" y="2542"/>
                  </a:lnTo>
                  <a:lnTo>
                    <a:pt x="814071" y="1271"/>
                  </a:lnTo>
                  <a:lnTo>
                    <a:pt x="826771" y="636"/>
                  </a:lnTo>
                  <a:lnTo>
                    <a:pt x="839471" y="0"/>
                  </a:lnTo>
                  <a:close/>
                </a:path>
              </a:pathLst>
            </a:custGeom>
            <a:solidFill>
              <a:srgbClr val="F7F7F7"/>
            </a:solidFill>
            <a:ln>
              <a:noFill/>
            </a:ln>
          </p:spPr>
          <p:txBody>
            <a:bodyPr anchor="ctr">
              <a:scene3d>
                <a:camera prst="orthographicFront"/>
                <a:lightRig rig="threePt" dir="t"/>
              </a:scene3d>
              <a:sp3d>
                <a:contourClr>
                  <a:srgbClr val="FFFFFF"/>
                </a:contourClr>
              </a:sp3d>
            </a:bodyPr>
            <a:lstStyle/>
            <a:p>
              <a:pPr algn="ctr">
                <a:defRPr/>
              </a:pPr>
              <a:endParaRPr lang="zh-CN" altLang="en-US" sz="2400">
                <a:solidFill>
                  <a:srgbClr val="FFFFFF"/>
                </a:solidFill>
              </a:endParaRPr>
            </a:p>
          </p:txBody>
        </p:sp>
      </p:grpSp>
      <p:cxnSp>
        <p:nvCxnSpPr>
          <p:cNvPr id="31" name="直接连接符 30"/>
          <p:cNvCxnSpPr>
            <a:stCxn id="17" idx="5"/>
            <a:endCxn id="20" idx="1"/>
          </p:cNvCxnSpPr>
          <p:nvPr/>
        </p:nvCxnSpPr>
        <p:spPr>
          <a:xfrm>
            <a:off x="2459387" y="1955117"/>
            <a:ext cx="1278537" cy="1567128"/>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20" idx="5"/>
            <a:endCxn id="23" idx="2"/>
          </p:cNvCxnSpPr>
          <p:nvPr/>
        </p:nvCxnSpPr>
        <p:spPr>
          <a:xfrm flipV="1">
            <a:off x="4137580" y="3888072"/>
            <a:ext cx="2174712" cy="32458"/>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23" idx="7"/>
            <a:endCxn id="26" idx="3"/>
          </p:cNvCxnSpPr>
          <p:nvPr/>
        </p:nvCxnSpPr>
        <p:spPr>
          <a:xfrm flipV="1">
            <a:off x="6794720" y="2134880"/>
            <a:ext cx="1418387" cy="1554049"/>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20" idx="7"/>
            <a:endCxn id="26" idx="2"/>
          </p:cNvCxnSpPr>
          <p:nvPr/>
        </p:nvCxnSpPr>
        <p:spPr>
          <a:xfrm flipV="1">
            <a:off x="4137580" y="1935738"/>
            <a:ext cx="3992755" cy="1586507"/>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17" idx="6"/>
            <a:endCxn id="23" idx="1"/>
          </p:cNvCxnSpPr>
          <p:nvPr/>
        </p:nvCxnSpPr>
        <p:spPr>
          <a:xfrm>
            <a:off x="2542159" y="1755975"/>
            <a:ext cx="3852905" cy="1932954"/>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26" idx="6"/>
            <a:endCxn id="29" idx="2"/>
          </p:cNvCxnSpPr>
          <p:nvPr/>
        </p:nvCxnSpPr>
        <p:spPr>
          <a:xfrm flipV="1">
            <a:off x="8695535" y="1456900"/>
            <a:ext cx="1287265" cy="478838"/>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23" idx="6"/>
            <a:endCxn id="29" idx="3"/>
          </p:cNvCxnSpPr>
          <p:nvPr/>
        </p:nvCxnSpPr>
        <p:spPr>
          <a:xfrm flipV="1">
            <a:off x="6877492" y="1656042"/>
            <a:ext cx="3188080" cy="223203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p:nvSpPr>
          <p:cNvPr id="4" name="KSO_FD"/>
          <p:cNvSpPr>
            <a:spLocks noGrp="1"/>
          </p:cNvSpPr>
          <p:nvPr>
            <p:ph type="dt" sz="half" idx="10"/>
          </p:nvPr>
        </p:nvSpPr>
        <p:spPr/>
        <p:txBody>
          <a:bodyPr/>
          <a:lstStyle/>
          <a:p>
            <a:fld id="{D997B5FA-0921-464F-AAE1-844C04324D75}" type="datetimeFigureOut">
              <a:rPr lang="zh-CN" altLang="en-US" smtClean="0"/>
              <a:t>2025/3/18</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565CE74E-AB26-4998-AD42-012C4C1AD076}" type="slidenum">
              <a:rPr lang="zh-CN" altLang="en-US" smtClean="0"/>
              <a:t>‹#›</a:t>
            </a:fld>
            <a:endParaRPr lang="zh-CN" altLang="en-US"/>
          </a:p>
        </p:txBody>
      </p:sp>
      <p:sp>
        <p:nvSpPr>
          <p:cNvPr id="3" name="KSO_CT2"/>
          <p:cNvSpPr>
            <a:spLocks noGrp="1"/>
          </p:cNvSpPr>
          <p:nvPr>
            <p:ph type="subTitle" idx="1" hasCustomPrompt="1"/>
          </p:nvPr>
        </p:nvSpPr>
        <p:spPr>
          <a:xfrm>
            <a:off x="2169708" y="5636647"/>
            <a:ext cx="8736417" cy="391425"/>
          </a:xfrm>
          <a:noFill/>
        </p:spPr>
        <p:txBody>
          <a:bodyPr anchor="ctr">
            <a:noAutofit/>
          </a:bodyPr>
          <a:lstStyle>
            <a:lvl1pPr marL="0" indent="0" algn="l">
              <a:buNone/>
              <a:defRPr sz="1600" b="0">
                <a:solidFill>
                  <a:schemeClr val="tx1"/>
                </a:solidFill>
                <a:effectLst/>
                <a:latin typeface="+mn-ea"/>
                <a:ea typeface="+mn-ea"/>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smtClean="0"/>
              <a:t>单击此处添加您的副标题</a:t>
            </a:r>
          </a:p>
        </p:txBody>
      </p:sp>
      <p:sp>
        <p:nvSpPr>
          <p:cNvPr id="7" name="KSO_CT1"/>
          <p:cNvSpPr>
            <a:spLocks noGrp="1"/>
          </p:cNvSpPr>
          <p:nvPr>
            <p:ph type="title" hasCustomPrompt="1"/>
          </p:nvPr>
        </p:nvSpPr>
        <p:spPr>
          <a:xfrm>
            <a:off x="2169708" y="4863839"/>
            <a:ext cx="8736417" cy="705950"/>
          </a:xfrm>
        </p:spPr>
        <p:txBody>
          <a:bodyPr anchor="b">
            <a:noAutofit/>
          </a:bodyPr>
          <a:lstStyle>
            <a:lvl1pPr algn="l">
              <a:lnSpc>
                <a:spcPct val="100000"/>
              </a:lnSpc>
              <a:defRPr sz="3400" b="1" kern="1000" baseline="0">
                <a:solidFill>
                  <a:schemeClr val="accent1"/>
                </a:solidFill>
                <a:effectLst/>
                <a:latin typeface="+mj-ea"/>
                <a:ea typeface="+mj-ea"/>
              </a:defRPr>
            </a:lvl1pPr>
          </a:lstStyle>
          <a:p>
            <a:r>
              <a:rPr lang="zh-CN" altLang="en-US" dirty="0" smtClean="0"/>
              <a:t>单击此处添加您的标题文字</a:t>
            </a:r>
            <a:endParaRPr lang="zh-CN" altLang="en-US" dirty="0"/>
          </a:p>
        </p:txBody>
      </p:sp>
      <p:grpSp>
        <p:nvGrpSpPr>
          <p:cNvPr id="9" name="组合 8"/>
          <p:cNvGrpSpPr/>
          <p:nvPr/>
        </p:nvGrpSpPr>
        <p:grpSpPr>
          <a:xfrm>
            <a:off x="1277837" y="5061674"/>
            <a:ext cx="745200" cy="744037"/>
            <a:chOff x="625003" y="5195170"/>
            <a:chExt cx="447675" cy="447675"/>
          </a:xfrm>
        </p:grpSpPr>
        <p:sp>
          <p:nvSpPr>
            <p:cNvPr id="39" name="椭圆 38"/>
            <p:cNvSpPr/>
            <p:nvPr userDrawn="1"/>
          </p:nvSpPr>
          <p:spPr>
            <a:xfrm>
              <a:off x="625003" y="5195170"/>
              <a:ext cx="447675" cy="447675"/>
            </a:xfrm>
            <a:prstGeom prst="ellipse">
              <a:avLst/>
            </a:prstGeom>
            <a:solidFill>
              <a:schemeClr val="accent1">
                <a:lumMod val="50000"/>
              </a:schemeClr>
            </a:solidFill>
            <a:ln w="19050">
              <a:solidFill>
                <a:srgbClr val="F9F9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40" name="KSO_Shape"/>
            <p:cNvSpPr/>
            <p:nvPr userDrawn="1"/>
          </p:nvSpPr>
          <p:spPr bwMode="auto">
            <a:xfrm>
              <a:off x="715491" y="5248402"/>
              <a:ext cx="247650" cy="313481"/>
            </a:xfrm>
            <a:custGeom>
              <a:avLst/>
              <a:gdLst>
                <a:gd name="T0" fmla="*/ 508479 w 1679575"/>
                <a:gd name="T1" fmla="*/ 933537 h 2125662"/>
                <a:gd name="T2" fmla="*/ 645344 w 1679575"/>
                <a:gd name="T3" fmla="*/ 1004349 h 2125662"/>
                <a:gd name="T4" fmla="*/ 637947 w 1679575"/>
                <a:gd name="T5" fmla="*/ 1045870 h 2125662"/>
                <a:gd name="T6" fmla="*/ 629410 w 1679575"/>
                <a:gd name="T7" fmla="*/ 1095637 h 2125662"/>
                <a:gd name="T8" fmla="*/ 645913 w 1679575"/>
                <a:gd name="T9" fmla="*/ 1148533 h 2125662"/>
                <a:gd name="T10" fmla="*/ 923628 w 1679575"/>
                <a:gd name="T11" fmla="*/ 1679766 h 2125662"/>
                <a:gd name="T12" fmla="*/ 886068 w 1679575"/>
                <a:gd name="T13" fmla="*/ 1137442 h 2125662"/>
                <a:gd name="T14" fmla="*/ 896597 w 1679575"/>
                <a:gd name="T15" fmla="*/ 1083408 h 2125662"/>
                <a:gd name="T16" fmla="*/ 885214 w 1679575"/>
                <a:gd name="T17" fmla="*/ 1039044 h 2125662"/>
                <a:gd name="T18" fmla="*/ 917083 w 1679575"/>
                <a:gd name="T19" fmla="*/ 999799 h 2125662"/>
                <a:gd name="T20" fmla="*/ 1048543 w 1679575"/>
                <a:gd name="T21" fmla="*/ 927280 h 2125662"/>
                <a:gd name="T22" fmla="*/ 1168905 w 1679575"/>
                <a:gd name="T23" fmla="*/ 933822 h 2125662"/>
                <a:gd name="T24" fmla="*/ 1257397 w 1679575"/>
                <a:gd name="T25" fmla="*/ 1021128 h 2125662"/>
                <a:gd name="T26" fmla="*/ 1333655 w 1679575"/>
                <a:gd name="T27" fmla="*/ 1118957 h 2125662"/>
                <a:gd name="T28" fmla="*/ 1397392 w 1679575"/>
                <a:gd name="T29" fmla="*/ 1227592 h 2125662"/>
                <a:gd name="T30" fmla="*/ 1446903 w 1679575"/>
                <a:gd name="T31" fmla="*/ 1349025 h 2125662"/>
                <a:gd name="T32" fmla="*/ 1482186 w 1679575"/>
                <a:gd name="T33" fmla="*/ 1483540 h 2125662"/>
                <a:gd name="T34" fmla="*/ 1501820 w 1679575"/>
                <a:gd name="T35" fmla="*/ 1632274 h 2125662"/>
                <a:gd name="T36" fmla="*/ 1439790 w 1679575"/>
                <a:gd name="T37" fmla="*/ 1742331 h 2125662"/>
                <a:gd name="T38" fmla="*/ 1242601 w 1679575"/>
                <a:gd name="T39" fmla="*/ 1826794 h 2125662"/>
                <a:gd name="T40" fmla="*/ 1035738 w 1679575"/>
                <a:gd name="T41" fmla="*/ 1881112 h 2125662"/>
                <a:gd name="T42" fmla="*/ 822331 w 1679575"/>
                <a:gd name="T43" fmla="*/ 1904432 h 2125662"/>
                <a:gd name="T44" fmla="*/ 596403 w 1679575"/>
                <a:gd name="T45" fmla="*/ 1894194 h 2125662"/>
                <a:gd name="T46" fmla="*/ 373036 w 1679575"/>
                <a:gd name="T47" fmla="*/ 1847838 h 2125662"/>
                <a:gd name="T48" fmla="*/ 159344 w 1679575"/>
                <a:gd name="T49" fmla="*/ 1766788 h 2125662"/>
                <a:gd name="T50" fmla="*/ 0 w 1679575"/>
                <a:gd name="T51" fmla="*/ 1676354 h 2125662"/>
                <a:gd name="T52" fmla="*/ 15365 w 1679575"/>
                <a:gd name="T53" fmla="*/ 1518519 h 2125662"/>
                <a:gd name="T54" fmla="*/ 47234 w 1679575"/>
                <a:gd name="T55" fmla="*/ 1376611 h 2125662"/>
                <a:gd name="T56" fmla="*/ 94468 w 1679575"/>
                <a:gd name="T57" fmla="*/ 1249206 h 2125662"/>
                <a:gd name="T58" fmla="*/ 155930 w 1679575"/>
                <a:gd name="T59" fmla="*/ 1135735 h 2125662"/>
                <a:gd name="T60" fmla="*/ 230765 w 1679575"/>
                <a:gd name="T61" fmla="*/ 1035348 h 2125662"/>
                <a:gd name="T62" fmla="*/ 317835 w 1679575"/>
                <a:gd name="T63" fmla="*/ 946334 h 2125662"/>
                <a:gd name="T64" fmla="*/ 427669 w 1679575"/>
                <a:gd name="T65" fmla="*/ 860449 h 2125662"/>
                <a:gd name="T66" fmla="*/ 831848 w 1679575"/>
                <a:gd name="T67" fmla="*/ 5125 h 2125662"/>
                <a:gd name="T68" fmla="*/ 927152 w 1679575"/>
                <a:gd name="T69" fmla="*/ 31035 h 2125662"/>
                <a:gd name="T70" fmla="*/ 1013353 w 1679575"/>
                <a:gd name="T71" fmla="*/ 76590 h 2125662"/>
                <a:gd name="T72" fmla="*/ 1087035 w 1679575"/>
                <a:gd name="T73" fmla="*/ 138945 h 2125662"/>
                <a:gd name="T74" fmla="*/ 1145356 w 1679575"/>
                <a:gd name="T75" fmla="*/ 215250 h 2125662"/>
                <a:gd name="T76" fmla="*/ 1186607 w 1679575"/>
                <a:gd name="T77" fmla="*/ 303514 h 2125662"/>
                <a:gd name="T78" fmla="*/ 1207944 w 1679575"/>
                <a:gd name="T79" fmla="*/ 401174 h 2125662"/>
                <a:gd name="T80" fmla="*/ 1205383 w 1679575"/>
                <a:gd name="T81" fmla="*/ 513924 h 2125662"/>
                <a:gd name="T82" fmla="*/ 1172382 w 1679575"/>
                <a:gd name="T83" fmla="*/ 626673 h 2125662"/>
                <a:gd name="T84" fmla="*/ 1112924 w 1679575"/>
                <a:gd name="T85" fmla="*/ 725187 h 2125662"/>
                <a:gd name="T86" fmla="*/ 1030706 w 1679575"/>
                <a:gd name="T87" fmla="*/ 804625 h 2125662"/>
                <a:gd name="T88" fmla="*/ 915204 w 1679575"/>
                <a:gd name="T89" fmla="*/ 867264 h 2125662"/>
                <a:gd name="T90" fmla="*/ 837253 w 1679575"/>
                <a:gd name="T91" fmla="*/ 887764 h 2125662"/>
                <a:gd name="T92" fmla="*/ 753044 w 1679575"/>
                <a:gd name="T93" fmla="*/ 893458 h 2125662"/>
                <a:gd name="T94" fmla="*/ 658879 w 1679575"/>
                <a:gd name="T95" fmla="*/ 881215 h 2125662"/>
                <a:gd name="T96" fmla="*/ 572394 w 1679575"/>
                <a:gd name="T97" fmla="*/ 850180 h 2125662"/>
                <a:gd name="T98" fmla="*/ 494728 w 1679575"/>
                <a:gd name="T99" fmla="*/ 802917 h 2125662"/>
                <a:gd name="T100" fmla="*/ 424459 w 1679575"/>
                <a:gd name="T101" fmla="*/ 736576 h 2125662"/>
                <a:gd name="T102" fmla="*/ 366992 w 1679575"/>
                <a:gd name="T103" fmla="*/ 651159 h 2125662"/>
                <a:gd name="T104" fmla="*/ 330578 w 1679575"/>
                <a:gd name="T105" fmla="*/ 553500 h 2125662"/>
                <a:gd name="T106" fmla="*/ 317206 w 1679575"/>
                <a:gd name="T107" fmla="*/ 446729 h 2125662"/>
                <a:gd name="T108" fmla="*/ 328586 w 1679575"/>
                <a:gd name="T109" fmla="*/ 345653 h 2125662"/>
                <a:gd name="T110" fmla="*/ 361587 w 1679575"/>
                <a:gd name="T111" fmla="*/ 253403 h 2125662"/>
                <a:gd name="T112" fmla="*/ 412795 w 1679575"/>
                <a:gd name="T113" fmla="*/ 171118 h 2125662"/>
                <a:gd name="T114" fmla="*/ 479934 w 1679575"/>
                <a:gd name="T115" fmla="*/ 101931 h 2125662"/>
                <a:gd name="T116" fmla="*/ 560729 w 1679575"/>
                <a:gd name="T117" fmla="*/ 48972 h 2125662"/>
                <a:gd name="T118" fmla="*/ 652620 w 1679575"/>
                <a:gd name="T119" fmla="*/ 13952 h 2125662"/>
                <a:gd name="T120" fmla="*/ 752191 w 1679575"/>
                <a:gd name="T121" fmla="*/ 0 h 212566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679575" h="2125662">
                  <a:moveTo>
                    <a:pt x="481421" y="957262"/>
                  </a:moveTo>
                  <a:lnTo>
                    <a:pt x="484914" y="961070"/>
                  </a:lnTo>
                  <a:lnTo>
                    <a:pt x="490948" y="968686"/>
                  </a:lnTo>
                  <a:lnTo>
                    <a:pt x="497299" y="975667"/>
                  </a:lnTo>
                  <a:lnTo>
                    <a:pt x="510319" y="990264"/>
                  </a:lnTo>
                  <a:lnTo>
                    <a:pt x="523657" y="1003909"/>
                  </a:lnTo>
                  <a:lnTo>
                    <a:pt x="537947" y="1017237"/>
                  </a:lnTo>
                  <a:lnTo>
                    <a:pt x="552237" y="1029613"/>
                  </a:lnTo>
                  <a:lnTo>
                    <a:pt x="567480" y="1041671"/>
                  </a:lnTo>
                  <a:lnTo>
                    <a:pt x="583040" y="1053095"/>
                  </a:lnTo>
                  <a:lnTo>
                    <a:pt x="598601" y="1063884"/>
                  </a:lnTo>
                  <a:lnTo>
                    <a:pt x="615114" y="1074039"/>
                  </a:lnTo>
                  <a:lnTo>
                    <a:pt x="631627" y="1083558"/>
                  </a:lnTo>
                  <a:lnTo>
                    <a:pt x="649093" y="1092126"/>
                  </a:lnTo>
                  <a:lnTo>
                    <a:pt x="666241" y="1100377"/>
                  </a:lnTo>
                  <a:lnTo>
                    <a:pt x="684025" y="1107993"/>
                  </a:lnTo>
                  <a:lnTo>
                    <a:pt x="701808" y="1114657"/>
                  </a:lnTo>
                  <a:lnTo>
                    <a:pt x="720226" y="1120686"/>
                  </a:lnTo>
                  <a:lnTo>
                    <a:pt x="738645" y="1125763"/>
                  </a:lnTo>
                  <a:lnTo>
                    <a:pt x="734517" y="1130840"/>
                  </a:lnTo>
                  <a:lnTo>
                    <a:pt x="730706" y="1135283"/>
                  </a:lnTo>
                  <a:lnTo>
                    <a:pt x="727213" y="1140043"/>
                  </a:lnTo>
                  <a:lnTo>
                    <a:pt x="723402" y="1145437"/>
                  </a:lnTo>
                  <a:lnTo>
                    <a:pt x="720544" y="1150515"/>
                  </a:lnTo>
                  <a:lnTo>
                    <a:pt x="717368" y="1155909"/>
                  </a:lnTo>
                  <a:lnTo>
                    <a:pt x="714510" y="1161304"/>
                  </a:lnTo>
                  <a:lnTo>
                    <a:pt x="711970" y="1167016"/>
                  </a:lnTo>
                  <a:lnTo>
                    <a:pt x="710064" y="1172410"/>
                  </a:lnTo>
                  <a:lnTo>
                    <a:pt x="708159" y="1178439"/>
                  </a:lnTo>
                  <a:lnTo>
                    <a:pt x="706254" y="1184151"/>
                  </a:lnTo>
                  <a:lnTo>
                    <a:pt x="704983" y="1190498"/>
                  </a:lnTo>
                  <a:lnTo>
                    <a:pt x="704031" y="1196210"/>
                  </a:lnTo>
                  <a:lnTo>
                    <a:pt x="702761" y="1202556"/>
                  </a:lnTo>
                  <a:lnTo>
                    <a:pt x="702443" y="1208903"/>
                  </a:lnTo>
                  <a:lnTo>
                    <a:pt x="702125" y="1215249"/>
                  </a:lnTo>
                  <a:lnTo>
                    <a:pt x="702443" y="1222548"/>
                  </a:lnTo>
                  <a:lnTo>
                    <a:pt x="703078" y="1229529"/>
                  </a:lnTo>
                  <a:lnTo>
                    <a:pt x="704348" y="1236510"/>
                  </a:lnTo>
                  <a:lnTo>
                    <a:pt x="705619" y="1243174"/>
                  </a:lnTo>
                  <a:lnTo>
                    <a:pt x="707206" y="1249838"/>
                  </a:lnTo>
                  <a:lnTo>
                    <a:pt x="709112" y="1256819"/>
                  </a:lnTo>
                  <a:lnTo>
                    <a:pt x="711652" y="1263166"/>
                  </a:lnTo>
                  <a:lnTo>
                    <a:pt x="714193" y="1269512"/>
                  </a:lnTo>
                  <a:lnTo>
                    <a:pt x="717686" y="1275542"/>
                  </a:lnTo>
                  <a:lnTo>
                    <a:pt x="720861" y="1281571"/>
                  </a:lnTo>
                  <a:lnTo>
                    <a:pt x="724355" y="1287283"/>
                  </a:lnTo>
                  <a:lnTo>
                    <a:pt x="728483" y="1292995"/>
                  </a:lnTo>
                  <a:lnTo>
                    <a:pt x="732611" y="1298389"/>
                  </a:lnTo>
                  <a:lnTo>
                    <a:pt x="737057" y="1303784"/>
                  </a:lnTo>
                  <a:lnTo>
                    <a:pt x="742138" y="1308861"/>
                  </a:lnTo>
                  <a:lnTo>
                    <a:pt x="746901" y="1313304"/>
                  </a:lnTo>
                  <a:lnTo>
                    <a:pt x="672275" y="1874339"/>
                  </a:lnTo>
                  <a:lnTo>
                    <a:pt x="854237" y="2050773"/>
                  </a:lnTo>
                  <a:lnTo>
                    <a:pt x="1030800" y="1874339"/>
                  </a:lnTo>
                  <a:lnTo>
                    <a:pt x="956173" y="1313304"/>
                  </a:lnTo>
                  <a:lnTo>
                    <a:pt x="961572" y="1308544"/>
                  </a:lnTo>
                  <a:lnTo>
                    <a:pt x="966018" y="1303466"/>
                  </a:lnTo>
                  <a:lnTo>
                    <a:pt x="970781" y="1298072"/>
                  </a:lnTo>
                  <a:lnTo>
                    <a:pt x="974910" y="1292995"/>
                  </a:lnTo>
                  <a:lnTo>
                    <a:pt x="978720" y="1286965"/>
                  </a:lnTo>
                  <a:lnTo>
                    <a:pt x="982531" y="1281571"/>
                  </a:lnTo>
                  <a:lnTo>
                    <a:pt x="986024" y="1275224"/>
                  </a:lnTo>
                  <a:lnTo>
                    <a:pt x="988882" y="1269195"/>
                  </a:lnTo>
                  <a:lnTo>
                    <a:pt x="991423" y="1262849"/>
                  </a:lnTo>
                  <a:lnTo>
                    <a:pt x="994281" y="1256502"/>
                  </a:lnTo>
                  <a:lnTo>
                    <a:pt x="996186" y="1249838"/>
                  </a:lnTo>
                  <a:lnTo>
                    <a:pt x="997774" y="1243174"/>
                  </a:lnTo>
                  <a:lnTo>
                    <a:pt x="999044" y="1236510"/>
                  </a:lnTo>
                  <a:lnTo>
                    <a:pt x="999997" y="1229212"/>
                  </a:lnTo>
                  <a:lnTo>
                    <a:pt x="1000632" y="1222548"/>
                  </a:lnTo>
                  <a:lnTo>
                    <a:pt x="1000632" y="1215249"/>
                  </a:lnTo>
                  <a:lnTo>
                    <a:pt x="1000632" y="1208903"/>
                  </a:lnTo>
                  <a:lnTo>
                    <a:pt x="1000314" y="1203191"/>
                  </a:lnTo>
                  <a:lnTo>
                    <a:pt x="999679" y="1197479"/>
                  </a:lnTo>
                  <a:lnTo>
                    <a:pt x="998727" y="1191767"/>
                  </a:lnTo>
                  <a:lnTo>
                    <a:pt x="997456" y="1186055"/>
                  </a:lnTo>
                  <a:lnTo>
                    <a:pt x="996186" y="1180661"/>
                  </a:lnTo>
                  <a:lnTo>
                    <a:pt x="994598" y="1175266"/>
                  </a:lnTo>
                  <a:lnTo>
                    <a:pt x="992375" y="1169872"/>
                  </a:lnTo>
                  <a:lnTo>
                    <a:pt x="990152" y="1164794"/>
                  </a:lnTo>
                  <a:lnTo>
                    <a:pt x="987929" y="1159400"/>
                  </a:lnTo>
                  <a:lnTo>
                    <a:pt x="985389" y="1154640"/>
                  </a:lnTo>
                  <a:lnTo>
                    <a:pt x="982849" y="1149563"/>
                  </a:lnTo>
                  <a:lnTo>
                    <a:pt x="979355" y="1144803"/>
                  </a:lnTo>
                  <a:lnTo>
                    <a:pt x="976497" y="1139725"/>
                  </a:lnTo>
                  <a:lnTo>
                    <a:pt x="973004" y="1135283"/>
                  </a:lnTo>
                  <a:lnTo>
                    <a:pt x="969829" y="1130840"/>
                  </a:lnTo>
                  <a:lnTo>
                    <a:pt x="987612" y="1126398"/>
                  </a:lnTo>
                  <a:lnTo>
                    <a:pt x="1005713" y="1121320"/>
                  </a:lnTo>
                  <a:lnTo>
                    <a:pt x="1023496" y="1115609"/>
                  </a:lnTo>
                  <a:lnTo>
                    <a:pt x="1041280" y="1109262"/>
                  </a:lnTo>
                  <a:lnTo>
                    <a:pt x="1058428" y="1101963"/>
                  </a:lnTo>
                  <a:lnTo>
                    <a:pt x="1075576" y="1094665"/>
                  </a:lnTo>
                  <a:lnTo>
                    <a:pt x="1092089" y="1086097"/>
                  </a:lnTo>
                  <a:lnTo>
                    <a:pt x="1108602" y="1076895"/>
                  </a:lnTo>
                  <a:lnTo>
                    <a:pt x="1124480" y="1067375"/>
                  </a:lnTo>
                  <a:lnTo>
                    <a:pt x="1140041" y="1056903"/>
                  </a:lnTo>
                  <a:lnTo>
                    <a:pt x="1155601" y="1046114"/>
                  </a:lnTo>
                  <a:lnTo>
                    <a:pt x="1170209" y="1034690"/>
                  </a:lnTo>
                  <a:lnTo>
                    <a:pt x="1184817" y="1022632"/>
                  </a:lnTo>
                  <a:lnTo>
                    <a:pt x="1198472" y="1009938"/>
                  </a:lnTo>
                  <a:lnTo>
                    <a:pt x="1211809" y="996928"/>
                  </a:lnTo>
                  <a:lnTo>
                    <a:pt x="1225147" y="983283"/>
                  </a:lnTo>
                  <a:lnTo>
                    <a:pt x="1228640" y="979792"/>
                  </a:lnTo>
                  <a:lnTo>
                    <a:pt x="1232451" y="982966"/>
                  </a:lnTo>
                  <a:lnTo>
                    <a:pt x="1257220" y="1002005"/>
                  </a:lnTo>
                  <a:lnTo>
                    <a:pt x="1281037" y="1021680"/>
                  </a:lnTo>
                  <a:lnTo>
                    <a:pt x="1304537" y="1041989"/>
                  </a:lnTo>
                  <a:lnTo>
                    <a:pt x="1316604" y="1052143"/>
                  </a:lnTo>
                  <a:lnTo>
                    <a:pt x="1327719" y="1062615"/>
                  </a:lnTo>
                  <a:lnTo>
                    <a:pt x="1338833" y="1073404"/>
                  </a:lnTo>
                  <a:lnTo>
                    <a:pt x="1349948" y="1084193"/>
                  </a:lnTo>
                  <a:lnTo>
                    <a:pt x="1361062" y="1094982"/>
                  </a:lnTo>
                  <a:lnTo>
                    <a:pt x="1371860" y="1105771"/>
                  </a:lnTo>
                  <a:lnTo>
                    <a:pt x="1382339" y="1116561"/>
                  </a:lnTo>
                  <a:lnTo>
                    <a:pt x="1392818" y="1127984"/>
                  </a:lnTo>
                  <a:lnTo>
                    <a:pt x="1403298" y="1139408"/>
                  </a:lnTo>
                  <a:lnTo>
                    <a:pt x="1413460" y="1150832"/>
                  </a:lnTo>
                  <a:lnTo>
                    <a:pt x="1423304" y="1162573"/>
                  </a:lnTo>
                  <a:lnTo>
                    <a:pt x="1433149" y="1174314"/>
                  </a:lnTo>
                  <a:lnTo>
                    <a:pt x="1442675" y="1186373"/>
                  </a:lnTo>
                  <a:lnTo>
                    <a:pt x="1452202" y="1198748"/>
                  </a:lnTo>
                  <a:lnTo>
                    <a:pt x="1461411" y="1210807"/>
                  </a:lnTo>
                  <a:lnTo>
                    <a:pt x="1470621" y="1223183"/>
                  </a:lnTo>
                  <a:lnTo>
                    <a:pt x="1479830" y="1235876"/>
                  </a:lnTo>
                  <a:lnTo>
                    <a:pt x="1488404" y="1248569"/>
                  </a:lnTo>
                  <a:lnTo>
                    <a:pt x="1496978" y="1261262"/>
                  </a:lnTo>
                  <a:lnTo>
                    <a:pt x="1505552" y="1274272"/>
                  </a:lnTo>
                  <a:lnTo>
                    <a:pt x="1513809" y="1287600"/>
                  </a:lnTo>
                  <a:lnTo>
                    <a:pt x="1521748" y="1300611"/>
                  </a:lnTo>
                  <a:lnTo>
                    <a:pt x="1529687" y="1314573"/>
                  </a:lnTo>
                  <a:lnTo>
                    <a:pt x="1537308" y="1328218"/>
                  </a:lnTo>
                  <a:lnTo>
                    <a:pt x="1544930" y="1341863"/>
                  </a:lnTo>
                  <a:lnTo>
                    <a:pt x="1552234" y="1355826"/>
                  </a:lnTo>
                  <a:lnTo>
                    <a:pt x="1559537" y="1369788"/>
                  </a:lnTo>
                  <a:lnTo>
                    <a:pt x="1566206" y="1384385"/>
                  </a:lnTo>
                  <a:lnTo>
                    <a:pt x="1573193" y="1398982"/>
                  </a:lnTo>
                  <a:lnTo>
                    <a:pt x="1579544" y="1413579"/>
                  </a:lnTo>
                  <a:lnTo>
                    <a:pt x="1586213" y="1428176"/>
                  </a:lnTo>
                  <a:lnTo>
                    <a:pt x="1592246" y="1443725"/>
                  </a:lnTo>
                  <a:lnTo>
                    <a:pt x="1598280" y="1458640"/>
                  </a:lnTo>
                  <a:lnTo>
                    <a:pt x="1603996" y="1473871"/>
                  </a:lnTo>
                  <a:lnTo>
                    <a:pt x="1609712" y="1489738"/>
                  </a:lnTo>
                  <a:lnTo>
                    <a:pt x="1614793" y="1505287"/>
                  </a:lnTo>
                  <a:lnTo>
                    <a:pt x="1620191" y="1521153"/>
                  </a:lnTo>
                  <a:lnTo>
                    <a:pt x="1624955" y="1537337"/>
                  </a:lnTo>
                  <a:lnTo>
                    <a:pt x="1630036" y="1553521"/>
                  </a:lnTo>
                  <a:lnTo>
                    <a:pt x="1634482" y="1570339"/>
                  </a:lnTo>
                  <a:lnTo>
                    <a:pt x="1638610" y="1586840"/>
                  </a:lnTo>
                  <a:lnTo>
                    <a:pt x="1643056" y="1603976"/>
                  </a:lnTo>
                  <a:lnTo>
                    <a:pt x="1646867" y="1620794"/>
                  </a:lnTo>
                  <a:lnTo>
                    <a:pt x="1650677" y="1637930"/>
                  </a:lnTo>
                  <a:lnTo>
                    <a:pt x="1654170" y="1655383"/>
                  </a:lnTo>
                  <a:lnTo>
                    <a:pt x="1657664" y="1673153"/>
                  </a:lnTo>
                  <a:lnTo>
                    <a:pt x="1660522" y="1690923"/>
                  </a:lnTo>
                  <a:lnTo>
                    <a:pt x="1663697" y="1709011"/>
                  </a:lnTo>
                  <a:lnTo>
                    <a:pt x="1666238" y="1727099"/>
                  </a:lnTo>
                  <a:lnTo>
                    <a:pt x="1668461" y="1745821"/>
                  </a:lnTo>
                  <a:lnTo>
                    <a:pt x="1670684" y="1764226"/>
                  </a:lnTo>
                  <a:lnTo>
                    <a:pt x="1672589" y="1783266"/>
                  </a:lnTo>
                  <a:lnTo>
                    <a:pt x="1674177" y="1802305"/>
                  </a:lnTo>
                  <a:lnTo>
                    <a:pt x="1676082" y="1821345"/>
                  </a:lnTo>
                  <a:lnTo>
                    <a:pt x="1677352" y="1841019"/>
                  </a:lnTo>
                  <a:lnTo>
                    <a:pt x="1678305" y="1860694"/>
                  </a:lnTo>
                  <a:lnTo>
                    <a:pt x="1679258" y="1880368"/>
                  </a:lnTo>
                  <a:lnTo>
                    <a:pt x="1679575" y="1900677"/>
                  </a:lnTo>
                  <a:lnTo>
                    <a:pt x="1679575" y="1903850"/>
                  </a:lnTo>
                  <a:lnTo>
                    <a:pt x="1677035" y="1905437"/>
                  </a:lnTo>
                  <a:lnTo>
                    <a:pt x="1653853" y="1918765"/>
                  </a:lnTo>
                  <a:lnTo>
                    <a:pt x="1630353" y="1931775"/>
                  </a:lnTo>
                  <a:lnTo>
                    <a:pt x="1606854" y="1944151"/>
                  </a:lnTo>
                  <a:lnTo>
                    <a:pt x="1583037" y="1956209"/>
                  </a:lnTo>
                  <a:lnTo>
                    <a:pt x="1558902" y="1967950"/>
                  </a:lnTo>
                  <a:lnTo>
                    <a:pt x="1534768" y="1979374"/>
                  </a:lnTo>
                  <a:lnTo>
                    <a:pt x="1510316" y="1990163"/>
                  </a:lnTo>
                  <a:lnTo>
                    <a:pt x="1485864" y="2000635"/>
                  </a:lnTo>
                  <a:lnTo>
                    <a:pt x="1461411" y="2010790"/>
                  </a:lnTo>
                  <a:lnTo>
                    <a:pt x="1436642" y="2020627"/>
                  </a:lnTo>
                  <a:lnTo>
                    <a:pt x="1411872" y="2029512"/>
                  </a:lnTo>
                  <a:lnTo>
                    <a:pt x="1386785" y="2038397"/>
                  </a:lnTo>
                  <a:lnTo>
                    <a:pt x="1361380" y="2046965"/>
                  </a:lnTo>
                  <a:lnTo>
                    <a:pt x="1335975" y="2054581"/>
                  </a:lnTo>
                  <a:lnTo>
                    <a:pt x="1310570" y="2062514"/>
                  </a:lnTo>
                  <a:lnTo>
                    <a:pt x="1285166" y="2069495"/>
                  </a:lnTo>
                  <a:lnTo>
                    <a:pt x="1259443" y="2076159"/>
                  </a:lnTo>
                  <a:lnTo>
                    <a:pt x="1233403" y="2082506"/>
                  </a:lnTo>
                  <a:lnTo>
                    <a:pt x="1207681" y="2088535"/>
                  </a:lnTo>
                  <a:lnTo>
                    <a:pt x="1181959" y="2093929"/>
                  </a:lnTo>
                  <a:lnTo>
                    <a:pt x="1155919" y="2099007"/>
                  </a:lnTo>
                  <a:lnTo>
                    <a:pt x="1129561" y="2103767"/>
                  </a:lnTo>
                  <a:lnTo>
                    <a:pt x="1103204" y="2107892"/>
                  </a:lnTo>
                  <a:lnTo>
                    <a:pt x="1077164" y="2111382"/>
                  </a:lnTo>
                  <a:lnTo>
                    <a:pt x="1050806" y="2114873"/>
                  </a:lnTo>
                  <a:lnTo>
                    <a:pt x="1024131" y="2117729"/>
                  </a:lnTo>
                  <a:lnTo>
                    <a:pt x="997774" y="2119950"/>
                  </a:lnTo>
                  <a:lnTo>
                    <a:pt x="971099" y="2121854"/>
                  </a:lnTo>
                  <a:lnTo>
                    <a:pt x="944424" y="2123441"/>
                  </a:lnTo>
                  <a:lnTo>
                    <a:pt x="917749" y="2125028"/>
                  </a:lnTo>
                  <a:lnTo>
                    <a:pt x="891074" y="2125662"/>
                  </a:lnTo>
                  <a:lnTo>
                    <a:pt x="864399" y="2125662"/>
                  </a:lnTo>
                  <a:lnTo>
                    <a:pt x="835818" y="2125662"/>
                  </a:lnTo>
                  <a:lnTo>
                    <a:pt x="807238" y="2124710"/>
                  </a:lnTo>
                  <a:lnTo>
                    <a:pt x="778657" y="2123124"/>
                  </a:lnTo>
                  <a:lnTo>
                    <a:pt x="750395" y="2121537"/>
                  </a:lnTo>
                  <a:lnTo>
                    <a:pt x="722132" y="2119316"/>
                  </a:lnTo>
                  <a:lnTo>
                    <a:pt x="693869" y="2116777"/>
                  </a:lnTo>
                  <a:lnTo>
                    <a:pt x="665606" y="2113604"/>
                  </a:lnTo>
                  <a:lnTo>
                    <a:pt x="637661" y="2109478"/>
                  </a:lnTo>
                  <a:lnTo>
                    <a:pt x="609398" y="2105353"/>
                  </a:lnTo>
                  <a:lnTo>
                    <a:pt x="581453" y="2100593"/>
                  </a:lnTo>
                  <a:lnTo>
                    <a:pt x="553825" y="2095199"/>
                  </a:lnTo>
                  <a:lnTo>
                    <a:pt x="525880" y="2089487"/>
                  </a:lnTo>
                  <a:lnTo>
                    <a:pt x="498252" y="2083458"/>
                  </a:lnTo>
                  <a:lnTo>
                    <a:pt x="470624" y="2076476"/>
                  </a:lnTo>
                  <a:lnTo>
                    <a:pt x="443314" y="2069495"/>
                  </a:lnTo>
                  <a:lnTo>
                    <a:pt x="416321" y="2061879"/>
                  </a:lnTo>
                  <a:lnTo>
                    <a:pt x="389011" y="2053629"/>
                  </a:lnTo>
                  <a:lnTo>
                    <a:pt x="362019" y="2045378"/>
                  </a:lnTo>
                  <a:lnTo>
                    <a:pt x="335343" y="2036176"/>
                  </a:lnTo>
                  <a:lnTo>
                    <a:pt x="308668" y="2026656"/>
                  </a:lnTo>
                  <a:lnTo>
                    <a:pt x="282311" y="2016502"/>
                  </a:lnTo>
                  <a:lnTo>
                    <a:pt x="255953" y="2006030"/>
                  </a:lnTo>
                  <a:lnTo>
                    <a:pt x="229913" y="1994923"/>
                  </a:lnTo>
                  <a:lnTo>
                    <a:pt x="203556" y="1983499"/>
                  </a:lnTo>
                  <a:lnTo>
                    <a:pt x="177833" y="1971441"/>
                  </a:lnTo>
                  <a:lnTo>
                    <a:pt x="152429" y="1959065"/>
                  </a:lnTo>
                  <a:lnTo>
                    <a:pt x="127024" y="1946372"/>
                  </a:lnTo>
                  <a:lnTo>
                    <a:pt x="101619" y="1933044"/>
                  </a:lnTo>
                  <a:lnTo>
                    <a:pt x="76532" y="1919399"/>
                  </a:lnTo>
                  <a:lnTo>
                    <a:pt x="51762" y="1905437"/>
                  </a:lnTo>
                  <a:lnTo>
                    <a:pt x="27310" y="1890523"/>
                  </a:lnTo>
                  <a:lnTo>
                    <a:pt x="2858" y="1875291"/>
                  </a:lnTo>
                  <a:lnTo>
                    <a:pt x="0" y="1888301"/>
                  </a:lnTo>
                  <a:lnTo>
                    <a:pt x="0" y="1870531"/>
                  </a:lnTo>
                  <a:lnTo>
                    <a:pt x="952" y="1850222"/>
                  </a:lnTo>
                  <a:lnTo>
                    <a:pt x="2223" y="1829913"/>
                  </a:lnTo>
                  <a:lnTo>
                    <a:pt x="3493" y="1809604"/>
                  </a:lnTo>
                  <a:lnTo>
                    <a:pt x="5398" y="1790247"/>
                  </a:lnTo>
                  <a:lnTo>
                    <a:pt x="6986" y="1770573"/>
                  </a:lnTo>
                  <a:lnTo>
                    <a:pt x="9209" y="1750898"/>
                  </a:lnTo>
                  <a:lnTo>
                    <a:pt x="11749" y="1732176"/>
                  </a:lnTo>
                  <a:lnTo>
                    <a:pt x="14290" y="1713136"/>
                  </a:lnTo>
                  <a:lnTo>
                    <a:pt x="17148" y="1694414"/>
                  </a:lnTo>
                  <a:lnTo>
                    <a:pt x="20006" y="1676009"/>
                  </a:lnTo>
                  <a:lnTo>
                    <a:pt x="23499" y="1657604"/>
                  </a:lnTo>
                  <a:lnTo>
                    <a:pt x="26992" y="1639834"/>
                  </a:lnTo>
                  <a:lnTo>
                    <a:pt x="30486" y="1621746"/>
                  </a:lnTo>
                  <a:lnTo>
                    <a:pt x="34931" y="1604293"/>
                  </a:lnTo>
                  <a:lnTo>
                    <a:pt x="38742" y="1586840"/>
                  </a:lnTo>
                  <a:lnTo>
                    <a:pt x="43188" y="1569704"/>
                  </a:lnTo>
                  <a:lnTo>
                    <a:pt x="47951" y="1552569"/>
                  </a:lnTo>
                  <a:lnTo>
                    <a:pt x="52715" y="1536068"/>
                  </a:lnTo>
                  <a:lnTo>
                    <a:pt x="57796" y="1519249"/>
                  </a:lnTo>
                  <a:lnTo>
                    <a:pt x="62877" y="1503066"/>
                  </a:lnTo>
                  <a:lnTo>
                    <a:pt x="68593" y="1486564"/>
                  </a:lnTo>
                  <a:lnTo>
                    <a:pt x="73991" y="1470698"/>
                  </a:lnTo>
                  <a:lnTo>
                    <a:pt x="80025" y="1455149"/>
                  </a:lnTo>
                  <a:lnTo>
                    <a:pt x="86059" y="1439283"/>
                  </a:lnTo>
                  <a:lnTo>
                    <a:pt x="92410" y="1424051"/>
                  </a:lnTo>
                  <a:lnTo>
                    <a:pt x="98761" y="1409137"/>
                  </a:lnTo>
                  <a:lnTo>
                    <a:pt x="105430" y="1393905"/>
                  </a:lnTo>
                  <a:lnTo>
                    <a:pt x="112098" y="1378990"/>
                  </a:lnTo>
                  <a:lnTo>
                    <a:pt x="119402" y="1364393"/>
                  </a:lnTo>
                  <a:lnTo>
                    <a:pt x="126706" y="1350114"/>
                  </a:lnTo>
                  <a:lnTo>
                    <a:pt x="134010" y="1335834"/>
                  </a:lnTo>
                  <a:lnTo>
                    <a:pt x="141632" y="1321871"/>
                  </a:lnTo>
                  <a:lnTo>
                    <a:pt x="149571" y="1307909"/>
                  </a:lnTo>
                  <a:lnTo>
                    <a:pt x="157510" y="1294264"/>
                  </a:lnTo>
                  <a:lnTo>
                    <a:pt x="165766" y="1280936"/>
                  </a:lnTo>
                  <a:lnTo>
                    <a:pt x="174023" y="1267291"/>
                  </a:lnTo>
                  <a:lnTo>
                    <a:pt x="182597" y="1253963"/>
                  </a:lnTo>
                  <a:lnTo>
                    <a:pt x="191171" y="1241270"/>
                  </a:lnTo>
                  <a:lnTo>
                    <a:pt x="200380" y="1228260"/>
                  </a:lnTo>
                  <a:lnTo>
                    <a:pt x="209589" y="1215884"/>
                  </a:lnTo>
                  <a:lnTo>
                    <a:pt x="218799" y="1203191"/>
                  </a:lnTo>
                  <a:lnTo>
                    <a:pt x="228008" y="1191133"/>
                  </a:lnTo>
                  <a:lnTo>
                    <a:pt x="237852" y="1178757"/>
                  </a:lnTo>
                  <a:lnTo>
                    <a:pt x="247697" y="1167016"/>
                  </a:lnTo>
                  <a:lnTo>
                    <a:pt x="257541" y="1155275"/>
                  </a:lnTo>
                  <a:lnTo>
                    <a:pt x="267703" y="1143533"/>
                  </a:lnTo>
                  <a:lnTo>
                    <a:pt x="278182" y="1132110"/>
                  </a:lnTo>
                  <a:lnTo>
                    <a:pt x="288662" y="1120686"/>
                  </a:lnTo>
                  <a:lnTo>
                    <a:pt x="298824" y="1109579"/>
                  </a:lnTo>
                  <a:lnTo>
                    <a:pt x="309938" y="1098473"/>
                  </a:lnTo>
                  <a:lnTo>
                    <a:pt x="320735" y="1087684"/>
                  </a:lnTo>
                  <a:lnTo>
                    <a:pt x="331850" y="1076895"/>
                  </a:lnTo>
                  <a:lnTo>
                    <a:pt x="343282" y="1066423"/>
                  </a:lnTo>
                  <a:lnTo>
                    <a:pt x="354715" y="1055951"/>
                  </a:lnTo>
                  <a:lnTo>
                    <a:pt x="366147" y="1045797"/>
                  </a:lnTo>
                  <a:lnTo>
                    <a:pt x="377897" y="1035642"/>
                  </a:lnTo>
                  <a:lnTo>
                    <a:pt x="389964" y="1025805"/>
                  </a:lnTo>
                  <a:lnTo>
                    <a:pt x="401714" y="1015968"/>
                  </a:lnTo>
                  <a:lnTo>
                    <a:pt x="414099" y="1006448"/>
                  </a:lnTo>
                  <a:lnTo>
                    <a:pt x="426801" y="996928"/>
                  </a:lnTo>
                  <a:lnTo>
                    <a:pt x="439186" y="987408"/>
                  </a:lnTo>
                  <a:lnTo>
                    <a:pt x="451571" y="977888"/>
                  </a:lnTo>
                  <a:lnTo>
                    <a:pt x="477293" y="960118"/>
                  </a:lnTo>
                  <a:lnTo>
                    <a:pt x="481421" y="957262"/>
                  </a:lnTo>
                  <a:close/>
                  <a:moveTo>
                    <a:pt x="839471" y="0"/>
                  </a:moveTo>
                  <a:lnTo>
                    <a:pt x="852171" y="0"/>
                  </a:lnTo>
                  <a:lnTo>
                    <a:pt x="865506" y="0"/>
                  </a:lnTo>
                  <a:lnTo>
                    <a:pt x="878206" y="636"/>
                  </a:lnTo>
                  <a:lnTo>
                    <a:pt x="890906" y="1271"/>
                  </a:lnTo>
                  <a:lnTo>
                    <a:pt x="903288" y="2542"/>
                  </a:lnTo>
                  <a:lnTo>
                    <a:pt x="915988" y="3813"/>
                  </a:lnTo>
                  <a:lnTo>
                    <a:pt x="928371" y="5719"/>
                  </a:lnTo>
                  <a:lnTo>
                    <a:pt x="940436" y="7943"/>
                  </a:lnTo>
                  <a:lnTo>
                    <a:pt x="952818" y="10167"/>
                  </a:lnTo>
                  <a:lnTo>
                    <a:pt x="964883" y="12708"/>
                  </a:lnTo>
                  <a:lnTo>
                    <a:pt x="976631" y="15568"/>
                  </a:lnTo>
                  <a:lnTo>
                    <a:pt x="988696" y="19062"/>
                  </a:lnTo>
                  <a:lnTo>
                    <a:pt x="1000443" y="22239"/>
                  </a:lnTo>
                  <a:lnTo>
                    <a:pt x="1011873" y="26052"/>
                  </a:lnTo>
                  <a:lnTo>
                    <a:pt x="1023621" y="30182"/>
                  </a:lnTo>
                  <a:lnTo>
                    <a:pt x="1034733" y="34630"/>
                  </a:lnTo>
                  <a:lnTo>
                    <a:pt x="1046163" y="39395"/>
                  </a:lnTo>
                  <a:lnTo>
                    <a:pt x="1057276" y="44161"/>
                  </a:lnTo>
                  <a:lnTo>
                    <a:pt x="1068388" y="48926"/>
                  </a:lnTo>
                  <a:lnTo>
                    <a:pt x="1079183" y="54645"/>
                  </a:lnTo>
                  <a:lnTo>
                    <a:pt x="1089661" y="60046"/>
                  </a:lnTo>
                  <a:lnTo>
                    <a:pt x="1100456" y="66082"/>
                  </a:lnTo>
                  <a:lnTo>
                    <a:pt x="1110616" y="72119"/>
                  </a:lnTo>
                  <a:lnTo>
                    <a:pt x="1120776" y="78790"/>
                  </a:lnTo>
                  <a:lnTo>
                    <a:pt x="1130936" y="85462"/>
                  </a:lnTo>
                  <a:lnTo>
                    <a:pt x="1140461" y="92134"/>
                  </a:lnTo>
                  <a:lnTo>
                    <a:pt x="1150303" y="99123"/>
                  </a:lnTo>
                  <a:lnTo>
                    <a:pt x="1159828" y="106430"/>
                  </a:lnTo>
                  <a:lnTo>
                    <a:pt x="1169353" y="114055"/>
                  </a:lnTo>
                  <a:lnTo>
                    <a:pt x="1178561" y="121680"/>
                  </a:lnTo>
                  <a:lnTo>
                    <a:pt x="1187133" y="129623"/>
                  </a:lnTo>
                  <a:lnTo>
                    <a:pt x="1196023" y="137883"/>
                  </a:lnTo>
                  <a:lnTo>
                    <a:pt x="1204596" y="146143"/>
                  </a:lnTo>
                  <a:lnTo>
                    <a:pt x="1213168" y="155039"/>
                  </a:lnTo>
                  <a:lnTo>
                    <a:pt x="1221106" y="163299"/>
                  </a:lnTo>
                  <a:lnTo>
                    <a:pt x="1229043" y="172513"/>
                  </a:lnTo>
                  <a:lnTo>
                    <a:pt x="1236981" y="181726"/>
                  </a:lnTo>
                  <a:lnTo>
                    <a:pt x="1244283" y="190939"/>
                  </a:lnTo>
                  <a:lnTo>
                    <a:pt x="1251586" y="200153"/>
                  </a:lnTo>
                  <a:lnTo>
                    <a:pt x="1258888" y="210001"/>
                  </a:lnTo>
                  <a:lnTo>
                    <a:pt x="1265556" y="219850"/>
                  </a:lnTo>
                  <a:lnTo>
                    <a:pt x="1272223" y="230017"/>
                  </a:lnTo>
                  <a:lnTo>
                    <a:pt x="1278256" y="240183"/>
                  </a:lnTo>
                  <a:lnTo>
                    <a:pt x="1284606" y="250667"/>
                  </a:lnTo>
                  <a:lnTo>
                    <a:pt x="1290321" y="261151"/>
                  </a:lnTo>
                  <a:lnTo>
                    <a:pt x="1296353" y="271953"/>
                  </a:lnTo>
                  <a:lnTo>
                    <a:pt x="1301433" y="282755"/>
                  </a:lnTo>
                  <a:lnTo>
                    <a:pt x="1306831" y="293239"/>
                  </a:lnTo>
                  <a:lnTo>
                    <a:pt x="1311593" y="304359"/>
                  </a:lnTo>
                  <a:lnTo>
                    <a:pt x="1316356" y="315796"/>
                  </a:lnTo>
                  <a:lnTo>
                    <a:pt x="1320483" y="327234"/>
                  </a:lnTo>
                  <a:lnTo>
                    <a:pt x="1324293" y="338671"/>
                  </a:lnTo>
                  <a:lnTo>
                    <a:pt x="1328421" y="350426"/>
                  </a:lnTo>
                  <a:lnTo>
                    <a:pt x="1331913" y="362181"/>
                  </a:lnTo>
                  <a:lnTo>
                    <a:pt x="1335088" y="373936"/>
                  </a:lnTo>
                  <a:lnTo>
                    <a:pt x="1337946" y="386009"/>
                  </a:lnTo>
                  <a:lnTo>
                    <a:pt x="1340803" y="398081"/>
                  </a:lnTo>
                  <a:lnTo>
                    <a:pt x="1343026" y="410472"/>
                  </a:lnTo>
                  <a:lnTo>
                    <a:pt x="1344931" y="422862"/>
                  </a:lnTo>
                  <a:lnTo>
                    <a:pt x="1346518" y="435252"/>
                  </a:lnTo>
                  <a:lnTo>
                    <a:pt x="1348106" y="447643"/>
                  </a:lnTo>
                  <a:lnTo>
                    <a:pt x="1349058" y="460033"/>
                  </a:lnTo>
                  <a:lnTo>
                    <a:pt x="1350011" y="472741"/>
                  </a:lnTo>
                  <a:lnTo>
                    <a:pt x="1350646" y="485449"/>
                  </a:lnTo>
                  <a:lnTo>
                    <a:pt x="1350963" y="498475"/>
                  </a:lnTo>
                  <a:lnTo>
                    <a:pt x="1350646" y="513407"/>
                  </a:lnTo>
                  <a:lnTo>
                    <a:pt x="1349693" y="528975"/>
                  </a:lnTo>
                  <a:lnTo>
                    <a:pt x="1348423" y="543907"/>
                  </a:lnTo>
                  <a:lnTo>
                    <a:pt x="1347153" y="558521"/>
                  </a:lnTo>
                  <a:lnTo>
                    <a:pt x="1345248" y="573453"/>
                  </a:lnTo>
                  <a:lnTo>
                    <a:pt x="1342708" y="588067"/>
                  </a:lnTo>
                  <a:lnTo>
                    <a:pt x="1339851" y="602682"/>
                  </a:lnTo>
                  <a:lnTo>
                    <a:pt x="1336358" y="616660"/>
                  </a:lnTo>
                  <a:lnTo>
                    <a:pt x="1332866" y="631275"/>
                  </a:lnTo>
                  <a:lnTo>
                    <a:pt x="1328738" y="645254"/>
                  </a:lnTo>
                  <a:lnTo>
                    <a:pt x="1324293" y="658915"/>
                  </a:lnTo>
                  <a:lnTo>
                    <a:pt x="1319531" y="672576"/>
                  </a:lnTo>
                  <a:lnTo>
                    <a:pt x="1314133" y="685920"/>
                  </a:lnTo>
                  <a:lnTo>
                    <a:pt x="1308418" y="699263"/>
                  </a:lnTo>
                  <a:lnTo>
                    <a:pt x="1302386" y="712607"/>
                  </a:lnTo>
                  <a:lnTo>
                    <a:pt x="1296353" y="725315"/>
                  </a:lnTo>
                  <a:lnTo>
                    <a:pt x="1289368" y="738023"/>
                  </a:lnTo>
                  <a:lnTo>
                    <a:pt x="1282383" y="750413"/>
                  </a:lnTo>
                  <a:lnTo>
                    <a:pt x="1275081" y="762486"/>
                  </a:lnTo>
                  <a:lnTo>
                    <a:pt x="1267143" y="774559"/>
                  </a:lnTo>
                  <a:lnTo>
                    <a:pt x="1259206" y="786313"/>
                  </a:lnTo>
                  <a:lnTo>
                    <a:pt x="1250633" y="797751"/>
                  </a:lnTo>
                  <a:lnTo>
                    <a:pt x="1242061" y="809188"/>
                  </a:lnTo>
                  <a:lnTo>
                    <a:pt x="1232853" y="819990"/>
                  </a:lnTo>
                  <a:lnTo>
                    <a:pt x="1223963" y="830792"/>
                  </a:lnTo>
                  <a:lnTo>
                    <a:pt x="1214121" y="841276"/>
                  </a:lnTo>
                  <a:lnTo>
                    <a:pt x="1204278" y="851442"/>
                  </a:lnTo>
                  <a:lnTo>
                    <a:pt x="1193801" y="860974"/>
                  </a:lnTo>
                  <a:lnTo>
                    <a:pt x="1183323" y="870822"/>
                  </a:lnTo>
                  <a:lnTo>
                    <a:pt x="1172528" y="880036"/>
                  </a:lnTo>
                  <a:lnTo>
                    <a:pt x="1161733" y="889249"/>
                  </a:lnTo>
                  <a:lnTo>
                    <a:pt x="1150303" y="897827"/>
                  </a:lnTo>
                  <a:lnTo>
                    <a:pt x="1134746" y="909264"/>
                  </a:lnTo>
                  <a:lnTo>
                    <a:pt x="1118236" y="920066"/>
                  </a:lnTo>
                  <a:lnTo>
                    <a:pt x="1101408" y="929915"/>
                  </a:lnTo>
                  <a:lnTo>
                    <a:pt x="1084581" y="939446"/>
                  </a:lnTo>
                  <a:lnTo>
                    <a:pt x="1066801" y="948342"/>
                  </a:lnTo>
                  <a:lnTo>
                    <a:pt x="1048703" y="956602"/>
                  </a:lnTo>
                  <a:lnTo>
                    <a:pt x="1040131" y="960414"/>
                  </a:lnTo>
                  <a:lnTo>
                    <a:pt x="1030606" y="963909"/>
                  </a:lnTo>
                  <a:lnTo>
                    <a:pt x="1021398" y="967722"/>
                  </a:lnTo>
                  <a:lnTo>
                    <a:pt x="1011873" y="970899"/>
                  </a:lnTo>
                  <a:lnTo>
                    <a:pt x="1002348" y="973758"/>
                  </a:lnTo>
                  <a:lnTo>
                    <a:pt x="993141" y="976617"/>
                  </a:lnTo>
                  <a:lnTo>
                    <a:pt x="983616" y="979794"/>
                  </a:lnTo>
                  <a:lnTo>
                    <a:pt x="973773" y="982018"/>
                  </a:lnTo>
                  <a:lnTo>
                    <a:pt x="963931" y="984560"/>
                  </a:lnTo>
                  <a:lnTo>
                    <a:pt x="954088" y="986466"/>
                  </a:lnTo>
                  <a:lnTo>
                    <a:pt x="944246" y="988372"/>
                  </a:lnTo>
                  <a:lnTo>
                    <a:pt x="934403" y="990596"/>
                  </a:lnTo>
                  <a:lnTo>
                    <a:pt x="924561" y="991867"/>
                  </a:lnTo>
                  <a:lnTo>
                    <a:pt x="914401" y="993455"/>
                  </a:lnTo>
                  <a:lnTo>
                    <a:pt x="904241" y="994409"/>
                  </a:lnTo>
                  <a:lnTo>
                    <a:pt x="893763" y="995362"/>
                  </a:lnTo>
                  <a:lnTo>
                    <a:pt x="883603" y="995997"/>
                  </a:lnTo>
                  <a:lnTo>
                    <a:pt x="873126" y="996632"/>
                  </a:lnTo>
                  <a:lnTo>
                    <a:pt x="862648" y="996950"/>
                  </a:lnTo>
                  <a:lnTo>
                    <a:pt x="852171" y="996950"/>
                  </a:lnTo>
                  <a:lnTo>
                    <a:pt x="840423" y="996950"/>
                  </a:lnTo>
                  <a:lnTo>
                    <a:pt x="828358" y="996315"/>
                  </a:lnTo>
                  <a:lnTo>
                    <a:pt x="816293" y="995679"/>
                  </a:lnTo>
                  <a:lnTo>
                    <a:pt x="804546" y="994726"/>
                  </a:lnTo>
                  <a:lnTo>
                    <a:pt x="792798" y="993455"/>
                  </a:lnTo>
                  <a:lnTo>
                    <a:pt x="781368" y="992185"/>
                  </a:lnTo>
                  <a:lnTo>
                    <a:pt x="769621" y="990278"/>
                  </a:lnTo>
                  <a:lnTo>
                    <a:pt x="758191" y="988054"/>
                  </a:lnTo>
                  <a:lnTo>
                    <a:pt x="746761" y="985831"/>
                  </a:lnTo>
                  <a:lnTo>
                    <a:pt x="735331" y="983289"/>
                  </a:lnTo>
                  <a:lnTo>
                    <a:pt x="724218" y="980430"/>
                  </a:lnTo>
                  <a:lnTo>
                    <a:pt x="713106" y="977253"/>
                  </a:lnTo>
                  <a:lnTo>
                    <a:pt x="702311" y="973758"/>
                  </a:lnTo>
                  <a:lnTo>
                    <a:pt x="691198" y="970263"/>
                  </a:lnTo>
                  <a:lnTo>
                    <a:pt x="680721" y="966768"/>
                  </a:lnTo>
                  <a:lnTo>
                    <a:pt x="670243" y="962321"/>
                  </a:lnTo>
                  <a:lnTo>
                    <a:pt x="659448" y="958190"/>
                  </a:lnTo>
                  <a:lnTo>
                    <a:pt x="648971" y="953425"/>
                  </a:lnTo>
                  <a:lnTo>
                    <a:pt x="638811" y="948659"/>
                  </a:lnTo>
                  <a:lnTo>
                    <a:pt x="628651" y="943894"/>
                  </a:lnTo>
                  <a:lnTo>
                    <a:pt x="618491" y="938493"/>
                  </a:lnTo>
                  <a:lnTo>
                    <a:pt x="608648" y="933410"/>
                  </a:lnTo>
                  <a:lnTo>
                    <a:pt x="599123" y="927373"/>
                  </a:lnTo>
                  <a:lnTo>
                    <a:pt x="589281" y="921655"/>
                  </a:lnTo>
                  <a:lnTo>
                    <a:pt x="579756" y="915618"/>
                  </a:lnTo>
                  <a:lnTo>
                    <a:pt x="570548" y="909264"/>
                  </a:lnTo>
                  <a:lnTo>
                    <a:pt x="561023" y="902910"/>
                  </a:lnTo>
                  <a:lnTo>
                    <a:pt x="552133" y="895921"/>
                  </a:lnTo>
                  <a:lnTo>
                    <a:pt x="543561" y="889249"/>
                  </a:lnTo>
                  <a:lnTo>
                    <a:pt x="534671" y="881942"/>
                  </a:lnTo>
                  <a:lnTo>
                    <a:pt x="526098" y="874952"/>
                  </a:lnTo>
                  <a:lnTo>
                    <a:pt x="517526" y="867328"/>
                  </a:lnTo>
                  <a:lnTo>
                    <a:pt x="508318" y="858750"/>
                  </a:lnTo>
                  <a:lnTo>
                    <a:pt x="499428" y="849854"/>
                  </a:lnTo>
                  <a:lnTo>
                    <a:pt x="490538" y="840958"/>
                  </a:lnTo>
                  <a:lnTo>
                    <a:pt x="481648" y="831427"/>
                  </a:lnTo>
                  <a:lnTo>
                    <a:pt x="473711" y="821896"/>
                  </a:lnTo>
                  <a:lnTo>
                    <a:pt x="465456" y="812047"/>
                  </a:lnTo>
                  <a:lnTo>
                    <a:pt x="457518" y="801881"/>
                  </a:lnTo>
                  <a:lnTo>
                    <a:pt x="449898" y="791714"/>
                  </a:lnTo>
                  <a:lnTo>
                    <a:pt x="442596" y="781548"/>
                  </a:lnTo>
                  <a:lnTo>
                    <a:pt x="435293" y="770746"/>
                  </a:lnTo>
                  <a:lnTo>
                    <a:pt x="428626" y="759944"/>
                  </a:lnTo>
                  <a:lnTo>
                    <a:pt x="421958" y="749142"/>
                  </a:lnTo>
                  <a:lnTo>
                    <a:pt x="415608" y="738023"/>
                  </a:lnTo>
                  <a:lnTo>
                    <a:pt x="409576" y="726585"/>
                  </a:lnTo>
                  <a:lnTo>
                    <a:pt x="403861" y="715148"/>
                  </a:lnTo>
                  <a:lnTo>
                    <a:pt x="398463" y="703393"/>
                  </a:lnTo>
                  <a:lnTo>
                    <a:pt x="393383" y="691638"/>
                  </a:lnTo>
                  <a:lnTo>
                    <a:pt x="388303" y="679566"/>
                  </a:lnTo>
                  <a:lnTo>
                    <a:pt x="383858" y="667493"/>
                  </a:lnTo>
                  <a:lnTo>
                    <a:pt x="379731" y="655420"/>
                  </a:lnTo>
                  <a:lnTo>
                    <a:pt x="375603" y="643030"/>
                  </a:lnTo>
                  <a:lnTo>
                    <a:pt x="372111" y="630322"/>
                  </a:lnTo>
                  <a:lnTo>
                    <a:pt x="368936" y="617614"/>
                  </a:lnTo>
                  <a:lnTo>
                    <a:pt x="365443" y="604588"/>
                  </a:lnTo>
                  <a:lnTo>
                    <a:pt x="362903" y="591880"/>
                  </a:lnTo>
                  <a:lnTo>
                    <a:pt x="360681" y="578854"/>
                  </a:lnTo>
                  <a:lnTo>
                    <a:pt x="358776" y="565828"/>
                  </a:lnTo>
                  <a:lnTo>
                    <a:pt x="357188" y="552485"/>
                  </a:lnTo>
                  <a:lnTo>
                    <a:pt x="355601" y="539141"/>
                  </a:lnTo>
                  <a:lnTo>
                    <a:pt x="354648" y="525480"/>
                  </a:lnTo>
                  <a:lnTo>
                    <a:pt x="354331" y="511819"/>
                  </a:lnTo>
                  <a:lnTo>
                    <a:pt x="354013" y="498475"/>
                  </a:lnTo>
                  <a:lnTo>
                    <a:pt x="354331" y="485449"/>
                  </a:lnTo>
                  <a:lnTo>
                    <a:pt x="354648" y="472741"/>
                  </a:lnTo>
                  <a:lnTo>
                    <a:pt x="355601" y="460033"/>
                  </a:lnTo>
                  <a:lnTo>
                    <a:pt x="356871" y="447643"/>
                  </a:lnTo>
                  <a:lnTo>
                    <a:pt x="358141" y="434935"/>
                  </a:lnTo>
                  <a:lnTo>
                    <a:pt x="360046" y="422544"/>
                  </a:lnTo>
                  <a:lnTo>
                    <a:pt x="361951" y="410472"/>
                  </a:lnTo>
                  <a:lnTo>
                    <a:pt x="364173" y="397763"/>
                  </a:lnTo>
                  <a:lnTo>
                    <a:pt x="366713" y="385691"/>
                  </a:lnTo>
                  <a:lnTo>
                    <a:pt x="369888" y="373936"/>
                  </a:lnTo>
                  <a:lnTo>
                    <a:pt x="373063" y="361863"/>
                  </a:lnTo>
                  <a:lnTo>
                    <a:pt x="376556" y="350108"/>
                  </a:lnTo>
                  <a:lnTo>
                    <a:pt x="380683" y="338671"/>
                  </a:lnTo>
                  <a:lnTo>
                    <a:pt x="384493" y="326916"/>
                  </a:lnTo>
                  <a:lnTo>
                    <a:pt x="388621" y="315796"/>
                  </a:lnTo>
                  <a:lnTo>
                    <a:pt x="393383" y="304359"/>
                  </a:lnTo>
                  <a:lnTo>
                    <a:pt x="398146" y="293239"/>
                  </a:lnTo>
                  <a:lnTo>
                    <a:pt x="403543" y="282755"/>
                  </a:lnTo>
                  <a:lnTo>
                    <a:pt x="408623" y="271636"/>
                  </a:lnTo>
                  <a:lnTo>
                    <a:pt x="414656" y="261151"/>
                  </a:lnTo>
                  <a:lnTo>
                    <a:pt x="420371" y="250667"/>
                  </a:lnTo>
                  <a:lnTo>
                    <a:pt x="426721" y="240183"/>
                  </a:lnTo>
                  <a:lnTo>
                    <a:pt x="432753" y="230017"/>
                  </a:lnTo>
                  <a:lnTo>
                    <a:pt x="439421" y="219850"/>
                  </a:lnTo>
                  <a:lnTo>
                    <a:pt x="446088" y="210001"/>
                  </a:lnTo>
                  <a:lnTo>
                    <a:pt x="453391" y="200153"/>
                  </a:lnTo>
                  <a:lnTo>
                    <a:pt x="460693" y="190939"/>
                  </a:lnTo>
                  <a:lnTo>
                    <a:pt x="467996" y="181408"/>
                  </a:lnTo>
                  <a:lnTo>
                    <a:pt x="475933" y="172195"/>
                  </a:lnTo>
                  <a:lnTo>
                    <a:pt x="483871" y="163299"/>
                  </a:lnTo>
                  <a:lnTo>
                    <a:pt x="491808" y="154403"/>
                  </a:lnTo>
                  <a:lnTo>
                    <a:pt x="500381" y="146143"/>
                  </a:lnTo>
                  <a:lnTo>
                    <a:pt x="508953" y="137565"/>
                  </a:lnTo>
                  <a:lnTo>
                    <a:pt x="517526" y="129305"/>
                  </a:lnTo>
                  <a:lnTo>
                    <a:pt x="526416" y="121680"/>
                  </a:lnTo>
                  <a:lnTo>
                    <a:pt x="535623" y="113738"/>
                  </a:lnTo>
                  <a:lnTo>
                    <a:pt x="545148" y="106113"/>
                  </a:lnTo>
                  <a:lnTo>
                    <a:pt x="554673" y="99123"/>
                  </a:lnTo>
                  <a:lnTo>
                    <a:pt x="564516" y="92134"/>
                  </a:lnTo>
                  <a:lnTo>
                    <a:pt x="574041" y="85462"/>
                  </a:lnTo>
                  <a:lnTo>
                    <a:pt x="584201" y="78473"/>
                  </a:lnTo>
                  <a:lnTo>
                    <a:pt x="594361" y="72119"/>
                  </a:lnTo>
                  <a:lnTo>
                    <a:pt x="604838" y="66082"/>
                  </a:lnTo>
                  <a:lnTo>
                    <a:pt x="615316" y="60046"/>
                  </a:lnTo>
                  <a:lnTo>
                    <a:pt x="625793" y="54645"/>
                  </a:lnTo>
                  <a:lnTo>
                    <a:pt x="636906" y="48926"/>
                  </a:lnTo>
                  <a:lnTo>
                    <a:pt x="647701" y="44161"/>
                  </a:lnTo>
                  <a:lnTo>
                    <a:pt x="658813" y="39395"/>
                  </a:lnTo>
                  <a:lnTo>
                    <a:pt x="670243" y="34630"/>
                  </a:lnTo>
                  <a:lnTo>
                    <a:pt x="681356" y="30182"/>
                  </a:lnTo>
                  <a:lnTo>
                    <a:pt x="693103" y="26052"/>
                  </a:lnTo>
                  <a:lnTo>
                    <a:pt x="704533" y="22239"/>
                  </a:lnTo>
                  <a:lnTo>
                    <a:pt x="716281" y="19062"/>
                  </a:lnTo>
                  <a:lnTo>
                    <a:pt x="728346" y="15568"/>
                  </a:lnTo>
                  <a:lnTo>
                    <a:pt x="740093" y="12708"/>
                  </a:lnTo>
                  <a:lnTo>
                    <a:pt x="752158" y="10167"/>
                  </a:lnTo>
                  <a:lnTo>
                    <a:pt x="764541" y="7625"/>
                  </a:lnTo>
                  <a:lnTo>
                    <a:pt x="776606" y="5719"/>
                  </a:lnTo>
                  <a:lnTo>
                    <a:pt x="788988" y="3813"/>
                  </a:lnTo>
                  <a:lnTo>
                    <a:pt x="801688" y="2542"/>
                  </a:lnTo>
                  <a:lnTo>
                    <a:pt x="814071" y="1271"/>
                  </a:lnTo>
                  <a:lnTo>
                    <a:pt x="826771" y="636"/>
                  </a:lnTo>
                  <a:lnTo>
                    <a:pt x="839471" y="0"/>
                  </a:lnTo>
                  <a:close/>
                </a:path>
              </a:pathLst>
            </a:custGeom>
            <a:solidFill>
              <a:srgbClr val="F7F7F7"/>
            </a:solidFill>
            <a:ln>
              <a:noFill/>
            </a:ln>
          </p:spPr>
          <p:txBody>
            <a:bodyPr anchor="ctr">
              <a:scene3d>
                <a:camera prst="orthographicFront"/>
                <a:lightRig rig="threePt" dir="t"/>
              </a:scene3d>
              <a:sp3d>
                <a:contourClr>
                  <a:srgbClr val="FFFFFF"/>
                </a:contourClr>
              </a:sp3d>
            </a:bodyPr>
            <a:lstStyle/>
            <a:p>
              <a:pPr algn="ctr">
                <a:defRPr/>
              </a:pPr>
              <a:endParaRPr lang="zh-CN" altLang="en-US" sz="2400">
                <a:solidFill>
                  <a:srgbClr val="FFFFFF"/>
                </a:solidFill>
              </a:endParaRPr>
            </a:p>
          </p:txBody>
        </p:sp>
      </p:grpSp>
    </p:spTree>
  </p:cSld>
  <p:clrMapOvr>
    <a:masterClrMapping/>
  </p:clrMapOvr>
  <p:transition spd="slow">
    <p:pull/>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KSO_BT1"/>
          <p:cNvSpPr>
            <a:spLocks noGrp="1"/>
          </p:cNvSpPr>
          <p:nvPr>
            <p:ph type="title"/>
          </p:nvPr>
        </p:nvSpPr>
        <p:spPr/>
        <p:txBody>
          <a:bodyPr>
            <a:normAutofit/>
          </a:bodyPr>
          <a:lstStyle>
            <a:lvl1pPr>
              <a:defRPr sz="3600"/>
            </a:lvl1pPr>
          </a:lstStyle>
          <a:p>
            <a:r>
              <a:rPr lang="zh-CN" altLang="en-US" smtClean="0"/>
              <a:t>单击此处编辑母版标题样式</a:t>
            </a:r>
            <a:endParaRPr lang="en-US" dirty="0"/>
          </a:p>
        </p:txBody>
      </p:sp>
      <p:sp>
        <p:nvSpPr>
          <p:cNvPr id="3" name="KSO_BC1"/>
          <p:cNvSpPr>
            <a:spLocks noGrp="1"/>
          </p:cNvSpPr>
          <p:nvPr>
            <p:ph idx="1"/>
          </p:nvPr>
        </p:nvSpPr>
        <p:spPr/>
        <p:txBody>
          <a:bodyPr>
            <a:normAutofit/>
          </a:bodyPr>
          <a:lstStyle>
            <a:lvl1pPr>
              <a:defRPr sz="2800">
                <a:solidFill>
                  <a:schemeClr val="accent1"/>
                </a:solidFill>
              </a:defRPr>
            </a:lvl1pPr>
            <a:lvl2pPr>
              <a:defRPr sz="1800"/>
            </a:lvl2pPr>
          </a:lstStyle>
          <a:p>
            <a:pPr lvl="0"/>
            <a:r>
              <a:rPr lang="zh-CN" altLang="en-US" smtClean="0"/>
              <a:t>单击此处编辑母版文本样式</a:t>
            </a:r>
          </a:p>
          <a:p>
            <a:pPr lvl="1"/>
            <a:r>
              <a:rPr lang="zh-CN" altLang="en-US" smtClean="0"/>
              <a:t>第二级</a:t>
            </a:r>
          </a:p>
        </p:txBody>
      </p:sp>
      <p:sp>
        <p:nvSpPr>
          <p:cNvPr id="4" name="KSO_FD"/>
          <p:cNvSpPr>
            <a:spLocks noGrp="1"/>
          </p:cNvSpPr>
          <p:nvPr>
            <p:ph type="dt" sz="half" idx="10"/>
          </p:nvPr>
        </p:nvSpPr>
        <p:spPr/>
        <p:txBody>
          <a:bodyPr/>
          <a:lstStyle/>
          <a:p>
            <a:fld id="{D997B5FA-0921-464F-AAE1-844C04324D75}" type="datetimeFigureOut">
              <a:rPr lang="zh-CN" altLang="en-US" smtClean="0"/>
              <a:t>2025/3/18</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transition spd="slow">
    <p:pull/>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KSO_ST1"/>
          <p:cNvSpPr>
            <a:spLocks noGrp="1"/>
          </p:cNvSpPr>
          <p:nvPr>
            <p:ph type="title" hasCustomPrompt="1"/>
          </p:nvPr>
        </p:nvSpPr>
        <p:spPr>
          <a:xfrm>
            <a:off x="2098676" y="2108202"/>
            <a:ext cx="7994651" cy="1235075"/>
          </a:xfrm>
        </p:spPr>
        <p:txBody>
          <a:bodyPr anchor="b">
            <a:normAutofit/>
          </a:bodyPr>
          <a:lstStyle>
            <a:lvl1pPr algn="ctr">
              <a:defRPr sz="2700">
                <a:solidFill>
                  <a:schemeClr val="tx2"/>
                </a:solidFill>
                <a:effectLst/>
              </a:defRPr>
            </a:lvl1pPr>
          </a:lstStyle>
          <a:p>
            <a:r>
              <a:rPr lang="zh-CN" altLang="en-US" dirty="0" smtClean="0"/>
              <a:t>此处添加您的标题</a:t>
            </a:r>
            <a:endParaRPr lang="en-US" dirty="0"/>
          </a:p>
        </p:txBody>
      </p:sp>
      <p:sp>
        <p:nvSpPr>
          <p:cNvPr id="3" name="KSO_ST2"/>
          <p:cNvSpPr>
            <a:spLocks noGrp="1"/>
          </p:cNvSpPr>
          <p:nvPr>
            <p:ph type="body" idx="1" hasCustomPrompt="1"/>
          </p:nvPr>
        </p:nvSpPr>
        <p:spPr>
          <a:xfrm>
            <a:off x="4050894" y="3400425"/>
            <a:ext cx="4090217" cy="357478"/>
          </a:xfrm>
          <a:prstGeom prst="roundRect">
            <a:avLst>
              <a:gd name="adj" fmla="val 50000"/>
            </a:avLst>
          </a:prstGeom>
          <a:solidFill>
            <a:schemeClr val="accent1"/>
          </a:solidFill>
        </p:spPr>
        <p:txBody>
          <a:bodyPr anchor="ctr">
            <a:normAutofit/>
          </a:bodyPr>
          <a:lstStyle>
            <a:lvl1pPr marL="0" indent="0" algn="ctr">
              <a:buNone/>
              <a:defRPr sz="12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r>
              <a:rPr lang="zh-CN" altLang="en-US" dirty="0" smtClean="0"/>
              <a:t>单击此处添加您的副标题</a:t>
            </a:r>
            <a:endParaRPr lang="en-US" altLang="zh-CN" dirty="0"/>
          </a:p>
        </p:txBody>
      </p:sp>
      <p:sp>
        <p:nvSpPr>
          <p:cNvPr id="4" name="KSO_FD"/>
          <p:cNvSpPr>
            <a:spLocks noGrp="1"/>
          </p:cNvSpPr>
          <p:nvPr>
            <p:ph type="dt" sz="half" idx="10"/>
          </p:nvPr>
        </p:nvSpPr>
        <p:spPr/>
        <p:txBody>
          <a:bodyPr/>
          <a:lstStyle/>
          <a:p>
            <a:fld id="{D997B5FA-0921-464F-AAE1-844C04324D75}" type="datetimeFigureOut">
              <a:rPr lang="zh-CN" altLang="en-US" smtClean="0"/>
              <a:t>2025/3/18</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transition spd="slow">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smtClean="0"/>
              <a:t>单击此处编辑母版标题样式</a:t>
            </a:r>
            <a:endParaRPr lang="en-US" dirty="0"/>
          </a:p>
        </p:txBody>
      </p:sp>
      <p:sp>
        <p:nvSpPr>
          <p:cNvPr id="3" name="KSO_BC1"/>
          <p:cNvSpPr>
            <a:spLocks noGrp="1"/>
          </p:cNvSpPr>
          <p:nvPr>
            <p:ph sz="half" idx="1"/>
          </p:nvPr>
        </p:nvSpPr>
        <p:spPr>
          <a:xfrm>
            <a:off x="1399823" y="1244603"/>
            <a:ext cx="5080000" cy="4932363"/>
          </a:xfrm>
        </p:spPr>
        <p:txBody>
          <a:bodyPr/>
          <a:lstStyle/>
          <a:p>
            <a:pPr lvl="0"/>
            <a:r>
              <a:rPr lang="zh-CN" altLang="en-US" smtClean="0"/>
              <a:t>单击此处编辑母版文本样式</a:t>
            </a:r>
          </a:p>
          <a:p>
            <a:pPr lvl="1"/>
            <a:r>
              <a:rPr lang="zh-CN" altLang="en-US" smtClean="0"/>
              <a:t>第二级</a:t>
            </a:r>
          </a:p>
        </p:txBody>
      </p:sp>
      <p:sp>
        <p:nvSpPr>
          <p:cNvPr id="4" name="KSO_BC2"/>
          <p:cNvSpPr>
            <a:spLocks noGrp="1"/>
          </p:cNvSpPr>
          <p:nvPr>
            <p:ph sz="half" idx="2"/>
          </p:nvPr>
        </p:nvSpPr>
        <p:spPr>
          <a:xfrm>
            <a:off x="6519334" y="1244603"/>
            <a:ext cx="5094116" cy="4932363"/>
          </a:xfrm>
        </p:spPr>
        <p:txBody>
          <a:bodyPr/>
          <a:lstStyle/>
          <a:p>
            <a:pPr lvl="0"/>
            <a:r>
              <a:rPr lang="zh-CN" altLang="en-US" smtClean="0"/>
              <a:t>单击此处编辑母版文本样式</a:t>
            </a:r>
          </a:p>
          <a:p>
            <a:pPr lvl="1"/>
            <a:r>
              <a:rPr lang="zh-CN" altLang="en-US" smtClean="0"/>
              <a:t>第二级</a:t>
            </a:r>
          </a:p>
        </p:txBody>
      </p:sp>
      <p:sp>
        <p:nvSpPr>
          <p:cNvPr id="5" name="KSO_FD"/>
          <p:cNvSpPr>
            <a:spLocks noGrp="1"/>
          </p:cNvSpPr>
          <p:nvPr>
            <p:ph type="dt" sz="half" idx="10"/>
          </p:nvPr>
        </p:nvSpPr>
        <p:spPr/>
        <p:txBody>
          <a:bodyPr/>
          <a:lstStyle/>
          <a:p>
            <a:fld id="{D997B5FA-0921-464F-AAE1-844C04324D75}" type="datetimeFigureOut">
              <a:rPr lang="zh-CN" altLang="en-US" smtClean="0"/>
              <a:t>2025/3/18</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transition spd="slow">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KSO_BT1"/>
          <p:cNvSpPr>
            <a:spLocks noGrp="1"/>
          </p:cNvSpPr>
          <p:nvPr>
            <p:ph type="title"/>
          </p:nvPr>
        </p:nvSpPr>
        <p:spPr>
          <a:xfrm>
            <a:off x="2302932" y="118532"/>
            <a:ext cx="9312101" cy="717022"/>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1099436" y="1376362"/>
            <a:ext cx="5157787" cy="823912"/>
          </a:xfrm>
        </p:spPr>
        <p:txBody>
          <a:bodyPr anchor="b">
            <a:normAutofit/>
          </a:bodyPr>
          <a:lstStyle>
            <a:lvl1pPr marL="0" indent="0">
              <a:buNone/>
              <a:defRPr sz="135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4" name="KSO_BC1"/>
          <p:cNvSpPr>
            <a:spLocks noGrp="1"/>
          </p:cNvSpPr>
          <p:nvPr>
            <p:ph sz="half" idx="2"/>
          </p:nvPr>
        </p:nvSpPr>
        <p:spPr>
          <a:xfrm>
            <a:off x="1099436" y="2200274"/>
            <a:ext cx="5157787" cy="3684588"/>
          </a:xfrm>
        </p:spPr>
        <p:txBody>
          <a:bodyPr/>
          <a:lstStyle/>
          <a:p>
            <a:pPr lvl="0"/>
            <a:r>
              <a:rPr lang="zh-CN" altLang="en-US" smtClean="0"/>
              <a:t>单击此处编辑母版文本样式</a:t>
            </a:r>
          </a:p>
          <a:p>
            <a:pPr lvl="1"/>
            <a:r>
              <a:rPr lang="zh-CN" altLang="en-US" smtClean="0"/>
              <a:t>第二级</a:t>
            </a:r>
          </a:p>
        </p:txBody>
      </p:sp>
      <p:sp>
        <p:nvSpPr>
          <p:cNvPr id="5" name="Text Placeholder 4"/>
          <p:cNvSpPr>
            <a:spLocks noGrp="1"/>
          </p:cNvSpPr>
          <p:nvPr>
            <p:ph type="body" sz="quarter" idx="3"/>
          </p:nvPr>
        </p:nvSpPr>
        <p:spPr>
          <a:xfrm>
            <a:off x="6431847" y="1376362"/>
            <a:ext cx="5183188" cy="823912"/>
          </a:xfrm>
        </p:spPr>
        <p:txBody>
          <a:bodyPr anchor="b">
            <a:normAutofit/>
          </a:bodyPr>
          <a:lstStyle>
            <a:lvl1pPr marL="0" indent="0">
              <a:buNone/>
              <a:defRPr sz="135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6" name="KSO_BC2"/>
          <p:cNvSpPr>
            <a:spLocks noGrp="1"/>
          </p:cNvSpPr>
          <p:nvPr>
            <p:ph sz="quarter" idx="4"/>
          </p:nvPr>
        </p:nvSpPr>
        <p:spPr>
          <a:xfrm>
            <a:off x="6431847" y="2200274"/>
            <a:ext cx="5183188" cy="3684588"/>
          </a:xfrm>
        </p:spPr>
        <p:txBody>
          <a:bodyPr/>
          <a:lstStyle/>
          <a:p>
            <a:pPr lvl="0"/>
            <a:r>
              <a:rPr lang="zh-CN" altLang="en-US" smtClean="0"/>
              <a:t>单击此处编辑母版文本样式</a:t>
            </a:r>
          </a:p>
          <a:p>
            <a:pPr lvl="1"/>
            <a:r>
              <a:rPr lang="zh-CN" altLang="en-US" smtClean="0"/>
              <a:t>第二级</a:t>
            </a:r>
          </a:p>
        </p:txBody>
      </p:sp>
      <p:sp>
        <p:nvSpPr>
          <p:cNvPr id="7" name="KSO_FD"/>
          <p:cNvSpPr>
            <a:spLocks noGrp="1"/>
          </p:cNvSpPr>
          <p:nvPr>
            <p:ph type="dt" sz="half" idx="10"/>
          </p:nvPr>
        </p:nvSpPr>
        <p:spPr/>
        <p:txBody>
          <a:bodyPr/>
          <a:lstStyle/>
          <a:p>
            <a:fld id="{D997B5FA-0921-464F-AAE1-844C04324D75}" type="datetimeFigureOut">
              <a:rPr lang="zh-CN" altLang="en-US" smtClean="0"/>
              <a:t>2025/3/18</a:t>
            </a:fld>
            <a:endParaRPr lang="zh-CN" altLang="en-US"/>
          </a:p>
        </p:txBody>
      </p:sp>
      <p:sp>
        <p:nvSpPr>
          <p:cNvPr id="8" name="KSO_FT"/>
          <p:cNvSpPr>
            <a:spLocks noGrp="1"/>
          </p:cNvSpPr>
          <p:nvPr>
            <p:ph type="ftr" sz="quarter" idx="11"/>
          </p:nvPr>
        </p:nvSpPr>
        <p:spPr/>
        <p:txBody>
          <a:bodyPr/>
          <a:lstStyle/>
          <a:p>
            <a:endParaRPr lang="zh-CN" altLang="en-US"/>
          </a:p>
        </p:txBody>
      </p:sp>
      <p:sp>
        <p:nvSpPr>
          <p:cNvPr id="9" name="KSO_FN"/>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transition spd="slow">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smtClean="0"/>
              <a:t>单击此处编辑母版标题样式</a:t>
            </a:r>
            <a:endParaRPr lang="en-US" dirty="0"/>
          </a:p>
        </p:txBody>
      </p:sp>
      <p:sp>
        <p:nvSpPr>
          <p:cNvPr id="3" name="KSO_FD"/>
          <p:cNvSpPr>
            <a:spLocks noGrp="1"/>
          </p:cNvSpPr>
          <p:nvPr>
            <p:ph type="dt" sz="half" idx="10"/>
          </p:nvPr>
        </p:nvSpPr>
        <p:spPr/>
        <p:txBody>
          <a:bodyPr/>
          <a:lstStyle/>
          <a:p>
            <a:fld id="{D997B5FA-0921-464F-AAE1-844C04324D75}" type="datetimeFigureOut">
              <a:rPr lang="zh-CN" altLang="en-US" smtClean="0"/>
              <a:t>2025/3/18</a:t>
            </a:fld>
            <a:endParaRPr lang="zh-CN" altLang="en-US"/>
          </a:p>
        </p:txBody>
      </p:sp>
      <p:sp>
        <p:nvSpPr>
          <p:cNvPr id="4" name="KSO_FT"/>
          <p:cNvSpPr>
            <a:spLocks noGrp="1"/>
          </p:cNvSpPr>
          <p:nvPr>
            <p:ph type="ftr" sz="quarter" idx="11"/>
          </p:nvPr>
        </p:nvSpPr>
        <p:spPr/>
        <p:txBody>
          <a:bodyPr/>
          <a:lstStyle/>
          <a:p>
            <a:endParaRPr lang="zh-CN" altLang="en-US"/>
          </a:p>
        </p:txBody>
      </p:sp>
      <p:sp>
        <p:nvSpPr>
          <p:cNvPr id="5" name="KSO_FN"/>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transition spd="slow">
    <p:pull/>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KSO_FD"/>
          <p:cNvSpPr>
            <a:spLocks noGrp="1"/>
          </p:cNvSpPr>
          <p:nvPr>
            <p:ph type="dt" sz="half" idx="10"/>
          </p:nvPr>
        </p:nvSpPr>
        <p:spPr/>
        <p:txBody>
          <a:bodyPr/>
          <a:lstStyle/>
          <a:p>
            <a:fld id="{D997B5FA-0921-464F-AAE1-844C04324D75}" type="datetimeFigureOut">
              <a:rPr lang="zh-CN" altLang="en-US" smtClean="0"/>
              <a:t>2025/3/18</a:t>
            </a:fld>
            <a:endParaRPr lang="zh-CN" altLang="en-US"/>
          </a:p>
        </p:txBody>
      </p:sp>
      <p:sp>
        <p:nvSpPr>
          <p:cNvPr id="3" name="KSO_FT"/>
          <p:cNvSpPr>
            <a:spLocks noGrp="1"/>
          </p:cNvSpPr>
          <p:nvPr>
            <p:ph type="ftr" sz="quarter" idx="11"/>
          </p:nvPr>
        </p:nvSpPr>
        <p:spPr/>
        <p:txBody>
          <a:bodyPr/>
          <a:lstStyle/>
          <a:p>
            <a:endParaRPr lang="zh-CN" altLang="en-US"/>
          </a:p>
        </p:txBody>
      </p:sp>
      <p:sp>
        <p:nvSpPr>
          <p:cNvPr id="4" name="KSO_FN"/>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transition spd="slow">
    <p:pull/>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KSO_BT1"/>
          <p:cNvSpPr>
            <a:spLocks noGrp="1"/>
          </p:cNvSpPr>
          <p:nvPr>
            <p:ph type="title"/>
          </p:nvPr>
        </p:nvSpPr>
        <p:spPr>
          <a:xfrm>
            <a:off x="1144591" y="533402"/>
            <a:ext cx="3932237" cy="1600200"/>
          </a:xfrm>
        </p:spPr>
        <p:txBody>
          <a:bodyPr anchor="b"/>
          <a:lstStyle>
            <a:lvl1pPr>
              <a:defRPr sz="2400"/>
            </a:lvl1pPr>
          </a:lstStyle>
          <a:p>
            <a:r>
              <a:rPr lang="zh-CN" altLang="en-US" smtClean="0"/>
              <a:t>单击此处编辑母版标题样式</a:t>
            </a:r>
            <a:endParaRPr lang="en-US" dirty="0"/>
          </a:p>
        </p:txBody>
      </p:sp>
      <p:sp>
        <p:nvSpPr>
          <p:cNvPr id="3" name="KSO_BC1"/>
          <p:cNvSpPr>
            <a:spLocks noGrp="1"/>
          </p:cNvSpPr>
          <p:nvPr>
            <p:ph idx="1"/>
          </p:nvPr>
        </p:nvSpPr>
        <p:spPr>
          <a:xfrm>
            <a:off x="5487989" y="1063631"/>
            <a:ext cx="6172200" cy="4873625"/>
          </a:xfrm>
        </p:spPr>
        <p:txBody>
          <a:bodyPr>
            <a:normAutofit/>
          </a:bodyPr>
          <a:lstStyle>
            <a:lvl1pPr>
              <a:defRPr sz="1500"/>
            </a:lvl1pPr>
            <a:lvl2pPr>
              <a:defRPr sz="1350"/>
            </a:lvl2pPr>
            <a:lvl3pPr>
              <a:defRPr sz="1200"/>
            </a:lvl3pPr>
            <a:lvl4pPr>
              <a:defRPr sz="1050"/>
            </a:lvl4pPr>
            <a:lvl5pPr>
              <a:defRPr sz="105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p:txBody>
      </p:sp>
      <p:sp>
        <p:nvSpPr>
          <p:cNvPr id="4" name="KSO_BC2"/>
          <p:cNvSpPr>
            <a:spLocks noGrp="1"/>
          </p:cNvSpPr>
          <p:nvPr>
            <p:ph type="body" sz="half" idx="2"/>
          </p:nvPr>
        </p:nvSpPr>
        <p:spPr>
          <a:xfrm>
            <a:off x="1144591" y="2133602"/>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p>
        </p:txBody>
      </p:sp>
      <p:sp>
        <p:nvSpPr>
          <p:cNvPr id="5" name="KSO_FD"/>
          <p:cNvSpPr>
            <a:spLocks noGrp="1"/>
          </p:cNvSpPr>
          <p:nvPr>
            <p:ph type="dt" sz="half" idx="10"/>
          </p:nvPr>
        </p:nvSpPr>
        <p:spPr/>
        <p:txBody>
          <a:bodyPr/>
          <a:lstStyle/>
          <a:p>
            <a:fld id="{D997B5FA-0921-464F-AAE1-844C04324D75}" type="datetimeFigureOut">
              <a:rPr lang="zh-CN" altLang="en-US" smtClean="0"/>
              <a:t>2025/3/18</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transition spd="slow">
    <p:pull/>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KSO_BT1"/>
          <p:cNvSpPr>
            <a:spLocks noGrp="1"/>
          </p:cNvSpPr>
          <p:nvPr>
            <p:ph type="title"/>
          </p:nvPr>
        </p:nvSpPr>
        <p:spPr>
          <a:xfrm>
            <a:off x="1246192" y="457200"/>
            <a:ext cx="3932237" cy="1600200"/>
          </a:xfrm>
        </p:spPr>
        <p:txBody>
          <a:bodyPr anchor="b"/>
          <a:lstStyle>
            <a:lvl1pPr>
              <a:defRPr sz="2400"/>
            </a:lvl1pPr>
          </a:lstStyle>
          <a:p>
            <a:r>
              <a:rPr lang="zh-CN" altLang="en-US" smtClean="0"/>
              <a:t>单击此处编辑母版标题样式</a:t>
            </a:r>
            <a:endParaRPr lang="en-US" dirty="0"/>
          </a:p>
        </p:txBody>
      </p:sp>
      <p:sp>
        <p:nvSpPr>
          <p:cNvPr id="3" name="KSO_BC1"/>
          <p:cNvSpPr>
            <a:spLocks noGrp="1" noChangeAspect="1"/>
          </p:cNvSpPr>
          <p:nvPr>
            <p:ph type="pic" idx="1"/>
          </p:nvPr>
        </p:nvSpPr>
        <p:spPr>
          <a:xfrm>
            <a:off x="5442833" y="987429"/>
            <a:ext cx="6172200"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smtClean="0"/>
              <a:t>单击图标添加图片</a:t>
            </a:r>
            <a:endParaRPr lang="en-US" dirty="0"/>
          </a:p>
        </p:txBody>
      </p:sp>
      <p:sp>
        <p:nvSpPr>
          <p:cNvPr id="4" name="KSO_BC2"/>
          <p:cNvSpPr>
            <a:spLocks noGrp="1"/>
          </p:cNvSpPr>
          <p:nvPr>
            <p:ph type="body" sz="half" idx="2"/>
          </p:nvPr>
        </p:nvSpPr>
        <p:spPr>
          <a:xfrm>
            <a:off x="1246192"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p>
        </p:txBody>
      </p:sp>
      <p:sp>
        <p:nvSpPr>
          <p:cNvPr id="5" name="KSO_FD"/>
          <p:cNvSpPr>
            <a:spLocks noGrp="1"/>
          </p:cNvSpPr>
          <p:nvPr>
            <p:ph type="dt" sz="half" idx="10"/>
          </p:nvPr>
        </p:nvSpPr>
        <p:spPr/>
        <p:txBody>
          <a:bodyPr/>
          <a:lstStyle/>
          <a:p>
            <a:fld id="{D997B5FA-0921-464F-AAE1-844C04324D75}" type="datetimeFigureOut">
              <a:rPr lang="zh-CN" altLang="en-US" smtClean="0"/>
              <a:t>2025/3/18</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transition spd="slow">
    <p:pull/>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smtClean="0"/>
              <a:t>单击此处编辑母版标题样式</a:t>
            </a:r>
            <a:endParaRPr lang="en-US" dirty="0"/>
          </a:p>
        </p:txBody>
      </p:sp>
      <p:sp>
        <p:nvSpPr>
          <p:cNvPr id="3" name="KSO_BC1"/>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p:txBody>
      </p:sp>
      <p:sp>
        <p:nvSpPr>
          <p:cNvPr id="4" name="KSO_FD"/>
          <p:cNvSpPr>
            <a:spLocks noGrp="1"/>
          </p:cNvSpPr>
          <p:nvPr>
            <p:ph type="dt" sz="half" idx="10"/>
          </p:nvPr>
        </p:nvSpPr>
        <p:spPr/>
        <p:txBody>
          <a:bodyPr/>
          <a:lstStyle/>
          <a:p>
            <a:fld id="{D997B5FA-0921-464F-AAE1-844C04324D75}" type="datetimeFigureOut">
              <a:rPr lang="zh-CN" altLang="en-US" smtClean="0"/>
              <a:t>2025/3/18</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transition spd="slow">
    <p:pull/>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KSO_BT1"/>
          <p:cNvSpPr>
            <a:spLocks noGrp="1"/>
          </p:cNvSpPr>
          <p:nvPr>
            <p:ph type="title" orient="vert"/>
          </p:nvPr>
        </p:nvSpPr>
        <p:spPr>
          <a:xfrm>
            <a:off x="10171291" y="365125"/>
            <a:ext cx="1182511" cy="5811838"/>
          </a:xfrm>
        </p:spPr>
        <p:txBody>
          <a:bodyPr vert="eaVert"/>
          <a:lstStyle/>
          <a:p>
            <a:r>
              <a:rPr lang="zh-CN" altLang="en-US" smtClean="0"/>
              <a:t>单击此处编辑母版标题样式</a:t>
            </a:r>
            <a:endParaRPr lang="en-US" dirty="0"/>
          </a:p>
        </p:txBody>
      </p:sp>
      <p:sp>
        <p:nvSpPr>
          <p:cNvPr id="3" name="KSO_BC1"/>
          <p:cNvSpPr>
            <a:spLocks noGrp="1"/>
          </p:cNvSpPr>
          <p:nvPr>
            <p:ph type="body" orient="vert" idx="1"/>
          </p:nvPr>
        </p:nvSpPr>
        <p:spPr>
          <a:xfrm>
            <a:off x="2113843" y="365125"/>
            <a:ext cx="7933269" cy="5811838"/>
          </a:xfrm>
        </p:spPr>
        <p:txBody>
          <a:bodyPr vert="eaVert"/>
          <a:lstStyle/>
          <a:p>
            <a:pPr lvl="0"/>
            <a:r>
              <a:rPr lang="zh-CN" altLang="en-US" smtClean="0"/>
              <a:t>单击此处编辑母版文本样式</a:t>
            </a:r>
          </a:p>
          <a:p>
            <a:pPr lvl="1"/>
            <a:r>
              <a:rPr lang="zh-CN" altLang="en-US" smtClean="0"/>
              <a:t>第二级</a:t>
            </a:r>
          </a:p>
        </p:txBody>
      </p:sp>
      <p:sp>
        <p:nvSpPr>
          <p:cNvPr id="4" name="KSO_FD"/>
          <p:cNvSpPr>
            <a:spLocks noGrp="1"/>
          </p:cNvSpPr>
          <p:nvPr>
            <p:ph type="dt" sz="half" idx="10"/>
          </p:nvPr>
        </p:nvSpPr>
        <p:spPr/>
        <p:txBody>
          <a:bodyPr/>
          <a:lstStyle/>
          <a:p>
            <a:fld id="{D997B5FA-0921-464F-AAE1-844C04324D75}" type="datetimeFigureOut">
              <a:rPr lang="zh-CN" altLang="en-US" smtClean="0"/>
              <a:t>2025/3/18</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transition spd="slow">
    <p:pull/>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Picture 4" descr="WorldNetwork"/>
          <p:cNvPicPr>
            <a:picLocks noChangeAspect="1" noChangeArrowheads="1"/>
          </p:cNvPicPr>
          <p:nvPr/>
        </p:nvPicPr>
        <p:blipFill rotWithShape="1">
          <a:blip r:embed="rId13">
            <a:extLst>
              <a:ext uri="{28A0092B-C50C-407E-A947-70E740481C1C}">
                <a14:useLocalDpi xmlns:a14="http://schemas.microsoft.com/office/drawing/2010/main" val="0"/>
              </a:ext>
            </a:extLst>
          </a:blip>
          <a:srcRect l="2384" t="32600" r="5204" b="45000"/>
          <a:stretch>
            <a:fillRect/>
          </a:stretch>
        </p:blipFill>
        <p:spPr bwMode="auto">
          <a:xfrm>
            <a:off x="-12699" y="-19051"/>
            <a:ext cx="12204700" cy="1066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12699" y="-19052"/>
            <a:ext cx="12204700" cy="1066801"/>
          </a:xfrm>
          <a:prstGeom prst="rect">
            <a:avLst/>
          </a:prstGeom>
          <a:solidFill>
            <a:srgbClr val="0080B2">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4" name="KSO_FD"/>
          <p:cNvSpPr>
            <a:spLocks noGrp="1"/>
          </p:cNvSpPr>
          <p:nvPr>
            <p:ph type="dt" sz="half" idx="2"/>
          </p:nvPr>
        </p:nvSpPr>
        <p:spPr>
          <a:xfrm>
            <a:off x="838200" y="6356354"/>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D997B5FA-0921-464F-AAE1-844C04324D75}" type="datetimeFigureOut">
              <a:rPr lang="zh-CN" altLang="en-US" smtClean="0"/>
              <a:t>2025/3/18</a:t>
            </a:fld>
            <a:endParaRPr lang="zh-CN" altLang="en-US"/>
          </a:p>
        </p:txBody>
      </p:sp>
      <p:sp>
        <p:nvSpPr>
          <p:cNvPr id="5" name="KSO_FT"/>
          <p:cNvSpPr>
            <a:spLocks noGrp="1"/>
          </p:cNvSpPr>
          <p:nvPr>
            <p:ph type="ftr" sz="quarter" idx="3"/>
          </p:nvPr>
        </p:nvSpPr>
        <p:spPr>
          <a:xfrm>
            <a:off x="4038600" y="6356354"/>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KSO_FN"/>
          <p:cNvSpPr>
            <a:spLocks noGrp="1"/>
          </p:cNvSpPr>
          <p:nvPr>
            <p:ph type="sldNum" sz="quarter" idx="4"/>
          </p:nvPr>
        </p:nvSpPr>
        <p:spPr>
          <a:xfrm>
            <a:off x="8610600" y="6356354"/>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65CE74E-AB26-4998-AD42-012C4C1AD076}" type="slidenum">
              <a:rPr lang="zh-CN" altLang="en-US" smtClean="0"/>
              <a:t>‹#›</a:t>
            </a:fld>
            <a:endParaRPr lang="zh-CN" altLang="en-US"/>
          </a:p>
        </p:txBody>
      </p:sp>
      <p:sp>
        <p:nvSpPr>
          <p:cNvPr id="3" name="KSO_BC1"/>
          <p:cNvSpPr>
            <a:spLocks noGrp="1"/>
          </p:cNvSpPr>
          <p:nvPr>
            <p:ph type="body" idx="1"/>
          </p:nvPr>
        </p:nvSpPr>
        <p:spPr>
          <a:xfrm>
            <a:off x="622300" y="1123951"/>
            <a:ext cx="10954459" cy="5214442"/>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p:txBody>
      </p:sp>
      <p:sp>
        <p:nvSpPr>
          <p:cNvPr id="2" name="KSO_BT1"/>
          <p:cNvSpPr>
            <a:spLocks noGrp="1"/>
          </p:cNvSpPr>
          <p:nvPr>
            <p:ph type="title"/>
          </p:nvPr>
        </p:nvSpPr>
        <p:spPr>
          <a:xfrm>
            <a:off x="622301" y="175819"/>
            <a:ext cx="10954459" cy="796011"/>
          </a:xfrm>
          <a:prstGeom prst="rect">
            <a:avLst/>
          </a:prstGeom>
        </p:spPr>
        <p:txBody>
          <a:bodyPr vert="horz" lIns="91440" tIns="45720" rIns="91440" bIns="45720" rtlCol="0" anchor="ctr">
            <a:normAutofit/>
          </a:bodyPr>
          <a:lstStyle/>
          <a:p>
            <a:r>
              <a:rPr lang="zh-CN" altLang="en-US" dirty="0" smtClean="0"/>
              <a:t>单击此处编辑母版标题样式</a:t>
            </a:r>
            <a:endParaRPr lang="en-US" dirty="0"/>
          </a:p>
        </p:txBody>
      </p:sp>
      <p:pic>
        <p:nvPicPr>
          <p:cNvPr id="9" name="Picture 2"/>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11163095" y="-14288"/>
            <a:ext cx="1021878" cy="10477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pull/>
  </p:transition>
  <p:timing>
    <p:tnLst>
      <p:par>
        <p:cTn id="1" dur="indefinite" restart="never" nodeType="tmRoot"/>
      </p:par>
    </p:tnLst>
  </p:timing>
  <p:txStyles>
    <p:titleStyle>
      <a:lvl1pPr algn="l" defTabSz="685800" rtl="0" eaLnBrk="1" latinLnBrk="0" hangingPunct="1">
        <a:lnSpc>
          <a:spcPct val="90000"/>
        </a:lnSpc>
        <a:spcBef>
          <a:spcPct val="0"/>
        </a:spcBef>
        <a:buNone/>
        <a:defRPr sz="3600" b="1" i="0" kern="1200" baseline="0">
          <a:solidFill>
            <a:schemeClr val="bg1"/>
          </a:solidFill>
          <a:effectLst>
            <a:outerShdw blurRad="50800" dist="38100" algn="l" rotWithShape="0">
              <a:prstClr val="black">
                <a:alpha val="40000"/>
              </a:prstClr>
            </a:outerShdw>
          </a:effectLst>
          <a:latin typeface="+mj-ea"/>
          <a:ea typeface="+mj-ea"/>
          <a:cs typeface="+mj-cs"/>
        </a:defRPr>
      </a:lvl1pPr>
    </p:titleStyle>
    <p:bodyStyle>
      <a:lvl1pPr marL="361950" indent="-361950" algn="just" defTabSz="685800" rtl="0" eaLnBrk="1" latinLnBrk="0" hangingPunct="1">
        <a:lnSpc>
          <a:spcPct val="110000"/>
        </a:lnSpc>
        <a:spcBef>
          <a:spcPts val="1200"/>
        </a:spcBef>
        <a:spcAft>
          <a:spcPts val="0"/>
        </a:spcAft>
        <a:buClr>
          <a:schemeClr val="accent1"/>
        </a:buClr>
        <a:buSzPct val="60000"/>
        <a:buFont typeface="Wingdings" panose="05000000000000000000" pitchFamily="2" charset="2"/>
        <a:buChar char="m"/>
        <a:defRPr lang="zh-CN" altLang="en-US" sz="2800" kern="1200" baseline="0" dirty="0" smtClean="0">
          <a:solidFill>
            <a:schemeClr val="accent1"/>
          </a:solidFill>
          <a:latin typeface="+mn-ea"/>
          <a:ea typeface="+mn-ea"/>
          <a:cs typeface="+mn-cs"/>
        </a:defRPr>
      </a:lvl1pPr>
      <a:lvl2pPr marL="361950" indent="-361950" algn="just" defTabSz="685800" rtl="0" eaLnBrk="1" latinLnBrk="0" hangingPunct="1">
        <a:lnSpc>
          <a:spcPct val="120000"/>
        </a:lnSpc>
        <a:spcBef>
          <a:spcPts val="0"/>
        </a:spcBef>
        <a:spcAft>
          <a:spcPts val="1200"/>
        </a:spcAft>
        <a:buClr>
          <a:schemeClr val="accent2">
            <a:lumMod val="60000"/>
            <a:lumOff val="40000"/>
          </a:schemeClr>
        </a:buClr>
        <a:buFont typeface="幼圆" panose="02010509060101010101" pitchFamily="49" charset="-122"/>
        <a:buChar char=" "/>
        <a:defRPr sz="1800" kern="1200" baseline="0">
          <a:solidFill>
            <a:schemeClr val="tx1"/>
          </a:solidFill>
          <a:latin typeface="+mn-ea"/>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42814" y="5105886"/>
            <a:ext cx="8736417" cy="705950"/>
          </a:xfrm>
        </p:spPr>
        <p:txBody>
          <a:bodyPr/>
          <a:lstStyle/>
          <a:p>
            <a:pPr algn="ctr"/>
            <a:r>
              <a:rPr lang="zh-CN" altLang="en-US" sz="4400" dirty="0" smtClean="0"/>
              <a:t>第</a:t>
            </a:r>
            <a:r>
              <a:rPr lang="en-US" altLang="zh-CN" sz="4400" dirty="0" smtClean="0"/>
              <a:t>4</a:t>
            </a:r>
            <a:r>
              <a:rPr lang="zh-CN" altLang="en-US" sz="4400" dirty="0" smtClean="0"/>
              <a:t>章  网络层</a:t>
            </a:r>
            <a:endParaRPr lang="zh-CN" altLang="en-US" sz="4400" dirty="0"/>
          </a:p>
        </p:txBody>
      </p:sp>
    </p:spTree>
  </p:cSld>
  <p:clrMapOvr>
    <a:masterClrMapping/>
  </p:clrMapOvr>
  <p:transition spd="slow">
    <p:pull/>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本章导读</a:t>
            </a:r>
          </a:p>
        </p:txBody>
      </p:sp>
      <p:sp>
        <p:nvSpPr>
          <p:cNvPr id="3" name="内容占位符 2"/>
          <p:cNvSpPr>
            <a:spLocks noGrp="1"/>
          </p:cNvSpPr>
          <p:nvPr>
            <p:ph idx="1"/>
          </p:nvPr>
        </p:nvSpPr>
        <p:spPr/>
        <p:txBody>
          <a:bodyPr>
            <a:normAutofit lnSpcReduction="10000"/>
          </a:bodyPr>
          <a:lstStyle/>
          <a:p>
            <a:pPr marL="0" indent="720090">
              <a:buNone/>
            </a:pPr>
            <a:r>
              <a:rPr lang="zh-CN" altLang="en-US" dirty="0"/>
              <a:t>在五层体系模型中，网络层位于数据链路层和传输层的中间。网络层的最基本的功能是实现从源到目的端的数据包的传输。本章介绍网络层的基本概念、</a:t>
            </a:r>
            <a:r>
              <a:rPr lang="en-US" altLang="zh-CN" dirty="0"/>
              <a:t>IP</a:t>
            </a:r>
            <a:r>
              <a:rPr lang="zh-CN" altLang="en-US" dirty="0"/>
              <a:t>协议、</a:t>
            </a:r>
            <a:r>
              <a:rPr lang="en-US" altLang="zh-CN" dirty="0"/>
              <a:t>IP</a:t>
            </a:r>
            <a:r>
              <a:rPr lang="zh-CN" altLang="en-US" dirty="0"/>
              <a:t>地址、</a:t>
            </a:r>
            <a:r>
              <a:rPr lang="en-US" altLang="zh-CN" dirty="0"/>
              <a:t>VLSM</a:t>
            </a:r>
            <a:r>
              <a:rPr lang="zh-CN" altLang="en-US" dirty="0"/>
              <a:t>、</a:t>
            </a:r>
            <a:r>
              <a:rPr lang="en-US" altLang="zh-CN" dirty="0"/>
              <a:t>CIDR</a:t>
            </a:r>
            <a:r>
              <a:rPr lang="zh-CN" altLang="en-US" dirty="0"/>
              <a:t>等概念、各种路由协议的相关特点及原理、</a:t>
            </a:r>
            <a:r>
              <a:rPr lang="en-US" altLang="zh-CN" dirty="0"/>
              <a:t>NAT</a:t>
            </a:r>
            <a:r>
              <a:rPr lang="zh-CN" altLang="en-US" dirty="0"/>
              <a:t>与</a:t>
            </a:r>
            <a:r>
              <a:rPr lang="en-US" altLang="zh-CN" dirty="0"/>
              <a:t>VPN</a:t>
            </a:r>
            <a:r>
              <a:rPr lang="zh-CN" altLang="en-US" dirty="0" smtClean="0"/>
              <a:t>技术。</a:t>
            </a:r>
            <a:endParaRPr lang="zh-CN" altLang="en-US" dirty="0"/>
          </a:p>
          <a:p>
            <a:pPr marL="0" indent="720090">
              <a:buNone/>
            </a:pPr>
            <a:r>
              <a:rPr lang="zh-CN" altLang="en-US" dirty="0"/>
              <a:t>通过对本章内容的学习，应做到：</a:t>
            </a:r>
          </a:p>
          <a:p>
            <a:pPr lvl="0">
              <a:buSzPct val="100000"/>
              <a:buFont typeface="Wingdings" panose="05000000000000000000" pitchFamily="2" charset="2"/>
              <a:buChar char="l"/>
            </a:pPr>
            <a:r>
              <a:rPr lang="zh-CN" altLang="en-US" b="1" dirty="0">
                <a:solidFill>
                  <a:srgbClr val="FF0000"/>
                </a:solidFill>
              </a:rPr>
              <a:t>了解</a:t>
            </a:r>
            <a:r>
              <a:rPr lang="zh-CN" altLang="en-US" b="1" dirty="0" smtClean="0">
                <a:solidFill>
                  <a:srgbClr val="FF0000"/>
                </a:solidFill>
              </a:rPr>
              <a:t>：</a:t>
            </a:r>
            <a:r>
              <a:rPr lang="zh-CN" altLang="zh-CN" dirty="0"/>
              <a:t>网络层的基本概念、</a:t>
            </a:r>
            <a:r>
              <a:rPr lang="en-US" altLang="zh-CN" dirty="0"/>
              <a:t>IPV6</a:t>
            </a:r>
            <a:r>
              <a:rPr lang="zh-CN" altLang="zh-CN" dirty="0"/>
              <a:t>、</a:t>
            </a:r>
            <a:r>
              <a:rPr lang="en-US" altLang="zh-CN" dirty="0"/>
              <a:t>CIDR</a:t>
            </a:r>
            <a:r>
              <a:rPr lang="zh-CN" altLang="zh-CN" dirty="0"/>
              <a:t>。</a:t>
            </a:r>
            <a:endParaRPr lang="zh-CN" altLang="en-US" dirty="0"/>
          </a:p>
          <a:p>
            <a:pPr lvl="0">
              <a:buSzPct val="100000"/>
              <a:buFont typeface="Wingdings" panose="05000000000000000000" pitchFamily="2" charset="2"/>
              <a:buChar char="l"/>
            </a:pPr>
            <a:r>
              <a:rPr lang="zh-CN" altLang="en-US" b="1" dirty="0">
                <a:solidFill>
                  <a:srgbClr val="FF0000"/>
                </a:solidFill>
              </a:rPr>
              <a:t>熟悉</a:t>
            </a:r>
            <a:r>
              <a:rPr lang="zh-CN" altLang="en-US" b="1" dirty="0" smtClean="0">
                <a:solidFill>
                  <a:srgbClr val="FF0000"/>
                </a:solidFill>
              </a:rPr>
              <a:t>：</a:t>
            </a:r>
            <a:r>
              <a:rPr lang="en-US" altLang="zh-CN" dirty="0"/>
              <a:t>VLSM</a:t>
            </a:r>
            <a:r>
              <a:rPr lang="zh-CN" altLang="zh-CN" dirty="0"/>
              <a:t>及子网划分、</a:t>
            </a:r>
            <a:r>
              <a:rPr lang="en-US" altLang="zh-CN" dirty="0"/>
              <a:t>IP</a:t>
            </a:r>
            <a:r>
              <a:rPr lang="zh-CN" altLang="zh-CN" dirty="0"/>
              <a:t>协议、</a:t>
            </a:r>
            <a:r>
              <a:rPr lang="en-US" altLang="zh-CN" dirty="0"/>
              <a:t>ICMP</a:t>
            </a:r>
            <a:r>
              <a:rPr lang="zh-CN" altLang="zh-CN" dirty="0"/>
              <a:t>协议、</a:t>
            </a:r>
            <a:r>
              <a:rPr lang="en-US" altLang="zh-CN" dirty="0"/>
              <a:t>ARP</a:t>
            </a:r>
            <a:r>
              <a:rPr lang="zh-CN" altLang="zh-CN" dirty="0"/>
              <a:t>协议及其他各种相关的</a:t>
            </a:r>
            <a:r>
              <a:rPr lang="zh-CN" altLang="zh-CN" dirty="0" smtClean="0"/>
              <a:t>协议</a:t>
            </a:r>
            <a:r>
              <a:rPr lang="zh-CN" altLang="en-US" dirty="0" smtClean="0"/>
              <a:t>。</a:t>
            </a:r>
            <a:endParaRPr lang="zh-CN" altLang="en-US" dirty="0"/>
          </a:p>
          <a:p>
            <a:pPr lvl="0">
              <a:buSzPct val="100000"/>
              <a:buFont typeface="Wingdings" panose="05000000000000000000" pitchFamily="2" charset="2"/>
              <a:buChar char="l"/>
            </a:pPr>
            <a:r>
              <a:rPr lang="zh-CN" altLang="en-US" b="1" dirty="0">
                <a:solidFill>
                  <a:srgbClr val="FF0000"/>
                </a:solidFill>
              </a:rPr>
              <a:t>掌握</a:t>
            </a:r>
            <a:r>
              <a:rPr lang="zh-CN" altLang="en-US" b="1" dirty="0" smtClean="0">
                <a:solidFill>
                  <a:srgbClr val="FF0000"/>
                </a:solidFill>
              </a:rPr>
              <a:t>：</a:t>
            </a:r>
            <a:r>
              <a:rPr lang="zh-CN" altLang="en-US" dirty="0"/>
              <a:t>常见的网络层命令的使用、路由原理的理解、</a:t>
            </a:r>
            <a:r>
              <a:rPr lang="en-US" altLang="zh-CN" dirty="0"/>
              <a:t>NAT</a:t>
            </a:r>
            <a:r>
              <a:rPr lang="zh-CN" altLang="en-US" dirty="0"/>
              <a:t>原理及</a:t>
            </a:r>
            <a:r>
              <a:rPr lang="en-US" altLang="zh-CN" dirty="0"/>
              <a:t>VPN</a:t>
            </a:r>
            <a:r>
              <a:rPr lang="zh-CN" altLang="en-US" dirty="0"/>
              <a:t>原理。</a:t>
            </a:r>
          </a:p>
        </p:txBody>
      </p:sp>
    </p:spTree>
  </p:cSld>
  <p:clrMapOvr>
    <a:masterClrMapping/>
  </p:clrMapOvr>
  <p:transition spd="slow">
    <p:pull/>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4.1  </a:t>
            </a:r>
            <a:r>
              <a:rPr lang="zh-CN" altLang="zh-CN" dirty="0">
                <a:effectLst/>
              </a:rPr>
              <a:t>网络层概述</a:t>
            </a:r>
          </a:p>
        </p:txBody>
      </p:sp>
      <p:sp>
        <p:nvSpPr>
          <p:cNvPr id="3" name="内容占位符 2"/>
          <p:cNvSpPr>
            <a:spLocks noGrp="1"/>
          </p:cNvSpPr>
          <p:nvPr>
            <p:ph idx="1"/>
          </p:nvPr>
        </p:nvSpPr>
        <p:spPr/>
        <p:txBody>
          <a:bodyPr>
            <a:normAutofit/>
          </a:bodyPr>
          <a:lstStyle/>
          <a:p>
            <a:pPr marL="0" indent="0">
              <a:buNone/>
            </a:pPr>
            <a:r>
              <a:rPr lang="en-US" altLang="zh-CN" b="1" dirty="0">
                <a:latin typeface="微软雅黑" panose="020B0503020204020204" pitchFamily="34" charset="-122"/>
                <a:ea typeface="微软雅黑" panose="020B0503020204020204" pitchFamily="34" charset="-122"/>
              </a:rPr>
              <a:t>4.1.1  </a:t>
            </a:r>
            <a:r>
              <a:rPr lang="zh-CN" altLang="en-US" b="1" dirty="0">
                <a:latin typeface="微软雅黑" panose="020B0503020204020204" pitchFamily="34" charset="-122"/>
                <a:ea typeface="微软雅黑" panose="020B0503020204020204" pitchFamily="34" charset="-122"/>
              </a:rPr>
              <a:t>网络层的</a:t>
            </a:r>
            <a:r>
              <a:rPr lang="zh-CN" altLang="en-US" b="1" dirty="0" smtClean="0">
                <a:latin typeface="微软雅黑" panose="020B0503020204020204" pitchFamily="34" charset="-122"/>
                <a:ea typeface="微软雅黑" panose="020B0503020204020204" pitchFamily="34" charset="-122"/>
              </a:rPr>
              <a:t>功能</a:t>
            </a:r>
            <a:endParaRPr lang="en-US" altLang="zh-CN" b="1" dirty="0" smtClean="0">
              <a:latin typeface="微软雅黑" panose="020B0503020204020204" pitchFamily="34" charset="-122"/>
              <a:ea typeface="微软雅黑" panose="020B0503020204020204" pitchFamily="34" charset="-122"/>
            </a:endParaRPr>
          </a:p>
          <a:p>
            <a:pPr marL="0" indent="0">
              <a:buNone/>
            </a:pPr>
            <a:endParaRPr lang="en-US" altLang="zh-CN" b="1" dirty="0" smtClean="0">
              <a:latin typeface="微软雅黑" panose="020B0503020204020204" pitchFamily="34" charset="-122"/>
              <a:ea typeface="微软雅黑" panose="020B0503020204020204" pitchFamily="34" charset="-122"/>
            </a:endParaRPr>
          </a:p>
          <a:p>
            <a:pPr marL="0" indent="0">
              <a:buNone/>
            </a:pPr>
            <a:r>
              <a:rPr lang="en-US" altLang="zh-CN" dirty="0" smtClean="0">
                <a:latin typeface="微软雅黑" panose="020B0503020204020204" pitchFamily="34" charset="-122"/>
                <a:ea typeface="微软雅黑" panose="020B0503020204020204" pitchFamily="34" charset="-122"/>
              </a:rPr>
              <a:t>1.</a:t>
            </a:r>
            <a:r>
              <a:rPr lang="zh-CN" altLang="en-US" dirty="0" smtClean="0">
                <a:latin typeface="微软雅黑" panose="020B0503020204020204" pitchFamily="34" charset="-122"/>
                <a:ea typeface="微软雅黑" panose="020B0503020204020204" pitchFamily="34" charset="-122"/>
              </a:rPr>
              <a:t>通过</a:t>
            </a:r>
            <a:r>
              <a:rPr lang="zh-CN" altLang="en-US" dirty="0">
                <a:latin typeface="微软雅黑" panose="020B0503020204020204" pitchFamily="34" charset="-122"/>
                <a:ea typeface="微软雅黑" panose="020B0503020204020204" pitchFamily="34" charset="-122"/>
              </a:rPr>
              <a:t>路由选择算法，为分组通过通信子网选择最适当的路径；</a:t>
            </a:r>
          </a:p>
          <a:p>
            <a:pPr marL="0" indent="0">
              <a:buNone/>
            </a:pPr>
            <a:endParaRPr lang="en-US" altLang="zh-CN" dirty="0" smtClean="0">
              <a:latin typeface="微软雅黑" panose="020B0503020204020204" pitchFamily="34" charset="-122"/>
              <a:ea typeface="微软雅黑" panose="020B0503020204020204" pitchFamily="34" charset="-122"/>
            </a:endParaRPr>
          </a:p>
          <a:p>
            <a:pPr marL="0" indent="0">
              <a:buNone/>
            </a:pPr>
            <a:r>
              <a:rPr lang="en-US" altLang="zh-CN" dirty="0" smtClean="0">
                <a:latin typeface="微软雅黑" panose="020B0503020204020204" pitchFamily="34" charset="-122"/>
                <a:ea typeface="微软雅黑" panose="020B0503020204020204" pitchFamily="34" charset="-122"/>
              </a:rPr>
              <a:t>2.</a:t>
            </a:r>
            <a:r>
              <a:rPr lang="zh-CN" altLang="en-US" dirty="0" smtClean="0">
                <a:latin typeface="微软雅黑" panose="020B0503020204020204" pitchFamily="34" charset="-122"/>
                <a:ea typeface="微软雅黑" panose="020B0503020204020204" pitchFamily="34" charset="-122"/>
              </a:rPr>
              <a:t>网络层</a:t>
            </a:r>
            <a:r>
              <a:rPr lang="zh-CN" altLang="en-US" dirty="0">
                <a:latin typeface="微软雅黑" panose="020B0503020204020204" pitchFamily="34" charset="-122"/>
                <a:ea typeface="微软雅黑" panose="020B0503020204020204" pitchFamily="34" charset="-122"/>
              </a:rPr>
              <a:t>使用数据链路层的服务，实现</a:t>
            </a:r>
            <a:r>
              <a:rPr lang="zh-CN" altLang="en-US" dirty="0">
                <a:solidFill>
                  <a:srgbClr val="FF0000"/>
                </a:solidFill>
                <a:latin typeface="微软雅黑" panose="020B0503020204020204" pitchFamily="34" charset="-122"/>
                <a:ea typeface="微软雅黑" panose="020B0503020204020204" pitchFamily="34" charset="-122"/>
              </a:rPr>
              <a:t>路由选择、阻塞控制与网络互联</a:t>
            </a:r>
            <a:r>
              <a:rPr lang="zh-CN" altLang="en-US" dirty="0">
                <a:latin typeface="微软雅黑" panose="020B0503020204020204" pitchFamily="34" charset="-122"/>
                <a:ea typeface="微软雅黑" panose="020B0503020204020204" pitchFamily="34" charset="-122"/>
              </a:rPr>
              <a:t>等基本功能，向传输层的端到端传输连接提供服务。 </a:t>
            </a:r>
          </a:p>
          <a:p>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ransition spd="slow">
    <p:pull/>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4.1.2  </a:t>
            </a:r>
            <a:r>
              <a:rPr lang="zh-CN" altLang="en-US" dirty="0">
                <a:effectLst/>
              </a:rPr>
              <a:t>网络层提供的两种服务</a:t>
            </a:r>
          </a:p>
        </p:txBody>
      </p:sp>
      <p:sp>
        <p:nvSpPr>
          <p:cNvPr id="3" name="内容占位符 2"/>
          <p:cNvSpPr>
            <a:spLocks noGrp="1"/>
          </p:cNvSpPr>
          <p:nvPr>
            <p:ph sz="half" idx="1"/>
          </p:nvPr>
        </p:nvSpPr>
        <p:spPr>
          <a:xfrm>
            <a:off x="239395" y="1244600"/>
            <a:ext cx="6240145" cy="4932680"/>
          </a:xfrm>
        </p:spPr>
        <p:txBody>
          <a:bodyPr>
            <a:normAutofit/>
          </a:bodyPr>
          <a:lstStyle/>
          <a:p>
            <a:pPr marL="0" indent="0">
              <a:buNone/>
            </a:pPr>
            <a:r>
              <a:rPr lang="en-US" altLang="zh-CN" dirty="0"/>
              <a:t>1</a:t>
            </a:r>
            <a:r>
              <a:rPr lang="zh-CN" altLang="en-US" dirty="0"/>
              <a:t>、电信网的成功经验让网络负责可靠交付</a:t>
            </a:r>
            <a:r>
              <a:rPr lang="en-US" altLang="zh-CN" dirty="0"/>
              <a:t>—</a:t>
            </a:r>
            <a:r>
              <a:rPr lang="zh-CN" altLang="en-US" dirty="0"/>
              <a:t>虚电路服务</a:t>
            </a:r>
            <a:r>
              <a:rPr lang="en-US" altLang="zh-CN" dirty="0"/>
              <a:t>,</a:t>
            </a:r>
            <a:r>
              <a:rPr lang="zh-CN" altLang="en-US" dirty="0" smtClean="0"/>
              <a:t>如图所</a:t>
            </a:r>
            <a:r>
              <a:rPr lang="zh-CN" altLang="en-US" dirty="0"/>
              <a:t>示。</a:t>
            </a:r>
          </a:p>
          <a:p>
            <a:pPr marL="0" indent="0">
              <a:buNone/>
            </a:pPr>
            <a:r>
              <a:rPr lang="zh-CN" altLang="en-US" dirty="0"/>
              <a:t>传统电信网提供的主要业务是提供电话服务。电信网使用昂贵的程控交换机，用面向连接的通信方式，使电信网络能够向用户</a:t>
            </a:r>
            <a:r>
              <a:rPr lang="en-US" altLang="zh-CN" dirty="0"/>
              <a:t>(</a:t>
            </a:r>
            <a:r>
              <a:rPr lang="zh-CN" altLang="en-US" dirty="0"/>
              <a:t>实际上就是电话机</a:t>
            </a:r>
            <a:r>
              <a:rPr lang="en-US" altLang="zh-CN" dirty="0"/>
              <a:t>)</a:t>
            </a:r>
            <a:r>
              <a:rPr lang="zh-CN" altLang="en-US" dirty="0"/>
              <a:t>提供可靠传输的服务</a:t>
            </a:r>
            <a:r>
              <a:rPr lang="zh-CN" altLang="en-US" dirty="0" smtClean="0"/>
              <a:t>。</a:t>
            </a:r>
            <a:endParaRPr lang="zh-CN" altLang="en-US" dirty="0"/>
          </a:p>
        </p:txBody>
      </p:sp>
      <p:pic>
        <p:nvPicPr>
          <p:cNvPr id="2050" name="Picture 2"/>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939642" y="1358960"/>
            <a:ext cx="4391571" cy="4519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4.1.2  </a:t>
            </a:r>
            <a:r>
              <a:rPr lang="zh-CN" altLang="en-US" dirty="0"/>
              <a:t>网络层提供的两种服务</a:t>
            </a:r>
          </a:p>
        </p:txBody>
      </p:sp>
      <p:sp>
        <p:nvSpPr>
          <p:cNvPr id="3" name="内容占位符 2"/>
          <p:cNvSpPr>
            <a:spLocks noGrp="1"/>
          </p:cNvSpPr>
          <p:nvPr>
            <p:ph idx="1"/>
          </p:nvPr>
        </p:nvSpPr>
        <p:spPr/>
        <p:txBody>
          <a:bodyPr/>
          <a:lstStyle/>
          <a:p>
            <a:pPr marL="0" indent="0">
              <a:buNone/>
            </a:pPr>
            <a:r>
              <a:rPr lang="zh-CN" altLang="en-US" dirty="0"/>
              <a:t>当两个计算机进行通信的步骤： </a:t>
            </a:r>
          </a:p>
          <a:p>
            <a:pPr marL="0" indent="0">
              <a:buNone/>
            </a:pPr>
            <a:r>
              <a:rPr lang="en-US" altLang="zh-CN" dirty="0"/>
              <a:t>(1)</a:t>
            </a:r>
            <a:r>
              <a:rPr lang="zh-CN" altLang="en-US" dirty="0"/>
              <a:t>应当先建立连接</a:t>
            </a:r>
            <a:r>
              <a:rPr lang="en-US" altLang="zh-CN" dirty="0"/>
              <a:t>(</a:t>
            </a:r>
            <a:r>
              <a:rPr lang="zh-CN" altLang="en-US" dirty="0"/>
              <a:t>但在分组交换中是建立一条虚电路</a:t>
            </a:r>
            <a:r>
              <a:rPr lang="en-US" altLang="zh-CN" dirty="0"/>
              <a:t>VC(Virtual Circuit))</a:t>
            </a:r>
            <a:r>
              <a:rPr lang="zh-CN" altLang="en-US" dirty="0"/>
              <a:t>，以保证通信双方所需的一切网络资源。 </a:t>
            </a:r>
          </a:p>
          <a:p>
            <a:pPr marL="0" indent="0">
              <a:buNone/>
            </a:pPr>
            <a:r>
              <a:rPr lang="en-US" altLang="zh-CN" dirty="0"/>
              <a:t>(2)</a:t>
            </a:r>
            <a:r>
              <a:rPr lang="zh-CN" altLang="en-US" dirty="0"/>
              <a:t>然后双方就沿着已建立的虚电路发送分组。 </a:t>
            </a:r>
            <a:endParaRPr lang="en-US" altLang="zh-CN" dirty="0" smtClean="0"/>
          </a:p>
          <a:p>
            <a:pPr marL="0" indent="0">
              <a:buNone/>
            </a:pPr>
            <a:r>
              <a:rPr lang="en-US" altLang="zh-CN" dirty="0" smtClean="0"/>
              <a:t>(</a:t>
            </a:r>
            <a:r>
              <a:rPr lang="en-US" altLang="zh-CN" dirty="0"/>
              <a:t>3)</a:t>
            </a:r>
            <a:r>
              <a:rPr lang="zh-CN" altLang="en-US" dirty="0"/>
              <a:t>这样的分组的首部就不需要填写完整的目的主机地址，而只需填写这条虚电路的编号</a:t>
            </a:r>
            <a:r>
              <a:rPr lang="en-US" altLang="zh-CN" dirty="0"/>
              <a:t>(</a:t>
            </a:r>
            <a:r>
              <a:rPr lang="zh-CN" altLang="en-US" dirty="0"/>
              <a:t>一个不大的整数</a:t>
            </a:r>
            <a:r>
              <a:rPr lang="en-US" altLang="zh-CN" dirty="0"/>
              <a:t>)</a:t>
            </a:r>
            <a:r>
              <a:rPr lang="zh-CN" altLang="en-US" dirty="0"/>
              <a:t>，因而减少了分组的开销。 </a:t>
            </a:r>
          </a:p>
          <a:p>
            <a:pPr marL="0" indent="0">
              <a:buNone/>
            </a:pPr>
            <a:r>
              <a:rPr lang="en-US" altLang="zh-CN" dirty="0"/>
              <a:t>(4)</a:t>
            </a:r>
            <a:r>
              <a:rPr lang="zh-CN" altLang="en-US" dirty="0"/>
              <a:t>如果这种通信方式再使用可靠传输的网络协议，就可使所发送的分组无差错按序地到达终点，当然也不丢失、不重复。 </a:t>
            </a:r>
          </a:p>
          <a:p>
            <a:pPr marL="0" indent="0">
              <a:buNone/>
            </a:pPr>
            <a:r>
              <a:rPr lang="en-US" altLang="zh-CN" dirty="0"/>
              <a:t>(5)</a:t>
            </a:r>
            <a:r>
              <a:rPr lang="zh-CN" altLang="en-US" dirty="0"/>
              <a:t>在通信结束后，要释放建立的虚电路。</a:t>
            </a:r>
          </a:p>
          <a:p>
            <a:endParaRPr lang="zh-CN" altLang="en-US" dirty="0"/>
          </a:p>
          <a:p>
            <a:endParaRPr lang="zh-CN" altLang="en-US" dirty="0"/>
          </a:p>
        </p:txBody>
      </p:sp>
    </p:spTree>
  </p:cSld>
  <p:clrMapOvr>
    <a:masterClrMapping/>
  </p:clrMapOvr>
  <p:transition spd="slow">
    <p:pull/>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4.1.2  </a:t>
            </a:r>
            <a:r>
              <a:rPr lang="zh-CN" altLang="en-US" dirty="0"/>
              <a:t>网络层提供的两种服务</a:t>
            </a:r>
          </a:p>
        </p:txBody>
      </p:sp>
      <p:sp>
        <p:nvSpPr>
          <p:cNvPr id="3" name="内容占位符 2"/>
          <p:cNvSpPr>
            <a:spLocks noGrp="1"/>
          </p:cNvSpPr>
          <p:nvPr>
            <p:ph idx="1"/>
          </p:nvPr>
        </p:nvSpPr>
        <p:spPr/>
        <p:txBody>
          <a:bodyPr/>
          <a:lstStyle/>
          <a:p>
            <a:pPr marL="0" indent="0">
              <a:buNone/>
            </a:pPr>
            <a:endParaRPr lang="en-US" altLang="zh-CN" dirty="0" smtClean="0"/>
          </a:p>
          <a:p>
            <a:pPr marL="0" indent="0">
              <a:buNone/>
            </a:pPr>
            <a:endParaRPr lang="en-US" altLang="zh-CN" dirty="0"/>
          </a:p>
          <a:p>
            <a:pPr marL="0" indent="0">
              <a:buNone/>
            </a:pPr>
            <a:r>
              <a:rPr lang="zh-CN" altLang="en-US" dirty="0" smtClean="0"/>
              <a:t>虚电路</a:t>
            </a:r>
            <a:r>
              <a:rPr lang="zh-CN" altLang="en-US" dirty="0"/>
              <a:t>表示这只是一条逻辑上的连接，分组都沿着这条逻辑连接按照存储转发方式传送，而并不是真正建立了一条物理连接</a:t>
            </a:r>
            <a:r>
              <a:rPr lang="zh-CN" altLang="en-US" dirty="0" smtClean="0"/>
              <a:t>。</a:t>
            </a:r>
            <a:endParaRPr lang="en-US" altLang="zh-CN" dirty="0" smtClean="0"/>
          </a:p>
          <a:p>
            <a:endParaRPr lang="zh-CN" altLang="en-US" dirty="0"/>
          </a:p>
          <a:p>
            <a:pPr marL="0" indent="0">
              <a:buNone/>
            </a:pPr>
            <a:r>
              <a:rPr lang="zh-CN" altLang="en-US" dirty="0" smtClean="0"/>
              <a:t>请</a:t>
            </a:r>
            <a:r>
              <a:rPr lang="zh-CN" altLang="en-US" dirty="0"/>
              <a:t>注意，电路交换的电话通信是先建立了一条真正的连接。因此分组交换的虚连接和电路交换的连接只是类似，但并不完全一样。</a:t>
            </a:r>
          </a:p>
          <a:p>
            <a:endParaRPr lang="zh-CN" altLang="en-US" dirty="0"/>
          </a:p>
        </p:txBody>
      </p:sp>
    </p:spTree>
  </p:cSld>
  <p:clrMapOvr>
    <a:masterClrMapping/>
  </p:clrMapOvr>
  <p:transition spd="slow">
    <p:pull/>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4.1.2  </a:t>
            </a:r>
            <a:r>
              <a:rPr lang="zh-CN" altLang="en-US" dirty="0"/>
              <a:t>网络层提供的两种服务</a:t>
            </a:r>
          </a:p>
        </p:txBody>
      </p:sp>
      <p:sp>
        <p:nvSpPr>
          <p:cNvPr id="5" name="内容占位符 4"/>
          <p:cNvSpPr>
            <a:spLocks noGrp="1"/>
          </p:cNvSpPr>
          <p:nvPr>
            <p:ph sz="half" idx="1"/>
          </p:nvPr>
        </p:nvSpPr>
        <p:spPr>
          <a:xfrm>
            <a:off x="669471" y="1309918"/>
            <a:ext cx="5763986" cy="4932363"/>
          </a:xfrm>
        </p:spPr>
        <p:txBody>
          <a:bodyPr>
            <a:normAutofit fontScale="92500" lnSpcReduction="20000"/>
          </a:bodyPr>
          <a:lstStyle/>
          <a:p>
            <a:pPr marL="0" indent="0">
              <a:buNone/>
            </a:pPr>
            <a:r>
              <a:rPr lang="en-US" altLang="zh-CN" dirty="0"/>
              <a:t>2</a:t>
            </a:r>
            <a:r>
              <a:rPr lang="zh-CN" altLang="en-US" dirty="0"/>
              <a:t>、因特网采用的设计思路</a:t>
            </a:r>
            <a:r>
              <a:rPr lang="en-US" altLang="zh-CN" dirty="0"/>
              <a:t>—</a:t>
            </a:r>
            <a:r>
              <a:rPr lang="zh-CN" altLang="en-US" dirty="0"/>
              <a:t>数据报服务</a:t>
            </a:r>
            <a:r>
              <a:rPr lang="zh-CN" altLang="en-US" dirty="0" smtClean="0"/>
              <a:t>，如图所</a:t>
            </a:r>
            <a:r>
              <a:rPr lang="zh-CN" altLang="en-US" dirty="0"/>
              <a:t>示</a:t>
            </a:r>
          </a:p>
          <a:p>
            <a:pPr marL="0" indent="0">
              <a:buNone/>
            </a:pPr>
            <a:r>
              <a:rPr lang="zh-CN" altLang="en-US" dirty="0"/>
              <a:t>网络层向上只提供简单灵活的、无连接的、尽最大努力交付的数据报服务。</a:t>
            </a:r>
          </a:p>
          <a:p>
            <a:pPr marL="0" indent="0">
              <a:buNone/>
            </a:pPr>
            <a:r>
              <a:rPr lang="zh-CN" altLang="en-US" dirty="0"/>
              <a:t>网络在发送分组时不需要先建立连接。每一个分组（即 </a:t>
            </a:r>
            <a:r>
              <a:rPr lang="en-US" altLang="zh-CN" dirty="0"/>
              <a:t>IP </a:t>
            </a:r>
            <a:r>
              <a:rPr lang="zh-CN" altLang="en-US" dirty="0"/>
              <a:t>数据报）独立发送，与其前后的分组无关（不进行编号）。</a:t>
            </a:r>
          </a:p>
          <a:p>
            <a:pPr marL="0" indent="0">
              <a:buNone/>
            </a:pPr>
            <a:r>
              <a:rPr lang="zh-CN" altLang="en-US" dirty="0"/>
              <a:t>网络层不提供服务质量的承诺。即所传送的分组可能出错、丢失、重复和失序（不按序到达终点），当然也不保证分组传送的时限。</a:t>
            </a:r>
          </a:p>
          <a:p>
            <a:endParaRPr lang="zh-CN" altLang="en-US" dirty="0"/>
          </a:p>
        </p:txBody>
      </p:sp>
      <p:pic>
        <p:nvPicPr>
          <p:cNvPr id="3074" name="Picture 2"/>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752662" y="1583871"/>
            <a:ext cx="4656967" cy="43107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en-US" altLang="zh-CN" dirty="0"/>
              <a:t>4.1.2  </a:t>
            </a:r>
            <a:r>
              <a:rPr lang="zh-CN" altLang="en-US" dirty="0"/>
              <a:t>网络层提供的两种服务</a:t>
            </a:r>
          </a:p>
        </p:txBody>
      </p:sp>
      <p:sp>
        <p:nvSpPr>
          <p:cNvPr id="7" name="内容占位符 6"/>
          <p:cNvSpPr>
            <a:spLocks noGrp="1"/>
          </p:cNvSpPr>
          <p:nvPr>
            <p:ph idx="1"/>
          </p:nvPr>
        </p:nvSpPr>
        <p:spPr/>
        <p:txBody>
          <a:bodyPr/>
          <a:lstStyle/>
          <a:p>
            <a:r>
              <a:rPr lang="zh-CN" altLang="en-US" dirty="0"/>
              <a:t>由于传输网络不提供端到端的可靠传输服务，这就使网络中的路由器可以做得比较简单，而且价格低廉（与电信网的交换机相比较）。</a:t>
            </a:r>
          </a:p>
          <a:p>
            <a:r>
              <a:rPr lang="zh-CN" altLang="en-US" dirty="0"/>
              <a:t>如果主机（即端系统）中的进程之间的通信需要是可靠的，那么就由网络的主机中的运输层负责（包括差错处理、流量控制等）。</a:t>
            </a:r>
          </a:p>
          <a:p>
            <a:r>
              <a:rPr lang="zh-CN" altLang="en-US" dirty="0"/>
              <a:t>采用这种设计思路的好处是：网络的造价大大降低，运行方式灵活，能够适应多种应用。</a:t>
            </a:r>
          </a:p>
          <a:p>
            <a:endParaRPr lang="zh-CN" altLang="en-US" dirty="0"/>
          </a:p>
        </p:txBody>
      </p:sp>
    </p:spTree>
  </p:cSld>
  <p:clrMapOvr>
    <a:masterClrMapping/>
  </p:clrMapOvr>
  <p:transition spd="slow">
    <p:pull/>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4.1.2  </a:t>
            </a:r>
            <a:r>
              <a:rPr lang="zh-CN" altLang="en-US" dirty="0"/>
              <a:t>网络层提供的两种服务</a:t>
            </a:r>
          </a:p>
        </p:txBody>
      </p:sp>
      <p:sp>
        <p:nvSpPr>
          <p:cNvPr id="3" name="内容占位符 2"/>
          <p:cNvSpPr>
            <a:spLocks noGrp="1"/>
          </p:cNvSpPr>
          <p:nvPr>
            <p:ph idx="1"/>
          </p:nvPr>
        </p:nvSpPr>
        <p:spPr/>
        <p:txBody>
          <a:bodyPr/>
          <a:lstStyle/>
          <a:p>
            <a:pPr marL="0" indent="0">
              <a:buNone/>
            </a:pPr>
            <a:r>
              <a:rPr lang="en-US" altLang="zh-CN" dirty="0" smtClean="0"/>
              <a:t>3</a:t>
            </a:r>
            <a:r>
              <a:rPr lang="zh-CN" altLang="en-US" dirty="0" smtClean="0"/>
              <a:t>、</a:t>
            </a:r>
            <a:r>
              <a:rPr lang="zh-CN" altLang="zh-CN" dirty="0" smtClean="0"/>
              <a:t>虚电路</a:t>
            </a:r>
            <a:r>
              <a:rPr lang="zh-CN" altLang="zh-CN" dirty="0"/>
              <a:t>服务与数据报服务的</a:t>
            </a:r>
            <a:r>
              <a:rPr lang="zh-CN" altLang="zh-CN" dirty="0" smtClean="0"/>
              <a:t>对比</a:t>
            </a:r>
            <a:endParaRPr lang="zh-CN" altLang="en-US" dirty="0"/>
          </a:p>
        </p:txBody>
      </p:sp>
      <p:graphicFrame>
        <p:nvGraphicFramePr>
          <p:cNvPr id="4" name="表格 3"/>
          <p:cNvGraphicFramePr>
            <a:graphicFrameLocks noGrp="1"/>
          </p:cNvGraphicFramePr>
          <p:nvPr/>
        </p:nvGraphicFramePr>
        <p:xfrm>
          <a:off x="457199" y="2024744"/>
          <a:ext cx="10303332" cy="4088362"/>
        </p:xfrm>
        <a:graphic>
          <a:graphicData uri="http://schemas.openxmlformats.org/drawingml/2006/table">
            <a:tbl>
              <a:tblPr firstRow="1" firstCol="1" bandRow="1">
                <a:tableStyleId>{5C22544A-7EE6-4342-B048-85BDC9FD1C3A}</a:tableStyleId>
              </a:tblPr>
              <a:tblGrid>
                <a:gridCol w="2533607">
                  <a:extLst>
                    <a:ext uri="{9D8B030D-6E8A-4147-A177-3AD203B41FA5}">
                      <a16:colId xmlns:a16="http://schemas.microsoft.com/office/drawing/2014/main" val="20000"/>
                    </a:ext>
                  </a:extLst>
                </a:gridCol>
                <a:gridCol w="3488196">
                  <a:extLst>
                    <a:ext uri="{9D8B030D-6E8A-4147-A177-3AD203B41FA5}">
                      <a16:colId xmlns:a16="http://schemas.microsoft.com/office/drawing/2014/main" val="20001"/>
                    </a:ext>
                  </a:extLst>
                </a:gridCol>
                <a:gridCol w="4281529">
                  <a:extLst>
                    <a:ext uri="{9D8B030D-6E8A-4147-A177-3AD203B41FA5}">
                      <a16:colId xmlns:a16="http://schemas.microsoft.com/office/drawing/2014/main" val="20002"/>
                    </a:ext>
                  </a:extLst>
                </a:gridCol>
              </a:tblGrid>
              <a:tr h="260091">
                <a:tc>
                  <a:txBody>
                    <a:bodyPr/>
                    <a:lstStyle/>
                    <a:p>
                      <a:pPr indent="127000" algn="just">
                        <a:spcAft>
                          <a:spcPts val="0"/>
                        </a:spcAft>
                      </a:pPr>
                      <a:r>
                        <a:rPr lang="en-US" sz="1050" kern="100">
                          <a:effectLst/>
                        </a:rPr>
                        <a:t> </a:t>
                      </a:r>
                      <a:endParaRPr lang="zh-CN" sz="1050" kern="10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zh-CN" sz="2000" kern="100" dirty="0">
                          <a:effectLst/>
                        </a:rPr>
                        <a:t>虚电路服务</a:t>
                      </a:r>
                      <a:endParaRPr lang="zh-CN" sz="2000" kern="100" dirty="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zh-CN" sz="2000" kern="100" dirty="0">
                          <a:effectLst/>
                        </a:rPr>
                        <a:t>数据报服务</a:t>
                      </a:r>
                      <a:endParaRPr lang="zh-CN" sz="2000" kern="100" dirty="0">
                        <a:effectLst/>
                        <a:latin typeface="Times New Roman" panose="02020603050405020304"/>
                        <a:ea typeface="宋体" panose="02010600030101010101" pitchFamily="2" charset="-122"/>
                      </a:endParaRPr>
                    </a:p>
                  </a:txBody>
                  <a:tcPr marL="68580" marR="68580" marT="0" marB="0"/>
                </a:tc>
                <a:extLst>
                  <a:ext uri="{0D108BD9-81ED-4DB2-BD59-A6C34878D82A}">
                    <a16:rowId xmlns:a16="http://schemas.microsoft.com/office/drawing/2014/main" val="10000"/>
                  </a:ext>
                </a:extLst>
              </a:tr>
              <a:tr h="260091">
                <a:tc>
                  <a:txBody>
                    <a:bodyPr/>
                    <a:lstStyle/>
                    <a:p>
                      <a:pPr indent="127000" algn="just">
                        <a:spcAft>
                          <a:spcPts val="0"/>
                        </a:spcAft>
                      </a:pPr>
                      <a:r>
                        <a:rPr lang="zh-CN" sz="2000" kern="100" dirty="0">
                          <a:effectLst/>
                        </a:rPr>
                        <a:t>思路</a:t>
                      </a:r>
                      <a:endParaRPr lang="zh-CN" sz="2000" kern="100" dirty="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zh-CN" sz="2000" kern="100">
                          <a:effectLst/>
                        </a:rPr>
                        <a:t>可靠通信应当由网络来保证</a:t>
                      </a:r>
                      <a:endParaRPr lang="zh-CN" sz="2000" kern="10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zh-CN" sz="2000" kern="100">
                          <a:effectLst/>
                        </a:rPr>
                        <a:t>可靠通讯应当由用户主机来保证</a:t>
                      </a:r>
                      <a:endParaRPr lang="zh-CN" sz="2000" kern="100">
                        <a:effectLst/>
                        <a:latin typeface="Times New Roman" panose="02020603050405020304"/>
                        <a:ea typeface="宋体" panose="02010600030101010101" pitchFamily="2" charset="-122"/>
                      </a:endParaRPr>
                    </a:p>
                  </a:txBody>
                  <a:tcPr marL="68580" marR="68580" marT="0" marB="0"/>
                </a:tc>
                <a:extLst>
                  <a:ext uri="{0D108BD9-81ED-4DB2-BD59-A6C34878D82A}">
                    <a16:rowId xmlns:a16="http://schemas.microsoft.com/office/drawing/2014/main" val="10001"/>
                  </a:ext>
                </a:extLst>
              </a:tr>
              <a:tr h="520181">
                <a:tc>
                  <a:txBody>
                    <a:bodyPr/>
                    <a:lstStyle/>
                    <a:p>
                      <a:pPr indent="127000" algn="just">
                        <a:spcAft>
                          <a:spcPts val="0"/>
                        </a:spcAft>
                      </a:pPr>
                      <a:r>
                        <a:rPr lang="zh-CN" sz="2000" kern="100" dirty="0">
                          <a:effectLst/>
                        </a:rPr>
                        <a:t>连接的建立</a:t>
                      </a:r>
                      <a:endParaRPr lang="zh-CN" sz="2000" kern="100" dirty="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zh-CN" sz="2000" kern="100" dirty="0">
                          <a:effectLst/>
                        </a:rPr>
                        <a:t>必须有</a:t>
                      </a:r>
                      <a:endParaRPr lang="zh-CN" sz="2000" kern="100" dirty="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zh-CN" sz="2000" kern="100">
                          <a:effectLst/>
                        </a:rPr>
                        <a:t>不需要</a:t>
                      </a:r>
                      <a:endParaRPr lang="zh-CN" sz="2000" kern="100">
                        <a:effectLst/>
                        <a:latin typeface="Times New Roman" panose="02020603050405020304"/>
                        <a:ea typeface="宋体" panose="02010600030101010101" pitchFamily="2" charset="-122"/>
                      </a:endParaRPr>
                    </a:p>
                  </a:txBody>
                  <a:tcPr marL="68580" marR="68580" marT="0" marB="0"/>
                </a:tc>
                <a:extLst>
                  <a:ext uri="{0D108BD9-81ED-4DB2-BD59-A6C34878D82A}">
                    <a16:rowId xmlns:a16="http://schemas.microsoft.com/office/drawing/2014/main" val="10002"/>
                  </a:ext>
                </a:extLst>
              </a:tr>
              <a:tr h="520181">
                <a:tc>
                  <a:txBody>
                    <a:bodyPr/>
                    <a:lstStyle/>
                    <a:p>
                      <a:pPr indent="127000" algn="just">
                        <a:spcAft>
                          <a:spcPts val="0"/>
                        </a:spcAft>
                      </a:pPr>
                      <a:r>
                        <a:rPr lang="zh-CN" sz="2000" kern="100">
                          <a:effectLst/>
                        </a:rPr>
                        <a:t>终地址</a:t>
                      </a:r>
                      <a:endParaRPr lang="zh-CN" sz="2000" kern="10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zh-CN" sz="2000" kern="100" dirty="0">
                          <a:effectLst/>
                        </a:rPr>
                        <a:t>仅在连接建立阶段使用，每个分组使用短的虚电路号</a:t>
                      </a:r>
                      <a:endParaRPr lang="zh-CN" sz="2000" kern="100" dirty="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zh-CN" sz="2000" kern="100">
                          <a:effectLst/>
                        </a:rPr>
                        <a:t>每个分组都有终点的完整地址</a:t>
                      </a:r>
                      <a:endParaRPr lang="zh-CN" sz="2000" kern="100">
                        <a:effectLst/>
                        <a:latin typeface="Times New Roman" panose="02020603050405020304"/>
                        <a:ea typeface="宋体" panose="02010600030101010101" pitchFamily="2" charset="-122"/>
                      </a:endParaRPr>
                    </a:p>
                  </a:txBody>
                  <a:tcPr marL="68580" marR="68580" marT="0" marB="0"/>
                </a:tc>
                <a:extLst>
                  <a:ext uri="{0D108BD9-81ED-4DB2-BD59-A6C34878D82A}">
                    <a16:rowId xmlns:a16="http://schemas.microsoft.com/office/drawing/2014/main" val="10003"/>
                  </a:ext>
                </a:extLst>
              </a:tr>
              <a:tr h="520181">
                <a:tc>
                  <a:txBody>
                    <a:bodyPr/>
                    <a:lstStyle/>
                    <a:p>
                      <a:pPr indent="127000" algn="just">
                        <a:spcAft>
                          <a:spcPts val="0"/>
                        </a:spcAft>
                      </a:pPr>
                      <a:r>
                        <a:rPr lang="zh-CN" sz="2000" kern="100">
                          <a:effectLst/>
                        </a:rPr>
                        <a:t>分组的转发</a:t>
                      </a:r>
                      <a:endParaRPr lang="zh-CN" sz="2000" kern="10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zh-CN" sz="2000" kern="100" dirty="0">
                          <a:effectLst/>
                        </a:rPr>
                        <a:t>属于同一条虚电路的分组均按照同一路由进行转发</a:t>
                      </a:r>
                      <a:endParaRPr lang="zh-CN" sz="2000" kern="100" dirty="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zh-CN" sz="2000" kern="100">
                          <a:effectLst/>
                        </a:rPr>
                        <a:t>每个分组独立选择路由进行转发</a:t>
                      </a:r>
                      <a:endParaRPr lang="zh-CN" sz="2000" kern="100">
                        <a:effectLst/>
                        <a:latin typeface="Times New Roman" panose="02020603050405020304"/>
                        <a:ea typeface="宋体" panose="02010600030101010101" pitchFamily="2" charset="-122"/>
                      </a:endParaRPr>
                    </a:p>
                  </a:txBody>
                  <a:tcPr marL="68580" marR="68580" marT="0" marB="0"/>
                </a:tc>
                <a:extLst>
                  <a:ext uri="{0D108BD9-81ED-4DB2-BD59-A6C34878D82A}">
                    <a16:rowId xmlns:a16="http://schemas.microsoft.com/office/drawing/2014/main" val="10004"/>
                  </a:ext>
                </a:extLst>
              </a:tr>
              <a:tr h="520181">
                <a:tc>
                  <a:txBody>
                    <a:bodyPr/>
                    <a:lstStyle/>
                    <a:p>
                      <a:pPr indent="127000" algn="just">
                        <a:spcAft>
                          <a:spcPts val="0"/>
                        </a:spcAft>
                      </a:pPr>
                      <a:r>
                        <a:rPr lang="zh-CN" sz="2000" kern="100">
                          <a:effectLst/>
                        </a:rPr>
                        <a:t>当结点出故障时</a:t>
                      </a:r>
                      <a:endParaRPr lang="zh-CN" sz="2000" kern="10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zh-CN" sz="2000" kern="100" dirty="0">
                          <a:effectLst/>
                        </a:rPr>
                        <a:t>所有通过出故障的结点的虚电路均不能工作</a:t>
                      </a:r>
                      <a:endParaRPr lang="zh-CN" sz="2000" kern="100" dirty="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zh-CN" sz="2000" kern="100" dirty="0">
                          <a:effectLst/>
                        </a:rPr>
                        <a:t>出故障的结点可能会丢失分组，一些路由可能会发生变化</a:t>
                      </a:r>
                      <a:endParaRPr lang="zh-CN" sz="2000" kern="100" dirty="0">
                        <a:effectLst/>
                        <a:latin typeface="Times New Roman" panose="02020603050405020304"/>
                        <a:ea typeface="宋体" panose="02010600030101010101" pitchFamily="2" charset="-122"/>
                      </a:endParaRPr>
                    </a:p>
                  </a:txBody>
                  <a:tcPr marL="68580" marR="68580" marT="0" marB="0"/>
                </a:tc>
                <a:extLst>
                  <a:ext uri="{0D108BD9-81ED-4DB2-BD59-A6C34878D82A}">
                    <a16:rowId xmlns:a16="http://schemas.microsoft.com/office/drawing/2014/main" val="10005"/>
                  </a:ext>
                </a:extLst>
              </a:tr>
              <a:tr h="520181">
                <a:tc>
                  <a:txBody>
                    <a:bodyPr/>
                    <a:lstStyle/>
                    <a:p>
                      <a:pPr indent="127000" algn="just">
                        <a:spcAft>
                          <a:spcPts val="0"/>
                        </a:spcAft>
                      </a:pPr>
                      <a:r>
                        <a:rPr lang="zh-CN" sz="2000" kern="100">
                          <a:effectLst/>
                        </a:rPr>
                        <a:t>分组的顺序</a:t>
                      </a:r>
                      <a:endParaRPr lang="zh-CN" sz="2000" kern="10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zh-CN" sz="2000" kern="100">
                          <a:effectLst/>
                        </a:rPr>
                        <a:t>总是按发送顺序到达终点</a:t>
                      </a:r>
                      <a:endParaRPr lang="zh-CN" sz="2000" kern="10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zh-CN" sz="2000" kern="100" dirty="0">
                          <a:effectLst/>
                        </a:rPr>
                        <a:t>到达终点时不一定按发送顺序</a:t>
                      </a:r>
                      <a:endParaRPr lang="zh-CN" sz="2000" kern="100" dirty="0">
                        <a:effectLst/>
                        <a:latin typeface="Times New Roman" panose="02020603050405020304"/>
                        <a:ea typeface="宋体" panose="02010600030101010101" pitchFamily="2" charset="-122"/>
                      </a:endParaRPr>
                    </a:p>
                  </a:txBody>
                  <a:tcPr marL="68580" marR="68580" marT="0" marB="0"/>
                </a:tc>
                <a:extLst>
                  <a:ext uri="{0D108BD9-81ED-4DB2-BD59-A6C34878D82A}">
                    <a16:rowId xmlns:a16="http://schemas.microsoft.com/office/drawing/2014/main" val="10006"/>
                  </a:ext>
                </a:extLst>
              </a:tr>
              <a:tr h="520181">
                <a:tc>
                  <a:txBody>
                    <a:bodyPr/>
                    <a:lstStyle/>
                    <a:p>
                      <a:pPr indent="127000" algn="just">
                        <a:spcAft>
                          <a:spcPts val="0"/>
                        </a:spcAft>
                      </a:pPr>
                      <a:r>
                        <a:rPr lang="zh-CN" sz="2000" kern="100">
                          <a:effectLst/>
                        </a:rPr>
                        <a:t>差错处理和流量控制</a:t>
                      </a:r>
                      <a:endParaRPr lang="zh-CN" sz="2000" kern="10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zh-CN" sz="2000" kern="100">
                          <a:effectLst/>
                        </a:rPr>
                        <a:t>由网络负责，也可以由用户主机负责</a:t>
                      </a:r>
                      <a:endParaRPr lang="zh-CN" sz="2000" kern="10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zh-CN" sz="2000" kern="100" dirty="0">
                          <a:effectLst/>
                        </a:rPr>
                        <a:t>由用户主机负责</a:t>
                      </a:r>
                      <a:endParaRPr lang="zh-CN" sz="2000" kern="100" dirty="0">
                        <a:effectLst/>
                        <a:latin typeface="Times New Roman" panose="02020603050405020304"/>
                        <a:ea typeface="宋体" panose="02010600030101010101" pitchFamily="2" charset="-122"/>
                      </a:endParaRPr>
                    </a:p>
                  </a:txBody>
                  <a:tcPr marL="68580" marR="68580" marT="0" marB="0"/>
                </a:tc>
                <a:extLst>
                  <a:ext uri="{0D108BD9-81ED-4DB2-BD59-A6C34878D82A}">
                    <a16:rowId xmlns:a16="http://schemas.microsoft.com/office/drawing/2014/main" val="10007"/>
                  </a:ext>
                </a:extLst>
              </a:tr>
            </a:tbl>
          </a:graphicData>
        </a:graphic>
      </p:graphicFrame>
    </p:spTree>
  </p:cSld>
  <p:clrMapOvr>
    <a:masterClrMapping/>
  </p:clrMapOvr>
  <p:transition spd="slow">
    <p:pull/>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478973" y="293914"/>
            <a:ext cx="9886951" cy="884238"/>
          </a:xfrm>
        </p:spPr>
        <p:txBody>
          <a:bodyPr/>
          <a:lstStyle/>
          <a:p>
            <a:pPr algn="ctr"/>
            <a:r>
              <a:rPr lang="en-US" altLang="zh-CN" dirty="0"/>
              <a:t>4.2  </a:t>
            </a:r>
            <a:r>
              <a:rPr lang="zh-CN" altLang="en-US" dirty="0"/>
              <a:t>网际协议</a:t>
            </a:r>
            <a:r>
              <a:rPr lang="en-US" altLang="zh-CN" dirty="0"/>
              <a:t>IP </a:t>
            </a:r>
          </a:p>
        </p:txBody>
      </p:sp>
      <p:sp>
        <p:nvSpPr>
          <p:cNvPr id="30723" name="Rectangle 3"/>
          <p:cNvSpPr>
            <a:spLocks noGrp="1" noChangeArrowheads="1"/>
          </p:cNvSpPr>
          <p:nvPr>
            <p:ph type="body" idx="1"/>
          </p:nvPr>
        </p:nvSpPr>
        <p:spPr>
          <a:xfrm>
            <a:off x="916517" y="1196975"/>
            <a:ext cx="10651067" cy="4941888"/>
          </a:xfrm>
        </p:spPr>
        <p:txBody>
          <a:bodyPr>
            <a:normAutofit fontScale="92500" lnSpcReduction="20000"/>
          </a:bodyPr>
          <a:lstStyle/>
          <a:p>
            <a:r>
              <a:rPr lang="en-US" altLang="zh-CN" sz="3100" dirty="0"/>
              <a:t>4.2.1  IP</a:t>
            </a:r>
            <a:r>
              <a:rPr lang="zh-CN" altLang="en-US" sz="3100" dirty="0"/>
              <a:t>协议简介</a:t>
            </a:r>
            <a:endParaRPr lang="en-US" altLang="zh-CN" sz="3100" dirty="0" smtClean="0"/>
          </a:p>
          <a:p>
            <a:r>
              <a:rPr lang="zh-CN" altLang="en-US" sz="3100" dirty="0" smtClean="0"/>
              <a:t>网际协议 </a:t>
            </a:r>
            <a:r>
              <a:rPr lang="en-US" altLang="zh-CN" sz="3100" dirty="0"/>
              <a:t>IP </a:t>
            </a:r>
            <a:r>
              <a:rPr lang="zh-CN" altLang="en-US" sz="3100" dirty="0"/>
              <a:t>是 </a:t>
            </a:r>
            <a:r>
              <a:rPr lang="en-US" altLang="zh-CN" sz="3100" dirty="0"/>
              <a:t>TCP/IP </a:t>
            </a:r>
            <a:r>
              <a:rPr lang="zh-CN" altLang="en-US" sz="3100" dirty="0"/>
              <a:t>体系中两个最主要的协议之一。与 </a:t>
            </a:r>
            <a:r>
              <a:rPr lang="en-US" altLang="zh-CN" sz="3100" dirty="0"/>
              <a:t>IP </a:t>
            </a:r>
            <a:r>
              <a:rPr lang="zh-CN" altLang="en-US" sz="3100" dirty="0"/>
              <a:t>协议配套使用的还有四个协议：</a:t>
            </a:r>
          </a:p>
          <a:p>
            <a:pPr lvl="1"/>
            <a:r>
              <a:rPr lang="zh-CN" altLang="en-US" sz="2700" dirty="0"/>
              <a:t>地址解析协议 </a:t>
            </a:r>
            <a:r>
              <a:rPr lang="en-US" altLang="zh-CN" sz="2700" dirty="0"/>
              <a:t>ARP</a:t>
            </a:r>
          </a:p>
          <a:p>
            <a:pPr lvl="2"/>
            <a:r>
              <a:rPr lang="en-US" altLang="zh-CN" sz="2300" dirty="0"/>
              <a:t>(Address Resolution Protocol)</a:t>
            </a:r>
          </a:p>
          <a:p>
            <a:pPr lvl="1"/>
            <a:r>
              <a:rPr lang="zh-CN" altLang="en-US" sz="2700" dirty="0"/>
              <a:t>逆地址解析协议 </a:t>
            </a:r>
            <a:r>
              <a:rPr lang="en-US" altLang="zh-CN" sz="2700" dirty="0"/>
              <a:t>RARP</a:t>
            </a:r>
          </a:p>
          <a:p>
            <a:pPr lvl="2"/>
            <a:r>
              <a:rPr lang="en-US" altLang="zh-CN" sz="2300" dirty="0"/>
              <a:t>(Reverse Address Resolution Protocol)</a:t>
            </a:r>
          </a:p>
          <a:p>
            <a:pPr lvl="1"/>
            <a:r>
              <a:rPr lang="zh-CN" altLang="en-US" sz="2700" dirty="0"/>
              <a:t>网际控制报文协议 </a:t>
            </a:r>
            <a:r>
              <a:rPr lang="en-US" altLang="zh-CN" sz="2700" dirty="0"/>
              <a:t>ICMP</a:t>
            </a:r>
          </a:p>
          <a:p>
            <a:pPr lvl="2"/>
            <a:r>
              <a:rPr lang="en-US" altLang="zh-CN" sz="2300" dirty="0"/>
              <a:t>(Internet Control Message Protocol)</a:t>
            </a:r>
          </a:p>
          <a:p>
            <a:pPr lvl="1"/>
            <a:r>
              <a:rPr lang="zh-CN" altLang="en-US" sz="2700" dirty="0"/>
              <a:t>网际组管理协议 </a:t>
            </a:r>
            <a:r>
              <a:rPr lang="en-US" altLang="zh-CN" sz="2700" dirty="0"/>
              <a:t>IGMP</a:t>
            </a:r>
          </a:p>
          <a:p>
            <a:pPr lvl="2"/>
            <a:r>
              <a:rPr lang="en-US" altLang="zh-CN" sz="2300" dirty="0"/>
              <a:t>(Internet Group Management Protocol)</a:t>
            </a:r>
          </a:p>
        </p:txBody>
      </p:sp>
    </p:spTree>
  </p:cSld>
  <p:clrMapOvr>
    <a:masterClrMapping/>
  </p:clrMapOvr>
  <p:transition spd="slow">
    <p:pull/>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511631" y="0"/>
            <a:ext cx="10090151" cy="884238"/>
          </a:xfrm>
        </p:spPr>
        <p:txBody>
          <a:bodyPr>
            <a:normAutofit fontScale="90000"/>
          </a:bodyPr>
          <a:lstStyle/>
          <a:p>
            <a:pPr algn="ctr"/>
            <a:r>
              <a:rPr lang="en-US" altLang="zh-CN" sz="4000" dirty="0"/>
              <a:t>4.2.1  IP</a:t>
            </a:r>
            <a:r>
              <a:rPr lang="zh-CN" altLang="en-US" sz="4000" dirty="0"/>
              <a:t>协议简介</a:t>
            </a:r>
            <a:br>
              <a:rPr lang="zh-CN" altLang="en-US" sz="4000" dirty="0"/>
            </a:br>
            <a:r>
              <a:rPr lang="zh-CN" altLang="en-US" sz="4000" dirty="0"/>
              <a:t>网际层的 </a:t>
            </a:r>
            <a:r>
              <a:rPr lang="en-US" altLang="zh-CN" sz="4000" dirty="0"/>
              <a:t>IP </a:t>
            </a:r>
            <a:r>
              <a:rPr lang="zh-CN" altLang="en-US" sz="4000" dirty="0"/>
              <a:t>协议及配套协议</a:t>
            </a:r>
          </a:p>
        </p:txBody>
      </p:sp>
      <p:sp>
        <p:nvSpPr>
          <p:cNvPr id="31747" name="Rectangle 3"/>
          <p:cNvSpPr>
            <a:spLocks noChangeArrowheads="1"/>
          </p:cNvSpPr>
          <p:nvPr/>
        </p:nvSpPr>
        <p:spPr bwMode="auto">
          <a:xfrm>
            <a:off x="3937002" y="2590803"/>
            <a:ext cx="5422900" cy="1471613"/>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48" name="Rectangle 4"/>
          <p:cNvSpPr>
            <a:spLocks noChangeArrowheads="1"/>
          </p:cNvSpPr>
          <p:nvPr/>
        </p:nvSpPr>
        <p:spPr bwMode="auto">
          <a:xfrm>
            <a:off x="3937002" y="1196978"/>
            <a:ext cx="5422900" cy="3408363"/>
          </a:xfrm>
          <a:prstGeom prst="rect">
            <a:avLst/>
          </a:prstGeom>
          <a:noFill/>
          <a:ln w="28575">
            <a:solidFill>
              <a:schemeClr val="tx1"/>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b="1">
              <a:solidFill>
                <a:schemeClr val="bg2"/>
              </a:solidFill>
              <a:ea typeface="黑体" panose="02010609060101010101" pitchFamily="49" charset="-122"/>
            </a:endParaRPr>
          </a:p>
        </p:txBody>
      </p:sp>
      <p:sp>
        <p:nvSpPr>
          <p:cNvPr id="31749" name="Line 5"/>
          <p:cNvSpPr>
            <a:spLocks noChangeShapeType="1"/>
          </p:cNvSpPr>
          <p:nvPr/>
        </p:nvSpPr>
        <p:spPr bwMode="auto">
          <a:xfrm>
            <a:off x="3937002" y="2049463"/>
            <a:ext cx="54229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0" name="Line 6"/>
          <p:cNvSpPr>
            <a:spLocks noChangeShapeType="1"/>
          </p:cNvSpPr>
          <p:nvPr/>
        </p:nvSpPr>
        <p:spPr bwMode="auto">
          <a:xfrm>
            <a:off x="3937002" y="2590800"/>
            <a:ext cx="54229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1" name="Text Box 7"/>
          <p:cNvSpPr txBox="1">
            <a:spLocks noChangeArrowheads="1"/>
          </p:cNvSpPr>
          <p:nvPr/>
        </p:nvSpPr>
        <p:spPr bwMode="auto">
          <a:xfrm>
            <a:off x="5236635" y="1211265"/>
            <a:ext cx="235032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solidFill>
                  <a:schemeClr val="bg2"/>
                </a:solidFill>
                <a:ea typeface="黑体" panose="02010609060101010101" pitchFamily="49" charset="-122"/>
              </a:rPr>
              <a:t>各种应用层协议</a:t>
            </a:r>
          </a:p>
        </p:txBody>
      </p:sp>
      <p:sp>
        <p:nvSpPr>
          <p:cNvPr id="31752" name="Text Box 8"/>
          <p:cNvSpPr txBox="1">
            <a:spLocks noChangeArrowheads="1"/>
          </p:cNvSpPr>
          <p:nvPr/>
        </p:nvSpPr>
        <p:spPr bwMode="auto">
          <a:xfrm>
            <a:off x="1390653" y="4189413"/>
            <a:ext cx="188545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75000"/>
              </a:lnSpc>
            </a:pPr>
            <a:r>
              <a:rPr lang="zh-CN" altLang="en-US" sz="2400" b="1" dirty="0">
                <a:solidFill>
                  <a:schemeClr val="bg2"/>
                </a:solidFill>
                <a:ea typeface="黑体" panose="02010609060101010101" pitchFamily="49" charset="-122"/>
              </a:rPr>
              <a:t>  网络</a:t>
            </a:r>
            <a:r>
              <a:rPr lang="zh-CN" altLang="en-US" sz="2400" b="1" dirty="0">
                <a:solidFill>
                  <a:schemeClr val="tx1">
                    <a:lumMod val="50000"/>
                  </a:schemeClr>
                </a:solidFill>
                <a:ea typeface="黑体" panose="02010609060101010101" pitchFamily="49" charset="-122"/>
              </a:rPr>
              <a:t>接口</a:t>
            </a:r>
            <a:r>
              <a:rPr lang="zh-CN" altLang="en-US" sz="2400" b="1" dirty="0">
                <a:solidFill>
                  <a:schemeClr val="bg2"/>
                </a:solidFill>
                <a:ea typeface="黑体" panose="02010609060101010101" pitchFamily="49" charset="-122"/>
              </a:rPr>
              <a:t>层</a:t>
            </a:r>
          </a:p>
        </p:txBody>
      </p:sp>
      <p:sp>
        <p:nvSpPr>
          <p:cNvPr id="31753" name="Text Box 9"/>
          <p:cNvSpPr txBox="1">
            <a:spLocks noChangeArrowheads="1"/>
          </p:cNvSpPr>
          <p:nvPr/>
        </p:nvSpPr>
        <p:spPr bwMode="auto">
          <a:xfrm>
            <a:off x="4546602" y="1597027"/>
            <a:ext cx="328186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dirty="0">
                <a:solidFill>
                  <a:schemeClr val="tx1">
                    <a:lumMod val="50000"/>
                  </a:schemeClr>
                </a:solidFill>
                <a:ea typeface="黑体" panose="02010609060101010101" pitchFamily="49" charset="-122"/>
              </a:rPr>
              <a:t>(HTTP, FTP, SMTP 等)</a:t>
            </a:r>
          </a:p>
        </p:txBody>
      </p:sp>
      <p:sp>
        <p:nvSpPr>
          <p:cNvPr id="31754" name="Rectangle 10"/>
          <p:cNvSpPr>
            <a:spLocks noChangeArrowheads="1"/>
          </p:cNvSpPr>
          <p:nvPr/>
        </p:nvSpPr>
        <p:spPr bwMode="auto">
          <a:xfrm>
            <a:off x="3930651" y="4683125"/>
            <a:ext cx="5429249" cy="730250"/>
          </a:xfrm>
          <a:prstGeom prst="rect">
            <a:avLst/>
          </a:prstGeom>
          <a:solidFill>
            <a:srgbClr val="FFFFFF">
              <a:alpha val="48999"/>
            </a:srgbClr>
          </a:solidFill>
          <a:ln w="9525">
            <a:solidFill>
              <a:schemeClr val="tx1"/>
            </a:solidFill>
            <a:prstDash val="dash"/>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5" name="Text Box 11"/>
          <p:cNvSpPr txBox="1">
            <a:spLocks noChangeArrowheads="1"/>
          </p:cNvSpPr>
          <p:nvPr/>
        </p:nvSpPr>
        <p:spPr bwMode="auto">
          <a:xfrm>
            <a:off x="5710767" y="4811715"/>
            <a:ext cx="14221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dirty="0">
                <a:solidFill>
                  <a:schemeClr val="tx1">
                    <a:lumMod val="50000"/>
                  </a:schemeClr>
                </a:solidFill>
                <a:ea typeface="黑体" panose="02010609060101010101" pitchFamily="49" charset="-122"/>
              </a:rPr>
              <a:t>物理硬件</a:t>
            </a:r>
          </a:p>
        </p:txBody>
      </p:sp>
      <p:sp>
        <p:nvSpPr>
          <p:cNvPr id="31756" name="Text Box 12"/>
          <p:cNvSpPr txBox="1">
            <a:spLocks noChangeArrowheads="1"/>
          </p:cNvSpPr>
          <p:nvPr/>
        </p:nvSpPr>
        <p:spPr bwMode="auto">
          <a:xfrm>
            <a:off x="2036235" y="2076452"/>
            <a:ext cx="111280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dirty="0">
                <a:solidFill>
                  <a:schemeClr val="tx1">
                    <a:lumMod val="50000"/>
                  </a:schemeClr>
                </a:solidFill>
                <a:ea typeface="黑体" panose="02010609060101010101" pitchFamily="49" charset="-122"/>
              </a:rPr>
              <a:t>运输层</a:t>
            </a:r>
          </a:p>
        </p:txBody>
      </p:sp>
      <p:sp>
        <p:nvSpPr>
          <p:cNvPr id="31757" name="Text Box 13"/>
          <p:cNvSpPr txBox="1">
            <a:spLocks noChangeArrowheads="1"/>
          </p:cNvSpPr>
          <p:nvPr/>
        </p:nvSpPr>
        <p:spPr bwMode="auto">
          <a:xfrm>
            <a:off x="5856818" y="2100265"/>
            <a:ext cx="155901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dirty="0">
                <a:solidFill>
                  <a:schemeClr val="tx1">
                    <a:lumMod val="50000"/>
                  </a:schemeClr>
                </a:solidFill>
                <a:ea typeface="黑体" panose="02010609060101010101" pitchFamily="49" charset="-122"/>
              </a:rPr>
              <a:t>TCP, UDP</a:t>
            </a:r>
          </a:p>
        </p:txBody>
      </p:sp>
      <p:sp>
        <p:nvSpPr>
          <p:cNvPr id="31758" name="Text Box 14"/>
          <p:cNvSpPr txBox="1">
            <a:spLocks noChangeArrowheads="1"/>
          </p:cNvSpPr>
          <p:nvPr/>
        </p:nvSpPr>
        <p:spPr bwMode="auto">
          <a:xfrm>
            <a:off x="2099735" y="1376365"/>
            <a:ext cx="111280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dirty="0">
                <a:solidFill>
                  <a:schemeClr val="tx1">
                    <a:lumMod val="50000"/>
                  </a:schemeClr>
                </a:solidFill>
                <a:ea typeface="黑体" panose="02010609060101010101" pitchFamily="49" charset="-122"/>
              </a:rPr>
              <a:t>应用层</a:t>
            </a:r>
          </a:p>
        </p:txBody>
      </p:sp>
      <p:sp>
        <p:nvSpPr>
          <p:cNvPr id="31759" name="Rectangle 15"/>
          <p:cNvSpPr>
            <a:spLocks noChangeArrowheads="1"/>
          </p:cNvSpPr>
          <p:nvPr/>
        </p:nvSpPr>
        <p:spPr bwMode="auto">
          <a:xfrm>
            <a:off x="4049185" y="2636838"/>
            <a:ext cx="1293283" cy="373062"/>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dirty="0">
                <a:solidFill>
                  <a:schemeClr val="tx1">
                    <a:lumMod val="50000"/>
                  </a:schemeClr>
                </a:solidFill>
                <a:ea typeface="黑体" panose="02010609060101010101" pitchFamily="49" charset="-122"/>
              </a:rPr>
              <a:t>ICMP</a:t>
            </a:r>
          </a:p>
        </p:txBody>
      </p:sp>
      <p:sp>
        <p:nvSpPr>
          <p:cNvPr id="31760" name="Text Box 16"/>
          <p:cNvSpPr txBox="1">
            <a:spLocks noChangeArrowheads="1"/>
          </p:cNvSpPr>
          <p:nvPr/>
        </p:nvSpPr>
        <p:spPr bwMode="auto">
          <a:xfrm>
            <a:off x="6487585" y="2997202"/>
            <a:ext cx="4924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chemeClr val="tx1">
                    <a:lumMod val="50000"/>
                  </a:schemeClr>
                </a:solidFill>
                <a:ea typeface="黑体" panose="02010609060101010101" pitchFamily="49" charset="-122"/>
              </a:rPr>
              <a:t>IP</a:t>
            </a:r>
          </a:p>
        </p:txBody>
      </p:sp>
      <p:sp>
        <p:nvSpPr>
          <p:cNvPr id="31761" name="Rectangle 17"/>
          <p:cNvSpPr>
            <a:spLocks noChangeArrowheads="1"/>
          </p:cNvSpPr>
          <p:nvPr/>
        </p:nvSpPr>
        <p:spPr bwMode="auto">
          <a:xfrm>
            <a:off x="6711952" y="3598863"/>
            <a:ext cx="1242483" cy="373062"/>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solidFill>
                  <a:schemeClr val="tx1">
                    <a:lumMod val="50000"/>
                  </a:schemeClr>
                </a:solidFill>
                <a:ea typeface="黑体" panose="02010609060101010101" pitchFamily="49" charset="-122"/>
              </a:rPr>
              <a:t>RARP</a:t>
            </a:r>
          </a:p>
        </p:txBody>
      </p:sp>
      <p:sp>
        <p:nvSpPr>
          <p:cNvPr id="31762" name="Rectangle 18"/>
          <p:cNvSpPr>
            <a:spLocks noChangeArrowheads="1"/>
          </p:cNvSpPr>
          <p:nvPr/>
        </p:nvSpPr>
        <p:spPr bwMode="auto">
          <a:xfrm>
            <a:off x="8066619" y="3598863"/>
            <a:ext cx="1178983" cy="373062"/>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solidFill>
                  <a:schemeClr val="tx1">
                    <a:lumMod val="50000"/>
                  </a:schemeClr>
                </a:solidFill>
                <a:ea typeface="黑体" panose="02010609060101010101" pitchFamily="49" charset="-122"/>
              </a:rPr>
              <a:t>ARP</a:t>
            </a:r>
          </a:p>
        </p:txBody>
      </p:sp>
      <p:sp>
        <p:nvSpPr>
          <p:cNvPr id="31763" name="Text Box 19"/>
          <p:cNvSpPr txBox="1">
            <a:spLocks noChangeArrowheads="1"/>
          </p:cNvSpPr>
          <p:nvPr/>
        </p:nvSpPr>
        <p:spPr bwMode="auto">
          <a:xfrm>
            <a:off x="5171019" y="4117977"/>
            <a:ext cx="235032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dirty="0">
                <a:solidFill>
                  <a:schemeClr val="bg2"/>
                </a:solidFill>
                <a:ea typeface="黑体" panose="02010609060101010101" pitchFamily="49" charset="-122"/>
              </a:rPr>
              <a:t>与</a:t>
            </a:r>
            <a:r>
              <a:rPr lang="zh-CN" altLang="en-US" sz="2400" b="1" dirty="0">
                <a:solidFill>
                  <a:schemeClr val="tx1">
                    <a:lumMod val="50000"/>
                  </a:schemeClr>
                </a:solidFill>
                <a:ea typeface="黑体" panose="02010609060101010101" pitchFamily="49" charset="-122"/>
              </a:rPr>
              <a:t>各种</a:t>
            </a:r>
            <a:r>
              <a:rPr lang="zh-CN" altLang="en-US" sz="2400" b="1" dirty="0">
                <a:solidFill>
                  <a:schemeClr val="bg2"/>
                </a:solidFill>
                <a:ea typeface="黑体" panose="02010609060101010101" pitchFamily="49" charset="-122"/>
              </a:rPr>
              <a:t>网络接口</a:t>
            </a:r>
          </a:p>
        </p:txBody>
      </p:sp>
      <p:sp>
        <p:nvSpPr>
          <p:cNvPr id="31764" name="Line 20"/>
          <p:cNvSpPr>
            <a:spLocks noChangeShapeType="1"/>
          </p:cNvSpPr>
          <p:nvPr/>
        </p:nvSpPr>
        <p:spPr bwMode="auto">
          <a:xfrm>
            <a:off x="3937002" y="4062413"/>
            <a:ext cx="54229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65" name="Line 21"/>
          <p:cNvSpPr>
            <a:spLocks noChangeShapeType="1"/>
          </p:cNvSpPr>
          <p:nvPr/>
        </p:nvSpPr>
        <p:spPr bwMode="auto">
          <a:xfrm>
            <a:off x="1750484" y="2049463"/>
            <a:ext cx="207221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66" name="Line 22"/>
          <p:cNvSpPr>
            <a:spLocks noChangeShapeType="1"/>
          </p:cNvSpPr>
          <p:nvPr/>
        </p:nvSpPr>
        <p:spPr bwMode="auto">
          <a:xfrm>
            <a:off x="1750484" y="2590800"/>
            <a:ext cx="207221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67" name="Line 23"/>
          <p:cNvSpPr>
            <a:spLocks noChangeShapeType="1"/>
          </p:cNvSpPr>
          <p:nvPr/>
        </p:nvSpPr>
        <p:spPr bwMode="auto">
          <a:xfrm>
            <a:off x="1786469" y="4059241"/>
            <a:ext cx="2036233" cy="317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68" name="Line 24"/>
          <p:cNvSpPr>
            <a:spLocks noChangeShapeType="1"/>
          </p:cNvSpPr>
          <p:nvPr/>
        </p:nvSpPr>
        <p:spPr bwMode="auto">
          <a:xfrm>
            <a:off x="2753784" y="2590803"/>
            <a:ext cx="0" cy="1471613"/>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69" name="Text Box 25"/>
          <p:cNvSpPr txBox="1">
            <a:spLocks noChangeArrowheads="1"/>
          </p:cNvSpPr>
          <p:nvPr/>
        </p:nvSpPr>
        <p:spPr bwMode="auto">
          <a:xfrm>
            <a:off x="1908111" y="2873378"/>
            <a:ext cx="1731563" cy="830997"/>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dirty="0">
                <a:solidFill>
                  <a:schemeClr val="tx1">
                    <a:lumMod val="50000"/>
                  </a:schemeClr>
                </a:solidFill>
                <a:ea typeface="黑体" panose="02010609060101010101" pitchFamily="49" charset="-122"/>
              </a:rPr>
              <a:t>网络层</a:t>
            </a:r>
          </a:p>
          <a:p>
            <a:pPr algn="ctr"/>
            <a:r>
              <a:rPr lang="zh-CN" altLang="en-US" sz="2400" b="1" dirty="0">
                <a:solidFill>
                  <a:schemeClr val="tx1">
                    <a:lumMod val="50000"/>
                  </a:schemeClr>
                </a:solidFill>
                <a:ea typeface="黑体" panose="02010609060101010101" pitchFamily="49" charset="-122"/>
              </a:rPr>
              <a:t>（网际层</a:t>
            </a:r>
            <a:r>
              <a:rPr lang="zh-CN" altLang="en-US" sz="2400" b="1" dirty="0">
                <a:solidFill>
                  <a:schemeClr val="bg2"/>
                </a:solidFill>
                <a:ea typeface="黑体" panose="02010609060101010101" pitchFamily="49" charset="-122"/>
              </a:rPr>
              <a:t>）</a:t>
            </a:r>
          </a:p>
        </p:txBody>
      </p:sp>
      <p:sp>
        <p:nvSpPr>
          <p:cNvPr id="31770" name="Rectangle 26"/>
          <p:cNvSpPr>
            <a:spLocks noChangeArrowheads="1"/>
          </p:cNvSpPr>
          <p:nvPr/>
        </p:nvSpPr>
        <p:spPr bwMode="auto">
          <a:xfrm>
            <a:off x="5405969" y="2636838"/>
            <a:ext cx="1291167" cy="373062"/>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solidFill>
                  <a:schemeClr val="tx1">
                    <a:lumMod val="50000"/>
                  </a:schemeClr>
                </a:solidFill>
                <a:ea typeface="黑体" panose="02010609060101010101" pitchFamily="49" charset="-122"/>
              </a:rPr>
              <a:t>IGMP</a:t>
            </a:r>
          </a:p>
        </p:txBody>
      </p:sp>
      <p:sp>
        <p:nvSpPr>
          <p:cNvPr id="31771" name="Line 27"/>
          <p:cNvSpPr>
            <a:spLocks noChangeShapeType="1"/>
          </p:cNvSpPr>
          <p:nvPr/>
        </p:nvSpPr>
        <p:spPr bwMode="auto">
          <a:xfrm flipV="1">
            <a:off x="1767417" y="1196975"/>
            <a:ext cx="2055283"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72" name="Line 28"/>
          <p:cNvSpPr>
            <a:spLocks noChangeShapeType="1"/>
          </p:cNvSpPr>
          <p:nvPr/>
        </p:nvSpPr>
        <p:spPr bwMode="auto">
          <a:xfrm>
            <a:off x="1731433" y="4605338"/>
            <a:ext cx="2091267"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spd="slow">
    <p:pull/>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4.2.2  IP</a:t>
            </a:r>
            <a:r>
              <a:rPr lang="zh-CN" altLang="en-US" dirty="0">
                <a:effectLst/>
              </a:rPr>
              <a:t>地址及编址方式</a:t>
            </a:r>
          </a:p>
        </p:txBody>
      </p:sp>
      <p:sp>
        <p:nvSpPr>
          <p:cNvPr id="7" name="内容占位符 6"/>
          <p:cNvSpPr>
            <a:spLocks noGrp="1"/>
          </p:cNvSpPr>
          <p:nvPr>
            <p:ph idx="1"/>
          </p:nvPr>
        </p:nvSpPr>
        <p:spPr/>
        <p:txBody>
          <a:bodyPr/>
          <a:lstStyle/>
          <a:p>
            <a:pPr marL="0" indent="0">
              <a:buNone/>
            </a:pPr>
            <a:r>
              <a:rPr lang="en-US" altLang="zh-CN" dirty="0"/>
              <a:t>1</a:t>
            </a:r>
            <a:r>
              <a:rPr lang="zh-CN" altLang="en-US" dirty="0"/>
              <a:t>、</a:t>
            </a:r>
            <a:r>
              <a:rPr lang="en-US" altLang="zh-CN" dirty="0"/>
              <a:t>IP</a:t>
            </a:r>
            <a:r>
              <a:rPr lang="zh-CN" altLang="en-US" dirty="0"/>
              <a:t>地址的定义：</a:t>
            </a:r>
          </a:p>
          <a:p>
            <a:pPr marL="0" indent="0">
              <a:buNone/>
            </a:pPr>
            <a:r>
              <a:rPr lang="zh-CN" altLang="en-US" dirty="0"/>
              <a:t>整个因特网看成为一个单一的、抽象的网络。</a:t>
            </a:r>
            <a:r>
              <a:rPr lang="en-US" altLang="zh-CN" dirty="0"/>
              <a:t>IP </a:t>
            </a:r>
            <a:r>
              <a:rPr lang="zh-CN" altLang="en-US" dirty="0"/>
              <a:t>地址就是给每个连接在因特网上的主机（或路由器）分配一个在全世界范围是唯一的 </a:t>
            </a:r>
            <a:r>
              <a:rPr lang="en-US" altLang="zh-CN" dirty="0"/>
              <a:t>32 </a:t>
            </a:r>
            <a:r>
              <a:rPr lang="zh-CN" altLang="en-US" dirty="0"/>
              <a:t>位的标识符</a:t>
            </a:r>
            <a:r>
              <a:rPr lang="zh-CN" altLang="en-US" dirty="0" smtClean="0"/>
              <a:t>。</a:t>
            </a:r>
            <a:endParaRPr lang="en-US" altLang="zh-CN" dirty="0" smtClean="0"/>
          </a:p>
          <a:p>
            <a:pPr marL="0" indent="0">
              <a:buNone/>
            </a:pPr>
            <a:endParaRPr lang="zh-CN" altLang="en-US" dirty="0"/>
          </a:p>
          <a:p>
            <a:pPr marL="0" indent="0">
              <a:buNone/>
            </a:pPr>
            <a:r>
              <a:rPr lang="en-US" altLang="zh-CN" dirty="0"/>
              <a:t>IP</a:t>
            </a:r>
            <a:r>
              <a:rPr lang="zh-CN" altLang="en-US" dirty="0"/>
              <a:t>地址现在由因特网名字与号码指派公司</a:t>
            </a:r>
            <a:r>
              <a:rPr lang="en-US" altLang="zh-CN" dirty="0"/>
              <a:t>ICANN (Internet Corporation for Assigned Names and Numbers)</a:t>
            </a:r>
            <a:r>
              <a:rPr lang="zh-CN" altLang="en-US" dirty="0"/>
              <a:t>进行分配 </a:t>
            </a:r>
          </a:p>
          <a:p>
            <a:endParaRPr lang="zh-CN" altLang="en-US" dirty="0"/>
          </a:p>
        </p:txBody>
      </p:sp>
    </p:spTree>
  </p:cSld>
  <p:clrMapOvr>
    <a:masterClrMapping/>
  </p:clrMapOvr>
  <p:transition spd="slow">
    <p:pull/>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4.2.2  IP</a:t>
            </a:r>
            <a:r>
              <a:rPr lang="zh-CN" altLang="en-US" dirty="0">
                <a:effectLst/>
              </a:rPr>
              <a:t>地址及编址方式</a:t>
            </a:r>
          </a:p>
        </p:txBody>
      </p:sp>
      <p:sp>
        <p:nvSpPr>
          <p:cNvPr id="7" name="内容占位符 6"/>
          <p:cNvSpPr>
            <a:spLocks noGrp="1"/>
          </p:cNvSpPr>
          <p:nvPr>
            <p:ph idx="1"/>
          </p:nvPr>
        </p:nvSpPr>
        <p:spPr/>
        <p:txBody>
          <a:bodyPr/>
          <a:lstStyle/>
          <a:p>
            <a:pPr marL="0" indent="0">
              <a:buNone/>
            </a:pPr>
            <a:r>
              <a:rPr lang="en-US" altLang="zh-CN" dirty="0"/>
              <a:t>2</a:t>
            </a:r>
            <a:r>
              <a:rPr lang="zh-CN" altLang="en-US" dirty="0"/>
              <a:t>、</a:t>
            </a:r>
            <a:r>
              <a:rPr lang="en-US" altLang="zh-CN" dirty="0"/>
              <a:t>IP </a:t>
            </a:r>
            <a:r>
              <a:rPr lang="zh-CN" altLang="en-US" dirty="0"/>
              <a:t>地址的编址方法 </a:t>
            </a:r>
          </a:p>
          <a:p>
            <a:pPr marL="0" indent="0">
              <a:buNone/>
            </a:pPr>
            <a:r>
              <a:rPr lang="zh-CN" altLang="en-US" dirty="0"/>
              <a:t>（</a:t>
            </a:r>
            <a:r>
              <a:rPr lang="en-US" altLang="zh-CN" dirty="0"/>
              <a:t>1</a:t>
            </a:r>
            <a:r>
              <a:rPr lang="zh-CN" altLang="en-US" dirty="0"/>
              <a:t>）</a:t>
            </a:r>
            <a:r>
              <a:rPr lang="en-US" altLang="zh-CN" dirty="0"/>
              <a:t>IP</a:t>
            </a:r>
            <a:r>
              <a:rPr lang="zh-CN" altLang="en-US" dirty="0"/>
              <a:t>地址的二进制来表示：如</a:t>
            </a:r>
            <a:r>
              <a:rPr lang="en-US" altLang="zh-CN" dirty="0"/>
              <a:t>100000000 00001011 0000001100011111</a:t>
            </a:r>
          </a:p>
          <a:p>
            <a:pPr marL="0" indent="0">
              <a:buNone/>
            </a:pPr>
            <a:r>
              <a:rPr lang="zh-CN" altLang="en-US" dirty="0"/>
              <a:t>（</a:t>
            </a:r>
            <a:r>
              <a:rPr lang="en-US" altLang="zh-CN" dirty="0"/>
              <a:t>2</a:t>
            </a:r>
            <a:r>
              <a:rPr lang="zh-CN" altLang="en-US" dirty="0"/>
              <a:t>）</a:t>
            </a:r>
            <a:r>
              <a:rPr lang="en-US" altLang="zh-CN" dirty="0"/>
              <a:t>IP</a:t>
            </a:r>
            <a:r>
              <a:rPr lang="zh-CN" altLang="en-US" dirty="0"/>
              <a:t>地址的点分十进制法：如</a:t>
            </a:r>
            <a:r>
              <a:rPr lang="en-US" altLang="zh-CN" dirty="0"/>
              <a:t>128.11.3.31</a:t>
            </a:r>
            <a:r>
              <a:rPr lang="zh-CN" altLang="en-US" dirty="0"/>
              <a:t>，见下</a:t>
            </a:r>
            <a:r>
              <a:rPr lang="zh-CN" altLang="en-US" dirty="0" smtClean="0"/>
              <a:t>图所</a:t>
            </a:r>
            <a:r>
              <a:rPr lang="zh-CN" altLang="en-US" dirty="0"/>
              <a:t>示</a:t>
            </a:r>
          </a:p>
          <a:p>
            <a:pPr marL="0" indent="0">
              <a:buNone/>
            </a:pPr>
            <a:endParaRPr lang="zh-CN" alt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2647" y="3651476"/>
            <a:ext cx="9854065" cy="2928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4.2.2  IP</a:t>
            </a:r>
            <a:r>
              <a:rPr lang="zh-CN" altLang="en-US" dirty="0">
                <a:effectLst/>
              </a:rPr>
              <a:t>地址及编址方式</a:t>
            </a:r>
          </a:p>
        </p:txBody>
      </p:sp>
      <p:sp>
        <p:nvSpPr>
          <p:cNvPr id="7" name="内容占位符 6"/>
          <p:cNvSpPr>
            <a:spLocks noGrp="1"/>
          </p:cNvSpPr>
          <p:nvPr>
            <p:ph idx="1"/>
          </p:nvPr>
        </p:nvSpPr>
        <p:spPr/>
        <p:txBody>
          <a:bodyPr/>
          <a:lstStyle/>
          <a:p>
            <a:pPr marL="0" indent="0">
              <a:buNone/>
            </a:pPr>
            <a:r>
              <a:rPr lang="en-US" altLang="zh-CN" dirty="0"/>
              <a:t>4</a:t>
            </a:r>
            <a:r>
              <a:rPr lang="zh-CN" altLang="en-US" dirty="0"/>
              <a:t>、</a:t>
            </a:r>
            <a:r>
              <a:rPr lang="en-US" altLang="zh-CN" dirty="0"/>
              <a:t>IP </a:t>
            </a:r>
            <a:r>
              <a:rPr lang="zh-CN" altLang="en-US" dirty="0"/>
              <a:t>地址的分类 </a:t>
            </a:r>
          </a:p>
          <a:p>
            <a:pPr marL="0" indent="0">
              <a:buNone/>
            </a:pPr>
            <a:r>
              <a:rPr lang="zh-CN" altLang="en-US" dirty="0"/>
              <a:t>由两个字段组成：</a:t>
            </a:r>
            <a:r>
              <a:rPr lang="en-US" altLang="zh-CN" dirty="0"/>
              <a:t>(1)</a:t>
            </a:r>
            <a:r>
              <a:rPr lang="zh-CN" altLang="en-US" dirty="0"/>
              <a:t>网络号 </a:t>
            </a:r>
            <a:r>
              <a:rPr lang="en-US" altLang="zh-CN" dirty="0"/>
              <a:t>net-id</a:t>
            </a:r>
            <a:r>
              <a:rPr lang="zh-CN" altLang="en-US" dirty="0"/>
              <a:t>，它标志主机</a:t>
            </a:r>
            <a:r>
              <a:rPr lang="en-US" altLang="zh-CN" dirty="0"/>
              <a:t>(</a:t>
            </a:r>
            <a:r>
              <a:rPr lang="zh-CN" altLang="en-US" dirty="0"/>
              <a:t>或路由器</a:t>
            </a:r>
            <a:r>
              <a:rPr lang="en-US" altLang="zh-CN" dirty="0"/>
              <a:t>)</a:t>
            </a:r>
            <a:r>
              <a:rPr lang="zh-CN" altLang="en-US" dirty="0"/>
              <a:t>所连接到的网络；</a:t>
            </a:r>
            <a:r>
              <a:rPr lang="en-US" altLang="zh-CN" dirty="0"/>
              <a:t>(2)</a:t>
            </a:r>
            <a:r>
              <a:rPr lang="zh-CN" altLang="en-US" dirty="0"/>
              <a:t>主机号</a:t>
            </a:r>
            <a:r>
              <a:rPr lang="en-US" altLang="zh-CN" dirty="0"/>
              <a:t>host-id</a:t>
            </a:r>
            <a:r>
              <a:rPr lang="zh-CN" altLang="en-US" dirty="0"/>
              <a:t>，它标志该主机</a:t>
            </a:r>
            <a:r>
              <a:rPr lang="en-US" altLang="zh-CN" dirty="0"/>
              <a:t>(</a:t>
            </a:r>
            <a:r>
              <a:rPr lang="zh-CN" altLang="en-US" dirty="0"/>
              <a:t>或路由器</a:t>
            </a:r>
            <a:r>
              <a:rPr lang="en-US" altLang="zh-CN" dirty="0"/>
              <a:t>)</a:t>
            </a:r>
            <a:r>
              <a:rPr lang="zh-CN" altLang="en-US" dirty="0"/>
              <a:t>。</a:t>
            </a:r>
          </a:p>
          <a:p>
            <a:pPr marL="0" indent="0">
              <a:buNone/>
            </a:pPr>
            <a:r>
              <a:rPr lang="zh-CN" altLang="en-US" dirty="0"/>
              <a:t>两级的 </a:t>
            </a:r>
            <a:r>
              <a:rPr lang="en-US" altLang="zh-CN" dirty="0"/>
              <a:t>IP </a:t>
            </a:r>
            <a:r>
              <a:rPr lang="zh-CN" altLang="en-US" dirty="0"/>
              <a:t>地址可以记为：</a:t>
            </a:r>
            <a:r>
              <a:rPr lang="en-US" altLang="zh-CN" dirty="0"/>
              <a:t>IP </a:t>
            </a:r>
            <a:r>
              <a:rPr lang="zh-CN" altLang="en-US" dirty="0"/>
              <a:t>地址 </a:t>
            </a:r>
            <a:r>
              <a:rPr lang="en-US" altLang="zh-CN" dirty="0"/>
              <a:t>= { &lt;</a:t>
            </a:r>
            <a:r>
              <a:rPr lang="zh-CN" altLang="en-US" dirty="0"/>
              <a:t>网络号</a:t>
            </a:r>
            <a:r>
              <a:rPr lang="en-US" altLang="zh-CN" dirty="0"/>
              <a:t>&gt;, &lt;</a:t>
            </a:r>
            <a:r>
              <a:rPr lang="zh-CN" altLang="en-US" dirty="0"/>
              <a:t>主机号</a:t>
            </a:r>
            <a:r>
              <a:rPr lang="en-US" altLang="zh-CN" dirty="0"/>
              <a:t>&gt;}     </a:t>
            </a:r>
          </a:p>
          <a:p>
            <a:pPr marL="0" indent="0">
              <a:buNone/>
            </a:pPr>
            <a:r>
              <a:rPr lang="en-US" altLang="zh-CN" dirty="0"/>
              <a:t>IP </a:t>
            </a:r>
            <a:r>
              <a:rPr lang="zh-CN" altLang="en-US" dirty="0"/>
              <a:t>地址中的网络号字段和主机号字段，如下</a:t>
            </a:r>
            <a:r>
              <a:rPr lang="zh-CN" altLang="en-US" dirty="0" smtClean="0"/>
              <a:t>图所</a:t>
            </a:r>
            <a:r>
              <a:rPr lang="zh-CN" altLang="en-US" dirty="0"/>
              <a:t>示。</a:t>
            </a:r>
          </a:p>
          <a:p>
            <a:pPr marL="0" indent="0">
              <a:buNone/>
            </a:pPr>
            <a:endParaRPr lang="zh-CN" altLang="en-US" dirty="0"/>
          </a:p>
          <a:p>
            <a:pPr marL="0" indent="0">
              <a:buNone/>
            </a:pPr>
            <a:endParaRPr lang="zh-CN" altLang="en-US" dirty="0"/>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5827" y="4048487"/>
            <a:ext cx="8068129" cy="2601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4.2.2  IP</a:t>
            </a:r>
            <a:r>
              <a:rPr lang="zh-CN" altLang="en-US" dirty="0">
                <a:effectLst/>
              </a:rPr>
              <a:t>地址及编址方式</a:t>
            </a:r>
          </a:p>
        </p:txBody>
      </p:sp>
      <p:sp>
        <p:nvSpPr>
          <p:cNvPr id="7" name="内容占位符 6"/>
          <p:cNvSpPr>
            <a:spLocks noGrp="1"/>
          </p:cNvSpPr>
          <p:nvPr>
            <p:ph idx="1"/>
          </p:nvPr>
        </p:nvSpPr>
        <p:spPr/>
        <p:txBody>
          <a:bodyPr/>
          <a:lstStyle/>
          <a:p>
            <a:pPr marL="0" indent="0">
              <a:buNone/>
            </a:pPr>
            <a:r>
              <a:rPr lang="en-US" altLang="zh-CN" dirty="0" smtClean="0"/>
              <a:t>5</a:t>
            </a:r>
            <a:r>
              <a:rPr lang="zh-CN" altLang="en-US" dirty="0"/>
              <a:t>、常用的三类</a:t>
            </a:r>
            <a:r>
              <a:rPr lang="en-US" altLang="zh-CN" dirty="0"/>
              <a:t>IP</a:t>
            </a:r>
            <a:r>
              <a:rPr lang="zh-CN" altLang="en-US" dirty="0"/>
              <a:t>地址</a:t>
            </a:r>
          </a:p>
        </p:txBody>
      </p:sp>
      <p:graphicFrame>
        <p:nvGraphicFramePr>
          <p:cNvPr id="3" name="表格 2"/>
          <p:cNvGraphicFramePr>
            <a:graphicFrameLocks noGrp="1"/>
          </p:cNvGraphicFramePr>
          <p:nvPr/>
        </p:nvGraphicFramePr>
        <p:xfrm>
          <a:off x="473529" y="2387575"/>
          <a:ext cx="10858500" cy="2527598"/>
        </p:xfrm>
        <a:graphic>
          <a:graphicData uri="http://schemas.openxmlformats.org/drawingml/2006/table">
            <a:tbl>
              <a:tblPr firstRow="1" firstCol="1" bandRow="1">
                <a:tableStyleId>{5C22544A-7EE6-4342-B048-85BDC9FD1C3A}</a:tableStyleId>
              </a:tblPr>
              <a:tblGrid>
                <a:gridCol w="1600200">
                  <a:extLst>
                    <a:ext uri="{9D8B030D-6E8A-4147-A177-3AD203B41FA5}">
                      <a16:colId xmlns:a16="http://schemas.microsoft.com/office/drawing/2014/main" val="20000"/>
                    </a:ext>
                  </a:extLst>
                </a:gridCol>
                <a:gridCol w="2400300">
                  <a:extLst>
                    <a:ext uri="{9D8B030D-6E8A-4147-A177-3AD203B41FA5}">
                      <a16:colId xmlns:a16="http://schemas.microsoft.com/office/drawing/2014/main" val="20001"/>
                    </a:ext>
                  </a:extLst>
                </a:gridCol>
                <a:gridCol w="1910442">
                  <a:extLst>
                    <a:ext uri="{9D8B030D-6E8A-4147-A177-3AD203B41FA5}">
                      <a16:colId xmlns:a16="http://schemas.microsoft.com/office/drawing/2014/main" val="20002"/>
                    </a:ext>
                  </a:extLst>
                </a:gridCol>
                <a:gridCol w="2204358">
                  <a:extLst>
                    <a:ext uri="{9D8B030D-6E8A-4147-A177-3AD203B41FA5}">
                      <a16:colId xmlns:a16="http://schemas.microsoft.com/office/drawing/2014/main" val="20003"/>
                    </a:ext>
                  </a:extLst>
                </a:gridCol>
                <a:gridCol w="2743200">
                  <a:extLst>
                    <a:ext uri="{9D8B030D-6E8A-4147-A177-3AD203B41FA5}">
                      <a16:colId xmlns:a16="http://schemas.microsoft.com/office/drawing/2014/main" val="20004"/>
                    </a:ext>
                  </a:extLst>
                </a:gridCol>
              </a:tblGrid>
              <a:tr h="812825">
                <a:tc>
                  <a:txBody>
                    <a:bodyPr/>
                    <a:lstStyle/>
                    <a:p>
                      <a:pPr indent="127000" algn="just">
                        <a:spcAft>
                          <a:spcPts val="0"/>
                        </a:spcAft>
                      </a:pPr>
                      <a:r>
                        <a:rPr lang="zh-CN" sz="2000" kern="100" dirty="0">
                          <a:effectLst/>
                        </a:rPr>
                        <a:t>网络类别</a:t>
                      </a:r>
                      <a:endParaRPr lang="zh-CN" sz="2000" kern="100" dirty="0">
                        <a:effectLst/>
                        <a:latin typeface="Times New Roman" panose="02020603050405020304"/>
                        <a:ea typeface="宋体" panose="02010600030101010101" pitchFamily="2" charset="-122"/>
                      </a:endParaRPr>
                    </a:p>
                  </a:txBody>
                  <a:tcPr marL="68580" marR="68580" marT="0" marB="0"/>
                </a:tc>
                <a:tc>
                  <a:txBody>
                    <a:bodyPr/>
                    <a:lstStyle/>
                    <a:p>
                      <a:pPr indent="127000" algn="ctr">
                        <a:spcAft>
                          <a:spcPts val="0"/>
                        </a:spcAft>
                      </a:pPr>
                      <a:r>
                        <a:rPr lang="zh-CN" sz="2000" kern="100" dirty="0">
                          <a:effectLst/>
                        </a:rPr>
                        <a:t>最大网络数</a:t>
                      </a:r>
                      <a:endParaRPr lang="zh-CN" sz="2000" kern="100" dirty="0">
                        <a:effectLst/>
                        <a:latin typeface="Times New Roman" panose="02020603050405020304"/>
                        <a:ea typeface="宋体" panose="02010600030101010101" pitchFamily="2" charset="-122"/>
                      </a:endParaRPr>
                    </a:p>
                  </a:txBody>
                  <a:tcPr marL="68580" marR="68580" marT="0" marB="0" anchor="ctr"/>
                </a:tc>
                <a:tc>
                  <a:txBody>
                    <a:bodyPr/>
                    <a:lstStyle/>
                    <a:p>
                      <a:pPr indent="127000" algn="ctr">
                        <a:spcAft>
                          <a:spcPts val="0"/>
                        </a:spcAft>
                      </a:pPr>
                      <a:r>
                        <a:rPr lang="zh-CN" sz="2000" kern="100" dirty="0">
                          <a:effectLst/>
                        </a:rPr>
                        <a:t>第一个可用的网络号</a:t>
                      </a:r>
                      <a:endParaRPr lang="zh-CN" sz="2000" kern="100" dirty="0">
                        <a:effectLst/>
                        <a:latin typeface="Times New Roman" panose="02020603050405020304"/>
                        <a:ea typeface="宋体" panose="02010600030101010101" pitchFamily="2" charset="-122"/>
                      </a:endParaRPr>
                    </a:p>
                  </a:txBody>
                  <a:tcPr marL="68580" marR="68580" marT="0" marB="0"/>
                </a:tc>
                <a:tc>
                  <a:txBody>
                    <a:bodyPr/>
                    <a:lstStyle/>
                    <a:p>
                      <a:pPr indent="127000" algn="ctr">
                        <a:spcAft>
                          <a:spcPts val="0"/>
                        </a:spcAft>
                      </a:pPr>
                      <a:r>
                        <a:rPr lang="zh-CN" sz="2000" kern="100" dirty="0">
                          <a:effectLst/>
                        </a:rPr>
                        <a:t>最后一个可用的网络号</a:t>
                      </a:r>
                      <a:endParaRPr lang="zh-CN" sz="2000" kern="100" dirty="0">
                        <a:effectLst/>
                        <a:latin typeface="Times New Roman" panose="02020603050405020304"/>
                        <a:ea typeface="宋体" panose="02010600030101010101" pitchFamily="2" charset="-122"/>
                      </a:endParaRPr>
                    </a:p>
                  </a:txBody>
                  <a:tcPr marL="68580" marR="68580" marT="0" marB="0"/>
                </a:tc>
                <a:tc>
                  <a:txBody>
                    <a:bodyPr/>
                    <a:lstStyle/>
                    <a:p>
                      <a:pPr indent="127000" algn="ctr">
                        <a:spcAft>
                          <a:spcPts val="0"/>
                        </a:spcAft>
                      </a:pPr>
                      <a:r>
                        <a:rPr lang="zh-CN" sz="2000" kern="100" dirty="0">
                          <a:effectLst/>
                        </a:rPr>
                        <a:t>每个网络中最大的主机数</a:t>
                      </a:r>
                      <a:endParaRPr lang="zh-CN" sz="2000" kern="100" dirty="0">
                        <a:effectLst/>
                        <a:latin typeface="Times New Roman" panose="02020603050405020304"/>
                        <a:ea typeface="宋体" panose="02010600030101010101" pitchFamily="2" charset="-122"/>
                      </a:endParaRPr>
                    </a:p>
                  </a:txBody>
                  <a:tcPr marL="68580" marR="68580" marT="0" marB="0"/>
                </a:tc>
                <a:extLst>
                  <a:ext uri="{0D108BD9-81ED-4DB2-BD59-A6C34878D82A}">
                    <a16:rowId xmlns:a16="http://schemas.microsoft.com/office/drawing/2014/main" val="10000"/>
                  </a:ext>
                </a:extLst>
              </a:tr>
              <a:tr h="428693">
                <a:tc>
                  <a:txBody>
                    <a:bodyPr/>
                    <a:lstStyle/>
                    <a:p>
                      <a:pPr indent="127000" algn="ctr">
                        <a:spcAft>
                          <a:spcPts val="0"/>
                        </a:spcAft>
                      </a:pPr>
                      <a:r>
                        <a:rPr lang="en-US" sz="2000" kern="100">
                          <a:effectLst/>
                        </a:rPr>
                        <a:t>A</a:t>
                      </a:r>
                      <a:endParaRPr lang="zh-CN" sz="2000" kern="10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en-US" sz="2000" kern="100" dirty="0">
                          <a:effectLst/>
                        </a:rPr>
                        <a:t>126 (2^7 – 2)            </a:t>
                      </a:r>
                      <a:endParaRPr lang="zh-CN" sz="2000" kern="100" dirty="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en-US" sz="2000" kern="100">
                          <a:effectLst/>
                        </a:rPr>
                        <a:t>1    </a:t>
                      </a:r>
                      <a:endParaRPr lang="zh-CN" sz="2000" kern="10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en-US" sz="2000" kern="100">
                          <a:effectLst/>
                        </a:rPr>
                        <a:t>126  </a:t>
                      </a:r>
                      <a:endParaRPr lang="zh-CN" sz="2000" kern="10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en-US" sz="2000" kern="100">
                          <a:effectLst/>
                        </a:rPr>
                        <a:t>16,777,214</a:t>
                      </a:r>
                      <a:endParaRPr lang="zh-CN" sz="2000" kern="100">
                        <a:effectLst/>
                        <a:latin typeface="Times New Roman" panose="02020603050405020304"/>
                        <a:ea typeface="宋体" panose="02010600030101010101" pitchFamily="2" charset="-122"/>
                      </a:endParaRPr>
                    </a:p>
                  </a:txBody>
                  <a:tcPr marL="68580" marR="68580" marT="0" marB="0"/>
                </a:tc>
                <a:extLst>
                  <a:ext uri="{0D108BD9-81ED-4DB2-BD59-A6C34878D82A}">
                    <a16:rowId xmlns:a16="http://schemas.microsoft.com/office/drawing/2014/main" val="10001"/>
                  </a:ext>
                </a:extLst>
              </a:tr>
              <a:tr h="428693">
                <a:tc>
                  <a:txBody>
                    <a:bodyPr/>
                    <a:lstStyle/>
                    <a:p>
                      <a:pPr indent="127000" algn="ctr">
                        <a:spcAft>
                          <a:spcPts val="0"/>
                        </a:spcAft>
                      </a:pPr>
                      <a:r>
                        <a:rPr lang="en-US" sz="2000" kern="100">
                          <a:effectLst/>
                        </a:rPr>
                        <a:t>B</a:t>
                      </a:r>
                      <a:endParaRPr lang="zh-CN" sz="2000" kern="10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en-US" sz="2000" kern="100" dirty="0">
                          <a:effectLst/>
                        </a:rPr>
                        <a:t>16,383(2^14 - 1)      </a:t>
                      </a:r>
                      <a:endParaRPr lang="zh-CN" sz="2000" kern="100" dirty="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en-US" sz="2000" kern="100" dirty="0">
                          <a:effectLst/>
                        </a:rPr>
                        <a:t>128.1</a:t>
                      </a:r>
                      <a:endParaRPr lang="zh-CN" sz="2000" kern="100" dirty="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en-US" sz="2000" kern="100">
                          <a:effectLst/>
                        </a:rPr>
                        <a:t>191.255</a:t>
                      </a:r>
                      <a:endParaRPr lang="zh-CN" sz="2000" kern="10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en-US" sz="2000" kern="100" dirty="0">
                          <a:effectLst/>
                        </a:rPr>
                        <a:t>65,534</a:t>
                      </a:r>
                      <a:endParaRPr lang="zh-CN" sz="2000" kern="100" dirty="0">
                        <a:effectLst/>
                        <a:latin typeface="Times New Roman" panose="02020603050405020304"/>
                        <a:ea typeface="宋体" panose="02010600030101010101" pitchFamily="2" charset="-122"/>
                      </a:endParaRPr>
                    </a:p>
                  </a:txBody>
                  <a:tcPr marL="68580" marR="68580" marT="0" marB="0"/>
                </a:tc>
                <a:extLst>
                  <a:ext uri="{0D108BD9-81ED-4DB2-BD59-A6C34878D82A}">
                    <a16:rowId xmlns:a16="http://schemas.microsoft.com/office/drawing/2014/main" val="10002"/>
                  </a:ext>
                </a:extLst>
              </a:tr>
              <a:tr h="857387">
                <a:tc>
                  <a:txBody>
                    <a:bodyPr/>
                    <a:lstStyle/>
                    <a:p>
                      <a:pPr indent="127000" algn="ctr">
                        <a:spcAft>
                          <a:spcPts val="0"/>
                        </a:spcAft>
                      </a:pPr>
                      <a:r>
                        <a:rPr lang="en-US" sz="2000" kern="100">
                          <a:effectLst/>
                        </a:rPr>
                        <a:t>C</a:t>
                      </a:r>
                      <a:endParaRPr lang="zh-CN" sz="2000" kern="10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en-US" sz="2000" kern="100">
                          <a:effectLst/>
                        </a:rPr>
                        <a:t>2,097,151 (2^21 - 1)</a:t>
                      </a:r>
                      <a:endParaRPr lang="zh-CN" sz="2000" kern="10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en-US" sz="2000" kern="100">
                          <a:effectLst/>
                        </a:rPr>
                        <a:t>192.0.1</a:t>
                      </a:r>
                      <a:endParaRPr lang="zh-CN" sz="2000" kern="10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en-US" sz="2000" kern="100" dirty="0">
                          <a:effectLst/>
                        </a:rPr>
                        <a:t>223.255.255</a:t>
                      </a:r>
                      <a:endParaRPr lang="zh-CN" sz="2000" kern="100" dirty="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en-US" sz="2000" kern="100" dirty="0">
                          <a:effectLst/>
                        </a:rPr>
                        <a:t>254</a:t>
                      </a:r>
                      <a:endParaRPr lang="zh-CN" sz="2000" kern="100" dirty="0">
                        <a:effectLst/>
                        <a:latin typeface="Times New Roman" panose="02020603050405020304"/>
                        <a:ea typeface="宋体" panose="02010600030101010101" pitchFamily="2" charset="-122"/>
                      </a:endParaRPr>
                    </a:p>
                  </a:txBody>
                  <a:tcPr marL="68580" marR="68580" marT="0" marB="0"/>
                </a:tc>
                <a:extLst>
                  <a:ext uri="{0D108BD9-81ED-4DB2-BD59-A6C34878D82A}">
                    <a16:rowId xmlns:a16="http://schemas.microsoft.com/office/drawing/2014/main" val="10003"/>
                  </a:ext>
                </a:extLst>
              </a:tr>
            </a:tbl>
          </a:graphicData>
        </a:graphic>
      </p:graphicFrame>
    </p:spTree>
  </p:cSld>
  <p:clrMapOvr>
    <a:masterClrMapping/>
  </p:clrMapOvr>
  <p:transition spd="slow">
    <p:pull/>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4.2.2  IP</a:t>
            </a:r>
            <a:r>
              <a:rPr lang="zh-CN" altLang="en-US" dirty="0">
                <a:effectLst/>
              </a:rPr>
              <a:t>地址及编址方式</a:t>
            </a:r>
          </a:p>
        </p:txBody>
      </p:sp>
      <p:sp>
        <p:nvSpPr>
          <p:cNvPr id="7" name="内容占位符 6"/>
          <p:cNvSpPr>
            <a:spLocks noGrp="1"/>
          </p:cNvSpPr>
          <p:nvPr>
            <p:ph idx="1"/>
          </p:nvPr>
        </p:nvSpPr>
        <p:spPr/>
        <p:txBody>
          <a:bodyPr/>
          <a:lstStyle/>
          <a:p>
            <a:pPr marL="0" indent="0">
              <a:buNone/>
            </a:pPr>
            <a:r>
              <a:rPr lang="zh-CN" altLang="zh-CN" dirty="0"/>
              <a:t>一般不使用的特殊</a:t>
            </a:r>
            <a:r>
              <a:rPr lang="en-US" altLang="zh-CN" dirty="0"/>
              <a:t>IP</a:t>
            </a:r>
            <a:r>
              <a:rPr lang="zh-CN" altLang="zh-CN" dirty="0"/>
              <a:t>地址</a:t>
            </a:r>
          </a:p>
          <a:p>
            <a:pPr marL="0" indent="0">
              <a:buNone/>
            </a:pPr>
            <a:endParaRPr lang="zh-CN" altLang="en-US" dirty="0"/>
          </a:p>
        </p:txBody>
      </p:sp>
      <p:graphicFrame>
        <p:nvGraphicFramePr>
          <p:cNvPr id="3" name="表格 2"/>
          <p:cNvGraphicFramePr>
            <a:graphicFrameLocks noGrp="1"/>
          </p:cNvGraphicFramePr>
          <p:nvPr/>
        </p:nvGraphicFramePr>
        <p:xfrm>
          <a:off x="816430" y="2139042"/>
          <a:ext cx="9568540" cy="3755571"/>
        </p:xfrm>
        <a:graphic>
          <a:graphicData uri="http://schemas.openxmlformats.org/drawingml/2006/table">
            <a:tbl>
              <a:tblPr firstRow="1" firstCol="1" bandRow="1">
                <a:tableStyleId>{5C22544A-7EE6-4342-B048-85BDC9FD1C3A}</a:tableStyleId>
              </a:tblPr>
              <a:tblGrid>
                <a:gridCol w="1037699">
                  <a:extLst>
                    <a:ext uri="{9D8B030D-6E8A-4147-A177-3AD203B41FA5}">
                      <a16:colId xmlns:a16="http://schemas.microsoft.com/office/drawing/2014/main" val="20000"/>
                    </a:ext>
                  </a:extLst>
                </a:gridCol>
                <a:gridCol w="1727873">
                  <a:extLst>
                    <a:ext uri="{9D8B030D-6E8A-4147-A177-3AD203B41FA5}">
                      <a16:colId xmlns:a16="http://schemas.microsoft.com/office/drawing/2014/main" val="20001"/>
                    </a:ext>
                  </a:extLst>
                </a:gridCol>
                <a:gridCol w="1555940">
                  <a:extLst>
                    <a:ext uri="{9D8B030D-6E8A-4147-A177-3AD203B41FA5}">
                      <a16:colId xmlns:a16="http://schemas.microsoft.com/office/drawing/2014/main" val="20002"/>
                    </a:ext>
                  </a:extLst>
                </a:gridCol>
                <a:gridCol w="1901026">
                  <a:extLst>
                    <a:ext uri="{9D8B030D-6E8A-4147-A177-3AD203B41FA5}">
                      <a16:colId xmlns:a16="http://schemas.microsoft.com/office/drawing/2014/main" val="20003"/>
                    </a:ext>
                  </a:extLst>
                </a:gridCol>
                <a:gridCol w="3346002">
                  <a:extLst>
                    <a:ext uri="{9D8B030D-6E8A-4147-A177-3AD203B41FA5}">
                      <a16:colId xmlns:a16="http://schemas.microsoft.com/office/drawing/2014/main" val="20004"/>
                    </a:ext>
                  </a:extLst>
                </a:gridCol>
              </a:tblGrid>
              <a:tr h="834571">
                <a:tc>
                  <a:txBody>
                    <a:bodyPr/>
                    <a:lstStyle/>
                    <a:p>
                      <a:pPr indent="127000" algn="just">
                        <a:spcAft>
                          <a:spcPts val="0"/>
                        </a:spcAft>
                      </a:pPr>
                      <a:r>
                        <a:rPr lang="zh-CN" sz="2000" kern="100" dirty="0">
                          <a:effectLst/>
                        </a:rPr>
                        <a:t>网络号</a:t>
                      </a:r>
                      <a:endParaRPr lang="zh-CN" sz="2000" kern="100" dirty="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zh-CN" sz="2000" kern="100" dirty="0">
                          <a:effectLst/>
                        </a:rPr>
                        <a:t>主机号</a:t>
                      </a:r>
                      <a:endParaRPr lang="zh-CN" sz="2000" kern="100" dirty="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zh-CN" sz="2000" kern="100">
                          <a:effectLst/>
                        </a:rPr>
                        <a:t>源地址使用</a:t>
                      </a:r>
                      <a:endParaRPr lang="zh-CN" sz="2000" kern="10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zh-CN" sz="2000" kern="100">
                          <a:effectLst/>
                        </a:rPr>
                        <a:t>目的地址使用</a:t>
                      </a:r>
                      <a:endParaRPr lang="zh-CN" sz="2000" kern="10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zh-CN" sz="2000" kern="100">
                          <a:effectLst/>
                        </a:rPr>
                        <a:t>代表的意思</a:t>
                      </a:r>
                      <a:endParaRPr lang="zh-CN" sz="2000" kern="100">
                        <a:effectLst/>
                        <a:latin typeface="Times New Roman" panose="02020603050405020304"/>
                        <a:ea typeface="宋体" panose="02010600030101010101" pitchFamily="2" charset="-122"/>
                      </a:endParaRPr>
                    </a:p>
                  </a:txBody>
                  <a:tcPr marL="68580" marR="68580" marT="0" marB="0"/>
                </a:tc>
                <a:extLst>
                  <a:ext uri="{0D108BD9-81ED-4DB2-BD59-A6C34878D82A}">
                    <a16:rowId xmlns:a16="http://schemas.microsoft.com/office/drawing/2014/main" val="10000"/>
                  </a:ext>
                </a:extLst>
              </a:tr>
              <a:tr h="417286">
                <a:tc>
                  <a:txBody>
                    <a:bodyPr/>
                    <a:lstStyle/>
                    <a:p>
                      <a:pPr indent="127000" algn="just">
                        <a:spcAft>
                          <a:spcPts val="0"/>
                        </a:spcAft>
                      </a:pPr>
                      <a:r>
                        <a:rPr lang="en-US" sz="2000" kern="100">
                          <a:effectLst/>
                        </a:rPr>
                        <a:t>0</a:t>
                      </a:r>
                      <a:endParaRPr lang="zh-CN" sz="2000" kern="10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en-US" sz="2000" kern="100" dirty="0">
                          <a:effectLst/>
                        </a:rPr>
                        <a:t>0</a:t>
                      </a:r>
                      <a:endParaRPr lang="zh-CN" sz="2000" kern="100" dirty="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zh-CN" sz="2000" kern="100" dirty="0">
                          <a:effectLst/>
                        </a:rPr>
                        <a:t>可以</a:t>
                      </a:r>
                      <a:endParaRPr lang="zh-CN" sz="2000" kern="100" dirty="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zh-CN" sz="2000" kern="100">
                          <a:effectLst/>
                        </a:rPr>
                        <a:t>不可以</a:t>
                      </a:r>
                      <a:endParaRPr lang="zh-CN" sz="2000" kern="10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zh-CN" sz="2000" kern="100">
                          <a:effectLst/>
                        </a:rPr>
                        <a:t>在本网络上的本主机</a:t>
                      </a:r>
                      <a:endParaRPr lang="zh-CN" sz="2000" kern="100">
                        <a:effectLst/>
                        <a:latin typeface="Times New Roman" panose="02020603050405020304"/>
                        <a:ea typeface="宋体" panose="02010600030101010101" pitchFamily="2" charset="-122"/>
                      </a:endParaRPr>
                    </a:p>
                  </a:txBody>
                  <a:tcPr marL="68580" marR="68580" marT="0" marB="0"/>
                </a:tc>
                <a:extLst>
                  <a:ext uri="{0D108BD9-81ED-4DB2-BD59-A6C34878D82A}">
                    <a16:rowId xmlns:a16="http://schemas.microsoft.com/office/drawing/2014/main" val="10001"/>
                  </a:ext>
                </a:extLst>
              </a:tr>
              <a:tr h="417286">
                <a:tc>
                  <a:txBody>
                    <a:bodyPr/>
                    <a:lstStyle/>
                    <a:p>
                      <a:pPr indent="127000" algn="just">
                        <a:spcAft>
                          <a:spcPts val="0"/>
                        </a:spcAft>
                      </a:pPr>
                      <a:r>
                        <a:rPr lang="en-US" sz="2000" kern="100">
                          <a:effectLst/>
                        </a:rPr>
                        <a:t>0</a:t>
                      </a:r>
                      <a:endParaRPr lang="zh-CN" sz="2000" kern="10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en-US" sz="2000" kern="100">
                          <a:effectLst/>
                        </a:rPr>
                        <a:t>Host-id</a:t>
                      </a:r>
                      <a:endParaRPr lang="zh-CN" sz="2000" kern="10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zh-CN" sz="2000" kern="100" dirty="0">
                          <a:effectLst/>
                        </a:rPr>
                        <a:t>可以</a:t>
                      </a:r>
                      <a:endParaRPr lang="zh-CN" sz="2000" kern="100" dirty="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zh-CN" sz="2000" kern="100">
                          <a:effectLst/>
                        </a:rPr>
                        <a:t>不可以</a:t>
                      </a:r>
                      <a:endParaRPr lang="zh-CN" sz="2000" kern="10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zh-CN" sz="2000" kern="100">
                          <a:effectLst/>
                        </a:rPr>
                        <a:t>在本网络上的某个主机</a:t>
                      </a:r>
                      <a:endParaRPr lang="zh-CN" sz="2000" kern="100">
                        <a:effectLst/>
                        <a:latin typeface="Times New Roman" panose="02020603050405020304"/>
                        <a:ea typeface="宋体" panose="02010600030101010101" pitchFamily="2" charset="-122"/>
                      </a:endParaRPr>
                    </a:p>
                  </a:txBody>
                  <a:tcPr marL="68580" marR="68580" marT="0" marB="0"/>
                </a:tc>
                <a:extLst>
                  <a:ext uri="{0D108BD9-81ED-4DB2-BD59-A6C34878D82A}">
                    <a16:rowId xmlns:a16="http://schemas.microsoft.com/office/drawing/2014/main" val="10002"/>
                  </a:ext>
                </a:extLst>
              </a:tr>
              <a:tr h="417286">
                <a:tc>
                  <a:txBody>
                    <a:bodyPr/>
                    <a:lstStyle/>
                    <a:p>
                      <a:pPr indent="127000" algn="just">
                        <a:spcAft>
                          <a:spcPts val="0"/>
                        </a:spcAft>
                      </a:pPr>
                      <a:r>
                        <a:rPr lang="zh-CN" sz="2000" kern="100">
                          <a:effectLst/>
                        </a:rPr>
                        <a:t>全</a:t>
                      </a:r>
                      <a:r>
                        <a:rPr lang="en-US" sz="2000" kern="100">
                          <a:effectLst/>
                        </a:rPr>
                        <a:t>1</a:t>
                      </a:r>
                      <a:endParaRPr lang="zh-CN" sz="2000" kern="10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zh-CN" sz="2000" kern="100">
                          <a:effectLst/>
                        </a:rPr>
                        <a:t>全</a:t>
                      </a:r>
                      <a:r>
                        <a:rPr lang="en-US" sz="2000" kern="100">
                          <a:effectLst/>
                        </a:rPr>
                        <a:t>1</a:t>
                      </a:r>
                      <a:endParaRPr lang="zh-CN" sz="2000" kern="10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zh-CN" sz="2000" kern="100" dirty="0">
                          <a:effectLst/>
                        </a:rPr>
                        <a:t>不可以</a:t>
                      </a:r>
                      <a:endParaRPr lang="zh-CN" sz="2000" kern="100" dirty="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zh-CN" sz="2000" kern="100" dirty="0">
                          <a:effectLst/>
                        </a:rPr>
                        <a:t>可以</a:t>
                      </a:r>
                      <a:endParaRPr lang="zh-CN" sz="2000" kern="100" dirty="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zh-CN" sz="2000" kern="100">
                          <a:effectLst/>
                        </a:rPr>
                        <a:t>只在本网络上进行广播</a:t>
                      </a:r>
                      <a:endParaRPr lang="zh-CN" sz="2000" kern="100">
                        <a:effectLst/>
                        <a:latin typeface="Times New Roman" panose="02020603050405020304"/>
                        <a:ea typeface="宋体" panose="02010600030101010101" pitchFamily="2" charset="-122"/>
                      </a:endParaRPr>
                    </a:p>
                  </a:txBody>
                  <a:tcPr marL="68580" marR="68580" marT="0" marB="0"/>
                </a:tc>
                <a:extLst>
                  <a:ext uri="{0D108BD9-81ED-4DB2-BD59-A6C34878D82A}">
                    <a16:rowId xmlns:a16="http://schemas.microsoft.com/office/drawing/2014/main" val="10003"/>
                  </a:ext>
                </a:extLst>
              </a:tr>
              <a:tr h="834571">
                <a:tc>
                  <a:txBody>
                    <a:bodyPr/>
                    <a:lstStyle/>
                    <a:p>
                      <a:pPr indent="127000" algn="just">
                        <a:spcAft>
                          <a:spcPts val="0"/>
                        </a:spcAft>
                      </a:pPr>
                      <a:r>
                        <a:rPr lang="en-US" sz="2000" kern="100">
                          <a:effectLst/>
                        </a:rPr>
                        <a:t>Net-id</a:t>
                      </a:r>
                      <a:endParaRPr lang="zh-CN" sz="2000" kern="10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zh-CN" sz="2000" kern="100">
                          <a:effectLst/>
                        </a:rPr>
                        <a:t>全</a:t>
                      </a:r>
                      <a:r>
                        <a:rPr lang="en-US" sz="2000" kern="100">
                          <a:effectLst/>
                        </a:rPr>
                        <a:t>1</a:t>
                      </a:r>
                      <a:endParaRPr lang="zh-CN" sz="2000" kern="10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zh-CN" sz="2000" kern="100">
                          <a:effectLst/>
                        </a:rPr>
                        <a:t>不可以</a:t>
                      </a:r>
                      <a:endParaRPr lang="zh-CN" sz="2000" kern="10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zh-CN" sz="2000" kern="100" dirty="0">
                          <a:effectLst/>
                        </a:rPr>
                        <a:t>可以</a:t>
                      </a:r>
                      <a:endParaRPr lang="zh-CN" sz="2000" kern="100" dirty="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zh-CN" sz="2000" kern="100" dirty="0">
                          <a:effectLst/>
                        </a:rPr>
                        <a:t>对</a:t>
                      </a:r>
                      <a:r>
                        <a:rPr lang="en-US" sz="2000" kern="100" dirty="0">
                          <a:effectLst/>
                        </a:rPr>
                        <a:t>net-id</a:t>
                      </a:r>
                      <a:r>
                        <a:rPr lang="zh-CN" sz="2000" kern="100" dirty="0">
                          <a:effectLst/>
                        </a:rPr>
                        <a:t>上的所有主机进行广播</a:t>
                      </a:r>
                      <a:endParaRPr lang="zh-CN" sz="2000" kern="100" dirty="0">
                        <a:effectLst/>
                        <a:latin typeface="Times New Roman" panose="02020603050405020304"/>
                        <a:ea typeface="宋体" panose="02010600030101010101" pitchFamily="2" charset="-122"/>
                      </a:endParaRPr>
                    </a:p>
                  </a:txBody>
                  <a:tcPr marL="68580" marR="68580" marT="0" marB="0"/>
                </a:tc>
                <a:extLst>
                  <a:ext uri="{0D108BD9-81ED-4DB2-BD59-A6C34878D82A}">
                    <a16:rowId xmlns:a16="http://schemas.microsoft.com/office/drawing/2014/main" val="10004"/>
                  </a:ext>
                </a:extLst>
              </a:tr>
              <a:tr h="834571">
                <a:tc>
                  <a:txBody>
                    <a:bodyPr/>
                    <a:lstStyle/>
                    <a:p>
                      <a:pPr indent="127000" algn="just">
                        <a:spcAft>
                          <a:spcPts val="0"/>
                        </a:spcAft>
                      </a:pPr>
                      <a:r>
                        <a:rPr lang="en-US" sz="2000" kern="100">
                          <a:effectLst/>
                        </a:rPr>
                        <a:t>127</a:t>
                      </a:r>
                      <a:endParaRPr lang="zh-CN" sz="2000" kern="10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zh-CN" sz="2000" kern="100">
                          <a:effectLst/>
                        </a:rPr>
                        <a:t>非全</a:t>
                      </a:r>
                      <a:r>
                        <a:rPr lang="en-US" sz="2000" kern="100">
                          <a:effectLst/>
                        </a:rPr>
                        <a:t>0</a:t>
                      </a:r>
                      <a:r>
                        <a:rPr lang="zh-CN" sz="2000" kern="100">
                          <a:effectLst/>
                        </a:rPr>
                        <a:t>或全</a:t>
                      </a:r>
                      <a:r>
                        <a:rPr lang="en-US" sz="2000" kern="100">
                          <a:effectLst/>
                        </a:rPr>
                        <a:t>1</a:t>
                      </a:r>
                      <a:r>
                        <a:rPr lang="zh-CN" sz="2000" kern="100">
                          <a:effectLst/>
                        </a:rPr>
                        <a:t>的任何数</a:t>
                      </a:r>
                      <a:endParaRPr lang="zh-CN" sz="2000" kern="10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zh-CN" sz="2000" kern="100">
                          <a:effectLst/>
                        </a:rPr>
                        <a:t>可以</a:t>
                      </a:r>
                      <a:endParaRPr lang="zh-CN" sz="2000" kern="10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zh-CN" sz="2000" kern="100">
                          <a:effectLst/>
                        </a:rPr>
                        <a:t>可以</a:t>
                      </a:r>
                      <a:endParaRPr lang="zh-CN" sz="2000" kern="100">
                        <a:effectLst/>
                        <a:latin typeface="Times New Roman" panose="02020603050405020304"/>
                        <a:ea typeface="宋体" panose="02010600030101010101" pitchFamily="2" charset="-122"/>
                      </a:endParaRPr>
                    </a:p>
                  </a:txBody>
                  <a:tcPr marL="68580" marR="68580" marT="0" marB="0"/>
                </a:tc>
                <a:tc>
                  <a:txBody>
                    <a:bodyPr/>
                    <a:lstStyle/>
                    <a:p>
                      <a:pPr indent="127000" algn="just">
                        <a:spcAft>
                          <a:spcPts val="0"/>
                        </a:spcAft>
                      </a:pPr>
                      <a:r>
                        <a:rPr lang="zh-CN" sz="2000" kern="100" dirty="0">
                          <a:effectLst/>
                        </a:rPr>
                        <a:t>用作本地软件环回测试</a:t>
                      </a:r>
                      <a:endParaRPr lang="zh-CN" sz="2000" kern="100" dirty="0">
                        <a:effectLst/>
                        <a:latin typeface="Times New Roman" panose="02020603050405020304"/>
                        <a:ea typeface="宋体" panose="02010600030101010101" pitchFamily="2" charset="-122"/>
                      </a:endParaRPr>
                    </a:p>
                  </a:txBody>
                  <a:tcPr marL="68580" marR="68580" marT="0" marB="0"/>
                </a:tc>
                <a:extLst>
                  <a:ext uri="{0D108BD9-81ED-4DB2-BD59-A6C34878D82A}">
                    <a16:rowId xmlns:a16="http://schemas.microsoft.com/office/drawing/2014/main" val="10005"/>
                  </a:ext>
                </a:extLst>
              </a:tr>
            </a:tbl>
          </a:graphicData>
        </a:graphic>
      </p:graphicFrame>
    </p:spTree>
  </p:cSld>
  <p:clrMapOvr>
    <a:masterClrMapping/>
  </p:clrMapOvr>
  <p:transition spd="slow">
    <p:pull/>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4.2.3  IP</a:t>
            </a:r>
            <a:r>
              <a:rPr lang="zh-CN" altLang="zh-CN" dirty="0">
                <a:effectLst/>
              </a:rPr>
              <a:t>地址与物理地址</a:t>
            </a:r>
          </a:p>
        </p:txBody>
      </p:sp>
      <p:sp>
        <p:nvSpPr>
          <p:cNvPr id="3" name="内容占位符 2"/>
          <p:cNvSpPr>
            <a:spLocks noGrp="1"/>
          </p:cNvSpPr>
          <p:nvPr>
            <p:ph sz="half" idx="1"/>
          </p:nvPr>
        </p:nvSpPr>
        <p:spPr>
          <a:xfrm>
            <a:off x="1024266" y="1277261"/>
            <a:ext cx="5080000" cy="4932363"/>
          </a:xfrm>
        </p:spPr>
        <p:txBody>
          <a:bodyPr>
            <a:normAutofit lnSpcReduction="10000"/>
          </a:bodyPr>
          <a:lstStyle/>
          <a:p>
            <a:r>
              <a:rPr lang="en-US" altLang="zh-CN" dirty="0"/>
              <a:t>IP</a:t>
            </a:r>
            <a:r>
              <a:rPr lang="zh-CN" altLang="en-US" dirty="0"/>
              <a:t>地址：是用来唯一定位一台互连网上的计算机，它由</a:t>
            </a:r>
            <a:r>
              <a:rPr lang="en-US" altLang="zh-CN" dirty="0"/>
              <a:t>32</a:t>
            </a:r>
            <a:r>
              <a:rPr lang="zh-CN" altLang="en-US" dirty="0"/>
              <a:t>位二进制组成，为了便记忆，人们用点分十进制的方法来表示如：</a:t>
            </a:r>
            <a:r>
              <a:rPr lang="en-US" altLang="zh-CN" dirty="0"/>
              <a:t>192.168.0.1</a:t>
            </a:r>
            <a:r>
              <a:rPr lang="zh-CN" altLang="en-US" dirty="0"/>
              <a:t>，它可以以不同的分类标准分为</a:t>
            </a:r>
            <a:r>
              <a:rPr lang="en-US" altLang="zh-CN" dirty="0"/>
              <a:t>A</a:t>
            </a:r>
            <a:r>
              <a:rPr lang="zh-CN" altLang="en-US" dirty="0"/>
              <a:t>、</a:t>
            </a:r>
            <a:r>
              <a:rPr lang="en-US" altLang="zh-CN" dirty="0"/>
              <a:t>B</a:t>
            </a:r>
            <a:r>
              <a:rPr lang="zh-CN" altLang="en-US" dirty="0"/>
              <a:t>、</a:t>
            </a:r>
            <a:r>
              <a:rPr lang="en-US" altLang="zh-CN" dirty="0"/>
              <a:t>C</a:t>
            </a:r>
            <a:r>
              <a:rPr lang="zh-CN" altLang="en-US" dirty="0"/>
              <a:t>、</a:t>
            </a:r>
            <a:r>
              <a:rPr lang="en-US" altLang="zh-CN" dirty="0"/>
              <a:t>D</a:t>
            </a:r>
            <a:r>
              <a:rPr lang="zh-CN" altLang="en-US" dirty="0"/>
              <a:t>、</a:t>
            </a:r>
            <a:r>
              <a:rPr lang="en-US" altLang="zh-CN" dirty="0"/>
              <a:t>E</a:t>
            </a:r>
            <a:r>
              <a:rPr lang="zh-CN" altLang="en-US" dirty="0"/>
              <a:t>类地址或公有、私有地址或动态、静态地址。</a:t>
            </a:r>
          </a:p>
        </p:txBody>
      </p:sp>
      <p:sp>
        <p:nvSpPr>
          <p:cNvPr id="4" name="内容占位符 3"/>
          <p:cNvSpPr>
            <a:spLocks noGrp="1"/>
          </p:cNvSpPr>
          <p:nvPr>
            <p:ph sz="half" idx="2"/>
          </p:nvPr>
        </p:nvSpPr>
        <p:spPr/>
        <p:txBody>
          <a:bodyPr>
            <a:normAutofit lnSpcReduction="10000"/>
          </a:bodyPr>
          <a:lstStyle/>
          <a:p>
            <a:r>
              <a:rPr lang="en-US" altLang="zh-CN" dirty="0"/>
              <a:t>MAC</a:t>
            </a:r>
            <a:r>
              <a:rPr lang="zh-CN" altLang="en-US" dirty="0"/>
              <a:t>地址</a:t>
            </a:r>
            <a:r>
              <a:rPr lang="zh-CN" altLang="en-US" dirty="0" smtClean="0"/>
              <a:t>就是网络</a:t>
            </a:r>
            <a:r>
              <a:rPr lang="zh-CN" altLang="en-US" dirty="0"/>
              <a:t>设备的硬件地址，它用来唯一标识网络中的一台硬件或硬件的一个接口，它由</a:t>
            </a:r>
            <a:r>
              <a:rPr lang="en-US" altLang="zh-CN" dirty="0"/>
              <a:t>48</a:t>
            </a:r>
            <a:r>
              <a:rPr lang="zh-CN" altLang="en-US" dirty="0"/>
              <a:t>位二进制组成，人们常用：</a:t>
            </a:r>
            <a:r>
              <a:rPr lang="en-US" altLang="zh-CN" dirty="0"/>
              <a:t>XX-XX-XX-XX-XX-XX</a:t>
            </a:r>
            <a:r>
              <a:rPr lang="zh-CN" altLang="en-US" dirty="0"/>
              <a:t>形式表示。</a:t>
            </a:r>
            <a:r>
              <a:rPr lang="en-US" altLang="zh-CN" dirty="0"/>
              <a:t>IP</a:t>
            </a:r>
            <a:r>
              <a:rPr lang="zh-CN" altLang="en-US" dirty="0"/>
              <a:t>地址是逻辑地址，负责逻辑定位，</a:t>
            </a:r>
            <a:r>
              <a:rPr lang="en-US" altLang="zh-CN" dirty="0"/>
              <a:t>MAC</a:t>
            </a:r>
            <a:r>
              <a:rPr lang="zh-CN" altLang="en-US" dirty="0"/>
              <a:t>地址是物理地址，负责物理定位。一般来讲</a:t>
            </a:r>
            <a:r>
              <a:rPr lang="en-US" altLang="zh-CN" dirty="0"/>
              <a:t>IP</a:t>
            </a:r>
            <a:r>
              <a:rPr lang="zh-CN" altLang="en-US" dirty="0"/>
              <a:t>地址在网络层使用，物理地址在数据链路层及以下</a:t>
            </a:r>
            <a:r>
              <a:rPr lang="zh-CN" altLang="en-US" dirty="0" smtClean="0"/>
              <a:t>使用</a:t>
            </a:r>
            <a:endParaRPr lang="zh-CN" altLang="en-US" dirty="0"/>
          </a:p>
        </p:txBody>
      </p:sp>
    </p:spTree>
  </p:cSld>
  <p:clrMapOvr>
    <a:masterClrMapping/>
  </p:clrMapOvr>
  <p:transition spd="slow">
    <p:pull/>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p:cNvSpPr>
            <a:spLocks noGrp="1"/>
          </p:cNvSpPr>
          <p:nvPr>
            <p:ph type="title"/>
          </p:nvPr>
        </p:nvSpPr>
        <p:spPr/>
        <p:txBody>
          <a:bodyPr/>
          <a:lstStyle/>
          <a:p>
            <a:r>
              <a:rPr lang="en-US" altLang="zh-CN" dirty="0">
                <a:effectLst/>
              </a:rPr>
              <a:t>4.2.3  IP</a:t>
            </a:r>
            <a:r>
              <a:rPr lang="zh-CN" altLang="zh-CN" dirty="0">
                <a:effectLst/>
              </a:rPr>
              <a:t>地址与物理地址</a:t>
            </a:r>
            <a:endParaRPr lang="zh-CN" altLang="en-US" dirty="0"/>
          </a:p>
        </p:txBody>
      </p:sp>
      <p:pic>
        <p:nvPicPr>
          <p:cNvPr id="13314" name="Picture 2"/>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tretch>
            <a:fillRect/>
          </a:stretch>
        </p:blipFill>
        <p:spPr bwMode="auto">
          <a:xfrm>
            <a:off x="812165" y="1698171"/>
            <a:ext cx="4361905" cy="4049486"/>
          </a:xfrm>
          <a:prstGeom prst="rect">
            <a:avLst/>
          </a:prstGeom>
          <a:noFill/>
          <a:extLst>
            <a:ext uri="{909E8E84-426E-40DD-AFC4-6F175D3DCCD1}">
              <a14:hiddenFill xmlns:a14="http://schemas.microsoft.com/office/drawing/2010/main">
                <a:solidFill>
                  <a:srgbClr val="FFFFFF"/>
                </a:solidFill>
              </a14:hiddenFill>
            </a:ext>
          </a:extLst>
        </p:spPr>
      </p:pic>
      <p:sp>
        <p:nvSpPr>
          <p:cNvPr id="13" name="内容占位符 12"/>
          <p:cNvSpPr>
            <a:spLocks noGrp="1"/>
          </p:cNvSpPr>
          <p:nvPr>
            <p:ph sz="half" idx="2"/>
          </p:nvPr>
        </p:nvSpPr>
        <p:spPr/>
        <p:txBody>
          <a:bodyPr>
            <a:normAutofit fontScale="92500" lnSpcReduction="20000"/>
          </a:bodyPr>
          <a:lstStyle/>
          <a:p>
            <a:r>
              <a:rPr lang="zh-CN" altLang="en-US" dirty="0"/>
              <a:t>两者相同的地方：都是对计算机网络中某个主机或路由器的接口进行标识，都使用分等级的地址结构，都是全球唯一的。</a:t>
            </a:r>
          </a:p>
          <a:p>
            <a:r>
              <a:rPr lang="zh-CN" altLang="en-US" dirty="0"/>
              <a:t>两者不同的地方：长度不同：</a:t>
            </a:r>
            <a:r>
              <a:rPr lang="en-US" altLang="zh-CN" dirty="0"/>
              <a:t>IP</a:t>
            </a:r>
            <a:r>
              <a:rPr lang="zh-CN" altLang="en-US" dirty="0"/>
              <a:t>地址为</a:t>
            </a:r>
            <a:r>
              <a:rPr lang="en-US" altLang="zh-CN" dirty="0"/>
              <a:t>32</a:t>
            </a:r>
            <a:r>
              <a:rPr lang="zh-CN" altLang="en-US" dirty="0"/>
              <a:t>比特，</a:t>
            </a:r>
            <a:r>
              <a:rPr lang="en-US" altLang="zh-CN" dirty="0"/>
              <a:t>MAC</a:t>
            </a:r>
            <a:r>
              <a:rPr lang="zh-CN" altLang="en-US" dirty="0"/>
              <a:t>地址为</a:t>
            </a:r>
            <a:r>
              <a:rPr lang="en-US" altLang="zh-CN" dirty="0"/>
              <a:t>48</a:t>
            </a:r>
            <a:r>
              <a:rPr lang="zh-CN" altLang="en-US" dirty="0"/>
              <a:t>比特。 分配依据不同：</a:t>
            </a:r>
            <a:r>
              <a:rPr lang="en-US" altLang="zh-CN" dirty="0"/>
              <a:t>IP</a:t>
            </a:r>
            <a:r>
              <a:rPr lang="zh-CN" altLang="en-US" dirty="0"/>
              <a:t>地址的分配是基于网络拓朴，</a:t>
            </a:r>
            <a:r>
              <a:rPr lang="en-US" altLang="zh-CN" dirty="0"/>
              <a:t>MAC</a:t>
            </a:r>
            <a:r>
              <a:rPr lang="zh-CN" altLang="en-US" dirty="0"/>
              <a:t>地址的分配是基于制造商。对于网络上的某一设备，其</a:t>
            </a:r>
            <a:r>
              <a:rPr lang="en-US" altLang="zh-CN" dirty="0"/>
              <a:t>IP</a:t>
            </a:r>
            <a:r>
              <a:rPr lang="zh-CN" altLang="en-US" dirty="0"/>
              <a:t>地址是可变的，而</a:t>
            </a:r>
            <a:r>
              <a:rPr lang="en-US" altLang="zh-CN" dirty="0"/>
              <a:t>MAC</a:t>
            </a:r>
            <a:r>
              <a:rPr lang="zh-CN" altLang="en-US" dirty="0"/>
              <a:t>地址是不可变的。</a:t>
            </a:r>
          </a:p>
          <a:p>
            <a:endParaRPr lang="zh-CN" altLang="en-US" dirty="0"/>
          </a:p>
        </p:txBody>
      </p:sp>
    </p:spTree>
  </p:cSld>
  <p:clrMapOvr>
    <a:masterClrMapping/>
  </p:clrMapOvr>
  <p:transition spd="slow">
    <p:pull/>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4.2.4  </a:t>
            </a:r>
            <a:r>
              <a:rPr lang="zh-CN" altLang="zh-CN" dirty="0">
                <a:effectLst/>
              </a:rPr>
              <a:t>地址解析协议</a:t>
            </a:r>
            <a:r>
              <a:rPr lang="en-US" altLang="zh-CN" dirty="0">
                <a:effectLst/>
              </a:rPr>
              <a:t>ARP</a:t>
            </a:r>
            <a:endParaRPr lang="zh-CN" altLang="zh-CN" dirty="0">
              <a:effectLst/>
            </a:endParaRPr>
          </a:p>
        </p:txBody>
      </p:sp>
      <p:sp>
        <p:nvSpPr>
          <p:cNvPr id="3" name="内容占位符 2"/>
          <p:cNvSpPr>
            <a:spLocks noGrp="1"/>
          </p:cNvSpPr>
          <p:nvPr>
            <p:ph idx="1"/>
          </p:nvPr>
        </p:nvSpPr>
        <p:spPr/>
        <p:txBody>
          <a:bodyPr/>
          <a:lstStyle/>
          <a:p>
            <a:pPr marL="0" indent="0">
              <a:buNone/>
            </a:pPr>
            <a:r>
              <a:rPr lang="en-US" altLang="zh-CN" dirty="0"/>
              <a:t>1</a:t>
            </a:r>
            <a:r>
              <a:rPr lang="zh-CN" altLang="en-US" dirty="0"/>
              <a:t>、地址解析协议 </a:t>
            </a:r>
            <a:r>
              <a:rPr lang="en-US" altLang="zh-CN" dirty="0"/>
              <a:t>ARP</a:t>
            </a:r>
          </a:p>
          <a:p>
            <a:pPr marL="0" indent="0">
              <a:buNone/>
            </a:pPr>
            <a:r>
              <a:rPr lang="zh-CN" altLang="en-US" dirty="0"/>
              <a:t>不管网络层使用的是什么协议，在实际网络的链路上传送数据帧时，最终还是必须使用硬件地址，在</a:t>
            </a:r>
            <a:r>
              <a:rPr lang="en-US" altLang="zh-CN" dirty="0"/>
              <a:t>TCP/IP</a:t>
            </a:r>
            <a:r>
              <a:rPr lang="zh-CN" altLang="en-US" dirty="0"/>
              <a:t>网络中计算机使用的逻辑地址是</a:t>
            </a:r>
            <a:r>
              <a:rPr lang="en-US" altLang="zh-CN" dirty="0"/>
              <a:t>IP</a:t>
            </a:r>
            <a:r>
              <a:rPr lang="zh-CN" altLang="en-US" dirty="0"/>
              <a:t>地址，而计算机的硬件地址是网卡的</a:t>
            </a:r>
            <a:r>
              <a:rPr lang="en-US" altLang="zh-CN" dirty="0"/>
              <a:t>MAC</a:t>
            </a:r>
            <a:r>
              <a:rPr lang="zh-CN" altLang="en-US" dirty="0"/>
              <a:t>地址，在实现互联通信过程中</a:t>
            </a:r>
            <a:r>
              <a:rPr lang="en-US" altLang="zh-CN" dirty="0"/>
              <a:t>IP</a:t>
            </a:r>
            <a:r>
              <a:rPr lang="zh-CN" altLang="en-US" dirty="0"/>
              <a:t>地址与硬件地址之间存在着转换关系，转换使用到的协议即为</a:t>
            </a:r>
            <a:r>
              <a:rPr lang="en-US" altLang="zh-CN" dirty="0"/>
              <a:t>ARP</a:t>
            </a:r>
            <a:r>
              <a:rPr lang="zh-CN" altLang="en-US" dirty="0"/>
              <a:t>协议。</a:t>
            </a:r>
          </a:p>
        </p:txBody>
      </p:sp>
    </p:spTree>
  </p:cSld>
  <p:clrMapOvr>
    <a:masterClrMapping/>
  </p:clrMapOvr>
  <p:transition spd="slow">
    <p:pull/>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4.2.4  </a:t>
            </a:r>
            <a:r>
              <a:rPr lang="zh-CN" altLang="zh-CN" dirty="0">
                <a:effectLst/>
              </a:rPr>
              <a:t>地址解析协议</a:t>
            </a:r>
            <a:r>
              <a:rPr lang="en-US" altLang="zh-CN" dirty="0">
                <a:effectLst/>
              </a:rPr>
              <a:t>ARP</a:t>
            </a:r>
            <a:endParaRPr lang="zh-CN" altLang="zh-CN" dirty="0">
              <a:effectLst/>
            </a:endParaRPr>
          </a:p>
        </p:txBody>
      </p:sp>
      <p:sp>
        <p:nvSpPr>
          <p:cNvPr id="3" name="内容占位符 2"/>
          <p:cNvSpPr>
            <a:spLocks noGrp="1"/>
          </p:cNvSpPr>
          <p:nvPr>
            <p:ph idx="1"/>
          </p:nvPr>
        </p:nvSpPr>
        <p:spPr>
          <a:xfrm>
            <a:off x="622300" y="1123951"/>
            <a:ext cx="10954459" cy="3807278"/>
          </a:xfrm>
        </p:spPr>
        <p:txBody>
          <a:bodyPr/>
          <a:lstStyle/>
          <a:p>
            <a:pPr marL="0" indent="0">
              <a:buNone/>
            </a:pPr>
            <a:r>
              <a:rPr lang="zh-CN" altLang="en-US" dirty="0"/>
              <a:t>地址解析协议 </a:t>
            </a:r>
            <a:r>
              <a:rPr lang="en-US" altLang="zh-CN" dirty="0"/>
              <a:t>ARP</a:t>
            </a:r>
            <a:r>
              <a:rPr lang="zh-CN" altLang="en-US" dirty="0"/>
              <a:t>的工作原理，如下</a:t>
            </a:r>
            <a:r>
              <a:rPr lang="zh-CN" altLang="en-US" dirty="0" smtClean="0"/>
              <a:t>图所</a:t>
            </a:r>
            <a:r>
              <a:rPr lang="zh-CN" altLang="en-US" dirty="0"/>
              <a:t>示。</a:t>
            </a:r>
          </a:p>
          <a:p>
            <a:pPr marL="0" indent="0">
              <a:buNone/>
            </a:pPr>
            <a:r>
              <a:rPr lang="zh-CN" altLang="en-US" dirty="0"/>
              <a:t>网络中一个主机要和另一个主机进行直接通信，必须要知道目标主机的</a:t>
            </a:r>
            <a:r>
              <a:rPr lang="en-US" altLang="zh-CN" dirty="0"/>
              <a:t>MAC</a:t>
            </a:r>
            <a:r>
              <a:rPr lang="zh-CN" altLang="en-US" dirty="0"/>
              <a:t>地址，这个过程分为两个部分：</a:t>
            </a:r>
          </a:p>
          <a:p>
            <a:pPr marL="0" indent="0">
              <a:buNone/>
            </a:pPr>
            <a:r>
              <a:rPr lang="zh-CN" altLang="en-US" dirty="0"/>
              <a:t>首先，源主机要向网络所有设备发送</a:t>
            </a:r>
            <a:r>
              <a:rPr lang="en-US" altLang="zh-CN" dirty="0"/>
              <a:t>ARP</a:t>
            </a:r>
            <a:r>
              <a:rPr lang="zh-CN" altLang="en-US" dirty="0"/>
              <a:t>请求包。</a:t>
            </a:r>
          </a:p>
          <a:p>
            <a:pPr marL="0" indent="0">
              <a:buNone/>
            </a:pPr>
            <a:r>
              <a:rPr lang="zh-CN" altLang="en-US" dirty="0"/>
              <a:t>然后，目标主机要向源主机发送</a:t>
            </a:r>
            <a:r>
              <a:rPr lang="en-US" altLang="zh-CN" dirty="0"/>
              <a:t>ARP</a:t>
            </a:r>
            <a:r>
              <a:rPr lang="zh-CN" altLang="en-US" dirty="0"/>
              <a:t>回复包。</a:t>
            </a:r>
          </a:p>
          <a:p>
            <a:pPr marL="0" indent="0">
              <a:buNone/>
            </a:pPr>
            <a:r>
              <a:rPr lang="zh-CN" altLang="en-US" dirty="0">
                <a:solidFill>
                  <a:srgbClr val="FF0000"/>
                </a:solidFill>
              </a:rPr>
              <a:t>要注意一点，</a:t>
            </a:r>
            <a:r>
              <a:rPr lang="en-US" altLang="zh-CN" dirty="0">
                <a:solidFill>
                  <a:srgbClr val="FF0000"/>
                </a:solidFill>
              </a:rPr>
              <a:t>ARP</a:t>
            </a:r>
            <a:r>
              <a:rPr lang="zh-CN" altLang="en-US" dirty="0">
                <a:solidFill>
                  <a:srgbClr val="FF0000"/>
                </a:solidFill>
              </a:rPr>
              <a:t>在工作时，只使用</a:t>
            </a:r>
            <a:r>
              <a:rPr lang="en-US" altLang="zh-CN" dirty="0">
                <a:solidFill>
                  <a:srgbClr val="FF0000"/>
                </a:solidFill>
              </a:rPr>
              <a:t>ARP</a:t>
            </a:r>
            <a:r>
              <a:rPr lang="zh-CN" altLang="en-US" dirty="0">
                <a:solidFill>
                  <a:srgbClr val="FF0000"/>
                </a:solidFill>
              </a:rPr>
              <a:t>条目，不去验证条目是否正确</a:t>
            </a:r>
            <a:r>
              <a:rPr lang="zh-CN" altLang="en-US" dirty="0"/>
              <a:t>。</a:t>
            </a:r>
          </a:p>
        </p:txBody>
      </p:sp>
    </p:spTree>
  </p:cSld>
  <p:clrMapOvr>
    <a:masterClrMapping/>
  </p:clrMapOvr>
  <p:transition spd="slow">
    <p:pull/>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4.2.4  </a:t>
            </a:r>
            <a:r>
              <a:rPr lang="zh-CN" altLang="zh-CN" dirty="0">
                <a:effectLst/>
              </a:rPr>
              <a:t>地址解析协议</a:t>
            </a:r>
            <a:r>
              <a:rPr lang="en-US" altLang="zh-CN" dirty="0">
                <a:effectLst/>
              </a:rPr>
              <a:t>ARP</a:t>
            </a:r>
            <a:endParaRPr lang="zh-CN" altLang="zh-CN" dirty="0">
              <a:effectLst/>
            </a:endParaRPr>
          </a:p>
        </p:txBody>
      </p:sp>
      <p:sp>
        <p:nvSpPr>
          <p:cNvPr id="3" name="内容占位符 2"/>
          <p:cNvSpPr>
            <a:spLocks noGrp="1"/>
          </p:cNvSpPr>
          <p:nvPr>
            <p:ph idx="1"/>
          </p:nvPr>
        </p:nvSpPr>
        <p:spPr/>
        <p:txBody>
          <a:bodyPr/>
          <a:lstStyle/>
          <a:p>
            <a:pPr marL="0" indent="0">
              <a:buNone/>
            </a:pPr>
            <a:endParaRPr lang="zh-CN" altLang="en-US" dirty="0"/>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151" y="1098093"/>
            <a:ext cx="9351962" cy="5237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4.2.4  </a:t>
            </a:r>
            <a:r>
              <a:rPr lang="zh-CN" altLang="zh-CN" dirty="0">
                <a:effectLst/>
              </a:rPr>
              <a:t>地址解析协议</a:t>
            </a:r>
            <a:r>
              <a:rPr lang="en-US" altLang="zh-CN" dirty="0">
                <a:effectLst/>
              </a:rPr>
              <a:t>ARP</a:t>
            </a:r>
            <a:endParaRPr lang="zh-CN" altLang="zh-CN" dirty="0">
              <a:effectLst/>
            </a:endParaRPr>
          </a:p>
        </p:txBody>
      </p:sp>
      <p:sp>
        <p:nvSpPr>
          <p:cNvPr id="3" name="内容占位符 2"/>
          <p:cNvSpPr>
            <a:spLocks noGrp="1"/>
          </p:cNvSpPr>
          <p:nvPr>
            <p:ph idx="1"/>
          </p:nvPr>
        </p:nvSpPr>
        <p:spPr/>
        <p:txBody>
          <a:bodyPr/>
          <a:lstStyle/>
          <a:p>
            <a:pPr marL="0" indent="0">
              <a:buNone/>
            </a:pPr>
            <a:r>
              <a:rPr lang="en-US" altLang="zh-CN" dirty="0"/>
              <a:t>2</a:t>
            </a:r>
            <a:r>
              <a:rPr lang="zh-CN" altLang="en-US" dirty="0"/>
              <a:t>、</a:t>
            </a:r>
            <a:r>
              <a:rPr lang="en-US" altLang="zh-CN" dirty="0"/>
              <a:t>ARP </a:t>
            </a:r>
            <a:r>
              <a:rPr lang="zh-CN" altLang="en-US" dirty="0"/>
              <a:t>高速缓存的作用</a:t>
            </a:r>
          </a:p>
          <a:p>
            <a:pPr marL="0" indent="0">
              <a:buNone/>
            </a:pPr>
            <a:r>
              <a:rPr lang="zh-CN" altLang="en-US" dirty="0"/>
              <a:t>为了减少网络上的通信量，主机 </a:t>
            </a:r>
            <a:r>
              <a:rPr lang="en-US" altLang="zh-CN" dirty="0"/>
              <a:t>A </a:t>
            </a:r>
            <a:r>
              <a:rPr lang="zh-CN" altLang="en-US" dirty="0"/>
              <a:t>在发送其 </a:t>
            </a:r>
            <a:r>
              <a:rPr lang="en-US" altLang="zh-CN" dirty="0"/>
              <a:t>ARP </a:t>
            </a:r>
            <a:r>
              <a:rPr lang="zh-CN" altLang="en-US" dirty="0"/>
              <a:t>请求分组时，就将自己的 </a:t>
            </a:r>
            <a:r>
              <a:rPr lang="en-US" altLang="zh-CN" dirty="0"/>
              <a:t>IP </a:t>
            </a:r>
            <a:r>
              <a:rPr lang="zh-CN" altLang="en-US" dirty="0"/>
              <a:t>地址到硬件地址的映射写入 </a:t>
            </a:r>
            <a:r>
              <a:rPr lang="en-US" altLang="zh-CN" dirty="0"/>
              <a:t>ARP </a:t>
            </a:r>
            <a:r>
              <a:rPr lang="zh-CN" altLang="en-US" dirty="0"/>
              <a:t>请求分组。</a:t>
            </a:r>
          </a:p>
          <a:p>
            <a:pPr marL="0" indent="0">
              <a:buNone/>
            </a:pPr>
            <a:r>
              <a:rPr lang="zh-CN" altLang="en-US" dirty="0"/>
              <a:t>当主机 </a:t>
            </a:r>
            <a:r>
              <a:rPr lang="en-US" altLang="zh-CN" dirty="0"/>
              <a:t>B </a:t>
            </a:r>
            <a:r>
              <a:rPr lang="zh-CN" altLang="en-US" dirty="0"/>
              <a:t>收到 </a:t>
            </a:r>
            <a:r>
              <a:rPr lang="en-US" altLang="zh-CN" dirty="0"/>
              <a:t>A </a:t>
            </a:r>
            <a:r>
              <a:rPr lang="zh-CN" altLang="en-US" dirty="0"/>
              <a:t>的 </a:t>
            </a:r>
            <a:r>
              <a:rPr lang="en-US" altLang="zh-CN" dirty="0"/>
              <a:t>ARP </a:t>
            </a:r>
            <a:r>
              <a:rPr lang="zh-CN" altLang="en-US" dirty="0"/>
              <a:t>请求分组时，就将主机 </a:t>
            </a:r>
            <a:r>
              <a:rPr lang="en-US" altLang="zh-CN" dirty="0"/>
              <a:t>A </a:t>
            </a:r>
            <a:r>
              <a:rPr lang="zh-CN" altLang="en-US" dirty="0"/>
              <a:t>的这一地址映射写入主机 </a:t>
            </a:r>
            <a:r>
              <a:rPr lang="en-US" altLang="zh-CN" dirty="0"/>
              <a:t>B </a:t>
            </a:r>
            <a:r>
              <a:rPr lang="zh-CN" altLang="en-US" dirty="0"/>
              <a:t>自己的 </a:t>
            </a:r>
            <a:r>
              <a:rPr lang="en-US" altLang="zh-CN" dirty="0"/>
              <a:t>ARP </a:t>
            </a:r>
            <a:r>
              <a:rPr lang="zh-CN" altLang="en-US" dirty="0"/>
              <a:t>高速缓存中。这对主机 </a:t>
            </a:r>
            <a:r>
              <a:rPr lang="en-US" altLang="zh-CN" dirty="0"/>
              <a:t>B </a:t>
            </a:r>
            <a:r>
              <a:rPr lang="zh-CN" altLang="en-US" dirty="0"/>
              <a:t>以后向 </a:t>
            </a:r>
            <a:r>
              <a:rPr lang="en-US" altLang="zh-CN" dirty="0"/>
              <a:t>A </a:t>
            </a:r>
            <a:r>
              <a:rPr lang="zh-CN" altLang="en-US" dirty="0"/>
              <a:t>发送数据报时就更方便了。</a:t>
            </a:r>
          </a:p>
        </p:txBody>
      </p:sp>
    </p:spTree>
  </p:cSld>
  <p:clrMapOvr>
    <a:masterClrMapping/>
  </p:clrMapOvr>
  <p:transition spd="slow">
    <p:pull/>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4.2.4  </a:t>
            </a:r>
            <a:r>
              <a:rPr lang="zh-CN" altLang="zh-CN" dirty="0">
                <a:effectLst/>
              </a:rPr>
              <a:t>地址解析协议</a:t>
            </a:r>
            <a:r>
              <a:rPr lang="en-US" altLang="zh-CN" dirty="0">
                <a:effectLst/>
              </a:rPr>
              <a:t>ARP</a:t>
            </a:r>
            <a:endParaRPr lang="zh-CN" altLang="zh-CN" dirty="0">
              <a:effectLst/>
            </a:endParaRPr>
          </a:p>
        </p:txBody>
      </p:sp>
      <p:sp>
        <p:nvSpPr>
          <p:cNvPr id="3" name="内容占位符 2"/>
          <p:cNvSpPr>
            <a:spLocks noGrp="1"/>
          </p:cNvSpPr>
          <p:nvPr>
            <p:ph idx="1"/>
          </p:nvPr>
        </p:nvSpPr>
        <p:spPr/>
        <p:txBody>
          <a:bodyPr/>
          <a:lstStyle/>
          <a:p>
            <a:pPr marL="0" indent="0">
              <a:buNone/>
            </a:pPr>
            <a:r>
              <a:rPr lang="en-US" altLang="zh-CN" dirty="0"/>
              <a:t>4</a:t>
            </a:r>
            <a:r>
              <a:rPr lang="zh-CN" altLang="en-US" dirty="0"/>
              <a:t>、</a:t>
            </a:r>
            <a:r>
              <a:rPr lang="en-US" altLang="zh-CN" dirty="0"/>
              <a:t>ARP</a:t>
            </a:r>
            <a:r>
              <a:rPr lang="zh-CN" altLang="en-US" dirty="0"/>
              <a:t>条目的查看、添加、删除</a:t>
            </a:r>
          </a:p>
          <a:p>
            <a:pPr marL="0" indent="0">
              <a:buNone/>
            </a:pPr>
            <a:r>
              <a:rPr lang="en-US" altLang="zh-CN" dirty="0"/>
              <a:t>a</a:t>
            </a:r>
            <a:r>
              <a:rPr lang="zh-CN" altLang="en-US" dirty="0"/>
              <a:t>、</a:t>
            </a:r>
            <a:r>
              <a:rPr lang="en-US" altLang="zh-CN" dirty="0"/>
              <a:t>ARP</a:t>
            </a:r>
            <a:r>
              <a:rPr lang="zh-CN" altLang="en-US" dirty="0"/>
              <a:t>条目的查看，如下</a:t>
            </a:r>
            <a:r>
              <a:rPr lang="zh-CN" altLang="en-US" dirty="0" smtClean="0"/>
              <a:t>图所</a:t>
            </a:r>
            <a:r>
              <a:rPr lang="zh-CN" altLang="en-US" dirty="0"/>
              <a:t>示。</a:t>
            </a:r>
          </a:p>
          <a:p>
            <a:pPr marL="0" indent="0">
              <a:buNone/>
            </a:pPr>
            <a:r>
              <a:rPr lang="zh-CN" altLang="en-US" dirty="0"/>
              <a:t>首先在“运行”对话框中输入“</a:t>
            </a:r>
            <a:r>
              <a:rPr lang="en-US" altLang="zh-CN" dirty="0" err="1"/>
              <a:t>cmd</a:t>
            </a:r>
            <a:r>
              <a:rPr lang="en-US" altLang="zh-CN" dirty="0"/>
              <a:t>”</a:t>
            </a:r>
            <a:r>
              <a:rPr lang="zh-CN" altLang="en-US" dirty="0"/>
              <a:t>，回车，然后输入命令“</a:t>
            </a:r>
            <a:r>
              <a:rPr lang="en-US" altLang="zh-CN" dirty="0" err="1"/>
              <a:t>arp</a:t>
            </a:r>
            <a:r>
              <a:rPr lang="en-US" altLang="zh-CN" dirty="0"/>
              <a:t> -a”</a:t>
            </a:r>
            <a:r>
              <a:rPr lang="zh-CN" altLang="en-US" dirty="0"/>
              <a:t>，回车</a:t>
            </a:r>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6128" y="3522210"/>
            <a:ext cx="10081986" cy="23738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4.2.4  </a:t>
            </a:r>
            <a:r>
              <a:rPr lang="zh-CN" altLang="zh-CN" dirty="0">
                <a:effectLst/>
              </a:rPr>
              <a:t>地址解析协议</a:t>
            </a:r>
            <a:r>
              <a:rPr lang="en-US" altLang="zh-CN" dirty="0">
                <a:effectLst/>
              </a:rPr>
              <a:t>ARP</a:t>
            </a:r>
            <a:endParaRPr lang="zh-CN" altLang="zh-CN" dirty="0">
              <a:effectLst/>
            </a:endParaRPr>
          </a:p>
        </p:txBody>
      </p:sp>
      <p:sp>
        <p:nvSpPr>
          <p:cNvPr id="3" name="内容占位符 2"/>
          <p:cNvSpPr>
            <a:spLocks noGrp="1"/>
          </p:cNvSpPr>
          <p:nvPr>
            <p:ph idx="1"/>
          </p:nvPr>
        </p:nvSpPr>
        <p:spPr/>
        <p:txBody>
          <a:bodyPr/>
          <a:lstStyle/>
          <a:p>
            <a:pPr marL="0" indent="0">
              <a:buNone/>
            </a:pPr>
            <a:r>
              <a:rPr lang="en-US" altLang="zh-CN" dirty="0"/>
              <a:t>4</a:t>
            </a:r>
            <a:r>
              <a:rPr lang="zh-CN" altLang="en-US" dirty="0"/>
              <a:t>、</a:t>
            </a:r>
            <a:r>
              <a:rPr lang="en-US" altLang="zh-CN" dirty="0"/>
              <a:t>ARP</a:t>
            </a:r>
            <a:r>
              <a:rPr lang="zh-CN" altLang="en-US" dirty="0"/>
              <a:t>条目的查看、添加、删除</a:t>
            </a:r>
          </a:p>
          <a:p>
            <a:pPr marL="0" indent="0">
              <a:buNone/>
            </a:pPr>
            <a:r>
              <a:rPr lang="en-US" altLang="zh-CN" dirty="0"/>
              <a:t>b</a:t>
            </a:r>
            <a:r>
              <a:rPr lang="zh-CN" altLang="en-US" dirty="0"/>
              <a:t>、</a:t>
            </a:r>
            <a:r>
              <a:rPr lang="en-US" altLang="zh-CN" dirty="0"/>
              <a:t>ARP</a:t>
            </a:r>
            <a:r>
              <a:rPr lang="zh-CN" altLang="en-US" dirty="0"/>
              <a:t>条目的添加，如下</a:t>
            </a:r>
            <a:r>
              <a:rPr lang="zh-CN" altLang="en-US" dirty="0" smtClean="0"/>
              <a:t>图所</a:t>
            </a:r>
            <a:r>
              <a:rPr lang="zh-CN" altLang="en-US" dirty="0"/>
              <a:t>示。</a:t>
            </a:r>
          </a:p>
          <a:p>
            <a:pPr marL="0" indent="0">
              <a:buNone/>
            </a:pPr>
            <a:r>
              <a:rPr lang="zh-CN" altLang="en-US" dirty="0"/>
              <a:t>首先，在“运行”对话框中输入“</a:t>
            </a:r>
            <a:r>
              <a:rPr lang="en-US" altLang="zh-CN" dirty="0" err="1"/>
              <a:t>cmd</a:t>
            </a:r>
            <a:r>
              <a:rPr lang="en-US" altLang="zh-CN" dirty="0"/>
              <a:t>”</a:t>
            </a:r>
            <a:r>
              <a:rPr lang="zh-CN" altLang="en-US" dirty="0"/>
              <a:t>回车。</a:t>
            </a:r>
          </a:p>
          <a:p>
            <a:pPr marL="0" indent="0">
              <a:buNone/>
            </a:pPr>
            <a:r>
              <a:rPr lang="zh-CN" altLang="en-US" dirty="0"/>
              <a:t>然后，输入命令“</a:t>
            </a:r>
            <a:r>
              <a:rPr lang="en-US" altLang="zh-CN" dirty="0" err="1"/>
              <a:t>arp</a:t>
            </a:r>
            <a:r>
              <a:rPr lang="en-US" altLang="zh-CN" dirty="0"/>
              <a:t>    -s    </a:t>
            </a:r>
            <a:r>
              <a:rPr lang="zh-CN" altLang="en-US" dirty="0"/>
              <a:t>主机的</a:t>
            </a:r>
            <a:r>
              <a:rPr lang="en-US" altLang="zh-CN" dirty="0"/>
              <a:t>IP</a:t>
            </a:r>
            <a:r>
              <a:rPr lang="zh-CN" altLang="en-US" dirty="0"/>
              <a:t>地址    主机的</a:t>
            </a:r>
            <a:r>
              <a:rPr lang="en-US" altLang="zh-CN" dirty="0"/>
              <a:t>MAC</a:t>
            </a:r>
            <a:r>
              <a:rPr lang="zh-CN" altLang="en-US" dirty="0"/>
              <a:t>地址”</a:t>
            </a:r>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1212" y="3641271"/>
            <a:ext cx="10226902" cy="26558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4.2.4  </a:t>
            </a:r>
            <a:r>
              <a:rPr lang="zh-CN" altLang="zh-CN" dirty="0">
                <a:effectLst/>
              </a:rPr>
              <a:t>地址解析协议</a:t>
            </a:r>
            <a:r>
              <a:rPr lang="en-US" altLang="zh-CN" dirty="0">
                <a:effectLst/>
              </a:rPr>
              <a:t>ARP</a:t>
            </a:r>
            <a:endParaRPr lang="zh-CN" altLang="zh-CN" dirty="0">
              <a:effectLst/>
            </a:endParaRPr>
          </a:p>
        </p:txBody>
      </p:sp>
      <p:sp>
        <p:nvSpPr>
          <p:cNvPr id="3" name="内容占位符 2"/>
          <p:cNvSpPr>
            <a:spLocks noGrp="1"/>
          </p:cNvSpPr>
          <p:nvPr>
            <p:ph idx="1"/>
          </p:nvPr>
        </p:nvSpPr>
        <p:spPr/>
        <p:txBody>
          <a:bodyPr/>
          <a:lstStyle/>
          <a:p>
            <a:pPr marL="0" indent="0">
              <a:buNone/>
            </a:pPr>
            <a:r>
              <a:rPr lang="en-US" altLang="zh-CN" dirty="0"/>
              <a:t>4</a:t>
            </a:r>
            <a:r>
              <a:rPr lang="zh-CN" altLang="en-US" dirty="0"/>
              <a:t>、</a:t>
            </a:r>
            <a:r>
              <a:rPr lang="en-US" altLang="zh-CN" dirty="0"/>
              <a:t>ARP</a:t>
            </a:r>
            <a:r>
              <a:rPr lang="zh-CN" altLang="en-US" dirty="0"/>
              <a:t>条目的查看、添加、删除</a:t>
            </a:r>
          </a:p>
          <a:p>
            <a:pPr marL="0" indent="0">
              <a:buNone/>
            </a:pPr>
            <a:r>
              <a:rPr lang="en-US" altLang="zh-CN" dirty="0"/>
              <a:t>c</a:t>
            </a:r>
            <a:r>
              <a:rPr lang="zh-CN" altLang="en-US" dirty="0"/>
              <a:t>、</a:t>
            </a:r>
            <a:r>
              <a:rPr lang="en-US" altLang="zh-CN" dirty="0"/>
              <a:t>ARP</a:t>
            </a:r>
            <a:r>
              <a:rPr lang="zh-CN" altLang="en-US" dirty="0"/>
              <a:t>条目的删除，如下</a:t>
            </a:r>
            <a:r>
              <a:rPr lang="zh-CN" altLang="en-US" dirty="0" smtClean="0"/>
              <a:t>图所</a:t>
            </a:r>
            <a:r>
              <a:rPr lang="zh-CN" altLang="en-US" dirty="0"/>
              <a:t>示。</a:t>
            </a:r>
          </a:p>
          <a:p>
            <a:pPr marL="0" indent="0">
              <a:buNone/>
            </a:pPr>
            <a:r>
              <a:rPr lang="zh-CN" altLang="en-US" dirty="0"/>
              <a:t>仅用一条命令就可以完成</a:t>
            </a:r>
          </a:p>
          <a:p>
            <a:pPr marL="0" indent="0">
              <a:buNone/>
            </a:pPr>
            <a:r>
              <a:rPr lang="zh-CN" altLang="en-US" dirty="0"/>
              <a:t>在命令输入窗口中输入“</a:t>
            </a:r>
            <a:r>
              <a:rPr lang="en-US" altLang="zh-CN" dirty="0" err="1"/>
              <a:t>arp</a:t>
            </a:r>
            <a:r>
              <a:rPr lang="en-US" altLang="zh-CN" dirty="0"/>
              <a:t> -d”</a:t>
            </a:r>
            <a:r>
              <a:rPr lang="zh-CN" altLang="en-US" dirty="0"/>
              <a:t>，就可将</a:t>
            </a:r>
            <a:r>
              <a:rPr lang="en-US" altLang="zh-CN" dirty="0"/>
              <a:t>ARP</a:t>
            </a:r>
            <a:r>
              <a:rPr lang="zh-CN" altLang="en-US" dirty="0"/>
              <a:t>表清空。 </a:t>
            </a:r>
          </a:p>
        </p:txBody>
      </p:sp>
      <p:pic>
        <p:nvPicPr>
          <p:cNvPr id="174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114" y="3575957"/>
            <a:ext cx="9232900" cy="2794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4.2.4  </a:t>
            </a:r>
            <a:r>
              <a:rPr lang="zh-CN" altLang="zh-CN" dirty="0">
                <a:effectLst/>
              </a:rPr>
              <a:t>地址解析协议</a:t>
            </a:r>
            <a:r>
              <a:rPr lang="en-US" altLang="zh-CN" dirty="0">
                <a:effectLst/>
              </a:rPr>
              <a:t>ARP</a:t>
            </a:r>
            <a:endParaRPr lang="zh-CN" altLang="zh-CN" dirty="0">
              <a:effectLst/>
            </a:endParaRPr>
          </a:p>
        </p:txBody>
      </p:sp>
      <p:sp>
        <p:nvSpPr>
          <p:cNvPr id="3" name="内容占位符 2"/>
          <p:cNvSpPr>
            <a:spLocks noGrp="1"/>
          </p:cNvSpPr>
          <p:nvPr>
            <p:ph idx="1"/>
          </p:nvPr>
        </p:nvSpPr>
        <p:spPr/>
        <p:txBody>
          <a:bodyPr/>
          <a:lstStyle/>
          <a:p>
            <a:pPr marL="0" indent="0">
              <a:buNone/>
            </a:pPr>
            <a:r>
              <a:rPr lang="en-US" altLang="zh-CN" dirty="0"/>
              <a:t>5</a:t>
            </a:r>
            <a:r>
              <a:rPr lang="zh-CN" altLang="en-US" dirty="0"/>
              <a:t>、</a:t>
            </a:r>
            <a:r>
              <a:rPr lang="en-US" altLang="zh-CN" dirty="0"/>
              <a:t>ARP</a:t>
            </a:r>
            <a:r>
              <a:rPr lang="zh-CN" altLang="en-US" dirty="0" smtClean="0"/>
              <a:t>欺骗</a:t>
            </a:r>
            <a:endParaRPr lang="en-US" altLang="zh-CN" dirty="0" smtClean="0"/>
          </a:p>
          <a:p>
            <a:pPr marL="0" indent="0">
              <a:buNone/>
            </a:pPr>
            <a:r>
              <a:rPr lang="zh-CN" altLang="en-US" dirty="0"/>
              <a:t>（</a:t>
            </a:r>
            <a:r>
              <a:rPr lang="en-US" altLang="zh-CN" dirty="0"/>
              <a:t>1</a:t>
            </a:r>
            <a:r>
              <a:rPr lang="zh-CN" altLang="en-US" dirty="0"/>
              <a:t>）什么是</a:t>
            </a:r>
            <a:r>
              <a:rPr lang="en-US" altLang="zh-CN" dirty="0"/>
              <a:t>ARP</a:t>
            </a:r>
            <a:r>
              <a:rPr lang="zh-CN" altLang="en-US" dirty="0"/>
              <a:t>欺骗</a:t>
            </a:r>
            <a:endParaRPr lang="en-US" altLang="zh-CN" dirty="0" smtClean="0"/>
          </a:p>
          <a:p>
            <a:pPr marL="0" indent="0">
              <a:buNone/>
            </a:pPr>
            <a:r>
              <a:rPr lang="en-US" altLang="zh-CN" dirty="0" smtClean="0"/>
              <a:t>ARP</a:t>
            </a:r>
            <a:r>
              <a:rPr lang="zh-CN" altLang="en-US" dirty="0"/>
              <a:t>欺骗就是通过伪造</a:t>
            </a:r>
            <a:r>
              <a:rPr lang="en-US" altLang="zh-CN" dirty="0"/>
              <a:t>IP</a:t>
            </a:r>
            <a:r>
              <a:rPr lang="zh-CN" altLang="en-US" dirty="0"/>
              <a:t>地址和</a:t>
            </a:r>
            <a:r>
              <a:rPr lang="en-US" altLang="zh-CN" dirty="0"/>
              <a:t>MAC</a:t>
            </a:r>
            <a:r>
              <a:rPr lang="zh-CN" altLang="en-US" dirty="0"/>
              <a:t>地址的对应关系，实现欺骗，攻击者只要持续不断的发出伪造的</a:t>
            </a:r>
            <a:r>
              <a:rPr lang="en-US" altLang="zh-CN" dirty="0"/>
              <a:t>ARP</a:t>
            </a:r>
            <a:r>
              <a:rPr lang="zh-CN" altLang="en-US" dirty="0"/>
              <a:t>响应包就能更改目标主机</a:t>
            </a:r>
            <a:r>
              <a:rPr lang="en-US" altLang="zh-CN" dirty="0"/>
              <a:t>ARP</a:t>
            </a:r>
            <a:r>
              <a:rPr lang="zh-CN" altLang="en-US" dirty="0"/>
              <a:t>缓存中的</a:t>
            </a:r>
            <a:r>
              <a:rPr lang="en-US" altLang="zh-CN" dirty="0"/>
              <a:t>ARP</a:t>
            </a:r>
            <a:r>
              <a:rPr lang="zh-CN" altLang="en-US" dirty="0"/>
              <a:t>条目，造成网络中断或数据的丢失</a:t>
            </a:r>
            <a:r>
              <a:rPr lang="zh-CN" altLang="en-US" dirty="0" smtClean="0"/>
              <a:t>。</a:t>
            </a:r>
            <a:endParaRPr lang="zh-CN" altLang="en-US" dirty="0"/>
          </a:p>
        </p:txBody>
      </p:sp>
    </p:spTree>
  </p:cSld>
  <p:clrMapOvr>
    <a:masterClrMapping/>
  </p:clrMapOvr>
  <p:transition spd="slow">
    <p:pull/>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4.2.4  </a:t>
            </a:r>
            <a:r>
              <a:rPr lang="zh-CN" altLang="zh-CN" dirty="0">
                <a:effectLst/>
              </a:rPr>
              <a:t>地址解析协议</a:t>
            </a:r>
            <a:r>
              <a:rPr lang="en-US" altLang="zh-CN" dirty="0">
                <a:effectLst/>
              </a:rPr>
              <a:t>ARP</a:t>
            </a:r>
            <a:endParaRPr lang="zh-CN" altLang="zh-CN" dirty="0">
              <a:effectLst/>
            </a:endParaRPr>
          </a:p>
        </p:txBody>
      </p:sp>
      <p:sp>
        <p:nvSpPr>
          <p:cNvPr id="3" name="内容占位符 2"/>
          <p:cNvSpPr>
            <a:spLocks noGrp="1"/>
          </p:cNvSpPr>
          <p:nvPr>
            <p:ph idx="1"/>
          </p:nvPr>
        </p:nvSpPr>
        <p:spPr/>
        <p:txBody>
          <a:bodyPr/>
          <a:lstStyle/>
          <a:p>
            <a:pPr marL="0" indent="0">
              <a:buNone/>
            </a:pPr>
            <a:r>
              <a:rPr lang="en-US" altLang="zh-CN" dirty="0"/>
              <a:t>5</a:t>
            </a:r>
            <a:r>
              <a:rPr lang="zh-CN" altLang="en-US" dirty="0"/>
              <a:t>、</a:t>
            </a:r>
            <a:r>
              <a:rPr lang="en-US" altLang="zh-CN" dirty="0"/>
              <a:t>ARP</a:t>
            </a:r>
            <a:r>
              <a:rPr lang="zh-CN" altLang="en-US" dirty="0" smtClean="0"/>
              <a:t>欺骗</a:t>
            </a:r>
            <a:endParaRPr lang="en-US" altLang="zh-CN" dirty="0" smtClean="0"/>
          </a:p>
          <a:p>
            <a:pPr marL="0" indent="0">
              <a:buNone/>
            </a:pPr>
            <a:r>
              <a:rPr lang="zh-CN" altLang="en-US" dirty="0"/>
              <a:t>（</a:t>
            </a:r>
            <a:r>
              <a:rPr lang="en-US" altLang="zh-CN" dirty="0"/>
              <a:t>2</a:t>
            </a:r>
            <a:r>
              <a:rPr lang="zh-CN" altLang="en-US" dirty="0"/>
              <a:t>）如何预防</a:t>
            </a:r>
            <a:r>
              <a:rPr lang="en-US" altLang="zh-CN" dirty="0"/>
              <a:t>ARP</a:t>
            </a:r>
            <a:r>
              <a:rPr lang="zh-CN" altLang="en-US" dirty="0"/>
              <a:t>欺骗？</a:t>
            </a:r>
          </a:p>
          <a:p>
            <a:pPr marL="0" indent="0">
              <a:buNone/>
            </a:pPr>
            <a:r>
              <a:rPr lang="zh-CN" altLang="en-US" dirty="0"/>
              <a:t>预防</a:t>
            </a:r>
            <a:r>
              <a:rPr lang="en-US" altLang="zh-CN" dirty="0"/>
              <a:t>ARP</a:t>
            </a:r>
            <a:r>
              <a:rPr lang="zh-CN" altLang="en-US" dirty="0"/>
              <a:t>欺骗最常见、有效的方法是使用地址绑定，即添加</a:t>
            </a:r>
            <a:r>
              <a:rPr lang="en-US" altLang="zh-CN" dirty="0"/>
              <a:t>ARP</a:t>
            </a:r>
            <a:r>
              <a:rPr lang="zh-CN" altLang="en-US" dirty="0"/>
              <a:t>静态条目。</a:t>
            </a:r>
          </a:p>
          <a:p>
            <a:pPr marL="0" indent="0">
              <a:buNone/>
            </a:pPr>
            <a:r>
              <a:rPr lang="zh-CN" altLang="en-US" dirty="0"/>
              <a:t>例如：局域网中计算机的网关</a:t>
            </a:r>
            <a:r>
              <a:rPr lang="en-US" altLang="zh-CN" dirty="0"/>
              <a:t>IP</a:t>
            </a:r>
            <a:r>
              <a:rPr lang="zh-CN" altLang="en-US" dirty="0"/>
              <a:t>是</a:t>
            </a:r>
            <a:r>
              <a:rPr lang="en-US" altLang="zh-CN" dirty="0"/>
              <a:t>192.168.0.252,MAC</a:t>
            </a:r>
            <a:r>
              <a:rPr lang="zh-CN" altLang="en-US" dirty="0"/>
              <a:t>地址是</a:t>
            </a:r>
            <a:r>
              <a:rPr lang="en-US" altLang="zh-CN" dirty="0" err="1"/>
              <a:t>aa-aa-aa-aa-aa-aa</a:t>
            </a:r>
            <a:r>
              <a:rPr lang="en-US" altLang="zh-CN" dirty="0"/>
              <a:t>,</a:t>
            </a:r>
            <a:r>
              <a:rPr lang="zh-CN" altLang="en-US" dirty="0"/>
              <a:t>那么我们就可以使用下面这条命令进行ＡＲＰ欺骗的预防：</a:t>
            </a:r>
            <a:r>
              <a:rPr lang="en-US" altLang="zh-CN" dirty="0" err="1"/>
              <a:t>arp</a:t>
            </a:r>
            <a:r>
              <a:rPr lang="en-US" altLang="zh-CN" dirty="0"/>
              <a:t>   -s   192.168.0.252   </a:t>
            </a:r>
            <a:r>
              <a:rPr lang="en-US" altLang="zh-CN" dirty="0" err="1"/>
              <a:t>aa-aa-aa-aa-aa-aa</a:t>
            </a:r>
            <a:endParaRPr lang="en-US" altLang="zh-CN" dirty="0"/>
          </a:p>
        </p:txBody>
      </p:sp>
    </p:spTree>
  </p:cSld>
  <p:clrMapOvr>
    <a:masterClrMapping/>
  </p:clrMapOvr>
  <p:transition spd="slow">
    <p:pull/>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4.2.5  IP</a:t>
            </a:r>
            <a:r>
              <a:rPr lang="zh-CN" altLang="en-US" dirty="0">
                <a:effectLst/>
              </a:rPr>
              <a:t>数据报的格式</a:t>
            </a:r>
            <a:endParaRPr lang="zh-CN" altLang="zh-CN" dirty="0">
              <a:effectLst/>
            </a:endParaRPr>
          </a:p>
        </p:txBody>
      </p:sp>
      <p:sp>
        <p:nvSpPr>
          <p:cNvPr id="3" name="内容占位符 2"/>
          <p:cNvSpPr>
            <a:spLocks noGrp="1"/>
          </p:cNvSpPr>
          <p:nvPr>
            <p:ph idx="1"/>
          </p:nvPr>
        </p:nvSpPr>
        <p:spPr/>
        <p:txBody>
          <a:bodyPr/>
          <a:lstStyle/>
          <a:p>
            <a:pPr marL="0" indent="0">
              <a:buNone/>
            </a:pPr>
            <a:r>
              <a:rPr lang="en-US" altLang="zh-CN" dirty="0" smtClean="0"/>
              <a:t>1</a:t>
            </a:r>
            <a:r>
              <a:rPr lang="zh-CN" altLang="en-US" dirty="0" smtClean="0"/>
              <a:t>、</a:t>
            </a:r>
            <a:r>
              <a:rPr lang="en-US" altLang="zh-CN" dirty="0"/>
              <a:t>IP </a:t>
            </a:r>
            <a:r>
              <a:rPr lang="zh-CN" altLang="en-US" dirty="0"/>
              <a:t>数据报首部</a:t>
            </a:r>
            <a:r>
              <a:rPr lang="zh-CN" altLang="en-US" dirty="0" smtClean="0"/>
              <a:t>格式</a:t>
            </a:r>
            <a:endParaRPr lang="en-US" altLang="zh-CN" dirty="0" smtClean="0"/>
          </a:p>
          <a:p>
            <a:pPr marL="0" indent="0">
              <a:buNone/>
            </a:pPr>
            <a:r>
              <a:rPr lang="zh-CN" altLang="en-US" dirty="0"/>
              <a:t>一个 </a:t>
            </a:r>
            <a:r>
              <a:rPr lang="en-US" altLang="zh-CN" dirty="0"/>
              <a:t>IP </a:t>
            </a:r>
            <a:r>
              <a:rPr lang="zh-CN" altLang="en-US" dirty="0"/>
              <a:t>数据报由首部和数据两部分组成。首部的前一部分是固定长度，共 </a:t>
            </a:r>
            <a:r>
              <a:rPr lang="en-US" altLang="zh-CN" dirty="0"/>
              <a:t>20 </a:t>
            </a:r>
            <a:r>
              <a:rPr lang="zh-CN" altLang="en-US" dirty="0"/>
              <a:t>字节，是所有 </a:t>
            </a:r>
            <a:r>
              <a:rPr lang="en-US" altLang="zh-CN" dirty="0"/>
              <a:t>IP </a:t>
            </a:r>
            <a:r>
              <a:rPr lang="zh-CN" altLang="en-US" dirty="0"/>
              <a:t>数据报必须具有的。在首部的固定部分的后面是一些可选字段，其长度是可变的。 </a:t>
            </a:r>
            <a:r>
              <a:rPr lang="zh-CN" altLang="en-US" dirty="0" smtClean="0"/>
              <a:t>如图所</a:t>
            </a:r>
            <a:r>
              <a:rPr lang="zh-CN" altLang="en-US" dirty="0"/>
              <a:t>示。</a:t>
            </a:r>
            <a:endParaRPr lang="en-US" altLang="zh-CN" dirty="0"/>
          </a:p>
        </p:txBody>
      </p:sp>
      <p:pic>
        <p:nvPicPr>
          <p:cNvPr id="184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4620" y="3274695"/>
            <a:ext cx="6017895" cy="37357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4.2.5  IP</a:t>
            </a:r>
            <a:r>
              <a:rPr lang="zh-CN" altLang="en-US" dirty="0">
                <a:effectLst/>
              </a:rPr>
              <a:t>数据报的格式</a:t>
            </a:r>
            <a:endParaRPr lang="zh-CN" altLang="zh-CN" dirty="0">
              <a:effectLst/>
            </a:endParaRPr>
          </a:p>
        </p:txBody>
      </p:sp>
      <p:sp>
        <p:nvSpPr>
          <p:cNvPr id="3" name="内容占位符 2"/>
          <p:cNvSpPr>
            <a:spLocks noGrp="1"/>
          </p:cNvSpPr>
          <p:nvPr>
            <p:ph idx="1"/>
          </p:nvPr>
        </p:nvSpPr>
        <p:spPr/>
        <p:txBody>
          <a:bodyPr>
            <a:normAutofit fontScale="90000" lnSpcReduction="20000"/>
          </a:bodyPr>
          <a:lstStyle/>
          <a:p>
            <a:pPr marL="0" indent="0">
              <a:buNone/>
            </a:pPr>
            <a:r>
              <a:rPr lang="en-US" altLang="zh-CN" dirty="0" smtClean="0"/>
              <a:t>1</a:t>
            </a:r>
            <a:r>
              <a:rPr lang="zh-CN" altLang="en-US" dirty="0" smtClean="0"/>
              <a:t>、</a:t>
            </a:r>
            <a:r>
              <a:rPr lang="en-US" altLang="zh-CN" dirty="0"/>
              <a:t>IP </a:t>
            </a:r>
            <a:r>
              <a:rPr lang="zh-CN" altLang="en-US" dirty="0"/>
              <a:t>数据报首部</a:t>
            </a:r>
            <a:r>
              <a:rPr lang="zh-CN" altLang="en-US" dirty="0" smtClean="0"/>
              <a:t>格式</a:t>
            </a:r>
            <a:endParaRPr lang="en-US" altLang="zh-CN" dirty="0" smtClean="0"/>
          </a:p>
          <a:p>
            <a:pPr marL="0" indent="0">
              <a:buNone/>
            </a:pPr>
            <a:r>
              <a:rPr dirty="0"/>
              <a:t>版本：占</a:t>
            </a:r>
            <a:r>
              <a:rPr lang="en-US" altLang="zh-CN" dirty="0"/>
              <a:t>4</a:t>
            </a:r>
            <a:r>
              <a:rPr dirty="0"/>
              <a:t>位，指</a:t>
            </a:r>
            <a:r>
              <a:rPr lang="en-US" altLang="zh-CN" dirty="0"/>
              <a:t>IP</a:t>
            </a:r>
            <a:r>
              <a:rPr dirty="0"/>
              <a:t>协议的版本</a:t>
            </a:r>
          </a:p>
          <a:p>
            <a:pPr marL="0" indent="0">
              <a:buNone/>
            </a:pPr>
            <a:r>
              <a:rPr dirty="0"/>
              <a:t>首部长度：占</a:t>
            </a:r>
            <a:r>
              <a:rPr lang="en-US" altLang="zh-CN" dirty="0"/>
              <a:t>4</a:t>
            </a:r>
            <a:r>
              <a:rPr dirty="0"/>
              <a:t>位，可以表示的最大数值是</a:t>
            </a:r>
            <a:r>
              <a:rPr lang="en-US" altLang="zh-CN" dirty="0"/>
              <a:t>15</a:t>
            </a:r>
            <a:r>
              <a:rPr dirty="0"/>
              <a:t>个单位（</a:t>
            </a:r>
            <a:r>
              <a:rPr lang="en-US" altLang="zh-CN" dirty="0"/>
              <a:t>1</a:t>
            </a:r>
            <a:r>
              <a:rPr dirty="0"/>
              <a:t>单位</a:t>
            </a:r>
            <a:r>
              <a:rPr lang="en-US" altLang="zh-CN" dirty="0"/>
              <a:t>4</a:t>
            </a:r>
            <a:r>
              <a:rPr dirty="0"/>
              <a:t>个字节），最大</a:t>
            </a:r>
            <a:r>
              <a:rPr lang="en-US" altLang="zh-CN" dirty="0"/>
              <a:t>60</a:t>
            </a:r>
            <a:r>
              <a:rPr dirty="0"/>
              <a:t>个字节</a:t>
            </a:r>
          </a:p>
          <a:p>
            <a:pPr marL="0" indent="0">
              <a:buNone/>
            </a:pPr>
            <a:r>
              <a:rPr dirty="0"/>
              <a:t>区分服务：占</a:t>
            </a:r>
            <a:r>
              <a:rPr lang="en-US" altLang="zh-CN" dirty="0"/>
              <a:t>8</a:t>
            </a:r>
            <a:r>
              <a:rPr dirty="0"/>
              <a:t>位，用于标记不同等级的服务质量</a:t>
            </a:r>
          </a:p>
          <a:p>
            <a:pPr marL="0" indent="0">
              <a:buNone/>
            </a:pPr>
            <a:r>
              <a:rPr dirty="0"/>
              <a:t>总长度：占</a:t>
            </a:r>
            <a:r>
              <a:rPr lang="en-US" altLang="zh-CN" dirty="0"/>
              <a:t>16</a:t>
            </a:r>
            <a:r>
              <a:rPr dirty="0"/>
              <a:t>位，</a:t>
            </a:r>
            <a:r>
              <a:rPr lang="en-US" altLang="zh-CN" dirty="0"/>
              <a:t>IP</a:t>
            </a:r>
            <a:r>
              <a:rPr dirty="0"/>
              <a:t>数据包的总长度，最大长度位</a:t>
            </a:r>
            <a:r>
              <a:rPr lang="en-US" altLang="zh-CN" dirty="0"/>
              <a:t>65535</a:t>
            </a:r>
            <a:r>
              <a:rPr dirty="0"/>
              <a:t>个字节，但是不能超过最大传送单元</a:t>
            </a:r>
            <a:r>
              <a:rPr lang="en-US" altLang="zh-CN" dirty="0"/>
              <a:t>MTU</a:t>
            </a:r>
          </a:p>
          <a:p>
            <a:pPr marL="0" indent="0">
              <a:buNone/>
            </a:pPr>
            <a:r>
              <a:rPr dirty="0"/>
              <a:t>标识：</a:t>
            </a:r>
            <a:r>
              <a:rPr lang="en-US" altLang="zh-CN" dirty="0"/>
              <a:t>16</a:t>
            </a:r>
            <a:r>
              <a:rPr dirty="0"/>
              <a:t>位，用于产生数据报的标识</a:t>
            </a:r>
          </a:p>
          <a:p>
            <a:pPr marL="0" indent="0">
              <a:buNone/>
            </a:pPr>
            <a:r>
              <a:rPr dirty="0"/>
              <a:t>标志：</a:t>
            </a:r>
            <a:r>
              <a:rPr lang="en-US" altLang="zh-CN" dirty="0"/>
              <a:t>3</a:t>
            </a:r>
            <a:r>
              <a:rPr dirty="0"/>
              <a:t>位，只有后两位有意义，</a:t>
            </a:r>
          </a:p>
          <a:p>
            <a:pPr marL="0" indent="457200">
              <a:buNone/>
            </a:pPr>
            <a:r>
              <a:rPr dirty="0"/>
              <a:t>最低位</a:t>
            </a:r>
            <a:r>
              <a:rPr lang="en-US" altLang="zh-CN" dirty="0"/>
              <a:t>MF=1</a:t>
            </a:r>
            <a:r>
              <a:rPr dirty="0"/>
              <a:t>表示后面还有分片，</a:t>
            </a:r>
            <a:r>
              <a:rPr lang="en-US" altLang="zh-CN" dirty="0"/>
              <a:t>MF=0</a:t>
            </a:r>
            <a:r>
              <a:rPr dirty="0"/>
              <a:t>表示最后一个分片</a:t>
            </a:r>
          </a:p>
          <a:p>
            <a:pPr marL="0" indent="457200">
              <a:buNone/>
            </a:pPr>
            <a:r>
              <a:rPr dirty="0"/>
              <a:t>中间为</a:t>
            </a:r>
            <a:r>
              <a:rPr lang="en-US" altLang="zh-CN" dirty="0"/>
              <a:t>DF</a:t>
            </a:r>
            <a:r>
              <a:rPr dirty="0"/>
              <a:t>，只有当</a:t>
            </a:r>
            <a:r>
              <a:rPr lang="en-US" altLang="zh-CN" dirty="0"/>
              <a:t>DF=0</a:t>
            </a:r>
            <a:r>
              <a:rPr dirty="0"/>
              <a:t>时，该数据报才允许分片</a:t>
            </a:r>
          </a:p>
        </p:txBody>
      </p:sp>
    </p:spTree>
  </p:cSld>
  <p:clrMapOvr>
    <a:masterClrMapping/>
  </p:clrMapOvr>
  <p:transition spd="slow">
    <p:pull/>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4.2.5  IP</a:t>
            </a:r>
            <a:r>
              <a:rPr lang="zh-CN" altLang="en-US" dirty="0">
                <a:effectLst/>
              </a:rPr>
              <a:t>数据报的格式</a:t>
            </a:r>
            <a:endParaRPr lang="zh-CN" altLang="zh-CN" dirty="0">
              <a:effectLst/>
            </a:endParaRPr>
          </a:p>
        </p:txBody>
      </p:sp>
      <p:sp>
        <p:nvSpPr>
          <p:cNvPr id="3" name="内容占位符 2"/>
          <p:cNvSpPr>
            <a:spLocks noGrp="1"/>
          </p:cNvSpPr>
          <p:nvPr>
            <p:ph idx="1"/>
          </p:nvPr>
        </p:nvSpPr>
        <p:spPr/>
        <p:txBody>
          <a:bodyPr>
            <a:normAutofit/>
          </a:bodyPr>
          <a:lstStyle/>
          <a:p>
            <a:pPr marL="0" indent="0">
              <a:buNone/>
            </a:pPr>
            <a:r>
              <a:rPr lang="en-US" altLang="zh-CN" dirty="0" smtClean="0"/>
              <a:t>1</a:t>
            </a:r>
            <a:r>
              <a:rPr lang="zh-CN" altLang="en-US" dirty="0" smtClean="0"/>
              <a:t>、</a:t>
            </a:r>
            <a:r>
              <a:rPr lang="en-US" altLang="zh-CN" dirty="0"/>
              <a:t>IP </a:t>
            </a:r>
            <a:r>
              <a:rPr lang="zh-CN" altLang="en-US" dirty="0"/>
              <a:t>数据报首部</a:t>
            </a:r>
            <a:r>
              <a:rPr lang="zh-CN" altLang="en-US" dirty="0" smtClean="0"/>
              <a:t>格式</a:t>
            </a:r>
            <a:endParaRPr lang="en-US" altLang="zh-CN" dirty="0" smtClean="0"/>
          </a:p>
          <a:p>
            <a:pPr marL="0" indent="0">
              <a:buNone/>
            </a:pPr>
            <a:r>
              <a:rPr dirty="0"/>
              <a:t>片偏移：占</a:t>
            </a:r>
            <a:r>
              <a:rPr lang="en-US" altLang="zh-CN" dirty="0"/>
              <a:t>13</a:t>
            </a:r>
            <a:r>
              <a:rPr dirty="0"/>
              <a:t>位，一个单位为</a:t>
            </a:r>
            <a:r>
              <a:rPr lang="en-US" altLang="zh-CN" dirty="0"/>
              <a:t>8</a:t>
            </a:r>
            <a:r>
              <a:rPr dirty="0"/>
              <a:t>个字节，表示较长分组在分片后，某片在元分组中的位置</a:t>
            </a:r>
          </a:p>
          <a:p>
            <a:pPr marL="0" indent="0">
              <a:buNone/>
            </a:pPr>
            <a:r>
              <a:rPr dirty="0"/>
              <a:t>生存时间：占</a:t>
            </a:r>
            <a:r>
              <a:rPr lang="en-US" altLang="zh-CN" dirty="0"/>
              <a:t>8</a:t>
            </a:r>
            <a:r>
              <a:rPr dirty="0"/>
              <a:t>位，记为</a:t>
            </a:r>
            <a:r>
              <a:rPr lang="en-US" altLang="zh-CN" dirty="0"/>
              <a:t>TTL</a:t>
            </a:r>
            <a:r>
              <a:rPr dirty="0"/>
              <a:t>，数据报在网络中可以通过的路由器数的最大值，否则丢弃</a:t>
            </a:r>
          </a:p>
          <a:p>
            <a:pPr marL="0" indent="0">
              <a:buNone/>
            </a:pPr>
            <a:r>
              <a:rPr dirty="0"/>
              <a:t>协议：数据部分使用的协议</a:t>
            </a:r>
          </a:p>
          <a:p>
            <a:pPr marL="0" indent="0">
              <a:buNone/>
            </a:pPr>
            <a:r>
              <a:rPr dirty="0"/>
              <a:t>首部校验和：只检验首部，不检查数据</a:t>
            </a:r>
          </a:p>
          <a:p>
            <a:pPr marL="0" indent="0">
              <a:buNone/>
            </a:pPr>
            <a:r>
              <a:rPr dirty="0"/>
              <a:t>源地址和目标地址：各占</a:t>
            </a:r>
            <a:r>
              <a:rPr lang="en-US" altLang="zh-CN" dirty="0"/>
              <a:t>4</a:t>
            </a:r>
            <a:r>
              <a:rPr dirty="0"/>
              <a:t>字节</a:t>
            </a:r>
          </a:p>
        </p:txBody>
      </p:sp>
    </p:spTree>
  </p:cSld>
  <p:clrMapOvr>
    <a:masterClrMapping/>
  </p:clrMapOvr>
  <p:transition spd="slow">
    <p:pull/>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4.2.5  IP</a:t>
            </a:r>
            <a:r>
              <a:rPr lang="zh-CN" altLang="en-US" dirty="0">
                <a:effectLst/>
              </a:rPr>
              <a:t>数据报的格式</a:t>
            </a:r>
            <a:endParaRPr lang="zh-CN" altLang="zh-CN" dirty="0">
              <a:effectLst/>
            </a:endParaRPr>
          </a:p>
        </p:txBody>
      </p:sp>
      <p:sp>
        <p:nvSpPr>
          <p:cNvPr id="3" name="内容占位符 2"/>
          <p:cNvSpPr>
            <a:spLocks noGrp="1"/>
          </p:cNvSpPr>
          <p:nvPr>
            <p:ph idx="1"/>
          </p:nvPr>
        </p:nvSpPr>
        <p:spPr/>
        <p:txBody>
          <a:bodyPr/>
          <a:lstStyle/>
          <a:p>
            <a:pPr marL="0" indent="0">
              <a:buNone/>
            </a:pPr>
            <a:r>
              <a:rPr lang="en-US" altLang="zh-CN" dirty="0"/>
              <a:t>2</a:t>
            </a:r>
            <a:r>
              <a:rPr lang="zh-CN" altLang="en-US" dirty="0"/>
              <a:t>、</a:t>
            </a:r>
            <a:r>
              <a:rPr lang="en-US" altLang="zh-CN" dirty="0"/>
              <a:t>IP </a:t>
            </a:r>
            <a:r>
              <a:rPr lang="zh-CN" altLang="en-US" dirty="0"/>
              <a:t>数据报首部的可变部分 </a:t>
            </a:r>
          </a:p>
          <a:p>
            <a:pPr marL="0" indent="0">
              <a:buNone/>
            </a:pPr>
            <a:r>
              <a:rPr lang="en-US" altLang="zh-CN" dirty="0"/>
              <a:t>IP </a:t>
            </a:r>
            <a:r>
              <a:rPr lang="zh-CN" altLang="en-US" dirty="0"/>
              <a:t>首部的可变部分就是一个选项字段，用来支持排错、测量以及安全等措施，内容很丰富。</a:t>
            </a:r>
          </a:p>
          <a:p>
            <a:pPr marL="0" indent="0">
              <a:buNone/>
            </a:pPr>
            <a:r>
              <a:rPr lang="zh-CN" altLang="en-US" dirty="0"/>
              <a:t>选项字段的长度可变，从 </a:t>
            </a:r>
            <a:r>
              <a:rPr lang="en-US" altLang="zh-CN" dirty="0"/>
              <a:t>1 </a:t>
            </a:r>
            <a:r>
              <a:rPr lang="zh-CN" altLang="en-US" dirty="0"/>
              <a:t>个字节到 </a:t>
            </a:r>
            <a:r>
              <a:rPr lang="en-US" altLang="zh-CN" dirty="0"/>
              <a:t>40 </a:t>
            </a:r>
            <a:r>
              <a:rPr lang="zh-CN" altLang="en-US" dirty="0"/>
              <a:t>个字节不等，取决于所选择的项目。</a:t>
            </a:r>
          </a:p>
          <a:p>
            <a:pPr marL="0" indent="0">
              <a:buNone/>
            </a:pPr>
            <a:r>
              <a:rPr lang="zh-CN" altLang="en-US" dirty="0"/>
              <a:t>增加首部的可变部分是为了增加 </a:t>
            </a:r>
            <a:r>
              <a:rPr lang="en-US" altLang="zh-CN" dirty="0"/>
              <a:t>IP </a:t>
            </a:r>
            <a:r>
              <a:rPr lang="zh-CN" altLang="en-US" dirty="0"/>
              <a:t>数据报的功能，但这同时也使得 </a:t>
            </a:r>
            <a:r>
              <a:rPr lang="en-US" altLang="zh-CN" dirty="0"/>
              <a:t>IP </a:t>
            </a:r>
            <a:r>
              <a:rPr lang="zh-CN" altLang="en-US" dirty="0"/>
              <a:t>数据报的首部长度成为可变的。这就增加了每一个路由器处理数据报的开销。实际上这些选项很少被使用。</a:t>
            </a:r>
          </a:p>
        </p:txBody>
      </p:sp>
    </p:spTree>
  </p:cSld>
  <p:clrMapOvr>
    <a:masterClrMapping/>
  </p:clrMapOvr>
  <p:transition spd="slow">
    <p:pull/>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4.2.5  IP</a:t>
            </a:r>
            <a:r>
              <a:rPr lang="zh-CN" altLang="en-US" dirty="0">
                <a:effectLst/>
              </a:rPr>
              <a:t>数据报的格式</a:t>
            </a:r>
            <a:endParaRPr lang="zh-CN" altLang="zh-CN" dirty="0">
              <a:effectLst/>
            </a:endParaRPr>
          </a:p>
        </p:txBody>
      </p:sp>
      <p:sp>
        <p:nvSpPr>
          <p:cNvPr id="3" name="内容占位符 2"/>
          <p:cNvSpPr>
            <a:spLocks noGrp="1"/>
          </p:cNvSpPr>
          <p:nvPr>
            <p:ph idx="1"/>
          </p:nvPr>
        </p:nvSpPr>
        <p:spPr/>
        <p:txBody>
          <a:bodyPr/>
          <a:lstStyle/>
          <a:p>
            <a:pPr marL="0" indent="0">
              <a:buNone/>
            </a:pPr>
            <a:r>
              <a:rPr lang="en-US" altLang="zh-CN" dirty="0"/>
              <a:t>3</a:t>
            </a:r>
            <a:r>
              <a:rPr lang="zh-CN" altLang="en-US" dirty="0"/>
              <a:t>、</a:t>
            </a:r>
            <a:r>
              <a:rPr lang="en-US" altLang="zh-CN" dirty="0"/>
              <a:t>IP</a:t>
            </a:r>
            <a:r>
              <a:rPr lang="zh-CN" altLang="en-US" dirty="0"/>
              <a:t>功能</a:t>
            </a:r>
          </a:p>
          <a:p>
            <a:pPr marL="0" indent="0">
              <a:buNone/>
            </a:pPr>
            <a:r>
              <a:rPr lang="zh-CN" altLang="en-US" dirty="0"/>
              <a:t>寻址和路由；分段和重组；传输过程中数据差错处理。</a:t>
            </a:r>
          </a:p>
        </p:txBody>
      </p:sp>
    </p:spTree>
  </p:cSld>
  <p:clrMapOvr>
    <a:masterClrMapping/>
  </p:clrMapOvr>
  <p:transition spd="slow">
    <p:pull/>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4.2.5  IP</a:t>
            </a:r>
            <a:r>
              <a:rPr lang="zh-CN" altLang="en-US" dirty="0">
                <a:effectLst/>
              </a:rPr>
              <a:t>数据报的格式</a:t>
            </a:r>
            <a:endParaRPr lang="zh-CN" altLang="zh-CN" dirty="0">
              <a:effectLst/>
            </a:endParaRPr>
          </a:p>
        </p:txBody>
      </p:sp>
      <p:sp>
        <p:nvSpPr>
          <p:cNvPr id="3" name="内容占位符 2"/>
          <p:cNvSpPr>
            <a:spLocks noGrp="1"/>
          </p:cNvSpPr>
          <p:nvPr>
            <p:ph idx="1"/>
          </p:nvPr>
        </p:nvSpPr>
        <p:spPr/>
        <p:txBody>
          <a:bodyPr/>
          <a:lstStyle/>
          <a:p>
            <a:pPr marL="0" indent="0">
              <a:buNone/>
            </a:pPr>
            <a:r>
              <a:rPr lang="en-US" altLang="zh-CN" dirty="0"/>
              <a:t>4</a:t>
            </a:r>
            <a:r>
              <a:rPr lang="zh-CN" altLang="en-US" dirty="0" smtClean="0"/>
              <a:t>、</a:t>
            </a:r>
            <a:r>
              <a:rPr lang="en-US" altLang="zh-CN" dirty="0" smtClean="0"/>
              <a:t>IP</a:t>
            </a:r>
            <a:r>
              <a:rPr lang="zh-CN" altLang="en-US" dirty="0" smtClean="0"/>
              <a:t>数据包转发涉及的几个概念</a:t>
            </a:r>
            <a:endParaRPr lang="en-US" altLang="zh-CN" dirty="0" smtClean="0"/>
          </a:p>
          <a:p>
            <a:pPr marL="0" indent="0">
              <a:buNone/>
            </a:pPr>
            <a:r>
              <a:rPr lang="zh-CN" altLang="en-US" dirty="0"/>
              <a:t>（</a:t>
            </a:r>
            <a:r>
              <a:rPr lang="en-US" altLang="zh-CN" dirty="0"/>
              <a:t>1</a:t>
            </a:r>
            <a:r>
              <a:rPr lang="zh-CN" altLang="en-US" dirty="0"/>
              <a:t>）路由表的</a:t>
            </a:r>
            <a:r>
              <a:rPr lang="zh-CN" altLang="en-US" dirty="0" smtClean="0"/>
              <a:t>建立</a:t>
            </a:r>
            <a:endParaRPr lang="en-US" altLang="zh-CN" dirty="0" smtClean="0"/>
          </a:p>
          <a:p>
            <a:pPr marL="0" indent="0">
              <a:buNone/>
            </a:pPr>
            <a:r>
              <a:rPr lang="zh-CN" altLang="en-US" dirty="0"/>
              <a:t>（</a:t>
            </a:r>
            <a:r>
              <a:rPr lang="en-US" altLang="zh-CN" dirty="0"/>
              <a:t>2</a:t>
            </a:r>
            <a:r>
              <a:rPr lang="zh-CN" altLang="en-US" dirty="0"/>
              <a:t>）查找路由</a:t>
            </a:r>
            <a:r>
              <a:rPr lang="zh-CN" altLang="en-US" dirty="0" smtClean="0"/>
              <a:t>表</a:t>
            </a:r>
            <a:endParaRPr lang="en-US" altLang="zh-CN" dirty="0" smtClean="0"/>
          </a:p>
          <a:p>
            <a:pPr marL="0" indent="0">
              <a:buNone/>
            </a:pPr>
            <a:r>
              <a:rPr lang="zh-CN" altLang="en-US" dirty="0"/>
              <a:t>（</a:t>
            </a:r>
            <a:r>
              <a:rPr lang="en-US" altLang="zh-CN" dirty="0"/>
              <a:t>3</a:t>
            </a:r>
            <a:r>
              <a:rPr lang="zh-CN" altLang="en-US" dirty="0"/>
              <a:t>）特定主机</a:t>
            </a:r>
            <a:r>
              <a:rPr lang="zh-CN" altLang="en-US" dirty="0" smtClean="0"/>
              <a:t>路由</a:t>
            </a:r>
            <a:endParaRPr lang="en-US" altLang="zh-CN" dirty="0" smtClean="0"/>
          </a:p>
          <a:p>
            <a:pPr marL="0" indent="0">
              <a:buNone/>
            </a:pPr>
            <a:r>
              <a:rPr lang="zh-CN" altLang="en-US" dirty="0"/>
              <a:t>（</a:t>
            </a:r>
            <a:r>
              <a:rPr lang="en-US" altLang="zh-CN" dirty="0"/>
              <a:t>4</a:t>
            </a:r>
            <a:r>
              <a:rPr lang="zh-CN" altLang="en-US" dirty="0"/>
              <a:t>）默认路由</a:t>
            </a:r>
            <a:r>
              <a:rPr lang="en-US" altLang="zh-CN" dirty="0"/>
              <a:t>(default route)</a:t>
            </a:r>
            <a:endParaRPr lang="zh-CN" altLang="en-US" dirty="0"/>
          </a:p>
        </p:txBody>
      </p:sp>
    </p:spTree>
  </p:cSld>
  <p:clrMapOvr>
    <a:masterClrMapping/>
  </p:clrMapOvr>
  <p:transition spd="slow">
    <p:pull/>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4.2.5  IP</a:t>
            </a:r>
            <a:r>
              <a:rPr lang="zh-CN" altLang="en-US" dirty="0">
                <a:effectLst/>
              </a:rPr>
              <a:t>数据报的格式</a:t>
            </a:r>
            <a:endParaRPr lang="zh-CN" altLang="zh-CN" dirty="0">
              <a:effectLst/>
            </a:endParaRPr>
          </a:p>
        </p:txBody>
      </p:sp>
      <p:sp>
        <p:nvSpPr>
          <p:cNvPr id="3" name="内容占位符 2"/>
          <p:cNvSpPr>
            <a:spLocks noGrp="1"/>
          </p:cNvSpPr>
          <p:nvPr>
            <p:ph idx="1"/>
          </p:nvPr>
        </p:nvSpPr>
        <p:spPr/>
        <p:txBody>
          <a:bodyPr>
            <a:normAutofit fontScale="92500" lnSpcReduction="20000"/>
          </a:bodyPr>
          <a:lstStyle/>
          <a:p>
            <a:pPr marL="0" indent="0">
              <a:buNone/>
            </a:pPr>
            <a:r>
              <a:rPr lang="en-US" altLang="zh-CN" dirty="0" smtClean="0"/>
              <a:t>5</a:t>
            </a:r>
            <a:r>
              <a:rPr lang="zh-CN" altLang="en-US" dirty="0" smtClean="0"/>
              <a:t>、</a:t>
            </a:r>
            <a:r>
              <a:rPr lang="en-US" altLang="zh-CN" dirty="0"/>
              <a:t>IP</a:t>
            </a:r>
            <a:r>
              <a:rPr lang="zh-CN" altLang="en-US" dirty="0"/>
              <a:t>数据报转发的流程如下： </a:t>
            </a:r>
            <a:endParaRPr lang="en-US" altLang="zh-CN" dirty="0" smtClean="0"/>
          </a:p>
          <a:p>
            <a:pPr marL="0" indent="0">
              <a:buNone/>
            </a:pPr>
            <a:r>
              <a:rPr lang="en-US" altLang="zh-CN" dirty="0" smtClean="0"/>
              <a:t>(</a:t>
            </a:r>
            <a:r>
              <a:rPr lang="en-US" altLang="zh-CN" dirty="0"/>
              <a:t>1)  </a:t>
            </a:r>
            <a:r>
              <a:rPr lang="zh-CN" altLang="en-US" dirty="0"/>
              <a:t>从数据报的首部提取目的主机的 </a:t>
            </a:r>
            <a:r>
              <a:rPr lang="en-US" altLang="zh-CN" dirty="0"/>
              <a:t>IP </a:t>
            </a:r>
            <a:r>
              <a:rPr lang="zh-CN" altLang="en-US" dirty="0"/>
              <a:t>地址 </a:t>
            </a:r>
            <a:r>
              <a:rPr lang="en-US" altLang="zh-CN" dirty="0"/>
              <a:t>D, </a:t>
            </a:r>
            <a:r>
              <a:rPr lang="zh-CN" altLang="en-US" dirty="0"/>
              <a:t>得出目的网络地址为 </a:t>
            </a:r>
            <a:r>
              <a:rPr lang="en-US" altLang="zh-CN" dirty="0"/>
              <a:t>N</a:t>
            </a:r>
            <a:r>
              <a:rPr lang="zh-CN" altLang="en-US" dirty="0"/>
              <a:t>。</a:t>
            </a:r>
          </a:p>
          <a:p>
            <a:pPr marL="0" indent="0">
              <a:buNone/>
            </a:pPr>
            <a:r>
              <a:rPr lang="en-US" altLang="zh-CN" dirty="0"/>
              <a:t>(2)  </a:t>
            </a:r>
            <a:r>
              <a:rPr lang="zh-CN" altLang="en-US" dirty="0"/>
              <a:t>若网络 </a:t>
            </a:r>
            <a:r>
              <a:rPr lang="en-US" altLang="zh-CN" dirty="0"/>
              <a:t>N </a:t>
            </a:r>
            <a:r>
              <a:rPr lang="zh-CN" altLang="en-US" dirty="0"/>
              <a:t>与此路由器直接相连，则把数据报直接交付目的主机 </a:t>
            </a:r>
            <a:r>
              <a:rPr lang="en-US" altLang="zh-CN" dirty="0"/>
              <a:t>D</a:t>
            </a:r>
            <a:r>
              <a:rPr lang="zh-CN" altLang="en-US" dirty="0"/>
              <a:t>；否则是间接交付，执行</a:t>
            </a:r>
            <a:r>
              <a:rPr lang="en-US" altLang="zh-CN" dirty="0"/>
              <a:t>(3)</a:t>
            </a:r>
            <a:r>
              <a:rPr lang="zh-CN" altLang="en-US" dirty="0"/>
              <a:t>。</a:t>
            </a:r>
          </a:p>
          <a:p>
            <a:pPr marL="0" indent="0">
              <a:buNone/>
            </a:pPr>
            <a:r>
              <a:rPr lang="en-US" altLang="zh-CN" dirty="0"/>
              <a:t>(3)  </a:t>
            </a:r>
            <a:r>
              <a:rPr lang="zh-CN" altLang="en-US" dirty="0"/>
              <a:t>若路由表中有目的地址为 </a:t>
            </a:r>
            <a:r>
              <a:rPr lang="en-US" altLang="zh-CN" dirty="0"/>
              <a:t>D </a:t>
            </a:r>
            <a:r>
              <a:rPr lang="zh-CN" altLang="en-US" dirty="0"/>
              <a:t>的特定主机路由，则把数据报传送给路由表中所指明的下一跳路由器；否则，执行</a:t>
            </a:r>
            <a:r>
              <a:rPr lang="en-US" altLang="zh-CN" dirty="0"/>
              <a:t>(4)</a:t>
            </a:r>
            <a:r>
              <a:rPr lang="zh-CN" altLang="en-US" dirty="0"/>
              <a:t>。</a:t>
            </a:r>
          </a:p>
          <a:p>
            <a:pPr marL="0" indent="0">
              <a:buNone/>
            </a:pPr>
            <a:r>
              <a:rPr lang="en-US" altLang="zh-CN" dirty="0"/>
              <a:t>(4)  </a:t>
            </a:r>
            <a:r>
              <a:rPr lang="zh-CN" altLang="en-US" dirty="0"/>
              <a:t>若路由表中有到达网络 </a:t>
            </a:r>
            <a:r>
              <a:rPr lang="en-US" altLang="zh-CN" dirty="0"/>
              <a:t>N </a:t>
            </a:r>
            <a:r>
              <a:rPr lang="zh-CN" altLang="en-US" dirty="0"/>
              <a:t>的路由，则把数据报传送给路由表指明的下一跳路由器；否则，执行</a:t>
            </a:r>
            <a:r>
              <a:rPr lang="en-US" altLang="zh-CN" dirty="0"/>
              <a:t>(5)</a:t>
            </a:r>
            <a:r>
              <a:rPr lang="zh-CN" altLang="en-US" dirty="0"/>
              <a:t>。</a:t>
            </a:r>
          </a:p>
          <a:p>
            <a:pPr marL="0" indent="0">
              <a:buNone/>
            </a:pPr>
            <a:r>
              <a:rPr lang="en-US" altLang="zh-CN" dirty="0"/>
              <a:t>(5) </a:t>
            </a:r>
            <a:r>
              <a:rPr lang="zh-CN" altLang="en-US" dirty="0"/>
              <a:t>若路由表中有一个默认路由，则把数据报传送给路由表中所指明的默认路由器；否则，执行</a:t>
            </a:r>
            <a:r>
              <a:rPr lang="en-US" altLang="zh-CN" dirty="0"/>
              <a:t>(6)</a:t>
            </a:r>
            <a:r>
              <a:rPr lang="zh-CN" altLang="en-US" dirty="0"/>
              <a:t>。</a:t>
            </a:r>
          </a:p>
          <a:p>
            <a:pPr marL="0" indent="0">
              <a:buNone/>
            </a:pPr>
            <a:r>
              <a:rPr lang="en-US" altLang="zh-CN" dirty="0"/>
              <a:t>(6)  </a:t>
            </a:r>
            <a:r>
              <a:rPr lang="zh-CN" altLang="en-US" dirty="0"/>
              <a:t>报告转发分组出错。</a:t>
            </a:r>
          </a:p>
        </p:txBody>
      </p:sp>
    </p:spTree>
  </p:cSld>
  <p:clrMapOvr>
    <a:masterClrMapping/>
  </p:clrMapOvr>
  <p:transition spd="slow">
    <p:pull/>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effectLst/>
              </a:rPr>
              <a:t>4.3</a:t>
            </a:r>
            <a:r>
              <a:rPr lang="zh-CN" altLang="en-US" dirty="0">
                <a:effectLst/>
              </a:rPr>
              <a:t>无分类的</a:t>
            </a:r>
            <a:r>
              <a:rPr lang="en-US" altLang="zh-CN" dirty="0">
                <a:effectLst/>
              </a:rPr>
              <a:t>IP</a:t>
            </a:r>
            <a:r>
              <a:rPr lang="zh-CN" altLang="en-US" dirty="0">
                <a:effectLst/>
              </a:rPr>
              <a:t>地址</a:t>
            </a:r>
            <a:endParaRPr lang="zh-CN" altLang="zh-CN" dirty="0">
              <a:effectLst/>
            </a:endParaRPr>
          </a:p>
        </p:txBody>
      </p:sp>
      <p:sp>
        <p:nvSpPr>
          <p:cNvPr id="3" name="内容占位符 2"/>
          <p:cNvSpPr>
            <a:spLocks noGrp="1"/>
          </p:cNvSpPr>
          <p:nvPr>
            <p:ph idx="1"/>
          </p:nvPr>
        </p:nvSpPr>
        <p:spPr/>
        <p:txBody>
          <a:bodyPr>
            <a:normAutofit/>
          </a:bodyPr>
          <a:lstStyle/>
          <a:p>
            <a:pPr marL="0" indent="0">
              <a:buNone/>
            </a:pPr>
            <a:endParaRPr lang="en-US" altLang="zh-CN" dirty="0" smtClean="0">
              <a:latin typeface="微软雅黑" panose="020B0503020204020204" pitchFamily="34" charset="-122"/>
              <a:ea typeface="微软雅黑" panose="020B0503020204020204" pitchFamily="34" charset="-122"/>
            </a:endParaRPr>
          </a:p>
          <a:p>
            <a:pPr marL="0" indent="0">
              <a:buNone/>
            </a:pPr>
            <a:endParaRPr lang="en-US" altLang="zh-CN" dirty="0">
              <a:latin typeface="微软雅黑" panose="020B0503020204020204" pitchFamily="34" charset="-122"/>
              <a:ea typeface="微软雅黑" panose="020B0503020204020204" pitchFamily="34" charset="-122"/>
            </a:endParaRPr>
          </a:p>
          <a:p>
            <a:pPr marL="0" indent="0">
              <a:buNone/>
            </a:pPr>
            <a:r>
              <a:rPr lang="zh-CN" altLang="en-US" dirty="0" smtClean="0">
                <a:latin typeface="微软雅黑" panose="020B0503020204020204" pitchFamily="34" charset="-122"/>
                <a:ea typeface="微软雅黑" panose="020B0503020204020204" pitchFamily="34" charset="-122"/>
              </a:rPr>
              <a:t>目前</a:t>
            </a:r>
            <a:r>
              <a:rPr lang="zh-CN" altLang="en-US" dirty="0">
                <a:latin typeface="微软雅黑" panose="020B0503020204020204" pitchFamily="34" charset="-122"/>
                <a:ea typeface="微软雅黑" panose="020B0503020204020204" pitchFamily="34" charset="-122"/>
              </a:rPr>
              <a:t>使用的</a:t>
            </a:r>
            <a:r>
              <a:rPr lang="en-US" altLang="zh-CN" dirty="0">
                <a:latin typeface="微软雅黑" panose="020B0503020204020204" pitchFamily="34" charset="-122"/>
                <a:ea typeface="微软雅黑" panose="020B0503020204020204" pitchFamily="34" charset="-122"/>
              </a:rPr>
              <a:t>IPV4</a:t>
            </a:r>
            <a:r>
              <a:rPr lang="zh-CN" altLang="en-US" dirty="0">
                <a:latin typeface="微软雅黑" panose="020B0503020204020204" pitchFamily="34" charset="-122"/>
                <a:ea typeface="微软雅黑" panose="020B0503020204020204" pitchFamily="34" charset="-122"/>
              </a:rPr>
              <a:t>地址常用的分类有</a:t>
            </a:r>
            <a:r>
              <a:rPr lang="en-US" altLang="zh-CN" dirty="0">
                <a:latin typeface="微软雅黑" panose="020B0503020204020204" pitchFamily="34" charset="-122"/>
                <a:ea typeface="微软雅黑" panose="020B0503020204020204" pitchFamily="34" charset="-122"/>
              </a:rPr>
              <a:t>A</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B</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C</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D</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E</a:t>
            </a:r>
            <a:r>
              <a:rPr lang="zh-CN" altLang="en-US" dirty="0">
                <a:latin typeface="微软雅黑" panose="020B0503020204020204" pitchFamily="34" charset="-122"/>
                <a:ea typeface="微软雅黑" panose="020B0503020204020204" pitchFamily="34" charset="-122"/>
              </a:rPr>
              <a:t>共</a:t>
            </a:r>
            <a:r>
              <a:rPr lang="en-US" altLang="zh-CN" dirty="0">
                <a:latin typeface="微软雅黑" panose="020B0503020204020204" pitchFamily="34" charset="-122"/>
                <a:ea typeface="微软雅黑" panose="020B0503020204020204" pitchFamily="34" charset="-122"/>
              </a:rPr>
              <a:t>5</a:t>
            </a:r>
            <a:r>
              <a:rPr lang="zh-CN" altLang="en-US" dirty="0">
                <a:latin typeface="微软雅黑" panose="020B0503020204020204" pitchFamily="34" charset="-122"/>
                <a:ea typeface="微软雅黑" panose="020B0503020204020204" pitchFamily="34" charset="-122"/>
              </a:rPr>
              <a:t>类，它们有着固定的格式及编址原则，所谓的无分类的</a:t>
            </a:r>
            <a:r>
              <a:rPr lang="en-US" altLang="zh-CN" dirty="0">
                <a:latin typeface="微软雅黑" panose="020B0503020204020204" pitchFamily="34" charset="-122"/>
                <a:ea typeface="微软雅黑" panose="020B0503020204020204" pitchFamily="34" charset="-122"/>
              </a:rPr>
              <a:t>IP</a:t>
            </a:r>
            <a:r>
              <a:rPr lang="zh-CN" altLang="en-US" dirty="0">
                <a:latin typeface="微软雅黑" panose="020B0503020204020204" pitchFamily="34" charset="-122"/>
                <a:ea typeface="微软雅黑" panose="020B0503020204020204" pitchFamily="34" charset="-122"/>
              </a:rPr>
              <a:t>地址即其不为其中任何一类的格式及编址原则。常用的无分类的</a:t>
            </a:r>
            <a:r>
              <a:rPr lang="en-US" altLang="zh-CN" dirty="0">
                <a:latin typeface="微软雅黑" panose="020B0503020204020204" pitchFamily="34" charset="-122"/>
                <a:ea typeface="微软雅黑" panose="020B0503020204020204" pitchFamily="34" charset="-122"/>
              </a:rPr>
              <a:t>IP</a:t>
            </a:r>
            <a:r>
              <a:rPr lang="zh-CN" altLang="en-US" dirty="0">
                <a:latin typeface="微软雅黑" panose="020B0503020204020204" pitchFamily="34" charset="-122"/>
                <a:ea typeface="微软雅黑" panose="020B0503020204020204" pitchFamily="34" charset="-122"/>
              </a:rPr>
              <a:t>地址目前有两种技术：</a:t>
            </a:r>
            <a:r>
              <a:rPr lang="en-US" altLang="zh-CN" dirty="0">
                <a:latin typeface="微软雅黑" panose="020B0503020204020204" pitchFamily="34" charset="-122"/>
                <a:ea typeface="微软雅黑" panose="020B0503020204020204" pitchFamily="34" charset="-122"/>
              </a:rPr>
              <a:t>VLSM</a:t>
            </a:r>
            <a:r>
              <a:rPr lang="zh-CN" altLang="en-US"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CIDR</a:t>
            </a:r>
            <a:r>
              <a:rPr lang="zh-CN" altLang="en-US" dirty="0">
                <a:latin typeface="微软雅黑" panose="020B0503020204020204" pitchFamily="34" charset="-122"/>
                <a:ea typeface="微软雅黑" panose="020B0503020204020204" pitchFamily="34" charset="-122"/>
              </a:rPr>
              <a:t>。</a:t>
            </a:r>
          </a:p>
        </p:txBody>
      </p:sp>
    </p:spTree>
  </p:cSld>
  <p:clrMapOvr>
    <a:masterClrMapping/>
  </p:clrMapOvr>
  <p:transition spd="slow">
    <p:pull/>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4.3.1  </a:t>
            </a:r>
            <a:r>
              <a:rPr lang="zh-CN" altLang="zh-CN" dirty="0">
                <a:effectLst/>
              </a:rPr>
              <a:t>划分子网的基本概念</a:t>
            </a:r>
          </a:p>
        </p:txBody>
      </p:sp>
      <p:sp>
        <p:nvSpPr>
          <p:cNvPr id="3" name="内容占位符 2"/>
          <p:cNvSpPr>
            <a:spLocks noGrp="1"/>
          </p:cNvSpPr>
          <p:nvPr>
            <p:ph idx="1"/>
          </p:nvPr>
        </p:nvSpPr>
        <p:spPr/>
        <p:txBody>
          <a:bodyPr>
            <a:normAutofit/>
          </a:bodyPr>
          <a:lstStyle/>
          <a:p>
            <a:pPr marL="0" indent="0">
              <a:buNone/>
            </a:pPr>
            <a:r>
              <a:rPr lang="en-US" altLang="zh-CN" dirty="0" smtClean="0">
                <a:latin typeface="微软雅黑" panose="020B0503020204020204" pitchFamily="34" charset="-122"/>
                <a:ea typeface="微软雅黑" panose="020B0503020204020204" pitchFamily="34" charset="-122"/>
              </a:rPr>
              <a:t>1</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从两级 </a:t>
            </a:r>
            <a:r>
              <a:rPr lang="en-US" altLang="zh-CN" dirty="0">
                <a:latin typeface="微软雅黑" panose="020B0503020204020204" pitchFamily="34" charset="-122"/>
                <a:ea typeface="微软雅黑" panose="020B0503020204020204" pitchFamily="34" charset="-122"/>
              </a:rPr>
              <a:t>IP </a:t>
            </a:r>
            <a:r>
              <a:rPr lang="zh-CN" altLang="en-US" dirty="0">
                <a:latin typeface="微软雅黑" panose="020B0503020204020204" pitchFamily="34" charset="-122"/>
                <a:ea typeface="微软雅黑" panose="020B0503020204020204" pitchFamily="34" charset="-122"/>
              </a:rPr>
              <a:t>地址到三级 </a:t>
            </a:r>
            <a:r>
              <a:rPr lang="en-US" altLang="zh-CN" dirty="0">
                <a:latin typeface="微软雅黑" panose="020B0503020204020204" pitchFamily="34" charset="-122"/>
                <a:ea typeface="微软雅黑" panose="020B0503020204020204" pitchFamily="34" charset="-122"/>
              </a:rPr>
              <a:t>IP </a:t>
            </a:r>
            <a:r>
              <a:rPr lang="zh-CN" altLang="en-US" dirty="0">
                <a:latin typeface="微软雅黑" panose="020B0503020204020204" pitchFamily="34" charset="-122"/>
                <a:ea typeface="微软雅黑" panose="020B0503020204020204" pitchFamily="34" charset="-122"/>
              </a:rPr>
              <a:t>地址 </a:t>
            </a:r>
          </a:p>
          <a:p>
            <a:pPr marL="0" indent="0">
              <a:buNone/>
            </a:pPr>
            <a:r>
              <a:rPr lang="zh-CN" altLang="en-US" dirty="0">
                <a:latin typeface="微软雅黑" panose="020B0503020204020204" pitchFamily="34" charset="-122"/>
                <a:ea typeface="微软雅黑" panose="020B0503020204020204" pitchFamily="34" charset="-122"/>
              </a:rPr>
              <a:t>当没有划分子网时，</a:t>
            </a:r>
            <a:r>
              <a:rPr lang="en-US" altLang="zh-CN" dirty="0">
                <a:latin typeface="微软雅黑" panose="020B0503020204020204" pitchFamily="34" charset="-122"/>
                <a:ea typeface="微软雅黑" panose="020B0503020204020204" pitchFamily="34" charset="-122"/>
              </a:rPr>
              <a:t>IP </a:t>
            </a:r>
            <a:r>
              <a:rPr lang="zh-CN" altLang="en-US" dirty="0">
                <a:latin typeface="微软雅黑" panose="020B0503020204020204" pitchFamily="34" charset="-122"/>
                <a:ea typeface="微软雅黑" panose="020B0503020204020204" pitchFamily="34" charset="-122"/>
              </a:rPr>
              <a:t>地址是两级结构。划分子网后 </a:t>
            </a:r>
            <a:r>
              <a:rPr lang="en-US" altLang="zh-CN" dirty="0">
                <a:latin typeface="微软雅黑" panose="020B0503020204020204" pitchFamily="34" charset="-122"/>
                <a:ea typeface="微软雅黑" panose="020B0503020204020204" pitchFamily="34" charset="-122"/>
              </a:rPr>
              <a:t>IP </a:t>
            </a:r>
            <a:r>
              <a:rPr lang="zh-CN" altLang="en-US" dirty="0">
                <a:latin typeface="微软雅黑" panose="020B0503020204020204" pitchFamily="34" charset="-122"/>
                <a:ea typeface="微软雅黑" panose="020B0503020204020204" pitchFamily="34" charset="-122"/>
              </a:rPr>
              <a:t>地址就变成了三级结构。划分子网只是把 </a:t>
            </a:r>
            <a:r>
              <a:rPr lang="en-US" altLang="zh-CN" dirty="0">
                <a:latin typeface="微软雅黑" panose="020B0503020204020204" pitchFamily="34" charset="-122"/>
                <a:ea typeface="微软雅黑" panose="020B0503020204020204" pitchFamily="34" charset="-122"/>
              </a:rPr>
              <a:t>IP </a:t>
            </a:r>
            <a:r>
              <a:rPr lang="zh-CN" altLang="en-US" dirty="0">
                <a:latin typeface="微软雅黑" panose="020B0503020204020204" pitchFamily="34" charset="-122"/>
                <a:ea typeface="微软雅黑" panose="020B0503020204020204" pitchFamily="34" charset="-122"/>
              </a:rPr>
              <a:t>地址的主机号 </a:t>
            </a:r>
            <a:r>
              <a:rPr lang="en-US" altLang="zh-CN" dirty="0">
                <a:latin typeface="微软雅黑" panose="020B0503020204020204" pitchFamily="34" charset="-122"/>
                <a:ea typeface="微软雅黑" panose="020B0503020204020204" pitchFamily="34" charset="-122"/>
              </a:rPr>
              <a:t>host-id </a:t>
            </a:r>
            <a:r>
              <a:rPr lang="zh-CN" altLang="en-US" dirty="0">
                <a:latin typeface="微软雅黑" panose="020B0503020204020204" pitchFamily="34" charset="-122"/>
                <a:ea typeface="微软雅黑" panose="020B0503020204020204" pitchFamily="34" charset="-122"/>
              </a:rPr>
              <a:t>这部分进行再划分，</a:t>
            </a:r>
            <a:r>
              <a:rPr lang="zh-CN" altLang="en-US" dirty="0" smtClean="0">
                <a:latin typeface="微软雅黑" panose="020B0503020204020204" pitchFamily="34" charset="-122"/>
                <a:ea typeface="微软雅黑" panose="020B0503020204020204" pitchFamily="34" charset="-122"/>
              </a:rPr>
              <a:t>而不</a:t>
            </a:r>
            <a:r>
              <a:rPr lang="zh-CN" altLang="en-US" dirty="0">
                <a:latin typeface="微软雅黑" panose="020B0503020204020204" pitchFamily="34" charset="-122"/>
                <a:ea typeface="微软雅黑" panose="020B0503020204020204" pitchFamily="34" charset="-122"/>
              </a:rPr>
              <a:t>改变 </a:t>
            </a:r>
            <a:r>
              <a:rPr lang="en-US" altLang="zh-CN" dirty="0">
                <a:latin typeface="微软雅黑" panose="020B0503020204020204" pitchFamily="34" charset="-122"/>
                <a:ea typeface="微软雅黑" panose="020B0503020204020204" pitchFamily="34" charset="-122"/>
              </a:rPr>
              <a:t>IP </a:t>
            </a:r>
            <a:r>
              <a:rPr lang="zh-CN" altLang="en-US" dirty="0">
                <a:latin typeface="微软雅黑" panose="020B0503020204020204" pitchFamily="34" charset="-122"/>
                <a:ea typeface="微软雅黑" panose="020B0503020204020204" pitchFamily="34" charset="-122"/>
              </a:rPr>
              <a:t>地址原来的网络号</a:t>
            </a:r>
            <a:r>
              <a:rPr lang="en-US" altLang="zh-CN" dirty="0">
                <a:latin typeface="微软雅黑" panose="020B0503020204020204" pitchFamily="34" charset="-122"/>
                <a:ea typeface="微软雅黑" panose="020B0503020204020204" pitchFamily="34" charset="-122"/>
              </a:rPr>
              <a:t>net-id</a:t>
            </a:r>
            <a:r>
              <a:rPr lang="zh-CN" altLang="en-US" dirty="0" smtClean="0">
                <a:latin typeface="微软雅黑" panose="020B0503020204020204" pitchFamily="34" charset="-122"/>
                <a:ea typeface="微软雅黑" panose="020B0503020204020204" pitchFamily="34" charset="-122"/>
              </a:rPr>
              <a:t>。</a:t>
            </a:r>
            <a:endParaRPr lang="en-US" altLang="zh-CN" dirty="0" smtClean="0">
              <a:latin typeface="微软雅黑" panose="020B0503020204020204" pitchFamily="34" charset="-122"/>
              <a:ea typeface="微软雅黑" panose="020B0503020204020204" pitchFamily="34" charset="-122"/>
            </a:endParaRPr>
          </a:p>
          <a:p>
            <a:pPr marL="0" indent="0">
              <a:buNone/>
            </a:pPr>
            <a:r>
              <a:rPr lang="en-US" altLang="zh-CN" dirty="0" smtClean="0">
                <a:latin typeface="微软雅黑" panose="020B0503020204020204" pitchFamily="34" charset="-122"/>
                <a:ea typeface="微软雅黑" panose="020B0503020204020204" pitchFamily="34" charset="-122"/>
              </a:rPr>
              <a:t>1985 </a:t>
            </a:r>
            <a:r>
              <a:rPr lang="zh-CN" altLang="en-US" dirty="0">
                <a:latin typeface="微软雅黑" panose="020B0503020204020204" pitchFamily="34" charset="-122"/>
                <a:ea typeface="微软雅黑" panose="020B0503020204020204" pitchFamily="34" charset="-122"/>
              </a:rPr>
              <a:t>年在二级 </a:t>
            </a:r>
            <a:r>
              <a:rPr lang="en-US" altLang="zh-CN" dirty="0">
                <a:latin typeface="微软雅黑" panose="020B0503020204020204" pitchFamily="34" charset="-122"/>
                <a:ea typeface="微软雅黑" panose="020B0503020204020204" pitchFamily="34" charset="-122"/>
              </a:rPr>
              <a:t>IP </a:t>
            </a:r>
            <a:r>
              <a:rPr lang="zh-CN" altLang="en-US" dirty="0">
                <a:latin typeface="微软雅黑" panose="020B0503020204020204" pitchFamily="34" charset="-122"/>
                <a:ea typeface="微软雅黑" panose="020B0503020204020204" pitchFamily="34" charset="-122"/>
              </a:rPr>
              <a:t>地址中又增加了一个“子网号字段”，使两级的 </a:t>
            </a:r>
            <a:r>
              <a:rPr lang="en-US" altLang="zh-CN" dirty="0">
                <a:latin typeface="微软雅黑" panose="020B0503020204020204" pitchFamily="34" charset="-122"/>
                <a:ea typeface="微软雅黑" panose="020B0503020204020204" pitchFamily="34" charset="-122"/>
              </a:rPr>
              <a:t>IP </a:t>
            </a:r>
            <a:r>
              <a:rPr lang="zh-CN" altLang="en-US" dirty="0">
                <a:latin typeface="微软雅黑" panose="020B0503020204020204" pitchFamily="34" charset="-122"/>
                <a:ea typeface="微软雅黑" panose="020B0503020204020204" pitchFamily="34" charset="-122"/>
              </a:rPr>
              <a:t>地址变成为三级的 </a:t>
            </a:r>
            <a:r>
              <a:rPr lang="en-US" altLang="zh-CN" dirty="0">
                <a:latin typeface="微软雅黑" panose="020B0503020204020204" pitchFamily="34" charset="-122"/>
                <a:ea typeface="微软雅黑" panose="020B0503020204020204" pitchFamily="34" charset="-122"/>
              </a:rPr>
              <a:t>IP </a:t>
            </a:r>
            <a:r>
              <a:rPr lang="zh-CN" altLang="en-US" dirty="0">
                <a:latin typeface="微软雅黑" panose="020B0503020204020204" pitchFamily="34" charset="-122"/>
                <a:ea typeface="微软雅黑" panose="020B0503020204020204" pitchFamily="34" charset="-122"/>
              </a:rPr>
              <a:t>地址。这种做法叫作划分子网</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subnetting</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，是因特网的正式标准协议。</a:t>
            </a:r>
          </a:p>
        </p:txBody>
      </p:sp>
      <p:pic>
        <p:nvPicPr>
          <p:cNvPr id="4" name="图片 3"/>
          <p:cNvPicPr>
            <a:picLocks noChangeAspect="1"/>
          </p:cNvPicPr>
          <p:nvPr>
            <p:custDataLst>
              <p:tags r:id="rId1"/>
            </p:custDataLst>
          </p:nvPr>
        </p:nvPicPr>
        <p:blipFill>
          <a:blip r:embed="rId3"/>
          <a:stretch>
            <a:fillRect/>
          </a:stretch>
        </p:blipFill>
        <p:spPr>
          <a:xfrm>
            <a:off x="3352165" y="4885690"/>
            <a:ext cx="3994785" cy="1562100"/>
          </a:xfrm>
          <a:prstGeom prst="rect">
            <a:avLst/>
          </a:prstGeom>
        </p:spPr>
      </p:pic>
    </p:spTree>
  </p:cSld>
  <p:clrMapOvr>
    <a:masterClrMapping/>
  </p:clrMapOvr>
  <p:transition spd="slow">
    <p:pull/>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4.3.1  </a:t>
            </a:r>
            <a:r>
              <a:rPr lang="zh-CN" altLang="zh-CN" dirty="0">
                <a:effectLst/>
              </a:rPr>
              <a:t>划分子网的基本概念</a:t>
            </a:r>
          </a:p>
        </p:txBody>
      </p:sp>
      <p:sp>
        <p:nvSpPr>
          <p:cNvPr id="3" name="内容占位符 2"/>
          <p:cNvSpPr>
            <a:spLocks noGrp="1"/>
          </p:cNvSpPr>
          <p:nvPr>
            <p:ph idx="1"/>
          </p:nvPr>
        </p:nvSpPr>
        <p:spPr/>
        <p:txBody>
          <a:bodyPr>
            <a:normAutofit/>
          </a:bodyPr>
          <a:lstStyle/>
          <a:p>
            <a:pPr marL="0" indent="0">
              <a:buNone/>
            </a:pPr>
            <a:r>
              <a:rPr lang="en-US" altLang="zh-CN" dirty="0">
                <a:latin typeface="微软雅黑" panose="020B0503020204020204" pitchFamily="34" charset="-122"/>
                <a:ea typeface="微软雅黑" panose="020B0503020204020204" pitchFamily="34" charset="-122"/>
              </a:rPr>
              <a:t>1. </a:t>
            </a:r>
            <a:r>
              <a:rPr lang="zh-CN" altLang="en-US" dirty="0">
                <a:latin typeface="微软雅黑" panose="020B0503020204020204" pitchFamily="34" charset="-122"/>
                <a:ea typeface="微软雅黑" panose="020B0503020204020204" pitchFamily="34" charset="-122"/>
              </a:rPr>
              <a:t>从两级 </a:t>
            </a:r>
            <a:r>
              <a:rPr lang="en-US" altLang="zh-CN" dirty="0">
                <a:latin typeface="微软雅黑" panose="020B0503020204020204" pitchFamily="34" charset="-122"/>
                <a:ea typeface="微软雅黑" panose="020B0503020204020204" pitchFamily="34" charset="-122"/>
              </a:rPr>
              <a:t>IP </a:t>
            </a:r>
            <a:r>
              <a:rPr lang="zh-CN" altLang="en-US" dirty="0">
                <a:latin typeface="微软雅黑" panose="020B0503020204020204" pitchFamily="34" charset="-122"/>
                <a:ea typeface="微软雅黑" panose="020B0503020204020204" pitchFamily="34" charset="-122"/>
              </a:rPr>
              <a:t>地址到三级 </a:t>
            </a:r>
            <a:r>
              <a:rPr lang="en-US" altLang="zh-CN" dirty="0">
                <a:latin typeface="微软雅黑" panose="020B0503020204020204" pitchFamily="34" charset="-122"/>
                <a:ea typeface="微软雅黑" panose="020B0503020204020204" pitchFamily="34" charset="-122"/>
              </a:rPr>
              <a:t>IP </a:t>
            </a:r>
            <a:r>
              <a:rPr lang="zh-CN" altLang="en-US" dirty="0">
                <a:latin typeface="微软雅黑" panose="020B0503020204020204" pitchFamily="34" charset="-122"/>
                <a:ea typeface="微软雅黑" panose="020B0503020204020204" pitchFamily="34" charset="-122"/>
              </a:rPr>
              <a:t>地址 </a:t>
            </a:r>
          </a:p>
          <a:p>
            <a:pPr marL="0" indent="0">
              <a:buNone/>
            </a:pPr>
            <a:r>
              <a:rPr lang="zh-CN" altLang="en-US" dirty="0">
                <a:latin typeface="微软雅黑" panose="020B0503020204020204" pitchFamily="34" charset="-122"/>
                <a:ea typeface="微软雅黑" panose="020B0503020204020204" pitchFamily="34" charset="-122"/>
              </a:rPr>
              <a:t>子网掩码及其表示：</a:t>
            </a:r>
            <a:endParaRPr lang="en-US" altLang="zh-CN" dirty="0" smtClean="0">
              <a:latin typeface="微软雅黑" panose="020B0503020204020204" pitchFamily="34" charset="-122"/>
              <a:ea typeface="微软雅黑" panose="020B0503020204020204" pitchFamily="34" charset="-122"/>
            </a:endParaRPr>
          </a:p>
          <a:p>
            <a:pPr marL="0" indent="0">
              <a:buNone/>
            </a:pPr>
            <a:r>
              <a:rPr lang="zh-CN" altLang="en-US" dirty="0" smtClean="0">
                <a:latin typeface="微软雅黑" panose="020B0503020204020204" pitchFamily="34" charset="-122"/>
                <a:ea typeface="微软雅黑" panose="020B0503020204020204" pitchFamily="34" charset="-122"/>
              </a:rPr>
              <a:t>子网</a:t>
            </a:r>
            <a:r>
              <a:rPr lang="zh-CN" altLang="en-US" dirty="0">
                <a:latin typeface="微软雅黑" panose="020B0503020204020204" pitchFamily="34" charset="-122"/>
                <a:ea typeface="微软雅黑" panose="020B0503020204020204" pitchFamily="34" charset="-122"/>
              </a:rPr>
              <a:t>掩码（</a:t>
            </a:r>
            <a:r>
              <a:rPr lang="en-US" altLang="zh-CN" dirty="0">
                <a:latin typeface="微软雅黑" panose="020B0503020204020204" pitchFamily="34" charset="-122"/>
                <a:ea typeface="微软雅黑" panose="020B0503020204020204" pitchFamily="34" charset="-122"/>
              </a:rPr>
              <a:t>Subnet Mask</a:t>
            </a:r>
            <a:r>
              <a:rPr lang="zh-CN" altLang="en-US" dirty="0">
                <a:latin typeface="微软雅黑" panose="020B0503020204020204" pitchFamily="34" charset="-122"/>
                <a:ea typeface="微软雅黑" panose="020B0503020204020204" pitchFamily="34" charset="-122"/>
              </a:rPr>
              <a:t>）的格式与</a:t>
            </a:r>
            <a:r>
              <a:rPr lang="en-US" altLang="zh-CN" dirty="0">
                <a:latin typeface="微软雅黑" panose="020B0503020204020204" pitchFamily="34" charset="-122"/>
                <a:ea typeface="微软雅黑" panose="020B0503020204020204" pitchFamily="34" charset="-122"/>
              </a:rPr>
              <a:t>IP</a:t>
            </a:r>
            <a:r>
              <a:rPr lang="zh-CN" altLang="en-US" dirty="0">
                <a:latin typeface="微软雅黑" panose="020B0503020204020204" pitchFamily="34" charset="-122"/>
                <a:ea typeface="微软雅黑" panose="020B0503020204020204" pitchFamily="34" charset="-122"/>
              </a:rPr>
              <a:t>地址格式相同，由</a:t>
            </a:r>
            <a:r>
              <a:rPr lang="en-US" altLang="zh-CN" dirty="0">
                <a:latin typeface="微软雅黑" panose="020B0503020204020204" pitchFamily="34" charset="-122"/>
                <a:ea typeface="微软雅黑" panose="020B0503020204020204" pitchFamily="34" charset="-122"/>
              </a:rPr>
              <a:t>32</a:t>
            </a:r>
            <a:r>
              <a:rPr lang="zh-CN" altLang="en-US" dirty="0">
                <a:latin typeface="微软雅黑" panose="020B0503020204020204" pitchFamily="34" charset="-122"/>
                <a:ea typeface="微软雅黑" panose="020B0503020204020204" pitchFamily="34" charset="-122"/>
              </a:rPr>
              <a:t>比特组成。每个</a:t>
            </a:r>
            <a:r>
              <a:rPr lang="en-US" altLang="zh-CN" dirty="0">
                <a:latin typeface="微软雅黑" panose="020B0503020204020204" pitchFamily="34" charset="-122"/>
                <a:ea typeface="微软雅黑" panose="020B0503020204020204" pitchFamily="34" charset="-122"/>
              </a:rPr>
              <a:t>IP</a:t>
            </a:r>
            <a:r>
              <a:rPr lang="zh-CN" altLang="en-US" dirty="0">
                <a:latin typeface="微软雅黑" panose="020B0503020204020204" pitchFamily="34" charset="-122"/>
                <a:ea typeface="微软雅黑" panose="020B0503020204020204" pitchFamily="34" charset="-122"/>
              </a:rPr>
              <a:t>地址必然有一个子网掩码。由一连串连“</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后面紧跟一连串连“</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组成的</a:t>
            </a:r>
            <a:r>
              <a:rPr lang="en-US" altLang="zh-CN" dirty="0">
                <a:latin typeface="微软雅黑" panose="020B0503020204020204" pitchFamily="34" charset="-122"/>
                <a:ea typeface="微软雅黑" panose="020B0503020204020204" pitchFamily="34" charset="-122"/>
              </a:rPr>
              <a:t>32</a:t>
            </a:r>
            <a:r>
              <a:rPr lang="zh-CN" altLang="en-US" dirty="0">
                <a:latin typeface="微软雅黑" panose="020B0503020204020204" pitchFamily="34" charset="-122"/>
                <a:ea typeface="微软雅黑" panose="020B0503020204020204" pitchFamily="34" charset="-122"/>
              </a:rPr>
              <a:t>比特序列串，其中连“</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的个数等于“网络号</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子网号”的位数，连“</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的个数等于“主机号”的位数。使用子网掩码</a:t>
            </a:r>
            <a:r>
              <a:rPr lang="en-US" altLang="zh-CN" dirty="0">
                <a:latin typeface="微软雅黑" panose="020B0503020204020204" pitchFamily="34" charset="-122"/>
                <a:ea typeface="微软雅黑" panose="020B0503020204020204" pitchFamily="34" charset="-122"/>
              </a:rPr>
              <a:t>(subnet mask)</a:t>
            </a:r>
            <a:r>
              <a:rPr lang="zh-CN" altLang="en-US" dirty="0">
                <a:latin typeface="微软雅黑" panose="020B0503020204020204" pitchFamily="34" charset="-122"/>
                <a:ea typeface="微软雅黑" panose="020B0503020204020204" pitchFamily="34" charset="-122"/>
              </a:rPr>
              <a:t>可以找出 </a:t>
            </a:r>
            <a:r>
              <a:rPr lang="en-US" altLang="zh-CN" dirty="0">
                <a:latin typeface="微软雅黑" panose="020B0503020204020204" pitchFamily="34" charset="-122"/>
                <a:ea typeface="微软雅黑" panose="020B0503020204020204" pitchFamily="34" charset="-122"/>
              </a:rPr>
              <a:t>IP </a:t>
            </a:r>
            <a:r>
              <a:rPr lang="zh-CN" altLang="en-US" dirty="0">
                <a:latin typeface="微软雅黑" panose="020B0503020204020204" pitchFamily="34" charset="-122"/>
                <a:ea typeface="微软雅黑" panose="020B0503020204020204" pitchFamily="34" charset="-122"/>
              </a:rPr>
              <a:t>地址中的子网部分。</a:t>
            </a:r>
          </a:p>
        </p:txBody>
      </p:sp>
    </p:spTree>
  </p:cSld>
  <p:clrMapOvr>
    <a:masterClrMapping/>
  </p:clrMapOvr>
  <p:transition spd="slow">
    <p:pull/>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4.3.1  </a:t>
            </a:r>
            <a:r>
              <a:rPr lang="zh-CN" altLang="zh-CN" dirty="0">
                <a:effectLst/>
              </a:rPr>
              <a:t>划分子网的基本概念</a:t>
            </a:r>
          </a:p>
        </p:txBody>
      </p:sp>
      <p:sp>
        <p:nvSpPr>
          <p:cNvPr id="3" name="内容占位符 2"/>
          <p:cNvSpPr>
            <a:spLocks noGrp="1"/>
          </p:cNvSpPr>
          <p:nvPr>
            <p:ph idx="1"/>
          </p:nvPr>
        </p:nvSpPr>
        <p:spPr/>
        <p:txBody>
          <a:bodyPr>
            <a:normAutofit/>
          </a:bodyPr>
          <a:lstStyle/>
          <a:p>
            <a:pPr marL="0" indent="0">
              <a:buNone/>
            </a:pPr>
            <a:r>
              <a:rPr lang="en-US" altLang="zh-CN" dirty="0" smtClean="0">
                <a:latin typeface="微软雅黑" panose="020B0503020204020204" pitchFamily="34" charset="-122"/>
                <a:ea typeface="微软雅黑" panose="020B0503020204020204" pitchFamily="34" charset="-122"/>
              </a:rPr>
              <a:t>1</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从两级 </a:t>
            </a:r>
            <a:r>
              <a:rPr lang="en-US" altLang="zh-CN" dirty="0">
                <a:latin typeface="微软雅黑" panose="020B0503020204020204" pitchFamily="34" charset="-122"/>
                <a:ea typeface="微软雅黑" panose="020B0503020204020204" pitchFamily="34" charset="-122"/>
              </a:rPr>
              <a:t>IP </a:t>
            </a:r>
            <a:r>
              <a:rPr lang="zh-CN" altLang="en-US" dirty="0">
                <a:latin typeface="微软雅黑" panose="020B0503020204020204" pitchFamily="34" charset="-122"/>
                <a:ea typeface="微软雅黑" panose="020B0503020204020204" pitchFamily="34" charset="-122"/>
              </a:rPr>
              <a:t>地址到三级 </a:t>
            </a:r>
            <a:r>
              <a:rPr lang="en-US" altLang="zh-CN" dirty="0">
                <a:latin typeface="微软雅黑" panose="020B0503020204020204" pitchFamily="34" charset="-122"/>
                <a:ea typeface="微软雅黑" panose="020B0503020204020204" pitchFamily="34" charset="-122"/>
              </a:rPr>
              <a:t>IP </a:t>
            </a:r>
            <a:r>
              <a:rPr lang="zh-CN" altLang="en-US" dirty="0">
                <a:latin typeface="微软雅黑" panose="020B0503020204020204" pitchFamily="34" charset="-122"/>
                <a:ea typeface="微软雅黑" panose="020B0503020204020204" pitchFamily="34" charset="-122"/>
              </a:rPr>
              <a:t>地址 </a:t>
            </a:r>
          </a:p>
          <a:p>
            <a:pPr marL="0" indent="0">
              <a:buNone/>
            </a:pPr>
            <a:r>
              <a:rPr lang="zh-CN" altLang="en-US" dirty="0">
                <a:latin typeface="微软雅黑" panose="020B0503020204020204" pitchFamily="34" charset="-122"/>
                <a:ea typeface="微软雅黑" panose="020B0503020204020204" pitchFamily="34" charset="-122"/>
              </a:rPr>
              <a:t>常用的</a:t>
            </a:r>
            <a:r>
              <a:rPr lang="en-US" altLang="zh-CN" dirty="0">
                <a:latin typeface="微软雅黑" panose="020B0503020204020204" pitchFamily="34" charset="-122"/>
                <a:ea typeface="微软雅黑" panose="020B0503020204020204" pitchFamily="34" charset="-122"/>
              </a:rPr>
              <a:t>A</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B</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C</a:t>
            </a:r>
            <a:r>
              <a:rPr lang="zh-CN" altLang="en-US" dirty="0">
                <a:latin typeface="微软雅黑" panose="020B0503020204020204" pitchFamily="34" charset="-122"/>
                <a:ea typeface="微软雅黑" panose="020B0503020204020204" pitchFamily="34" charset="-122"/>
              </a:rPr>
              <a:t>类地址的默认子网掩码，</a:t>
            </a:r>
            <a:r>
              <a:rPr lang="zh-CN" altLang="en-US" dirty="0" smtClean="0">
                <a:latin typeface="微软雅黑" panose="020B0503020204020204" pitchFamily="34" charset="-122"/>
                <a:ea typeface="微软雅黑" panose="020B0503020204020204" pitchFamily="34" charset="-122"/>
              </a:rPr>
              <a:t>如图所</a:t>
            </a:r>
            <a:r>
              <a:rPr lang="zh-CN" altLang="en-US" dirty="0">
                <a:latin typeface="微软雅黑" panose="020B0503020204020204" pitchFamily="34" charset="-122"/>
                <a:ea typeface="微软雅黑" panose="020B0503020204020204" pitchFamily="34" charset="-122"/>
              </a:rPr>
              <a:t>示。</a:t>
            </a:r>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8691" y="2279876"/>
            <a:ext cx="7143524" cy="41150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4.3.1  </a:t>
            </a:r>
            <a:r>
              <a:rPr lang="zh-CN" altLang="zh-CN" dirty="0">
                <a:effectLst/>
              </a:rPr>
              <a:t>划分子网的基本概念</a:t>
            </a:r>
          </a:p>
        </p:txBody>
      </p:sp>
      <p:sp>
        <p:nvSpPr>
          <p:cNvPr id="3" name="内容占位符 2"/>
          <p:cNvSpPr>
            <a:spLocks noGrp="1"/>
          </p:cNvSpPr>
          <p:nvPr>
            <p:ph idx="1"/>
          </p:nvPr>
        </p:nvSpPr>
        <p:spPr/>
        <p:txBody>
          <a:bodyPr>
            <a:normAutofit/>
          </a:bodyPr>
          <a:lstStyle/>
          <a:p>
            <a:pPr marL="0" indent="0">
              <a:buNone/>
            </a:pPr>
            <a:r>
              <a:rPr lang="en-US" altLang="zh-CN" dirty="0">
                <a:latin typeface="微软雅黑" panose="020B0503020204020204" pitchFamily="34" charset="-122"/>
                <a:ea typeface="微软雅黑" panose="020B0503020204020204" pitchFamily="34" charset="-122"/>
              </a:rPr>
              <a:t>2. </a:t>
            </a:r>
            <a:r>
              <a:rPr lang="zh-CN" altLang="en-US" dirty="0">
                <a:latin typeface="微软雅黑" panose="020B0503020204020204" pitchFamily="34" charset="-122"/>
                <a:ea typeface="微软雅黑" panose="020B0503020204020204" pitchFamily="34" charset="-122"/>
              </a:rPr>
              <a:t>划分子网的基本思想</a:t>
            </a:r>
          </a:p>
          <a:p>
            <a:pPr marL="0" indent="0">
              <a:buNone/>
            </a:pPr>
            <a:r>
              <a:rPr lang="zh-CN" altLang="en-US" dirty="0">
                <a:latin typeface="微软雅黑" panose="020B0503020204020204" pitchFamily="34" charset="-122"/>
                <a:ea typeface="微软雅黑" panose="020B0503020204020204" pitchFamily="34" charset="-122"/>
              </a:rPr>
              <a:t>凡是从其他网络发送给本单位某个主机的 </a:t>
            </a:r>
            <a:r>
              <a:rPr lang="en-US" altLang="zh-CN" dirty="0">
                <a:latin typeface="微软雅黑" panose="020B0503020204020204" pitchFamily="34" charset="-122"/>
                <a:ea typeface="微软雅黑" panose="020B0503020204020204" pitchFamily="34" charset="-122"/>
              </a:rPr>
              <a:t>IP </a:t>
            </a:r>
            <a:r>
              <a:rPr lang="zh-CN" altLang="en-US" dirty="0">
                <a:latin typeface="微软雅黑" panose="020B0503020204020204" pitchFamily="34" charset="-122"/>
                <a:ea typeface="微软雅黑" panose="020B0503020204020204" pitchFamily="34" charset="-122"/>
              </a:rPr>
              <a:t>数据报，仍然是根据 </a:t>
            </a:r>
            <a:r>
              <a:rPr lang="en-US" altLang="zh-CN" dirty="0">
                <a:latin typeface="微软雅黑" panose="020B0503020204020204" pitchFamily="34" charset="-122"/>
                <a:ea typeface="微软雅黑" panose="020B0503020204020204" pitchFamily="34" charset="-122"/>
              </a:rPr>
              <a:t>IP </a:t>
            </a:r>
            <a:r>
              <a:rPr lang="zh-CN" altLang="en-US" dirty="0">
                <a:latin typeface="微软雅黑" panose="020B0503020204020204" pitchFamily="34" charset="-122"/>
                <a:ea typeface="微软雅黑" panose="020B0503020204020204" pitchFamily="34" charset="-122"/>
              </a:rPr>
              <a:t>数据报的目的网络号 </a:t>
            </a:r>
            <a:r>
              <a:rPr lang="en-US" altLang="zh-CN" dirty="0">
                <a:latin typeface="微软雅黑" panose="020B0503020204020204" pitchFamily="34" charset="-122"/>
                <a:ea typeface="微软雅黑" panose="020B0503020204020204" pitchFamily="34" charset="-122"/>
              </a:rPr>
              <a:t>net-id</a:t>
            </a:r>
            <a:r>
              <a:rPr lang="zh-CN" altLang="en-US" dirty="0">
                <a:latin typeface="微软雅黑" panose="020B0503020204020204" pitchFamily="34" charset="-122"/>
                <a:ea typeface="微软雅黑" panose="020B0503020204020204" pitchFamily="34" charset="-122"/>
              </a:rPr>
              <a:t>，先找到连接在本单位网络上的路由器。然后此路由器在收到 </a:t>
            </a:r>
            <a:r>
              <a:rPr lang="en-US" altLang="zh-CN" dirty="0">
                <a:latin typeface="微软雅黑" panose="020B0503020204020204" pitchFamily="34" charset="-122"/>
                <a:ea typeface="微软雅黑" panose="020B0503020204020204" pitchFamily="34" charset="-122"/>
              </a:rPr>
              <a:t>IP </a:t>
            </a:r>
            <a:r>
              <a:rPr lang="zh-CN" altLang="en-US" dirty="0">
                <a:latin typeface="微软雅黑" panose="020B0503020204020204" pitchFamily="34" charset="-122"/>
                <a:ea typeface="微软雅黑" panose="020B0503020204020204" pitchFamily="34" charset="-122"/>
              </a:rPr>
              <a:t>数据报后，再按目的网络号 </a:t>
            </a:r>
            <a:r>
              <a:rPr lang="en-US" altLang="zh-CN" dirty="0">
                <a:latin typeface="微软雅黑" panose="020B0503020204020204" pitchFamily="34" charset="-122"/>
                <a:ea typeface="微软雅黑" panose="020B0503020204020204" pitchFamily="34" charset="-122"/>
              </a:rPr>
              <a:t>net-id </a:t>
            </a:r>
            <a:r>
              <a:rPr lang="zh-CN" altLang="en-US" dirty="0">
                <a:latin typeface="微软雅黑" panose="020B0503020204020204" pitchFamily="34" charset="-122"/>
                <a:ea typeface="微软雅黑" panose="020B0503020204020204" pitchFamily="34" charset="-122"/>
              </a:rPr>
              <a:t>和子网号 </a:t>
            </a:r>
            <a:r>
              <a:rPr lang="en-US" altLang="zh-CN" dirty="0">
                <a:latin typeface="微软雅黑" panose="020B0503020204020204" pitchFamily="34" charset="-122"/>
                <a:ea typeface="微软雅黑" panose="020B0503020204020204" pitchFamily="34" charset="-122"/>
              </a:rPr>
              <a:t>subnet-id </a:t>
            </a:r>
            <a:r>
              <a:rPr lang="zh-CN" altLang="en-US" dirty="0">
                <a:latin typeface="微软雅黑" panose="020B0503020204020204" pitchFamily="34" charset="-122"/>
                <a:ea typeface="微软雅黑" panose="020B0503020204020204" pitchFamily="34" charset="-122"/>
              </a:rPr>
              <a:t>找到目的子网。最后就将 </a:t>
            </a:r>
            <a:r>
              <a:rPr lang="en-US" altLang="zh-CN" dirty="0">
                <a:latin typeface="微软雅黑" panose="020B0503020204020204" pitchFamily="34" charset="-122"/>
                <a:ea typeface="微软雅黑" panose="020B0503020204020204" pitchFamily="34" charset="-122"/>
              </a:rPr>
              <a:t>IP </a:t>
            </a:r>
            <a:r>
              <a:rPr lang="zh-CN" altLang="en-US" dirty="0">
                <a:latin typeface="微软雅黑" panose="020B0503020204020204" pitchFamily="34" charset="-122"/>
                <a:ea typeface="微软雅黑" panose="020B0503020204020204" pitchFamily="34" charset="-122"/>
              </a:rPr>
              <a:t>数据报直接交付目的主机。 </a:t>
            </a:r>
          </a:p>
          <a:p>
            <a:pPr marL="0" indent="0">
              <a:buNone/>
            </a:pPr>
            <a:r>
              <a:rPr lang="zh-CN" altLang="en-US" dirty="0">
                <a:latin typeface="微软雅黑" panose="020B0503020204020204" pitchFamily="34" charset="-122"/>
                <a:ea typeface="微软雅黑" panose="020B0503020204020204" pitchFamily="34" charset="-122"/>
              </a:rPr>
              <a:t>划分子网纯属一个单位内部的事情。单位对外仍然表现为没有划分子网的网络。从主机号借用若干个位作为子网号 </a:t>
            </a:r>
            <a:r>
              <a:rPr lang="en-US" altLang="zh-CN" dirty="0">
                <a:latin typeface="微软雅黑" panose="020B0503020204020204" pitchFamily="34" charset="-122"/>
                <a:ea typeface="微软雅黑" panose="020B0503020204020204" pitchFamily="34" charset="-122"/>
              </a:rPr>
              <a:t>subnet-id</a:t>
            </a:r>
            <a:r>
              <a:rPr lang="zh-CN" altLang="en-US" dirty="0">
                <a:latin typeface="微软雅黑" panose="020B0503020204020204" pitchFamily="34" charset="-122"/>
                <a:ea typeface="微软雅黑" panose="020B0503020204020204" pitchFamily="34" charset="-122"/>
              </a:rPr>
              <a:t>，而主机号 </a:t>
            </a:r>
            <a:r>
              <a:rPr lang="en-US" altLang="zh-CN" dirty="0">
                <a:latin typeface="微软雅黑" panose="020B0503020204020204" pitchFamily="34" charset="-122"/>
                <a:ea typeface="微软雅黑" panose="020B0503020204020204" pitchFamily="34" charset="-122"/>
              </a:rPr>
              <a:t>host-id </a:t>
            </a:r>
            <a:r>
              <a:rPr lang="zh-CN" altLang="en-US" dirty="0">
                <a:latin typeface="微软雅黑" panose="020B0503020204020204" pitchFamily="34" charset="-122"/>
                <a:ea typeface="微软雅黑" panose="020B0503020204020204" pitchFamily="34" charset="-122"/>
              </a:rPr>
              <a:t>也就相应减少了若干个位。</a:t>
            </a:r>
          </a:p>
          <a:p>
            <a:pPr marL="0" indent="0">
              <a:buNone/>
            </a:pPr>
            <a:r>
              <a:rPr lang="en-US" altLang="zh-CN" dirty="0">
                <a:latin typeface="微软雅黑" panose="020B0503020204020204" pitchFamily="34" charset="-122"/>
                <a:ea typeface="微软雅黑" panose="020B0503020204020204" pitchFamily="34" charset="-122"/>
              </a:rPr>
              <a:t>IP</a:t>
            </a:r>
            <a:r>
              <a:rPr lang="zh-CN" altLang="en-US" dirty="0">
                <a:latin typeface="微软雅黑" panose="020B0503020204020204" pitchFamily="34" charset="-122"/>
                <a:ea typeface="微软雅黑" panose="020B0503020204020204" pitchFamily="34" charset="-122"/>
              </a:rPr>
              <a:t>地址 </a:t>
            </a:r>
            <a:r>
              <a:rPr lang="en-US" altLang="zh-CN" dirty="0">
                <a:latin typeface="微软雅黑" panose="020B0503020204020204" pitchFamily="34" charset="-122"/>
                <a:ea typeface="微软雅黑" panose="020B0503020204020204" pitchFamily="34" charset="-122"/>
              </a:rPr>
              <a:t>::= {&lt;</a:t>
            </a:r>
            <a:r>
              <a:rPr lang="zh-CN" altLang="en-US" dirty="0">
                <a:latin typeface="微软雅黑" panose="020B0503020204020204" pitchFamily="34" charset="-122"/>
                <a:ea typeface="微软雅黑" panose="020B0503020204020204" pitchFamily="34" charset="-122"/>
              </a:rPr>
              <a:t>网络号</a:t>
            </a:r>
            <a:r>
              <a:rPr lang="en-US" altLang="zh-CN" dirty="0">
                <a:latin typeface="微软雅黑" panose="020B0503020204020204" pitchFamily="34" charset="-122"/>
                <a:ea typeface="微软雅黑" panose="020B0503020204020204" pitchFamily="34" charset="-122"/>
              </a:rPr>
              <a:t>&gt;, &lt;</a:t>
            </a:r>
            <a:r>
              <a:rPr lang="zh-CN" altLang="en-US" dirty="0">
                <a:latin typeface="微软雅黑" panose="020B0503020204020204" pitchFamily="34" charset="-122"/>
                <a:ea typeface="微软雅黑" panose="020B0503020204020204" pitchFamily="34" charset="-122"/>
              </a:rPr>
              <a:t>子网号</a:t>
            </a:r>
            <a:r>
              <a:rPr lang="en-US" altLang="zh-CN" dirty="0">
                <a:latin typeface="微软雅黑" panose="020B0503020204020204" pitchFamily="34" charset="-122"/>
                <a:ea typeface="微软雅黑" panose="020B0503020204020204" pitchFamily="34" charset="-122"/>
              </a:rPr>
              <a:t>&gt;, &lt;</a:t>
            </a:r>
            <a:r>
              <a:rPr lang="zh-CN" altLang="en-US" dirty="0">
                <a:latin typeface="微软雅黑" panose="020B0503020204020204" pitchFamily="34" charset="-122"/>
                <a:ea typeface="微软雅黑" panose="020B0503020204020204" pitchFamily="34" charset="-122"/>
              </a:rPr>
              <a:t>主机号</a:t>
            </a:r>
            <a:r>
              <a:rPr lang="en-US" altLang="zh-CN" dirty="0">
                <a:latin typeface="微软雅黑" panose="020B0503020204020204" pitchFamily="34" charset="-122"/>
                <a:ea typeface="微软雅黑" panose="020B0503020204020204" pitchFamily="34" charset="-122"/>
              </a:rPr>
              <a:t>&gt;} </a:t>
            </a:r>
          </a:p>
        </p:txBody>
      </p:sp>
    </p:spTree>
  </p:cSld>
  <p:clrMapOvr>
    <a:masterClrMapping/>
  </p:clrMapOvr>
  <p:transition spd="slow">
    <p:pull/>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4.3.1  </a:t>
            </a:r>
            <a:r>
              <a:rPr lang="zh-CN" altLang="zh-CN" dirty="0">
                <a:effectLst/>
              </a:rPr>
              <a:t>划分子网的基本概念</a:t>
            </a:r>
          </a:p>
        </p:txBody>
      </p:sp>
      <p:sp>
        <p:nvSpPr>
          <p:cNvPr id="3" name="内容占位符 2"/>
          <p:cNvSpPr>
            <a:spLocks noGrp="1"/>
          </p:cNvSpPr>
          <p:nvPr>
            <p:ph idx="1"/>
          </p:nvPr>
        </p:nvSpPr>
        <p:spPr/>
        <p:txBody>
          <a:bodyPr>
            <a:normAutofit/>
          </a:bodyPr>
          <a:lstStyle/>
          <a:p>
            <a:pPr marL="0" indent="0">
              <a:buNone/>
            </a:pPr>
            <a:r>
              <a:rPr lang="en-US" altLang="zh-CN" dirty="0">
                <a:latin typeface="微软雅黑" panose="020B0503020204020204" pitchFamily="34" charset="-122"/>
                <a:ea typeface="微软雅黑" panose="020B0503020204020204" pitchFamily="34" charset="-122"/>
              </a:rPr>
              <a:t>3. </a:t>
            </a:r>
            <a:r>
              <a:rPr lang="zh-CN" altLang="en-US" dirty="0">
                <a:latin typeface="微软雅黑" panose="020B0503020204020204" pitchFamily="34" charset="-122"/>
                <a:ea typeface="微软雅黑" panose="020B0503020204020204" pitchFamily="34" charset="-122"/>
              </a:rPr>
              <a:t>划分子网的优点</a:t>
            </a:r>
          </a:p>
          <a:p>
            <a:pPr marL="0" indent="0">
              <a:buNone/>
            </a:pPr>
            <a:r>
              <a:rPr lang="zh-CN" altLang="en-US" dirty="0">
                <a:latin typeface="微软雅黑" panose="020B0503020204020204" pitchFamily="34" charset="-122"/>
                <a:ea typeface="微软雅黑" panose="020B0503020204020204" pitchFamily="34" charset="-122"/>
              </a:rPr>
              <a:t>	方便管理和组织业务。</a:t>
            </a:r>
          </a:p>
          <a:p>
            <a:pPr marL="0" indent="0">
              <a:buNone/>
            </a:pPr>
            <a:r>
              <a:rPr lang="zh-CN" altLang="en-US" dirty="0">
                <a:latin typeface="微软雅黑" panose="020B0503020204020204" pitchFamily="34" charset="-122"/>
                <a:ea typeface="微软雅黑" panose="020B0503020204020204" pitchFamily="34" charset="-122"/>
              </a:rPr>
              <a:t>	减少网络通信冲突。</a:t>
            </a:r>
          </a:p>
          <a:p>
            <a:pPr marL="0" indent="0">
              <a:buNone/>
            </a:pPr>
            <a:r>
              <a:rPr lang="zh-CN" altLang="en-US" dirty="0">
                <a:latin typeface="微软雅黑" panose="020B0503020204020204" pitchFamily="34" charset="-122"/>
                <a:ea typeface="微软雅黑" panose="020B0503020204020204" pitchFamily="34" charset="-122"/>
              </a:rPr>
              <a:t>	减少对</a:t>
            </a:r>
            <a:r>
              <a:rPr lang="en-US" altLang="zh-CN" dirty="0">
                <a:latin typeface="微软雅黑" panose="020B0503020204020204" pitchFamily="34" charset="-122"/>
                <a:ea typeface="微软雅黑" panose="020B0503020204020204" pitchFamily="34" charset="-122"/>
              </a:rPr>
              <a:t>IP</a:t>
            </a:r>
            <a:r>
              <a:rPr lang="zh-CN" altLang="en-US" dirty="0">
                <a:latin typeface="微软雅黑" panose="020B0503020204020204" pitchFamily="34" charset="-122"/>
                <a:ea typeface="微软雅黑" panose="020B0503020204020204" pitchFamily="34" charset="-122"/>
              </a:rPr>
              <a:t>地址的浪费。</a:t>
            </a:r>
          </a:p>
          <a:p>
            <a:pPr marL="0" indent="0">
              <a:buNone/>
            </a:pPr>
            <a:r>
              <a:rPr lang="zh-CN" altLang="en-US" dirty="0">
                <a:latin typeface="微软雅黑" panose="020B0503020204020204" pitchFamily="34" charset="-122"/>
                <a:ea typeface="微软雅黑" panose="020B0503020204020204" pitchFamily="34" charset="-122"/>
              </a:rPr>
              <a:t>	支持不同的网络技术。</a:t>
            </a:r>
          </a:p>
          <a:p>
            <a:pPr marL="0" indent="0">
              <a:buNone/>
            </a:pPr>
            <a:r>
              <a:rPr lang="zh-CN" altLang="en-US" dirty="0">
                <a:latin typeface="微软雅黑" panose="020B0503020204020204" pitchFamily="34" charset="-122"/>
                <a:ea typeface="微软雅黑" panose="020B0503020204020204" pitchFamily="34" charset="-122"/>
              </a:rPr>
              <a:t>	克服网络技术的局限性。</a:t>
            </a:r>
          </a:p>
        </p:txBody>
      </p:sp>
    </p:spTree>
  </p:cSld>
  <p:clrMapOvr>
    <a:masterClrMapping/>
  </p:clrMapOvr>
  <p:transition spd="slow">
    <p:pull/>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4.3.1  </a:t>
            </a:r>
            <a:r>
              <a:rPr lang="zh-CN" altLang="zh-CN" dirty="0">
                <a:effectLst/>
              </a:rPr>
              <a:t>划分子网的基本概念</a:t>
            </a:r>
          </a:p>
        </p:txBody>
      </p:sp>
      <p:sp>
        <p:nvSpPr>
          <p:cNvPr id="3" name="内容占位符 2"/>
          <p:cNvSpPr>
            <a:spLocks noGrp="1"/>
          </p:cNvSpPr>
          <p:nvPr>
            <p:ph idx="1"/>
          </p:nvPr>
        </p:nvSpPr>
        <p:spPr/>
        <p:txBody>
          <a:bodyPr>
            <a:normAutofit/>
          </a:bodyPr>
          <a:lstStyle/>
          <a:p>
            <a:pPr marL="0" indent="0">
              <a:buNone/>
            </a:pPr>
            <a:r>
              <a:rPr lang="en-US" altLang="zh-CN" dirty="0">
                <a:latin typeface="微软雅黑" panose="020B0503020204020204" pitchFamily="34" charset="-122"/>
                <a:ea typeface="微软雅黑" panose="020B0503020204020204" pitchFamily="34" charset="-122"/>
              </a:rPr>
              <a:t>4. </a:t>
            </a:r>
            <a:r>
              <a:rPr lang="zh-CN" altLang="en-US" dirty="0">
                <a:latin typeface="微软雅黑" panose="020B0503020204020204" pitchFamily="34" charset="-122"/>
                <a:ea typeface="微软雅黑" panose="020B0503020204020204" pitchFamily="34" charset="-122"/>
              </a:rPr>
              <a:t>子网划分的原则及子网掩码的计算</a:t>
            </a:r>
          </a:p>
          <a:p>
            <a:pPr marL="0" indent="0">
              <a:buNone/>
            </a:pP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）子网划分原则</a:t>
            </a:r>
            <a:r>
              <a:rPr lang="en-US" altLang="zh-CN" dirty="0">
                <a:latin typeface="微软雅黑" panose="020B0503020204020204" pitchFamily="34" charset="-122"/>
                <a:ea typeface="微软雅黑" panose="020B0503020204020204" pitchFamily="34" charset="-122"/>
              </a:rPr>
              <a:t>:</a:t>
            </a:r>
          </a:p>
          <a:p>
            <a:pPr marL="0" indent="0">
              <a:buNone/>
            </a:pPr>
            <a:r>
              <a:rPr lang="zh-CN" altLang="en-US" dirty="0">
                <a:latin typeface="微软雅黑" panose="020B0503020204020204" pitchFamily="34" charset="-122"/>
                <a:ea typeface="微软雅黑" panose="020B0503020204020204" pitchFamily="34" charset="-122"/>
              </a:rPr>
              <a:t>子网划分应遵守以下计算规则：</a:t>
            </a:r>
            <a:r>
              <a:rPr lang="en-US" altLang="zh-CN" dirty="0">
                <a:solidFill>
                  <a:srgbClr val="FF0000"/>
                </a:solidFill>
                <a:latin typeface="微软雅黑" panose="020B0503020204020204" pitchFamily="34" charset="-122"/>
                <a:ea typeface="微软雅黑" panose="020B0503020204020204" pitchFamily="34" charset="-122"/>
              </a:rPr>
              <a:t>IP</a:t>
            </a:r>
            <a:r>
              <a:rPr lang="zh-CN" altLang="en-US" dirty="0">
                <a:solidFill>
                  <a:srgbClr val="FF0000"/>
                </a:solidFill>
                <a:latin typeface="微软雅黑" panose="020B0503020204020204" pitchFamily="34" charset="-122"/>
                <a:ea typeface="微软雅黑" panose="020B0503020204020204" pitchFamily="34" charset="-122"/>
              </a:rPr>
              <a:t>地址中的子网位不能全为</a:t>
            </a:r>
            <a:r>
              <a:rPr lang="en-US" altLang="zh-CN" dirty="0">
                <a:solidFill>
                  <a:srgbClr val="FF0000"/>
                </a:solidFill>
                <a:latin typeface="微软雅黑" panose="020B0503020204020204" pitchFamily="34" charset="-122"/>
                <a:ea typeface="微软雅黑" panose="020B0503020204020204" pitchFamily="34" charset="-122"/>
              </a:rPr>
              <a:t>1</a:t>
            </a:r>
            <a:r>
              <a:rPr lang="zh-CN" altLang="en-US" dirty="0">
                <a:solidFill>
                  <a:srgbClr val="FF0000"/>
                </a:solidFill>
                <a:latin typeface="微软雅黑" panose="020B0503020204020204" pitchFamily="34" charset="-122"/>
                <a:ea typeface="微软雅黑" panose="020B0503020204020204" pitchFamily="34" charset="-122"/>
              </a:rPr>
              <a:t>。</a:t>
            </a:r>
            <a:r>
              <a:rPr lang="en-US" altLang="zh-CN" dirty="0">
                <a:solidFill>
                  <a:srgbClr val="FF0000"/>
                </a:solidFill>
                <a:latin typeface="微软雅黑" panose="020B0503020204020204" pitchFamily="34" charset="-122"/>
                <a:ea typeface="微软雅黑" panose="020B0503020204020204" pitchFamily="34" charset="-122"/>
              </a:rPr>
              <a:t>IP</a:t>
            </a:r>
            <a:r>
              <a:rPr lang="zh-CN" altLang="en-US" dirty="0">
                <a:solidFill>
                  <a:srgbClr val="FF0000"/>
                </a:solidFill>
                <a:latin typeface="微软雅黑" panose="020B0503020204020204" pitchFamily="34" charset="-122"/>
                <a:ea typeface="微软雅黑" panose="020B0503020204020204" pitchFamily="34" charset="-122"/>
              </a:rPr>
              <a:t>地址中的子网位不能全是</a:t>
            </a:r>
            <a:r>
              <a:rPr lang="en-US" altLang="zh-CN" dirty="0">
                <a:solidFill>
                  <a:srgbClr val="FF0000"/>
                </a:solidFill>
                <a:latin typeface="微软雅黑" panose="020B0503020204020204" pitchFamily="34" charset="-122"/>
                <a:ea typeface="微软雅黑" panose="020B0503020204020204" pitchFamily="34" charset="-122"/>
              </a:rPr>
              <a:t>0</a:t>
            </a:r>
            <a:r>
              <a:rPr lang="zh-CN" altLang="en-US" dirty="0">
                <a:solidFill>
                  <a:srgbClr val="FF0000"/>
                </a:solidFill>
                <a:latin typeface="微软雅黑" panose="020B0503020204020204" pitchFamily="34" charset="-122"/>
                <a:ea typeface="微软雅黑" panose="020B0503020204020204" pitchFamily="34" charset="-122"/>
              </a:rPr>
              <a:t>；</a:t>
            </a:r>
            <a:r>
              <a:rPr lang="en-US" altLang="zh-CN" dirty="0">
                <a:solidFill>
                  <a:srgbClr val="FF0000"/>
                </a:solidFill>
                <a:latin typeface="微软雅黑" panose="020B0503020204020204" pitchFamily="34" charset="-122"/>
                <a:ea typeface="微软雅黑" panose="020B0503020204020204" pitchFamily="34" charset="-122"/>
              </a:rPr>
              <a:t>IP</a:t>
            </a:r>
            <a:r>
              <a:rPr lang="zh-CN" altLang="en-US" dirty="0">
                <a:solidFill>
                  <a:srgbClr val="FF0000"/>
                </a:solidFill>
                <a:latin typeface="微软雅黑" panose="020B0503020204020204" pitchFamily="34" charset="-122"/>
                <a:ea typeface="微软雅黑" panose="020B0503020204020204" pitchFamily="34" charset="-122"/>
              </a:rPr>
              <a:t>地址中的主机位不能全是</a:t>
            </a:r>
            <a:r>
              <a:rPr lang="en-US" altLang="zh-CN" dirty="0">
                <a:solidFill>
                  <a:srgbClr val="FF0000"/>
                </a:solidFill>
                <a:latin typeface="微软雅黑" panose="020B0503020204020204" pitchFamily="34" charset="-122"/>
                <a:ea typeface="微软雅黑" panose="020B0503020204020204" pitchFamily="34" charset="-122"/>
              </a:rPr>
              <a:t>1</a:t>
            </a:r>
            <a:r>
              <a:rPr lang="zh-CN" altLang="en-US" dirty="0">
                <a:solidFill>
                  <a:srgbClr val="FF0000"/>
                </a:solidFill>
                <a:latin typeface="微软雅黑" panose="020B0503020204020204" pitchFamily="34" charset="-122"/>
                <a:ea typeface="微软雅黑" panose="020B0503020204020204" pitchFamily="34" charset="-122"/>
              </a:rPr>
              <a:t>；</a:t>
            </a:r>
            <a:r>
              <a:rPr lang="en-US" altLang="zh-CN" dirty="0">
                <a:solidFill>
                  <a:srgbClr val="FF0000"/>
                </a:solidFill>
                <a:latin typeface="微软雅黑" panose="020B0503020204020204" pitchFamily="34" charset="-122"/>
                <a:ea typeface="微软雅黑" panose="020B0503020204020204" pitchFamily="34" charset="-122"/>
              </a:rPr>
              <a:t>IP</a:t>
            </a:r>
            <a:r>
              <a:rPr lang="zh-CN" altLang="en-US" dirty="0">
                <a:solidFill>
                  <a:srgbClr val="FF0000"/>
                </a:solidFill>
                <a:latin typeface="微软雅黑" panose="020B0503020204020204" pitchFamily="34" charset="-122"/>
                <a:ea typeface="微软雅黑" panose="020B0503020204020204" pitchFamily="34" charset="-122"/>
              </a:rPr>
              <a:t>地址中的主机位不能全是</a:t>
            </a:r>
            <a:r>
              <a:rPr lang="en-US" altLang="zh-CN" dirty="0">
                <a:solidFill>
                  <a:srgbClr val="FF0000"/>
                </a:solidFill>
                <a:latin typeface="微软雅黑" panose="020B0503020204020204" pitchFamily="34" charset="-122"/>
                <a:ea typeface="微软雅黑" panose="020B0503020204020204" pitchFamily="34" charset="-122"/>
              </a:rPr>
              <a:t>0</a:t>
            </a:r>
            <a:r>
              <a:rPr lang="zh-CN" altLang="en-US" dirty="0">
                <a:solidFill>
                  <a:srgbClr val="FF0000"/>
                </a:solidFill>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a:p>
            <a:pPr marL="0" indent="0">
              <a:buNone/>
            </a:pPr>
            <a:r>
              <a:rPr lang="zh-CN" altLang="en-US" dirty="0">
                <a:latin typeface="微软雅黑" panose="020B0503020204020204" pitchFamily="34" charset="-122"/>
                <a:ea typeface="微软雅黑" panose="020B0503020204020204" pitchFamily="34" charset="-122"/>
              </a:rPr>
              <a:t>子网络划分的过多或过少将损失较多的</a:t>
            </a:r>
            <a:r>
              <a:rPr lang="en-US" altLang="zh-CN" dirty="0">
                <a:latin typeface="微软雅黑" panose="020B0503020204020204" pitchFamily="34" charset="-122"/>
                <a:ea typeface="微软雅黑" panose="020B0503020204020204" pitchFamily="34" charset="-122"/>
              </a:rPr>
              <a:t>IP</a:t>
            </a:r>
            <a:r>
              <a:rPr lang="zh-CN" altLang="en-US" dirty="0">
                <a:latin typeface="微软雅黑" panose="020B0503020204020204" pitchFamily="34" charset="-122"/>
                <a:ea typeface="微软雅黑" panose="020B0503020204020204" pitchFamily="34" charset="-122"/>
              </a:rPr>
              <a:t>地址，而处在中间数量损失的地址最少。当你计划如何对你的网络</a:t>
            </a:r>
            <a:r>
              <a:rPr lang="en-US" altLang="zh-CN" dirty="0">
                <a:latin typeface="微软雅黑" panose="020B0503020204020204" pitchFamily="34" charset="-122"/>
                <a:ea typeface="微软雅黑" panose="020B0503020204020204" pitchFamily="34" charset="-122"/>
              </a:rPr>
              <a:t>ID</a:t>
            </a:r>
            <a:r>
              <a:rPr lang="zh-CN" altLang="en-US" dirty="0">
                <a:latin typeface="微软雅黑" panose="020B0503020204020204" pitchFamily="34" charset="-122"/>
                <a:ea typeface="微软雅黑" panose="020B0503020204020204" pitchFamily="34" charset="-122"/>
              </a:rPr>
              <a:t>进行分割时，要设法找到了以下三个方面的最佳平衡点：可用的子网数；每个子网的可用节点数；</a:t>
            </a:r>
            <a:r>
              <a:rPr lang="en-US" altLang="zh-CN" dirty="0">
                <a:latin typeface="微软雅黑" panose="020B0503020204020204" pitchFamily="34" charset="-122"/>
                <a:ea typeface="微软雅黑" panose="020B0503020204020204" pitchFamily="34" charset="-122"/>
              </a:rPr>
              <a:t>IP</a:t>
            </a:r>
            <a:r>
              <a:rPr lang="zh-CN" altLang="en-US" dirty="0">
                <a:latin typeface="微软雅黑" panose="020B0503020204020204" pitchFamily="34" charset="-122"/>
                <a:ea typeface="微软雅黑" panose="020B0503020204020204" pitchFamily="34" charset="-122"/>
              </a:rPr>
              <a:t>地址的最小损失。</a:t>
            </a:r>
          </a:p>
        </p:txBody>
      </p:sp>
    </p:spTree>
  </p:cSld>
  <p:clrMapOvr>
    <a:masterClrMapping/>
  </p:clrMapOvr>
  <p:transition spd="slow">
    <p:pull/>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4.3.1  </a:t>
            </a:r>
            <a:r>
              <a:rPr lang="zh-CN" altLang="zh-CN" dirty="0">
                <a:effectLst/>
              </a:rPr>
              <a:t>划分子网的基本概念</a:t>
            </a:r>
          </a:p>
        </p:txBody>
      </p:sp>
      <p:sp>
        <p:nvSpPr>
          <p:cNvPr id="3" name="内容占位符 2"/>
          <p:cNvSpPr>
            <a:spLocks noGrp="1"/>
          </p:cNvSpPr>
          <p:nvPr>
            <p:ph idx="1"/>
          </p:nvPr>
        </p:nvSpPr>
        <p:spPr>
          <a:xfrm>
            <a:off x="622300" y="1123951"/>
            <a:ext cx="10954459" cy="5214442"/>
          </a:xfrm>
        </p:spPr>
        <p:txBody>
          <a:bodyPr>
            <a:normAutofit/>
          </a:bodyPr>
          <a:lstStyle/>
          <a:p>
            <a:pPr marL="0" indent="0">
              <a:buNone/>
            </a:pPr>
            <a:r>
              <a:rPr lang="en-US" altLang="zh-CN" dirty="0">
                <a:latin typeface="微软雅黑" panose="020B0503020204020204" pitchFamily="34" charset="-122"/>
                <a:ea typeface="微软雅黑" panose="020B0503020204020204" pitchFamily="34" charset="-122"/>
              </a:rPr>
              <a:t>4. </a:t>
            </a:r>
            <a:r>
              <a:rPr lang="zh-CN" altLang="en-US" dirty="0">
                <a:latin typeface="微软雅黑" panose="020B0503020204020204" pitchFamily="34" charset="-122"/>
                <a:ea typeface="微软雅黑" panose="020B0503020204020204" pitchFamily="34" charset="-122"/>
              </a:rPr>
              <a:t>子网划分的原则及子网掩码的计算</a:t>
            </a:r>
          </a:p>
          <a:p>
            <a:pPr marL="0" indent="0">
              <a:buNone/>
            </a:pP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）划分子网的</a:t>
            </a:r>
            <a:r>
              <a:rPr lang="zh-CN" altLang="en-US" dirty="0" smtClean="0">
                <a:latin typeface="微软雅黑" panose="020B0503020204020204" pitchFamily="34" charset="-122"/>
                <a:ea typeface="微软雅黑" panose="020B0503020204020204" pitchFamily="34" charset="-122"/>
              </a:rPr>
              <a:t>方法</a:t>
            </a:r>
            <a:endParaRPr lang="en-US" altLang="zh-CN" dirty="0" smtClean="0">
              <a:latin typeface="微软雅黑" panose="020B0503020204020204" pitchFamily="34" charset="-122"/>
              <a:ea typeface="微软雅黑" panose="020B0503020204020204" pitchFamily="34" charset="-122"/>
            </a:endParaRPr>
          </a:p>
          <a:p>
            <a:pPr marL="0" indent="0">
              <a:buNone/>
            </a:pPr>
            <a:r>
              <a:rPr lang="en-US" altLang="zh-CN" dirty="0" smtClean="0">
                <a:latin typeface="微软雅黑" panose="020B0503020204020204" pitchFamily="34" charset="-122"/>
                <a:ea typeface="微软雅黑" panose="020B0503020204020204" pitchFamily="34" charset="-122"/>
              </a:rPr>
              <a:t>a</a:t>
            </a:r>
            <a:r>
              <a:rPr lang="en-US" altLang="zh-CN" dirty="0">
                <a:latin typeface="微软雅黑" panose="020B0503020204020204" pitchFamily="34" charset="-122"/>
                <a:ea typeface="微软雅黑" panose="020B0503020204020204" pitchFamily="34" charset="-122"/>
              </a:rPr>
              <a:t>)</a:t>
            </a:r>
            <a:r>
              <a:rPr dirty="0">
                <a:latin typeface="微软雅黑" panose="020B0503020204020204" pitchFamily="34" charset="-122"/>
                <a:ea typeface="微软雅黑" panose="020B0503020204020204" pitchFamily="34" charset="-122"/>
              </a:rPr>
              <a:t>分析需求，</a:t>
            </a:r>
            <a:r>
              <a:rPr lang="zh-CN" altLang="en-US" dirty="0">
                <a:latin typeface="微软雅黑" panose="020B0503020204020204" pitchFamily="34" charset="-122"/>
                <a:ea typeface="微软雅黑" panose="020B0503020204020204" pitchFamily="34" charset="-122"/>
              </a:rPr>
              <a:t>确定子网数目；</a:t>
            </a:r>
          </a:p>
          <a:p>
            <a:pPr marL="0" indent="0">
              <a:buNone/>
            </a:pPr>
            <a:r>
              <a:rPr lang="en-US" altLang="zh-CN" dirty="0">
                <a:latin typeface="微软雅黑" panose="020B0503020204020204" pitchFamily="34" charset="-122"/>
                <a:ea typeface="微软雅黑" panose="020B0503020204020204" pitchFamily="34" charset="-122"/>
              </a:rPr>
              <a:t>b)</a:t>
            </a:r>
            <a:r>
              <a:rPr lang="zh-CN" altLang="en-US" dirty="0">
                <a:latin typeface="微软雅黑" panose="020B0503020204020204" pitchFamily="34" charset="-122"/>
                <a:ea typeface="微软雅黑" panose="020B0503020204020204" pitchFamily="34" charset="-122"/>
              </a:rPr>
              <a:t>转换为二进制形式，确定划分该子网所需位数（向主机号借位）；</a:t>
            </a:r>
          </a:p>
          <a:p>
            <a:pPr marL="0" indent="0">
              <a:buNone/>
            </a:pPr>
            <a:r>
              <a:rPr lang="en-US" altLang="zh-CN" dirty="0">
                <a:latin typeface="微软雅黑" panose="020B0503020204020204" pitchFamily="34" charset="-122"/>
                <a:ea typeface="微软雅黑" panose="020B0503020204020204" pitchFamily="34" charset="-122"/>
              </a:rPr>
              <a:t>c)</a:t>
            </a:r>
            <a:r>
              <a:rPr dirty="0">
                <a:latin typeface="微软雅黑" panose="020B0503020204020204" pitchFamily="34" charset="-122"/>
                <a:ea typeface="微软雅黑" panose="020B0503020204020204" pitchFamily="34" charset="-122"/>
              </a:rPr>
              <a:t>网络号保持不变，根据子网号划分子网</a:t>
            </a:r>
            <a:r>
              <a:rPr lang="zh-CN" altLang="en-US" dirty="0">
                <a:latin typeface="微软雅黑" panose="020B0503020204020204" pitchFamily="34" charset="-122"/>
                <a:ea typeface="微软雅黑" panose="020B0503020204020204" pitchFamily="34" charset="-122"/>
              </a:rPr>
              <a:t>；</a:t>
            </a:r>
          </a:p>
          <a:p>
            <a:pPr marL="0" indent="0">
              <a:buNone/>
            </a:pPr>
            <a:r>
              <a:rPr lang="en-US" altLang="zh-CN" dirty="0">
                <a:latin typeface="微软雅黑" panose="020B0503020204020204" pitchFamily="34" charset="-122"/>
                <a:ea typeface="微软雅黑" panose="020B0503020204020204" pitchFamily="34" charset="-122"/>
              </a:rPr>
              <a:t>d)</a:t>
            </a:r>
            <a:r>
              <a:rPr lang="zh-CN" altLang="en-US" dirty="0">
                <a:latin typeface="微软雅黑" panose="020B0503020204020204" pitchFamily="34" charset="-122"/>
                <a:ea typeface="微软雅黑" panose="020B0503020204020204" pitchFamily="34" charset="-122"/>
              </a:rPr>
              <a:t>进行二到十进制的转换，算出子网掩码。</a:t>
            </a:r>
          </a:p>
          <a:p>
            <a:pPr marL="0" indent="0">
              <a:buNone/>
            </a:pPr>
            <a:endParaRPr lang="zh-CN" altLang="en-US" dirty="0">
              <a:latin typeface="微软雅黑" panose="020B0503020204020204" pitchFamily="34" charset="-122"/>
              <a:ea typeface="微软雅黑" panose="020B0503020204020204" pitchFamily="34" charset="-122"/>
            </a:endParaRPr>
          </a:p>
          <a:p>
            <a:pPr marL="0" indent="0">
              <a:buNone/>
            </a:pPr>
            <a:r>
              <a:rPr lang="zh-CN" altLang="en-US" dirty="0">
                <a:latin typeface="微软雅黑" panose="020B0503020204020204" pitchFamily="34" charset="-122"/>
                <a:ea typeface="微软雅黑" panose="020B0503020204020204" pitchFamily="34" charset="-122"/>
              </a:rPr>
              <a:t>练习：地址块为215.222.148.0/24,要划分成3个子网</a:t>
            </a:r>
          </a:p>
        </p:txBody>
      </p:sp>
    </p:spTree>
  </p:cSld>
  <p:clrMapOvr>
    <a:masterClrMapping/>
  </p:clrMapOvr>
  <p:transition spd="slow">
    <p:pull/>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4.3.2  </a:t>
            </a:r>
            <a:r>
              <a:rPr lang="zh-CN" altLang="en-US" dirty="0">
                <a:effectLst/>
              </a:rPr>
              <a:t>无分类域间路由选择</a:t>
            </a:r>
            <a:r>
              <a:rPr lang="en-US" altLang="zh-CN" dirty="0">
                <a:effectLst/>
              </a:rPr>
              <a:t>CIDR</a:t>
            </a:r>
            <a:r>
              <a:rPr lang="zh-CN" altLang="en-US" dirty="0">
                <a:effectLst/>
              </a:rPr>
              <a:t>（构成超网）</a:t>
            </a:r>
            <a:endParaRPr lang="zh-CN" altLang="zh-CN" dirty="0">
              <a:effectLst/>
            </a:endParaRPr>
          </a:p>
        </p:txBody>
      </p:sp>
      <p:sp>
        <p:nvSpPr>
          <p:cNvPr id="3" name="内容占位符 2"/>
          <p:cNvSpPr>
            <a:spLocks noGrp="1"/>
          </p:cNvSpPr>
          <p:nvPr>
            <p:ph idx="1"/>
          </p:nvPr>
        </p:nvSpPr>
        <p:spPr/>
        <p:txBody>
          <a:bodyPr>
            <a:normAutofit/>
          </a:bodyPr>
          <a:lstStyle/>
          <a:p>
            <a:pPr marL="0" indent="0">
              <a:buNone/>
            </a:pP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）无分类编址</a:t>
            </a:r>
            <a:r>
              <a:rPr lang="en-US" altLang="zh-CN" dirty="0">
                <a:latin typeface="微软雅黑" panose="020B0503020204020204" pitchFamily="34" charset="-122"/>
                <a:ea typeface="微软雅黑" panose="020B0503020204020204" pitchFamily="34" charset="-122"/>
              </a:rPr>
              <a:t>CIDR</a:t>
            </a:r>
            <a:r>
              <a:rPr lang="zh-CN" altLang="en-US" dirty="0">
                <a:latin typeface="微软雅黑" panose="020B0503020204020204" pitchFamily="34" charset="-122"/>
                <a:ea typeface="微软雅黑" panose="020B0503020204020204" pitchFamily="34" charset="-122"/>
              </a:rPr>
              <a:t>的由来：</a:t>
            </a:r>
            <a:r>
              <a:rPr lang="en-US" altLang="zh-CN" dirty="0">
                <a:latin typeface="微软雅黑" panose="020B0503020204020204" pitchFamily="34" charset="-122"/>
                <a:ea typeface="微软雅黑" panose="020B0503020204020204" pitchFamily="34" charset="-122"/>
              </a:rPr>
              <a:t>1992 </a:t>
            </a:r>
            <a:r>
              <a:rPr lang="zh-CN" altLang="en-US" dirty="0">
                <a:latin typeface="微软雅黑" panose="020B0503020204020204" pitchFamily="34" charset="-122"/>
                <a:ea typeface="微软雅黑" panose="020B0503020204020204" pitchFamily="34" charset="-122"/>
              </a:rPr>
              <a:t>年因特网面临的问题（虽然划分子网在一定程度上缓解了因特网在发展中遇到的困难）。</a:t>
            </a:r>
            <a:r>
              <a:rPr lang="en-US" altLang="zh-CN" dirty="0">
                <a:latin typeface="微软雅黑" panose="020B0503020204020204" pitchFamily="34" charset="-122"/>
                <a:ea typeface="微软雅黑" panose="020B0503020204020204" pitchFamily="34" charset="-122"/>
              </a:rPr>
              <a:t>1992 </a:t>
            </a:r>
            <a:r>
              <a:rPr lang="zh-CN" altLang="en-US" dirty="0">
                <a:latin typeface="微软雅黑" panose="020B0503020204020204" pitchFamily="34" charset="-122"/>
                <a:ea typeface="微软雅黑" panose="020B0503020204020204" pitchFamily="34" charset="-122"/>
              </a:rPr>
              <a:t>年</a:t>
            </a:r>
            <a:r>
              <a:rPr lang="en-US" altLang="zh-CN" dirty="0">
                <a:latin typeface="微软雅黑" panose="020B0503020204020204" pitchFamily="34" charset="-122"/>
                <a:ea typeface="微软雅黑" panose="020B0503020204020204" pitchFamily="34" charset="-122"/>
              </a:rPr>
              <a:t>B </a:t>
            </a:r>
            <a:r>
              <a:rPr lang="zh-CN" altLang="en-US" dirty="0">
                <a:latin typeface="微软雅黑" panose="020B0503020204020204" pitchFamily="34" charset="-122"/>
                <a:ea typeface="微软雅黑" panose="020B0503020204020204" pitchFamily="34" charset="-122"/>
              </a:rPr>
              <a:t>类地址已分配了近一半，</a:t>
            </a:r>
            <a:r>
              <a:rPr lang="en-US" altLang="zh-CN" dirty="0">
                <a:latin typeface="微软雅黑" panose="020B0503020204020204" pitchFamily="34" charset="-122"/>
                <a:ea typeface="微软雅黑" panose="020B0503020204020204" pitchFamily="34" charset="-122"/>
              </a:rPr>
              <a:t>1994 </a:t>
            </a:r>
            <a:r>
              <a:rPr lang="zh-CN" altLang="en-US" dirty="0">
                <a:latin typeface="微软雅黑" panose="020B0503020204020204" pitchFamily="34" charset="-122"/>
                <a:ea typeface="微软雅黑" panose="020B0503020204020204" pitchFamily="34" charset="-122"/>
              </a:rPr>
              <a:t>年 </a:t>
            </a:r>
            <a:r>
              <a:rPr lang="en-US" altLang="zh-CN" dirty="0">
                <a:latin typeface="微软雅黑" panose="020B0503020204020204" pitchFamily="34" charset="-122"/>
                <a:ea typeface="微软雅黑" panose="020B0503020204020204" pitchFamily="34" charset="-122"/>
              </a:rPr>
              <a:t>3 </a:t>
            </a:r>
            <a:r>
              <a:rPr lang="zh-CN" altLang="en-US" dirty="0">
                <a:latin typeface="微软雅黑" panose="020B0503020204020204" pitchFamily="34" charset="-122"/>
                <a:ea typeface="微软雅黑" panose="020B0503020204020204" pitchFamily="34" charset="-122"/>
              </a:rPr>
              <a:t>月全部分配完毕！因特网主干网上的路由表中的项目数急剧增长（从几千个增长到几万个）。整个 </a:t>
            </a:r>
            <a:r>
              <a:rPr lang="en-US" altLang="zh-CN" dirty="0">
                <a:latin typeface="微软雅黑" panose="020B0503020204020204" pitchFamily="34" charset="-122"/>
                <a:ea typeface="微软雅黑" panose="020B0503020204020204" pitchFamily="34" charset="-122"/>
              </a:rPr>
              <a:t>IPv4 </a:t>
            </a:r>
            <a:r>
              <a:rPr lang="zh-CN" altLang="en-US" dirty="0">
                <a:latin typeface="微软雅黑" panose="020B0503020204020204" pitchFamily="34" charset="-122"/>
                <a:ea typeface="微软雅黑" panose="020B0503020204020204" pitchFamily="34" charset="-122"/>
              </a:rPr>
              <a:t>的地址空间最终将全部耗尽。</a:t>
            </a:r>
            <a:r>
              <a:rPr lang="en-US" altLang="zh-CN" dirty="0">
                <a:latin typeface="微软雅黑" panose="020B0503020204020204" pitchFamily="34" charset="-122"/>
                <a:ea typeface="微软雅黑" panose="020B0503020204020204" pitchFamily="34" charset="-122"/>
              </a:rPr>
              <a:t>1987 </a:t>
            </a:r>
            <a:r>
              <a:rPr lang="zh-CN" altLang="en-US" dirty="0">
                <a:latin typeface="微软雅黑" panose="020B0503020204020204" pitchFamily="34" charset="-122"/>
                <a:ea typeface="微软雅黑" panose="020B0503020204020204" pitchFamily="34" charset="-122"/>
              </a:rPr>
              <a:t>年，</a:t>
            </a:r>
            <a:r>
              <a:rPr lang="en-US" altLang="zh-CN" dirty="0">
                <a:latin typeface="微软雅黑" panose="020B0503020204020204" pitchFamily="34" charset="-122"/>
                <a:ea typeface="微软雅黑" panose="020B0503020204020204" pitchFamily="34" charset="-122"/>
              </a:rPr>
              <a:t>RFC 1009 </a:t>
            </a:r>
            <a:r>
              <a:rPr lang="zh-CN" altLang="en-US" dirty="0">
                <a:latin typeface="微软雅黑" panose="020B0503020204020204" pitchFamily="34" charset="-122"/>
                <a:ea typeface="微软雅黑" panose="020B0503020204020204" pitchFamily="34" charset="-122"/>
              </a:rPr>
              <a:t>就指明了在一个划分子网的网络中可同时使用几个不同的子网掩码。使用变长子网掩码 </a:t>
            </a:r>
            <a:r>
              <a:rPr lang="en-US" altLang="zh-CN" dirty="0">
                <a:latin typeface="微软雅黑" panose="020B0503020204020204" pitchFamily="34" charset="-122"/>
                <a:ea typeface="微软雅黑" panose="020B0503020204020204" pitchFamily="34" charset="-122"/>
              </a:rPr>
              <a:t>VLSM (Variable Length Subnet Mask)</a:t>
            </a:r>
            <a:r>
              <a:rPr lang="zh-CN" altLang="en-US" dirty="0">
                <a:latin typeface="微软雅黑" panose="020B0503020204020204" pitchFamily="34" charset="-122"/>
                <a:ea typeface="微软雅黑" panose="020B0503020204020204" pitchFamily="34" charset="-122"/>
              </a:rPr>
              <a:t>可进一步提高 </a:t>
            </a:r>
            <a:r>
              <a:rPr lang="en-US" altLang="zh-CN" dirty="0">
                <a:latin typeface="微软雅黑" panose="020B0503020204020204" pitchFamily="34" charset="-122"/>
                <a:ea typeface="微软雅黑" panose="020B0503020204020204" pitchFamily="34" charset="-122"/>
              </a:rPr>
              <a:t>IP </a:t>
            </a:r>
            <a:r>
              <a:rPr lang="zh-CN" altLang="en-US" dirty="0">
                <a:latin typeface="微软雅黑" panose="020B0503020204020204" pitchFamily="34" charset="-122"/>
                <a:ea typeface="微软雅黑" panose="020B0503020204020204" pitchFamily="34" charset="-122"/>
              </a:rPr>
              <a:t>地址资源的利用率。在 </a:t>
            </a:r>
            <a:r>
              <a:rPr lang="en-US" altLang="zh-CN" dirty="0">
                <a:latin typeface="微软雅黑" panose="020B0503020204020204" pitchFamily="34" charset="-122"/>
                <a:ea typeface="微软雅黑" panose="020B0503020204020204" pitchFamily="34" charset="-122"/>
              </a:rPr>
              <a:t>VLSM </a:t>
            </a:r>
            <a:r>
              <a:rPr lang="zh-CN" altLang="en-US" dirty="0">
                <a:latin typeface="微软雅黑" panose="020B0503020204020204" pitchFamily="34" charset="-122"/>
                <a:ea typeface="微软雅黑" panose="020B0503020204020204" pitchFamily="34" charset="-122"/>
              </a:rPr>
              <a:t>的基础上又进一步研究出无分类编址方法，它的正式名字是无分类域间路由选择 </a:t>
            </a:r>
            <a:r>
              <a:rPr lang="en-US" altLang="zh-CN" dirty="0">
                <a:latin typeface="微软雅黑" panose="020B0503020204020204" pitchFamily="34" charset="-122"/>
                <a:ea typeface="微软雅黑" panose="020B0503020204020204" pitchFamily="34" charset="-122"/>
              </a:rPr>
              <a:t>CIDR (Classless Inter-Domain Routing)</a:t>
            </a:r>
            <a:r>
              <a:rPr lang="zh-CN" altLang="en-US" dirty="0">
                <a:latin typeface="微软雅黑" panose="020B0503020204020204" pitchFamily="34" charset="-122"/>
                <a:ea typeface="微软雅黑" panose="020B0503020204020204" pitchFamily="34" charset="-122"/>
              </a:rPr>
              <a:t>。</a:t>
            </a:r>
          </a:p>
        </p:txBody>
      </p:sp>
    </p:spTree>
  </p:cSld>
  <p:clrMapOvr>
    <a:masterClrMapping/>
  </p:clrMapOvr>
  <p:transition spd="slow">
    <p:pull/>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4.3.2  </a:t>
            </a:r>
            <a:r>
              <a:rPr lang="zh-CN" altLang="en-US" dirty="0">
                <a:effectLst/>
              </a:rPr>
              <a:t>无分类域间路由选择</a:t>
            </a:r>
            <a:r>
              <a:rPr lang="en-US" altLang="zh-CN" dirty="0">
                <a:effectLst/>
              </a:rPr>
              <a:t>CIDR</a:t>
            </a:r>
            <a:r>
              <a:rPr lang="zh-CN" altLang="en-US" dirty="0">
                <a:effectLst/>
              </a:rPr>
              <a:t>（构成超网）</a:t>
            </a:r>
            <a:endParaRPr lang="zh-CN" altLang="zh-CN" dirty="0">
              <a:effectLst/>
            </a:endParaRPr>
          </a:p>
        </p:txBody>
      </p:sp>
      <p:sp>
        <p:nvSpPr>
          <p:cNvPr id="3" name="内容占位符 2"/>
          <p:cNvSpPr>
            <a:spLocks noGrp="1"/>
          </p:cNvSpPr>
          <p:nvPr>
            <p:ph idx="1"/>
          </p:nvPr>
        </p:nvSpPr>
        <p:spPr/>
        <p:txBody>
          <a:bodyPr>
            <a:normAutofit fontScale="92500"/>
          </a:bodyPr>
          <a:lstStyle/>
          <a:p>
            <a:pPr marL="0" indent="0">
              <a:buNone/>
            </a:pP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）无分类编址</a:t>
            </a:r>
            <a:r>
              <a:rPr lang="en-US" altLang="zh-CN" dirty="0">
                <a:latin typeface="微软雅黑" panose="020B0503020204020204" pitchFamily="34" charset="-122"/>
                <a:ea typeface="微软雅黑" panose="020B0503020204020204" pitchFamily="34" charset="-122"/>
              </a:rPr>
              <a:t>CIDR</a:t>
            </a:r>
            <a:r>
              <a:rPr lang="zh-CN" altLang="en-US" dirty="0">
                <a:latin typeface="微软雅黑" panose="020B0503020204020204" pitchFamily="34" charset="-122"/>
                <a:ea typeface="微软雅黑" panose="020B0503020204020204" pitchFamily="34" charset="-122"/>
              </a:rPr>
              <a:t>的定义及表示方法：</a:t>
            </a:r>
          </a:p>
          <a:p>
            <a:pPr marL="0" indent="0">
              <a:buNone/>
            </a:pPr>
            <a:r>
              <a:rPr lang="zh-CN" altLang="en-US" dirty="0">
                <a:latin typeface="微软雅黑" panose="020B0503020204020204" pitchFamily="34" charset="-122"/>
                <a:ea typeface="微软雅黑" panose="020B0503020204020204" pitchFamily="34" charset="-122"/>
              </a:rPr>
              <a:t>无分类的两级编址</a:t>
            </a:r>
            <a:r>
              <a:rPr lang="en-US" altLang="zh-CN" dirty="0">
                <a:latin typeface="微软雅黑" panose="020B0503020204020204" pitchFamily="34" charset="-122"/>
                <a:ea typeface="微软雅黑" panose="020B0503020204020204" pitchFamily="34" charset="-122"/>
              </a:rPr>
              <a:t>CIDR</a:t>
            </a:r>
            <a:r>
              <a:rPr lang="zh-CN" altLang="en-US" dirty="0">
                <a:latin typeface="微软雅黑" panose="020B0503020204020204" pitchFamily="34" charset="-122"/>
                <a:ea typeface="微软雅黑" panose="020B0503020204020204" pitchFamily="34" charset="-122"/>
              </a:rPr>
              <a:t>的定义： </a:t>
            </a:r>
            <a:r>
              <a:rPr lang="en-US" altLang="zh-CN" dirty="0">
                <a:latin typeface="微软雅黑" panose="020B0503020204020204" pitchFamily="34" charset="-122"/>
                <a:ea typeface="微软雅黑" panose="020B0503020204020204" pitchFamily="34" charset="-122"/>
              </a:rPr>
              <a:t>IP</a:t>
            </a:r>
            <a:r>
              <a:rPr lang="zh-CN" altLang="en-US" dirty="0">
                <a:latin typeface="微软雅黑" panose="020B0503020204020204" pitchFamily="34" charset="-122"/>
                <a:ea typeface="微软雅黑" panose="020B0503020204020204" pitchFamily="34" charset="-122"/>
              </a:rPr>
              <a:t>地址 </a:t>
            </a:r>
            <a:r>
              <a:rPr lang="en-US" altLang="zh-CN" dirty="0">
                <a:latin typeface="微软雅黑" panose="020B0503020204020204" pitchFamily="34" charset="-122"/>
                <a:ea typeface="微软雅黑" panose="020B0503020204020204" pitchFamily="34" charset="-122"/>
              </a:rPr>
              <a:t>::= {&lt;</a:t>
            </a:r>
            <a:r>
              <a:rPr lang="zh-CN" altLang="en-US" dirty="0">
                <a:latin typeface="微软雅黑" panose="020B0503020204020204" pitchFamily="34" charset="-122"/>
                <a:ea typeface="微软雅黑" panose="020B0503020204020204" pitchFamily="34" charset="-122"/>
              </a:rPr>
              <a:t>网络前缀</a:t>
            </a:r>
            <a:r>
              <a:rPr lang="en-US" altLang="zh-CN" dirty="0">
                <a:latin typeface="微软雅黑" panose="020B0503020204020204" pitchFamily="34" charset="-122"/>
                <a:ea typeface="微软雅黑" panose="020B0503020204020204" pitchFamily="34" charset="-122"/>
              </a:rPr>
              <a:t>&gt;, &lt;</a:t>
            </a:r>
            <a:r>
              <a:rPr lang="zh-CN" altLang="en-US" dirty="0">
                <a:latin typeface="微软雅黑" panose="020B0503020204020204" pitchFamily="34" charset="-122"/>
                <a:ea typeface="微软雅黑" panose="020B0503020204020204" pitchFamily="34" charset="-122"/>
              </a:rPr>
              <a:t>主机号</a:t>
            </a:r>
            <a:r>
              <a:rPr lang="en-US" altLang="zh-CN" dirty="0">
                <a:latin typeface="微软雅黑" panose="020B0503020204020204" pitchFamily="34" charset="-122"/>
                <a:ea typeface="微软雅黑" panose="020B0503020204020204" pitchFamily="34" charset="-122"/>
              </a:rPr>
              <a:t>&gt;}          </a:t>
            </a:r>
          </a:p>
          <a:p>
            <a:pPr marL="0" indent="0">
              <a:buNone/>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表示方法：</a:t>
            </a:r>
          </a:p>
          <a:p>
            <a:pPr marL="0" indent="0">
              <a:buNone/>
            </a:pPr>
            <a:r>
              <a:rPr lang="zh-CN" altLang="en-US" dirty="0">
                <a:latin typeface="微软雅黑" panose="020B0503020204020204" pitchFamily="34" charset="-122"/>
                <a:ea typeface="微软雅黑" panose="020B0503020204020204" pitchFamily="34" charset="-122"/>
              </a:rPr>
              <a:t>①使用“斜线记法”</a:t>
            </a:r>
            <a:r>
              <a:rPr lang="en-US" altLang="zh-CN" dirty="0">
                <a:latin typeface="微软雅黑" panose="020B0503020204020204" pitchFamily="34" charset="-122"/>
                <a:ea typeface="微软雅黑" panose="020B0503020204020204" pitchFamily="34" charset="-122"/>
              </a:rPr>
              <a:t>(slash notation)</a:t>
            </a:r>
            <a:r>
              <a:rPr lang="zh-CN" altLang="en-US" dirty="0">
                <a:latin typeface="微软雅黑" panose="020B0503020204020204" pitchFamily="34" charset="-122"/>
                <a:ea typeface="微软雅黑" panose="020B0503020204020204" pitchFamily="34" charset="-122"/>
              </a:rPr>
              <a:t>，又称为</a:t>
            </a:r>
            <a:r>
              <a:rPr lang="en-US" altLang="zh-CN" dirty="0">
                <a:latin typeface="微软雅黑" panose="020B0503020204020204" pitchFamily="34" charset="-122"/>
                <a:ea typeface="微软雅黑" panose="020B0503020204020204" pitchFamily="34" charset="-122"/>
              </a:rPr>
              <a:t>CIDR</a:t>
            </a:r>
            <a:r>
              <a:rPr lang="zh-CN" altLang="en-US" dirty="0">
                <a:latin typeface="微软雅黑" panose="020B0503020204020204" pitchFamily="34" charset="-122"/>
                <a:ea typeface="微软雅黑" panose="020B0503020204020204" pitchFamily="34" charset="-122"/>
              </a:rPr>
              <a:t>记法，把网络前缀都相同的连续的 </a:t>
            </a:r>
            <a:r>
              <a:rPr lang="en-US" altLang="zh-CN" dirty="0">
                <a:latin typeface="微软雅黑" panose="020B0503020204020204" pitchFamily="34" charset="-122"/>
                <a:ea typeface="微软雅黑" panose="020B0503020204020204" pitchFamily="34" charset="-122"/>
              </a:rPr>
              <a:t>IP </a:t>
            </a:r>
            <a:r>
              <a:rPr lang="zh-CN" altLang="en-US" dirty="0">
                <a:latin typeface="微软雅黑" panose="020B0503020204020204" pitchFamily="34" charset="-122"/>
                <a:ea typeface="微软雅黑" panose="020B0503020204020204" pitchFamily="34" charset="-122"/>
              </a:rPr>
              <a:t>地址组成“</a:t>
            </a:r>
            <a:r>
              <a:rPr lang="en-US" altLang="zh-CN" dirty="0">
                <a:latin typeface="微软雅黑" panose="020B0503020204020204" pitchFamily="34" charset="-122"/>
                <a:ea typeface="微软雅黑" panose="020B0503020204020204" pitchFamily="34" charset="-122"/>
              </a:rPr>
              <a:t>CIDR </a:t>
            </a:r>
            <a:r>
              <a:rPr lang="zh-CN" altLang="en-US" dirty="0">
                <a:latin typeface="微软雅黑" panose="020B0503020204020204" pitchFamily="34" charset="-122"/>
                <a:ea typeface="微软雅黑" panose="020B0503020204020204" pitchFamily="34" charset="-122"/>
              </a:rPr>
              <a:t>地址块”。如：</a:t>
            </a:r>
            <a:r>
              <a:rPr lang="en-US" altLang="zh-CN" dirty="0">
                <a:latin typeface="微软雅黑" panose="020B0503020204020204" pitchFamily="34" charset="-122"/>
                <a:ea typeface="微软雅黑" panose="020B0503020204020204" pitchFamily="34" charset="-122"/>
              </a:rPr>
              <a:t>128.14.35.7/20  </a:t>
            </a:r>
          </a:p>
          <a:p>
            <a:pPr marL="0" indent="0">
              <a:buNone/>
            </a:pPr>
            <a:r>
              <a:rPr lang="en-US" altLang="zh-CN" dirty="0">
                <a:solidFill>
                  <a:srgbClr val="FF0000"/>
                </a:solidFill>
                <a:latin typeface="微软雅黑" panose="020B0503020204020204" pitchFamily="34" charset="-122"/>
                <a:ea typeface="微软雅黑" panose="020B0503020204020204" pitchFamily="34" charset="-122"/>
              </a:rPr>
              <a:t>128.14.32.0/20 </a:t>
            </a:r>
            <a:r>
              <a:rPr lang="zh-CN" altLang="en-US" dirty="0">
                <a:solidFill>
                  <a:srgbClr val="FF0000"/>
                </a:solidFill>
                <a:latin typeface="微软雅黑" panose="020B0503020204020204" pitchFamily="34" charset="-122"/>
                <a:ea typeface="微软雅黑" panose="020B0503020204020204" pitchFamily="34" charset="-122"/>
              </a:rPr>
              <a:t>地址块</a:t>
            </a:r>
            <a:r>
              <a:rPr lang="zh-CN" altLang="en-US" dirty="0">
                <a:latin typeface="微软雅黑" panose="020B0503020204020204" pitchFamily="34" charset="-122"/>
                <a:ea typeface="微软雅黑" panose="020B0503020204020204" pitchFamily="34" charset="-122"/>
              </a:rPr>
              <a:t>：共有 </a:t>
            </a:r>
            <a:r>
              <a:rPr lang="en-US" altLang="zh-CN" dirty="0">
                <a:latin typeface="微软雅黑" panose="020B0503020204020204" pitchFamily="34" charset="-122"/>
                <a:ea typeface="微软雅黑" panose="020B0503020204020204" pitchFamily="34" charset="-122"/>
              </a:rPr>
              <a:t>2^12 -2</a:t>
            </a:r>
            <a:r>
              <a:rPr lang="zh-CN" altLang="en-US" dirty="0">
                <a:latin typeface="微软雅黑" panose="020B0503020204020204" pitchFamily="34" charset="-122"/>
                <a:ea typeface="微软雅黑" panose="020B0503020204020204" pitchFamily="34" charset="-122"/>
              </a:rPr>
              <a:t>个地址（全</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和全</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不用）</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如下图</a:t>
            </a:r>
            <a:r>
              <a:rPr lang="en-US" altLang="zh-CN" dirty="0">
                <a:latin typeface="微软雅黑" panose="020B0503020204020204" pitchFamily="34" charset="-122"/>
                <a:ea typeface="微软雅黑" panose="020B0503020204020204" pitchFamily="34" charset="-122"/>
              </a:rPr>
              <a:t>4-28</a:t>
            </a:r>
            <a:r>
              <a:rPr lang="zh-CN" altLang="en-US" dirty="0">
                <a:latin typeface="微软雅黑" panose="020B0503020204020204" pitchFamily="34" charset="-122"/>
                <a:ea typeface="微软雅黑" panose="020B0503020204020204" pitchFamily="34" charset="-122"/>
              </a:rPr>
              <a:t>所示，起始地址是 </a:t>
            </a:r>
            <a:r>
              <a:rPr lang="en-US" altLang="zh-CN" dirty="0">
                <a:latin typeface="微软雅黑" panose="020B0503020204020204" pitchFamily="34" charset="-122"/>
                <a:ea typeface="微软雅黑" panose="020B0503020204020204" pitchFamily="34" charset="-122"/>
              </a:rPr>
              <a:t>128.14.32.0</a:t>
            </a:r>
            <a:r>
              <a:rPr lang="zh-CN" altLang="en-US" dirty="0">
                <a:latin typeface="微软雅黑" panose="020B0503020204020204" pitchFamily="34" charset="-122"/>
                <a:ea typeface="微软雅黑" panose="020B0503020204020204" pitchFamily="34" charset="-122"/>
              </a:rPr>
              <a:t>，最小地址：</a:t>
            </a:r>
            <a:r>
              <a:rPr lang="en-US" altLang="zh-CN" dirty="0">
                <a:latin typeface="微软雅黑" panose="020B0503020204020204" pitchFamily="34" charset="-122"/>
                <a:ea typeface="微软雅黑" panose="020B0503020204020204" pitchFamily="34" charset="-122"/>
              </a:rPr>
              <a:t>128.14.32.0</a:t>
            </a:r>
            <a:r>
              <a:rPr lang="zh-CN" altLang="en-US" dirty="0">
                <a:latin typeface="微软雅黑" panose="020B0503020204020204" pitchFamily="34" charset="-122"/>
                <a:ea typeface="微软雅黑" panose="020B0503020204020204" pitchFamily="34" charset="-122"/>
              </a:rPr>
              <a:t>，最大地址：</a:t>
            </a:r>
            <a:r>
              <a:rPr lang="en-US" altLang="zh-CN" dirty="0">
                <a:latin typeface="微软雅黑" panose="020B0503020204020204" pitchFamily="34" charset="-122"/>
                <a:ea typeface="微软雅黑" panose="020B0503020204020204" pitchFamily="34" charset="-122"/>
              </a:rPr>
              <a:t>128.14.47.255</a:t>
            </a:r>
            <a:r>
              <a:rPr lang="zh-CN" altLang="en-US" dirty="0">
                <a:latin typeface="微软雅黑" panose="020B0503020204020204" pitchFamily="34" charset="-122"/>
                <a:ea typeface="微软雅黑" panose="020B0503020204020204" pitchFamily="34" charset="-122"/>
              </a:rPr>
              <a:t>，在不需要指出地址块的起始地址时，也可将这样的地址块简称为“</a:t>
            </a:r>
            <a:r>
              <a:rPr lang="en-US" altLang="zh-CN" dirty="0">
                <a:latin typeface="微软雅黑" panose="020B0503020204020204" pitchFamily="34" charset="-122"/>
                <a:ea typeface="微软雅黑" panose="020B0503020204020204" pitchFamily="34" charset="-122"/>
              </a:rPr>
              <a:t>/20 </a:t>
            </a:r>
            <a:r>
              <a:rPr lang="zh-CN" altLang="en-US" dirty="0">
                <a:latin typeface="微软雅黑" panose="020B0503020204020204" pitchFamily="34" charset="-122"/>
                <a:ea typeface="微软雅黑" panose="020B0503020204020204" pitchFamily="34" charset="-122"/>
              </a:rPr>
              <a:t>地址块”。</a:t>
            </a:r>
            <a:r>
              <a:rPr lang="en-US" altLang="zh-CN" dirty="0">
                <a:latin typeface="微软雅黑" panose="020B0503020204020204" pitchFamily="34" charset="-122"/>
                <a:ea typeface="微软雅黑" panose="020B0503020204020204" pitchFamily="34" charset="-122"/>
              </a:rPr>
              <a:t>128.14.32.0/20 </a:t>
            </a:r>
            <a:r>
              <a:rPr lang="zh-CN" altLang="en-US" dirty="0">
                <a:latin typeface="微软雅黑" panose="020B0503020204020204" pitchFamily="34" charset="-122"/>
                <a:ea typeface="微软雅黑" panose="020B0503020204020204" pitchFamily="34" charset="-122"/>
              </a:rPr>
              <a:t>表示的地址（</a:t>
            </a:r>
            <a:r>
              <a:rPr lang="en-US" altLang="zh-CN" dirty="0">
                <a:latin typeface="微软雅黑" panose="020B0503020204020204" pitchFamily="34" charset="-122"/>
                <a:ea typeface="微软雅黑" panose="020B0503020204020204" pitchFamily="34" charset="-122"/>
              </a:rPr>
              <a:t>2^12 -2 </a:t>
            </a:r>
            <a:r>
              <a:rPr lang="zh-CN" altLang="en-US" dirty="0">
                <a:latin typeface="微软雅黑" panose="020B0503020204020204" pitchFamily="34" charset="-122"/>
                <a:ea typeface="微软雅黑" panose="020B0503020204020204" pitchFamily="34" charset="-122"/>
              </a:rPr>
              <a:t>个地址）</a:t>
            </a:r>
          </a:p>
        </p:txBody>
      </p:sp>
    </p:spTree>
  </p:cSld>
  <p:clrMapOvr>
    <a:masterClrMapping/>
  </p:clrMapOvr>
  <p:transition spd="slow">
    <p:pull/>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4.3.2  </a:t>
            </a:r>
            <a:r>
              <a:rPr lang="zh-CN" altLang="en-US" dirty="0">
                <a:effectLst/>
              </a:rPr>
              <a:t>无分类域间路由选择</a:t>
            </a:r>
            <a:r>
              <a:rPr lang="en-US" altLang="zh-CN" dirty="0">
                <a:effectLst/>
              </a:rPr>
              <a:t>CIDR</a:t>
            </a:r>
            <a:r>
              <a:rPr lang="zh-CN" altLang="en-US" dirty="0">
                <a:effectLst/>
              </a:rPr>
              <a:t>（构成超网）</a:t>
            </a:r>
            <a:endParaRPr lang="zh-CN" altLang="zh-CN" dirty="0">
              <a:effectLst/>
            </a:endParaRPr>
          </a:p>
        </p:txBody>
      </p:sp>
      <p:sp>
        <p:nvSpPr>
          <p:cNvPr id="3" name="内容占位符 2"/>
          <p:cNvSpPr>
            <a:spLocks noGrp="1"/>
          </p:cNvSpPr>
          <p:nvPr>
            <p:ph idx="1"/>
          </p:nvPr>
        </p:nvSpPr>
        <p:spPr/>
        <p:txBody>
          <a:bodyPr>
            <a:normAutofit/>
          </a:bodyPr>
          <a:lstStyle/>
          <a:p>
            <a:pPr marL="0" indent="0">
              <a:buNone/>
            </a:pP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）地址掩码：</a:t>
            </a:r>
          </a:p>
          <a:p>
            <a:pPr marL="0" indent="0">
              <a:buNone/>
            </a:pPr>
            <a:r>
              <a:rPr lang="zh-CN" altLang="en-US" dirty="0">
                <a:latin typeface="微软雅黑" panose="020B0503020204020204" pitchFamily="34" charset="-122"/>
                <a:ea typeface="微软雅黑" panose="020B0503020204020204" pitchFamily="34" charset="-122"/>
              </a:rPr>
              <a:t>虽然</a:t>
            </a:r>
            <a:r>
              <a:rPr lang="en-US" altLang="zh-CN" dirty="0">
                <a:latin typeface="微软雅黑" panose="020B0503020204020204" pitchFamily="34" charset="-122"/>
                <a:ea typeface="微软雅黑" panose="020B0503020204020204" pitchFamily="34" charset="-122"/>
              </a:rPr>
              <a:t>CIDR</a:t>
            </a:r>
            <a:r>
              <a:rPr lang="zh-CN" altLang="en-US" dirty="0">
                <a:latin typeface="微软雅黑" panose="020B0503020204020204" pitchFamily="34" charset="-122"/>
                <a:ea typeface="微软雅黑" panose="020B0503020204020204" pitchFamily="34" charset="-122"/>
              </a:rPr>
              <a:t>不使用划分子网的概念，但仍然使用地址掩码的概念。所谓的地址掩码是由一连串的</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组成，而</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的个数就是网络前缀的长度（位数），总共由</a:t>
            </a:r>
            <a:r>
              <a:rPr lang="en-US" altLang="zh-CN" dirty="0">
                <a:latin typeface="微软雅黑" panose="020B0503020204020204" pitchFamily="34" charset="-122"/>
                <a:ea typeface="微软雅黑" panose="020B0503020204020204" pitchFamily="34" charset="-122"/>
              </a:rPr>
              <a:t>32bit</a:t>
            </a:r>
            <a:r>
              <a:rPr lang="zh-CN" altLang="en-US" dirty="0">
                <a:latin typeface="微软雅黑" panose="020B0503020204020204" pitchFamily="34" charset="-122"/>
                <a:ea typeface="微软雅黑" panose="020B0503020204020204" pitchFamily="34" charset="-122"/>
              </a:rPr>
              <a:t>组成。在斜线记法中，斜线后面的数字就是地址掩码中</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的个数。</a:t>
            </a:r>
          </a:p>
          <a:p>
            <a:pPr marL="0" indent="0">
              <a:buNone/>
            </a:pPr>
            <a:r>
              <a:rPr lang="en-US" altLang="zh-CN" dirty="0">
                <a:latin typeface="微软雅黑" panose="020B0503020204020204" pitchFamily="34" charset="-122"/>
                <a:ea typeface="微软雅黑" panose="020B0503020204020204" pitchFamily="34" charset="-122"/>
              </a:rPr>
              <a:t>9.0.0.0/10 </a:t>
            </a:r>
            <a:r>
              <a:rPr lang="zh-CN" altLang="en-US" dirty="0">
                <a:latin typeface="微软雅黑" panose="020B0503020204020204" pitchFamily="34" charset="-122"/>
                <a:ea typeface="微软雅黑" panose="020B0503020204020204" pitchFamily="34" charset="-122"/>
              </a:rPr>
              <a:t>隐含地指出 </a:t>
            </a:r>
            <a:r>
              <a:rPr lang="en-US" altLang="zh-CN" dirty="0">
                <a:latin typeface="微软雅黑" panose="020B0503020204020204" pitchFamily="34" charset="-122"/>
                <a:ea typeface="微软雅黑" panose="020B0503020204020204" pitchFamily="34" charset="-122"/>
              </a:rPr>
              <a:t>IP </a:t>
            </a:r>
            <a:r>
              <a:rPr lang="zh-CN" altLang="en-US" dirty="0">
                <a:latin typeface="微软雅黑" panose="020B0503020204020204" pitchFamily="34" charset="-122"/>
                <a:ea typeface="微软雅黑" panose="020B0503020204020204" pitchFamily="34" charset="-122"/>
              </a:rPr>
              <a:t>地址</a:t>
            </a:r>
            <a:r>
              <a:rPr lang="en-US" altLang="zh-CN" dirty="0">
                <a:latin typeface="微软雅黑" panose="020B0503020204020204" pitchFamily="34" charset="-122"/>
                <a:ea typeface="微软雅黑" panose="020B0503020204020204" pitchFamily="34" charset="-122"/>
              </a:rPr>
              <a:t>9.0.0.0 </a:t>
            </a:r>
            <a:r>
              <a:rPr lang="zh-CN" altLang="en-US" dirty="0">
                <a:latin typeface="微软雅黑" panose="020B0503020204020204" pitchFamily="34" charset="-122"/>
                <a:ea typeface="微软雅黑" panose="020B0503020204020204" pitchFamily="34" charset="-122"/>
              </a:rPr>
              <a:t>的掩码是 </a:t>
            </a:r>
            <a:r>
              <a:rPr lang="en-US" altLang="zh-CN" dirty="0">
                <a:latin typeface="微软雅黑" panose="020B0503020204020204" pitchFamily="34" charset="-122"/>
                <a:ea typeface="微软雅黑" panose="020B0503020204020204" pitchFamily="34" charset="-122"/>
              </a:rPr>
              <a:t>255.192.0.0</a:t>
            </a:r>
            <a:r>
              <a:rPr lang="zh-CN" altLang="en-US" dirty="0">
                <a:latin typeface="微软雅黑" panose="020B0503020204020204" pitchFamily="34" charset="-122"/>
                <a:ea typeface="微软雅黑" panose="020B0503020204020204" pitchFamily="34" charset="-122"/>
              </a:rPr>
              <a:t>。此掩码可表示为</a:t>
            </a:r>
            <a:r>
              <a:rPr lang="en-US" altLang="zh-CN" dirty="0">
                <a:latin typeface="微软雅黑" panose="020B0503020204020204" pitchFamily="34" charset="-122"/>
                <a:ea typeface="微软雅黑" panose="020B0503020204020204" pitchFamily="34" charset="-122"/>
              </a:rPr>
              <a:t>11111111 11000000 00000000 00000000</a:t>
            </a:r>
            <a:r>
              <a:rPr lang="zh-CN" altLang="en-US" dirty="0">
                <a:latin typeface="微软雅黑" panose="020B0503020204020204" pitchFamily="34" charset="-122"/>
                <a:ea typeface="微软雅黑" panose="020B0503020204020204" pitchFamily="34" charset="-122"/>
              </a:rPr>
              <a:t>掩码中有</a:t>
            </a:r>
            <a:r>
              <a:rPr lang="en-US" altLang="zh-CN" dirty="0">
                <a:latin typeface="微软雅黑" panose="020B0503020204020204" pitchFamily="34" charset="-122"/>
                <a:ea typeface="微软雅黑" panose="020B0503020204020204" pitchFamily="34" charset="-122"/>
              </a:rPr>
              <a:t>10</a:t>
            </a:r>
            <a:r>
              <a:rPr lang="zh-CN" altLang="en-US" dirty="0">
                <a:latin typeface="微软雅黑" panose="020B0503020204020204" pitchFamily="34" charset="-122"/>
                <a:ea typeface="微软雅黑" panose="020B0503020204020204" pitchFamily="34" charset="-122"/>
              </a:rPr>
              <a:t>个连续的</a:t>
            </a:r>
            <a:r>
              <a:rPr lang="en-US" altLang="zh-CN" dirty="0">
                <a:latin typeface="微软雅黑" panose="020B0503020204020204" pitchFamily="34" charset="-122"/>
                <a:ea typeface="微软雅黑" panose="020B0503020204020204" pitchFamily="34" charset="-122"/>
              </a:rPr>
              <a:t>1</a:t>
            </a:r>
          </a:p>
        </p:txBody>
      </p:sp>
    </p:spTree>
  </p:cSld>
  <p:clrMapOvr>
    <a:masterClrMapping/>
  </p:clrMapOvr>
  <p:transition spd="slow">
    <p:pull/>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4.4  </a:t>
            </a:r>
            <a:r>
              <a:rPr lang="zh-CN" altLang="en-US" dirty="0">
                <a:effectLst/>
              </a:rPr>
              <a:t>网际控制报文协议</a:t>
            </a:r>
            <a:r>
              <a:rPr lang="en-US" altLang="zh-CN" dirty="0">
                <a:effectLst/>
              </a:rPr>
              <a:t>ICMP</a:t>
            </a:r>
            <a:endParaRPr lang="zh-CN" altLang="zh-CN" dirty="0">
              <a:effectLst/>
            </a:endParaRPr>
          </a:p>
        </p:txBody>
      </p:sp>
      <p:sp>
        <p:nvSpPr>
          <p:cNvPr id="3" name="内容占位符 2"/>
          <p:cNvSpPr>
            <a:spLocks noGrp="1"/>
          </p:cNvSpPr>
          <p:nvPr>
            <p:ph idx="1"/>
          </p:nvPr>
        </p:nvSpPr>
        <p:spPr/>
        <p:txBody>
          <a:bodyPr>
            <a:normAutofit/>
          </a:bodyPr>
          <a:lstStyle/>
          <a:p>
            <a:pPr marL="0" indent="0">
              <a:buNone/>
            </a:pPr>
            <a:endParaRPr lang="en-US" altLang="zh-CN" dirty="0" smtClean="0">
              <a:latin typeface="微软雅黑" panose="020B0503020204020204" pitchFamily="34" charset="-122"/>
              <a:ea typeface="微软雅黑" panose="020B0503020204020204" pitchFamily="34" charset="-122"/>
            </a:endParaRPr>
          </a:p>
          <a:p>
            <a:pPr marL="0" indent="0">
              <a:buNone/>
            </a:pPr>
            <a:r>
              <a:rPr lang="en-US" altLang="zh-CN" dirty="0" smtClean="0">
                <a:latin typeface="微软雅黑" panose="020B0503020204020204" pitchFamily="34" charset="-122"/>
                <a:ea typeface="微软雅黑" panose="020B0503020204020204" pitchFamily="34" charset="-122"/>
              </a:rPr>
              <a:t>ICMP</a:t>
            </a:r>
            <a:r>
              <a:rPr lang="zh-CN" altLang="en-US" dirty="0" smtClean="0">
                <a:latin typeface="微软雅黑" panose="020B0503020204020204" pitchFamily="34" charset="-122"/>
                <a:ea typeface="微软雅黑" panose="020B0503020204020204" pitchFamily="34" charset="-122"/>
              </a:rPr>
              <a:t>概念：</a:t>
            </a:r>
            <a:endParaRPr lang="en-US" altLang="zh-CN" dirty="0">
              <a:latin typeface="微软雅黑" panose="020B0503020204020204" pitchFamily="34" charset="-122"/>
              <a:ea typeface="微软雅黑" panose="020B0503020204020204" pitchFamily="34" charset="-122"/>
            </a:endParaRPr>
          </a:p>
          <a:p>
            <a:pPr marL="0" indent="0">
              <a:buNone/>
            </a:pPr>
            <a:r>
              <a:rPr lang="en-US" altLang="zh-CN" dirty="0" smtClean="0">
                <a:latin typeface="微软雅黑" panose="020B0503020204020204" pitchFamily="34" charset="-122"/>
                <a:ea typeface="微软雅黑" panose="020B0503020204020204" pitchFamily="34" charset="-122"/>
              </a:rPr>
              <a:t>    ICMP</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Internet Control Messages Protocol, </a:t>
            </a:r>
            <a:r>
              <a:rPr lang="zh-CN" altLang="en-US" dirty="0">
                <a:latin typeface="微软雅黑" panose="020B0503020204020204" pitchFamily="34" charset="-122"/>
                <a:ea typeface="微软雅黑" panose="020B0503020204020204" pitchFamily="34" charset="-122"/>
              </a:rPr>
              <a:t>网际控制报文协议），通过它可以知道故障的具体原因和位置。由于</a:t>
            </a:r>
            <a:r>
              <a:rPr lang="en-US" altLang="zh-CN" dirty="0">
                <a:latin typeface="微软雅黑" panose="020B0503020204020204" pitchFamily="34" charset="-122"/>
                <a:ea typeface="微软雅黑" panose="020B0503020204020204" pitchFamily="34" charset="-122"/>
              </a:rPr>
              <a:t>IP</a:t>
            </a:r>
            <a:r>
              <a:rPr lang="zh-CN" altLang="en-US" dirty="0">
                <a:latin typeface="微软雅黑" panose="020B0503020204020204" pitchFamily="34" charset="-122"/>
                <a:ea typeface="微软雅黑" panose="020B0503020204020204" pitchFamily="34" charset="-122"/>
              </a:rPr>
              <a:t>不是为可靠传输服务设计的， </a:t>
            </a:r>
            <a:r>
              <a:rPr lang="en-US" altLang="zh-CN" dirty="0">
                <a:latin typeface="微软雅黑" panose="020B0503020204020204" pitchFamily="34" charset="-122"/>
                <a:ea typeface="微软雅黑" panose="020B0503020204020204" pitchFamily="34" charset="-122"/>
              </a:rPr>
              <a:t>ICMP</a:t>
            </a:r>
            <a:r>
              <a:rPr lang="zh-CN" altLang="en-US" dirty="0">
                <a:latin typeface="微软雅黑" panose="020B0503020204020204" pitchFamily="34" charset="-122"/>
                <a:ea typeface="微软雅黑" panose="020B0503020204020204" pitchFamily="34" charset="-122"/>
              </a:rPr>
              <a:t>的目的主要是用于在</a:t>
            </a:r>
            <a:r>
              <a:rPr lang="en-US" altLang="zh-CN" dirty="0">
                <a:latin typeface="微软雅黑" panose="020B0503020204020204" pitchFamily="34" charset="-122"/>
                <a:ea typeface="微软雅黑" panose="020B0503020204020204" pitchFamily="34" charset="-122"/>
              </a:rPr>
              <a:t>TCP/IP</a:t>
            </a:r>
            <a:r>
              <a:rPr lang="zh-CN" altLang="en-US" dirty="0">
                <a:latin typeface="微软雅黑" panose="020B0503020204020204" pitchFamily="34" charset="-122"/>
                <a:ea typeface="微软雅黑" panose="020B0503020204020204" pitchFamily="34" charset="-122"/>
              </a:rPr>
              <a:t>网络中发送出错和控制消息。</a:t>
            </a:r>
          </a:p>
        </p:txBody>
      </p:sp>
    </p:spTree>
  </p:cSld>
  <p:clrMapOvr>
    <a:masterClrMapping/>
  </p:clrMapOvr>
  <p:transition spd="slow">
    <p:pull/>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4.4  </a:t>
            </a:r>
            <a:r>
              <a:rPr lang="zh-CN" altLang="en-US" dirty="0">
                <a:effectLst/>
              </a:rPr>
              <a:t>网际控制报文协议</a:t>
            </a:r>
            <a:r>
              <a:rPr lang="en-US" altLang="zh-CN" dirty="0">
                <a:effectLst/>
              </a:rPr>
              <a:t>ICMP</a:t>
            </a:r>
            <a:endParaRPr lang="zh-CN" altLang="zh-CN" dirty="0">
              <a:effectLst/>
            </a:endParaRPr>
          </a:p>
        </p:txBody>
      </p:sp>
      <p:sp>
        <p:nvSpPr>
          <p:cNvPr id="3" name="内容占位符 2"/>
          <p:cNvSpPr>
            <a:spLocks noGrp="1"/>
          </p:cNvSpPr>
          <p:nvPr>
            <p:ph idx="1"/>
          </p:nvPr>
        </p:nvSpPr>
        <p:spPr/>
        <p:txBody>
          <a:bodyPr>
            <a:normAutofit/>
          </a:bodyPr>
          <a:lstStyle/>
          <a:p>
            <a:pPr marL="0" indent="0">
              <a:buNone/>
            </a:pPr>
            <a:r>
              <a:rPr lang="en-US" altLang="zh-CN" dirty="0"/>
              <a:t>ICMP </a:t>
            </a:r>
            <a:r>
              <a:rPr lang="zh-CN" altLang="zh-CN" dirty="0"/>
              <a:t>报文的</a:t>
            </a:r>
            <a:r>
              <a:rPr lang="zh-CN" altLang="zh-CN" dirty="0" smtClean="0"/>
              <a:t>格式</a:t>
            </a:r>
            <a:r>
              <a:rPr lang="zh-CN" altLang="en-US" dirty="0" smtClean="0"/>
              <a:t>：</a:t>
            </a:r>
            <a:endParaRPr lang="zh-CN" altLang="en-US" dirty="0">
              <a:latin typeface="微软雅黑" panose="020B0503020204020204" pitchFamily="34" charset="-122"/>
              <a:ea typeface="微软雅黑" panose="020B0503020204020204" pitchFamily="34" charset="-122"/>
            </a:endParaRPr>
          </a:p>
        </p:txBody>
      </p:sp>
      <p:pic>
        <p:nvPicPr>
          <p:cNvPr id="2048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0387" y="1909082"/>
            <a:ext cx="8325984" cy="3865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4.4.1  ICMP </a:t>
            </a:r>
            <a:r>
              <a:rPr lang="zh-CN" altLang="zh-CN" dirty="0">
                <a:effectLst/>
              </a:rPr>
              <a:t>报文的种类</a:t>
            </a:r>
          </a:p>
        </p:txBody>
      </p:sp>
      <p:sp>
        <p:nvSpPr>
          <p:cNvPr id="3" name="内容占位符 2"/>
          <p:cNvSpPr>
            <a:spLocks noGrp="1"/>
          </p:cNvSpPr>
          <p:nvPr>
            <p:ph idx="1"/>
          </p:nvPr>
        </p:nvSpPr>
        <p:spPr/>
        <p:txBody>
          <a:bodyPr>
            <a:normAutofit/>
          </a:bodyPr>
          <a:lstStyle/>
          <a:p>
            <a:pPr marL="0" indent="0">
              <a:buNone/>
            </a:pPr>
            <a:r>
              <a:rPr lang="en-US" altLang="zh-CN" dirty="0"/>
              <a:t>ICMP</a:t>
            </a:r>
            <a:r>
              <a:rPr lang="zh-CN" altLang="zh-CN" dirty="0"/>
              <a:t>报文的种类有三大类种，即</a:t>
            </a:r>
            <a:r>
              <a:rPr lang="en-US" altLang="zh-CN" dirty="0"/>
              <a:t>ICMP</a:t>
            </a:r>
            <a:r>
              <a:rPr lang="zh-CN" altLang="zh-CN" dirty="0"/>
              <a:t>差错报告报文、控制报文、请求</a:t>
            </a:r>
            <a:r>
              <a:rPr lang="en-US" altLang="zh-CN" dirty="0"/>
              <a:t>/</a:t>
            </a:r>
            <a:r>
              <a:rPr lang="zh-CN" altLang="zh-CN" dirty="0"/>
              <a:t>应答报文。各大类型报文又分多种类型报文，如下</a:t>
            </a:r>
            <a:r>
              <a:rPr lang="zh-CN" altLang="zh-CN" dirty="0" smtClean="0"/>
              <a:t>图所</a:t>
            </a:r>
            <a:r>
              <a:rPr lang="zh-CN" altLang="zh-CN" dirty="0"/>
              <a:t>示。</a:t>
            </a:r>
          </a:p>
        </p:txBody>
      </p:sp>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9217" y="2156731"/>
            <a:ext cx="7740197" cy="4235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4.4.1  ICMP </a:t>
            </a:r>
            <a:r>
              <a:rPr lang="zh-CN" altLang="zh-CN" dirty="0">
                <a:effectLst/>
              </a:rPr>
              <a:t>报文的种类</a:t>
            </a:r>
          </a:p>
        </p:txBody>
      </p:sp>
      <p:sp>
        <p:nvSpPr>
          <p:cNvPr id="3" name="内容占位符 2"/>
          <p:cNvSpPr>
            <a:spLocks noGrp="1"/>
          </p:cNvSpPr>
          <p:nvPr>
            <p:ph idx="1"/>
          </p:nvPr>
        </p:nvSpPr>
        <p:spPr/>
        <p:txBody>
          <a:bodyPr>
            <a:normAutofit/>
          </a:bodyPr>
          <a:lstStyle/>
          <a:p>
            <a:pPr marL="0" indent="0">
              <a:buNone/>
            </a:pPr>
            <a:r>
              <a:rPr lang="en-US" altLang="zh-CN" dirty="0"/>
              <a:t>1</a:t>
            </a:r>
            <a:r>
              <a:rPr lang="zh-CN" altLang="en-US" dirty="0" smtClean="0"/>
              <a:t>、</a:t>
            </a:r>
            <a:r>
              <a:rPr lang="en-US" altLang="zh-CN" dirty="0"/>
              <a:t>ICMP</a:t>
            </a:r>
            <a:r>
              <a:rPr lang="zh-CN" altLang="en-US" dirty="0"/>
              <a:t>差错</a:t>
            </a:r>
            <a:r>
              <a:rPr lang="zh-CN" altLang="en-US" dirty="0" smtClean="0"/>
              <a:t>报文特点：</a:t>
            </a:r>
            <a:endParaRPr lang="en-US" altLang="zh-CN" dirty="0" smtClean="0"/>
          </a:p>
          <a:p>
            <a:pPr marL="0" indent="0">
              <a:buNone/>
            </a:pPr>
            <a:r>
              <a:rPr lang="en-US" altLang="zh-CN" dirty="0" smtClean="0"/>
              <a:t>(1) ICMP</a:t>
            </a:r>
            <a:r>
              <a:rPr lang="zh-CN" altLang="en-US" dirty="0"/>
              <a:t>差错报文都是由路由器发送到源主机</a:t>
            </a:r>
            <a:r>
              <a:rPr lang="zh-CN" altLang="en-US" dirty="0" smtClean="0"/>
              <a:t>的</a:t>
            </a:r>
            <a:endParaRPr lang="en-US" altLang="zh-CN" dirty="0" smtClean="0"/>
          </a:p>
          <a:p>
            <a:pPr marL="0" indent="0">
              <a:buNone/>
            </a:pPr>
            <a:r>
              <a:rPr lang="en-US" altLang="zh-CN" dirty="0" smtClean="0"/>
              <a:t>(</a:t>
            </a:r>
            <a:r>
              <a:rPr lang="en-US" altLang="zh-CN" dirty="0"/>
              <a:t>2) ICMP</a:t>
            </a:r>
            <a:r>
              <a:rPr lang="zh-CN" altLang="en-US" dirty="0"/>
              <a:t>差错报文只提供</a:t>
            </a:r>
            <a:r>
              <a:rPr lang="en-US" altLang="zh-CN" dirty="0"/>
              <a:t>IP</a:t>
            </a:r>
            <a:r>
              <a:rPr lang="zh-CN" altLang="en-US" dirty="0"/>
              <a:t>数据报在传输过程中的差错报告，并不规定对各类差错应采取什么样的处理措施</a:t>
            </a:r>
            <a:r>
              <a:rPr lang="zh-CN" altLang="en-US" dirty="0" smtClean="0"/>
              <a:t>。</a:t>
            </a:r>
            <a:endParaRPr lang="en-US" altLang="zh-CN" dirty="0" smtClean="0"/>
          </a:p>
          <a:p>
            <a:pPr marL="0" indent="0">
              <a:buNone/>
            </a:pPr>
            <a:r>
              <a:rPr lang="en-US" altLang="zh-CN" dirty="0" smtClean="0"/>
              <a:t>(</a:t>
            </a:r>
            <a:r>
              <a:rPr lang="en-US" altLang="zh-CN" dirty="0"/>
              <a:t>3) ICMP</a:t>
            </a:r>
            <a:r>
              <a:rPr lang="zh-CN" altLang="en-US" dirty="0"/>
              <a:t>差错报文不享受任何优先权，也没有特别的可靠性保证措施，与普通的</a:t>
            </a:r>
            <a:r>
              <a:rPr lang="en-US" altLang="zh-CN" dirty="0"/>
              <a:t>IP</a:t>
            </a:r>
            <a:r>
              <a:rPr lang="zh-CN" altLang="en-US" dirty="0"/>
              <a:t>数据报一样进行传输，传输过程中可能被丢失、损坏，甚至被抛弃。</a:t>
            </a:r>
          </a:p>
          <a:p>
            <a:pPr marL="0" indent="0">
              <a:buNone/>
            </a:pPr>
            <a:endParaRPr lang="zh-CN" altLang="en-US" dirty="0"/>
          </a:p>
          <a:p>
            <a:pPr marL="0" indent="0">
              <a:buNone/>
            </a:pPr>
            <a:endParaRPr lang="zh-CN" altLang="zh-CN" dirty="0"/>
          </a:p>
        </p:txBody>
      </p:sp>
    </p:spTree>
  </p:cSld>
  <p:clrMapOvr>
    <a:masterClrMapping/>
  </p:clrMapOvr>
  <p:transition spd="slow">
    <p:pull/>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4.4.1  ICMP </a:t>
            </a:r>
            <a:r>
              <a:rPr lang="zh-CN" altLang="zh-CN" dirty="0">
                <a:effectLst/>
              </a:rPr>
              <a:t>报文的种类</a:t>
            </a:r>
          </a:p>
        </p:txBody>
      </p:sp>
      <p:sp>
        <p:nvSpPr>
          <p:cNvPr id="3" name="内容占位符 2"/>
          <p:cNvSpPr>
            <a:spLocks noGrp="1"/>
          </p:cNvSpPr>
          <p:nvPr>
            <p:ph idx="1"/>
          </p:nvPr>
        </p:nvSpPr>
        <p:spPr/>
        <p:txBody>
          <a:bodyPr>
            <a:normAutofit/>
          </a:bodyPr>
          <a:lstStyle/>
          <a:p>
            <a:pPr marL="0" indent="0">
              <a:buNone/>
            </a:pPr>
            <a:r>
              <a:rPr lang="en-US" altLang="zh-CN" dirty="0"/>
              <a:t>1</a:t>
            </a:r>
            <a:r>
              <a:rPr lang="zh-CN" altLang="en-US" dirty="0"/>
              <a:t>、</a:t>
            </a:r>
            <a:r>
              <a:rPr lang="en-US" altLang="zh-CN" dirty="0"/>
              <a:t>ICMP</a:t>
            </a:r>
            <a:r>
              <a:rPr lang="zh-CN" altLang="en-US" dirty="0"/>
              <a:t>差错报文特点</a:t>
            </a:r>
            <a:r>
              <a:rPr lang="zh-CN" altLang="en-US" dirty="0" smtClean="0"/>
              <a:t>：</a:t>
            </a:r>
            <a:endParaRPr lang="en-US" altLang="zh-CN" dirty="0" smtClean="0"/>
          </a:p>
          <a:p>
            <a:pPr marL="0" indent="0">
              <a:buNone/>
            </a:pPr>
            <a:r>
              <a:rPr lang="en-US" altLang="zh-CN" dirty="0" smtClean="0"/>
              <a:t>(</a:t>
            </a:r>
            <a:r>
              <a:rPr lang="en-US" altLang="zh-CN" dirty="0"/>
              <a:t>4) ICMP</a:t>
            </a:r>
            <a:r>
              <a:rPr lang="zh-CN" altLang="en-US" dirty="0"/>
              <a:t>差错报文是伴随着抛弃出错的</a:t>
            </a:r>
            <a:r>
              <a:rPr lang="en-US" altLang="zh-CN" dirty="0"/>
              <a:t>IP</a:t>
            </a:r>
            <a:r>
              <a:rPr lang="zh-CN" altLang="en-US" dirty="0"/>
              <a:t>数据报而产生的。</a:t>
            </a:r>
          </a:p>
          <a:p>
            <a:pPr marL="0" indent="0">
              <a:buNone/>
            </a:pPr>
            <a:r>
              <a:rPr lang="en-US" altLang="zh-CN" dirty="0"/>
              <a:t>(5) </a:t>
            </a:r>
            <a:r>
              <a:rPr lang="zh-CN" altLang="en-US" dirty="0"/>
              <a:t>当路由器发送一份参数错误等的</a:t>
            </a:r>
            <a:r>
              <a:rPr lang="en-US" altLang="zh-CN" dirty="0"/>
              <a:t>ICMP</a:t>
            </a:r>
            <a:r>
              <a:rPr lang="zh-CN" altLang="en-US" dirty="0"/>
              <a:t>差错报文时，</a:t>
            </a:r>
            <a:r>
              <a:rPr lang="en-US" altLang="zh-CN" dirty="0"/>
              <a:t>ICMP</a:t>
            </a:r>
            <a:r>
              <a:rPr lang="zh-CN" altLang="en-US" dirty="0"/>
              <a:t>报文数据区始终包含产生</a:t>
            </a:r>
            <a:r>
              <a:rPr lang="en-US" altLang="zh-CN" dirty="0"/>
              <a:t>ICMP</a:t>
            </a:r>
            <a:r>
              <a:rPr lang="zh-CN" altLang="en-US" dirty="0"/>
              <a:t>差错报文的</a:t>
            </a:r>
            <a:r>
              <a:rPr lang="en-US" altLang="zh-CN" dirty="0"/>
              <a:t>IP</a:t>
            </a:r>
            <a:r>
              <a:rPr lang="zh-CN" altLang="en-US" dirty="0"/>
              <a:t>数据报的头部和其数据区的前</a:t>
            </a:r>
            <a:r>
              <a:rPr lang="en-US" altLang="zh-CN" dirty="0"/>
              <a:t>8</a:t>
            </a:r>
            <a:r>
              <a:rPr lang="zh-CN" altLang="en-US" dirty="0"/>
              <a:t>个字节</a:t>
            </a:r>
            <a:r>
              <a:rPr lang="en-US" altLang="zh-CN" dirty="0"/>
              <a:t>(64</a:t>
            </a:r>
            <a:r>
              <a:rPr lang="zh-CN" altLang="en-US" dirty="0"/>
              <a:t>位</a:t>
            </a:r>
            <a:r>
              <a:rPr lang="en-US" altLang="zh-CN" dirty="0" smtClean="0"/>
              <a:t>)</a:t>
            </a:r>
            <a:endParaRPr lang="en-US" altLang="zh-CN" dirty="0"/>
          </a:p>
          <a:p>
            <a:pPr marL="0" indent="0">
              <a:buNone/>
            </a:pPr>
            <a:r>
              <a:rPr lang="en-US" altLang="zh-CN" dirty="0" smtClean="0"/>
              <a:t>(</a:t>
            </a:r>
            <a:r>
              <a:rPr lang="en-US" altLang="zh-CN" dirty="0"/>
              <a:t>6) </a:t>
            </a:r>
            <a:r>
              <a:rPr lang="zh-CN" altLang="en-US" dirty="0"/>
              <a:t>在有些情况下，为了防止在网络中产生大量的</a:t>
            </a:r>
            <a:r>
              <a:rPr lang="en-US" altLang="zh-CN" dirty="0"/>
              <a:t>ICMP</a:t>
            </a:r>
            <a:r>
              <a:rPr lang="zh-CN" altLang="en-US" dirty="0"/>
              <a:t>差错报文</a:t>
            </a:r>
            <a:r>
              <a:rPr lang="en-US" altLang="zh-CN" dirty="0"/>
              <a:t>(</a:t>
            </a:r>
            <a:r>
              <a:rPr lang="zh-CN" altLang="en-US" dirty="0"/>
              <a:t>广播风暴</a:t>
            </a:r>
            <a:r>
              <a:rPr lang="en-US" altLang="zh-CN" dirty="0"/>
              <a:t>)</a:t>
            </a:r>
            <a:r>
              <a:rPr lang="zh-CN" altLang="en-US" dirty="0"/>
              <a:t>，影响网络的正常工作，即使发生差错，也不会产生</a:t>
            </a:r>
            <a:r>
              <a:rPr lang="en-US" altLang="zh-CN" dirty="0"/>
              <a:t>ICMP</a:t>
            </a:r>
            <a:r>
              <a:rPr lang="zh-CN" altLang="en-US" dirty="0"/>
              <a:t>差错报文</a:t>
            </a:r>
            <a:endParaRPr lang="zh-CN" altLang="zh-CN" dirty="0"/>
          </a:p>
        </p:txBody>
      </p:sp>
    </p:spTree>
  </p:cSld>
  <p:clrMapOvr>
    <a:masterClrMapping/>
  </p:clrMapOvr>
  <p:transition spd="slow">
    <p:pull/>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4.4.1  ICMP </a:t>
            </a:r>
            <a:r>
              <a:rPr lang="zh-CN" altLang="zh-CN" dirty="0">
                <a:effectLst/>
              </a:rPr>
              <a:t>报文的种类</a:t>
            </a:r>
          </a:p>
        </p:txBody>
      </p:sp>
      <p:sp>
        <p:nvSpPr>
          <p:cNvPr id="3" name="内容占位符 2"/>
          <p:cNvSpPr>
            <a:spLocks noGrp="1"/>
          </p:cNvSpPr>
          <p:nvPr>
            <p:ph idx="1"/>
          </p:nvPr>
        </p:nvSpPr>
        <p:spPr/>
        <p:txBody>
          <a:bodyPr>
            <a:normAutofit/>
          </a:bodyPr>
          <a:lstStyle/>
          <a:p>
            <a:pPr marL="0" indent="0">
              <a:buNone/>
            </a:pPr>
            <a:r>
              <a:rPr lang="en-US" altLang="zh-CN" dirty="0"/>
              <a:t>2</a:t>
            </a:r>
            <a:r>
              <a:rPr lang="zh-CN" altLang="en-US" dirty="0"/>
              <a:t>、</a:t>
            </a:r>
            <a:r>
              <a:rPr lang="en-US" altLang="zh-CN" dirty="0"/>
              <a:t>ICMP</a:t>
            </a:r>
            <a:r>
              <a:rPr lang="zh-CN" altLang="en-US" dirty="0"/>
              <a:t>控制报文</a:t>
            </a:r>
            <a:r>
              <a:rPr lang="zh-CN" altLang="en-US" dirty="0" smtClean="0"/>
              <a:t>：</a:t>
            </a:r>
            <a:endParaRPr lang="en-US" altLang="zh-CN" dirty="0" smtClean="0"/>
          </a:p>
          <a:p>
            <a:pPr marL="0" indent="0">
              <a:buNone/>
            </a:pPr>
            <a:r>
              <a:rPr lang="en-US" altLang="zh-CN" dirty="0"/>
              <a:t>A</a:t>
            </a:r>
            <a:r>
              <a:rPr lang="zh-CN" altLang="en-US" dirty="0"/>
              <a:t>．拥塞控制与源站抑制</a:t>
            </a:r>
            <a:r>
              <a:rPr lang="zh-CN" altLang="en-US" dirty="0" smtClean="0"/>
              <a:t>报文</a:t>
            </a:r>
            <a:endParaRPr lang="en-US" altLang="zh-CN" dirty="0" smtClean="0"/>
          </a:p>
          <a:p>
            <a:r>
              <a:rPr lang="zh-CN" altLang="zh-CN" dirty="0"/>
              <a:t>当一个路由器接收</a:t>
            </a:r>
            <a:r>
              <a:rPr lang="en-US" altLang="zh-CN" dirty="0"/>
              <a:t>IP</a:t>
            </a:r>
            <a:r>
              <a:rPr lang="zh-CN" altLang="zh-CN" dirty="0"/>
              <a:t>数据报的速度比其处理</a:t>
            </a:r>
            <a:r>
              <a:rPr lang="en-US" altLang="zh-CN" dirty="0"/>
              <a:t>IP</a:t>
            </a:r>
            <a:r>
              <a:rPr lang="zh-CN" altLang="zh-CN" dirty="0"/>
              <a:t>数据报的速度快，或一个路由器传入数据报的速率大于传出数据报的速率时，就会产生拥塞</a:t>
            </a:r>
            <a:r>
              <a:rPr lang="en-US" altLang="zh-CN" dirty="0"/>
              <a:t>(Congestion)</a:t>
            </a:r>
            <a:r>
              <a:rPr lang="zh-CN" altLang="zh-CN" dirty="0"/>
              <a:t>现象。</a:t>
            </a:r>
          </a:p>
          <a:p>
            <a:r>
              <a:rPr lang="zh-CN" altLang="zh-CN" dirty="0"/>
              <a:t>这时路由器可以通过发送源站抑制</a:t>
            </a:r>
            <a:r>
              <a:rPr lang="en-US" altLang="zh-CN" dirty="0"/>
              <a:t>(Source Quench)</a:t>
            </a:r>
            <a:r>
              <a:rPr lang="zh-CN" altLang="zh-CN" dirty="0"/>
              <a:t>报文来抑制源主机发送</a:t>
            </a:r>
            <a:r>
              <a:rPr lang="en-US" altLang="zh-CN" dirty="0"/>
              <a:t>IP</a:t>
            </a:r>
            <a:r>
              <a:rPr lang="zh-CN" altLang="zh-CN" dirty="0"/>
              <a:t>数据报的速率，避免可能产生的差错。</a:t>
            </a:r>
          </a:p>
          <a:p>
            <a:pPr marL="0" indent="0">
              <a:buNone/>
            </a:pPr>
            <a:endParaRPr lang="en-US" altLang="zh-CN" dirty="0" smtClean="0"/>
          </a:p>
        </p:txBody>
      </p:sp>
    </p:spTree>
  </p:cSld>
  <p:clrMapOvr>
    <a:masterClrMapping/>
  </p:clrMapOvr>
  <p:transition spd="slow">
    <p:pull/>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4.4.1  ICMP </a:t>
            </a:r>
            <a:r>
              <a:rPr lang="zh-CN" altLang="zh-CN" dirty="0">
                <a:effectLst/>
              </a:rPr>
              <a:t>报文的种类</a:t>
            </a:r>
          </a:p>
        </p:txBody>
      </p:sp>
      <p:sp>
        <p:nvSpPr>
          <p:cNvPr id="3" name="内容占位符 2"/>
          <p:cNvSpPr>
            <a:spLocks noGrp="1"/>
          </p:cNvSpPr>
          <p:nvPr>
            <p:ph idx="1"/>
          </p:nvPr>
        </p:nvSpPr>
        <p:spPr/>
        <p:txBody>
          <a:bodyPr>
            <a:normAutofit lnSpcReduction="10000"/>
          </a:bodyPr>
          <a:lstStyle/>
          <a:p>
            <a:pPr marL="0" indent="0">
              <a:buNone/>
            </a:pPr>
            <a:r>
              <a:rPr lang="en-US" altLang="zh-CN" dirty="0"/>
              <a:t>2</a:t>
            </a:r>
            <a:r>
              <a:rPr lang="zh-CN" altLang="en-US" dirty="0"/>
              <a:t>、</a:t>
            </a:r>
            <a:r>
              <a:rPr lang="en-US" altLang="zh-CN" dirty="0"/>
              <a:t>ICMP</a:t>
            </a:r>
            <a:r>
              <a:rPr lang="zh-CN" altLang="en-US" dirty="0"/>
              <a:t>控制报文</a:t>
            </a:r>
            <a:r>
              <a:rPr lang="zh-CN" altLang="en-US" dirty="0" smtClean="0"/>
              <a:t>：</a:t>
            </a:r>
            <a:endParaRPr lang="en-US" altLang="zh-CN" dirty="0" smtClean="0"/>
          </a:p>
          <a:p>
            <a:pPr marL="0" indent="0">
              <a:buNone/>
            </a:pPr>
            <a:r>
              <a:rPr lang="en-US" altLang="zh-CN" dirty="0"/>
              <a:t>B. </a:t>
            </a:r>
            <a:r>
              <a:rPr lang="zh-CN" altLang="en-US" dirty="0"/>
              <a:t>路由控制与重定向报文</a:t>
            </a:r>
          </a:p>
          <a:p>
            <a:pPr marL="0" indent="0">
              <a:buNone/>
            </a:pPr>
            <a:r>
              <a:rPr lang="zh-CN" altLang="en-US" dirty="0"/>
              <a:t>假如源主机要向目标主机发送</a:t>
            </a:r>
            <a:r>
              <a:rPr lang="en-US" altLang="zh-CN" dirty="0"/>
              <a:t>IP</a:t>
            </a:r>
            <a:r>
              <a:rPr lang="zh-CN" altLang="en-US" dirty="0"/>
              <a:t>数据报，源主机的默认路由是路由器</a:t>
            </a:r>
            <a:r>
              <a:rPr lang="en-US" altLang="zh-CN" dirty="0"/>
              <a:t>1</a:t>
            </a:r>
            <a:r>
              <a:rPr lang="zh-CN" altLang="en-US" dirty="0"/>
              <a:t>，则源主机先把</a:t>
            </a:r>
            <a:r>
              <a:rPr lang="en-US" altLang="zh-CN" dirty="0"/>
              <a:t>IP</a:t>
            </a:r>
            <a:r>
              <a:rPr lang="zh-CN" altLang="en-US" dirty="0"/>
              <a:t>数据报送到路由器</a:t>
            </a:r>
            <a:r>
              <a:rPr lang="en-US" altLang="zh-CN" dirty="0"/>
              <a:t>1</a:t>
            </a:r>
            <a:r>
              <a:rPr lang="zh-CN" altLang="en-US" dirty="0"/>
              <a:t>，再由路由器</a:t>
            </a:r>
            <a:r>
              <a:rPr lang="en-US" altLang="zh-CN" dirty="0"/>
              <a:t>1</a:t>
            </a:r>
            <a:r>
              <a:rPr lang="zh-CN" altLang="en-US" dirty="0"/>
              <a:t>进行路由选择。路由器</a:t>
            </a:r>
            <a:r>
              <a:rPr lang="en-US" altLang="zh-CN" dirty="0"/>
              <a:t>1</a:t>
            </a:r>
            <a:r>
              <a:rPr lang="zh-CN" altLang="en-US" dirty="0"/>
              <a:t>经过选路后，把</a:t>
            </a:r>
            <a:r>
              <a:rPr lang="en-US" altLang="zh-CN" dirty="0"/>
              <a:t>IP</a:t>
            </a:r>
            <a:r>
              <a:rPr lang="zh-CN" altLang="en-US" dirty="0"/>
              <a:t>数据报送到路由器</a:t>
            </a:r>
            <a:r>
              <a:rPr lang="en-US" altLang="zh-CN" dirty="0"/>
              <a:t>2</a:t>
            </a:r>
            <a:r>
              <a:rPr lang="zh-CN" altLang="en-US" dirty="0"/>
              <a:t>。</a:t>
            </a:r>
          </a:p>
          <a:p>
            <a:pPr marL="0" indent="0">
              <a:buNone/>
            </a:pPr>
            <a:r>
              <a:rPr lang="zh-CN" altLang="en-US" dirty="0"/>
              <a:t>同时路由器</a:t>
            </a:r>
            <a:r>
              <a:rPr lang="en-US" altLang="zh-CN" dirty="0"/>
              <a:t>1</a:t>
            </a:r>
            <a:r>
              <a:rPr lang="zh-CN" altLang="en-US" dirty="0"/>
              <a:t>也发现源主机要发送到目标主机的</a:t>
            </a:r>
            <a:r>
              <a:rPr lang="en-US" altLang="zh-CN" dirty="0"/>
              <a:t>IP</a:t>
            </a:r>
            <a:r>
              <a:rPr lang="zh-CN" altLang="en-US" dirty="0"/>
              <a:t>数据报以后可以直接发送到路由器</a:t>
            </a:r>
            <a:r>
              <a:rPr lang="en-US" altLang="zh-CN" dirty="0"/>
              <a:t>2(</a:t>
            </a:r>
            <a:r>
              <a:rPr lang="zh-CN" altLang="en-US" dirty="0"/>
              <a:t>因为路由器</a:t>
            </a:r>
            <a:r>
              <a:rPr lang="en-US" altLang="zh-CN" dirty="0"/>
              <a:t>1</a:t>
            </a:r>
            <a:r>
              <a:rPr lang="zh-CN" altLang="en-US" dirty="0"/>
              <a:t>和路由器</a:t>
            </a:r>
            <a:r>
              <a:rPr lang="en-US" altLang="zh-CN" dirty="0"/>
              <a:t>2</a:t>
            </a:r>
            <a:r>
              <a:rPr lang="zh-CN" altLang="en-US" dirty="0"/>
              <a:t>同在一个网络中</a:t>
            </a:r>
            <a:r>
              <a:rPr lang="en-US" altLang="zh-CN" dirty="0"/>
              <a:t>)</a:t>
            </a:r>
            <a:r>
              <a:rPr lang="zh-CN" altLang="en-US" dirty="0"/>
              <a:t>，则路由器</a:t>
            </a:r>
            <a:r>
              <a:rPr lang="en-US" altLang="zh-CN" dirty="0"/>
              <a:t>1</a:t>
            </a:r>
            <a:r>
              <a:rPr lang="zh-CN" altLang="en-US" dirty="0"/>
              <a:t>向源主机发送一个</a:t>
            </a:r>
            <a:r>
              <a:rPr lang="en-US" altLang="zh-CN" dirty="0"/>
              <a:t>ICMP</a:t>
            </a:r>
            <a:r>
              <a:rPr lang="zh-CN" altLang="en-US" dirty="0"/>
              <a:t>重定向报文，告诉它可以直接把</a:t>
            </a:r>
            <a:r>
              <a:rPr lang="en-US" altLang="zh-CN" dirty="0"/>
              <a:t>IP</a:t>
            </a:r>
            <a:r>
              <a:rPr lang="zh-CN" altLang="en-US" dirty="0"/>
              <a:t>数据报送到路由器</a:t>
            </a:r>
            <a:r>
              <a:rPr lang="en-US" altLang="zh-CN" dirty="0"/>
              <a:t>2</a:t>
            </a:r>
            <a:r>
              <a:rPr lang="zh-CN" altLang="en-US" dirty="0"/>
              <a:t>。这样，就使源主机始终保持着一个动态的、既小且优的路径表。</a:t>
            </a:r>
          </a:p>
          <a:p>
            <a:pPr marL="0" indent="0">
              <a:buNone/>
            </a:pPr>
            <a:endParaRPr lang="en-US" altLang="zh-CN" dirty="0" smtClean="0"/>
          </a:p>
        </p:txBody>
      </p:sp>
    </p:spTree>
  </p:cSld>
  <p:clrMapOvr>
    <a:masterClrMapping/>
  </p:clrMapOvr>
  <p:transition spd="slow">
    <p:pull/>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4.4.1  ICMP </a:t>
            </a:r>
            <a:r>
              <a:rPr lang="zh-CN" altLang="zh-CN" dirty="0">
                <a:effectLst/>
              </a:rPr>
              <a:t>报文的种类</a:t>
            </a:r>
          </a:p>
        </p:txBody>
      </p:sp>
      <p:sp>
        <p:nvSpPr>
          <p:cNvPr id="3" name="内容占位符 2"/>
          <p:cNvSpPr>
            <a:spLocks noGrp="1"/>
          </p:cNvSpPr>
          <p:nvPr>
            <p:ph idx="1"/>
          </p:nvPr>
        </p:nvSpPr>
        <p:spPr/>
        <p:txBody>
          <a:bodyPr>
            <a:normAutofit/>
          </a:bodyPr>
          <a:lstStyle/>
          <a:p>
            <a:pPr marL="0" indent="0">
              <a:buNone/>
            </a:pPr>
            <a:r>
              <a:rPr lang="en-US" altLang="zh-CN" dirty="0"/>
              <a:t>3</a:t>
            </a:r>
            <a:r>
              <a:rPr lang="zh-CN" altLang="zh-CN" dirty="0"/>
              <a:t>、请求与应答报文</a:t>
            </a:r>
          </a:p>
          <a:p>
            <a:pPr marL="0" indent="0">
              <a:buNone/>
            </a:pPr>
            <a:r>
              <a:rPr lang="en-US" altLang="zh-CN" dirty="0"/>
              <a:t>A</a:t>
            </a:r>
            <a:r>
              <a:rPr lang="zh-CN" altLang="zh-CN" dirty="0"/>
              <a:t>、回送请求与应答</a:t>
            </a:r>
            <a:r>
              <a:rPr lang="zh-CN" altLang="zh-CN" dirty="0" smtClean="0"/>
              <a:t>报文</a:t>
            </a:r>
            <a:endParaRPr lang="en-US" altLang="zh-CN" dirty="0" smtClean="0"/>
          </a:p>
          <a:p>
            <a:pPr marL="0" indent="0">
              <a:buNone/>
            </a:pPr>
            <a:r>
              <a:rPr lang="en-US" altLang="zh-CN" dirty="0"/>
              <a:t>B</a:t>
            </a:r>
            <a:r>
              <a:rPr lang="zh-CN" altLang="zh-CN" dirty="0"/>
              <a:t>、时戳请求与应答报文</a:t>
            </a:r>
          </a:p>
          <a:p>
            <a:pPr marL="0" indent="0">
              <a:buNone/>
            </a:pPr>
            <a:r>
              <a:rPr lang="en-US" altLang="zh-CN" dirty="0"/>
              <a:t>C</a:t>
            </a:r>
            <a:r>
              <a:rPr lang="zh-CN" altLang="zh-CN" dirty="0"/>
              <a:t>、地址掩码请求与应答报文</a:t>
            </a:r>
            <a:endParaRPr lang="en-US" altLang="zh-CN" dirty="0" smtClean="0"/>
          </a:p>
        </p:txBody>
      </p:sp>
    </p:spTree>
  </p:cSld>
  <p:clrMapOvr>
    <a:masterClrMapping/>
  </p:clrMapOvr>
  <p:transition spd="slow">
    <p:pull/>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4.4.1  ICMP </a:t>
            </a:r>
            <a:r>
              <a:rPr lang="zh-CN" altLang="zh-CN" dirty="0">
                <a:effectLst/>
              </a:rPr>
              <a:t>报文的种类</a:t>
            </a:r>
          </a:p>
        </p:txBody>
      </p:sp>
      <p:sp>
        <p:nvSpPr>
          <p:cNvPr id="3" name="内容占位符 2"/>
          <p:cNvSpPr>
            <a:spLocks noGrp="1"/>
          </p:cNvSpPr>
          <p:nvPr>
            <p:ph idx="1"/>
          </p:nvPr>
        </p:nvSpPr>
        <p:spPr/>
        <p:txBody>
          <a:bodyPr>
            <a:normAutofit/>
          </a:bodyPr>
          <a:lstStyle/>
          <a:p>
            <a:pPr marL="0" indent="0">
              <a:buNone/>
            </a:pPr>
            <a:r>
              <a:rPr lang="en-US" altLang="zh-CN" dirty="0"/>
              <a:t>3</a:t>
            </a:r>
            <a:r>
              <a:rPr lang="zh-CN" altLang="zh-CN" dirty="0"/>
              <a:t>、请求与应答报文</a:t>
            </a:r>
          </a:p>
          <a:p>
            <a:pPr marL="0" indent="0">
              <a:buNone/>
            </a:pPr>
            <a:r>
              <a:rPr lang="en-US" altLang="zh-CN" dirty="0"/>
              <a:t>A</a:t>
            </a:r>
            <a:r>
              <a:rPr lang="zh-CN" altLang="zh-CN" dirty="0"/>
              <a:t>、回送请求与应答</a:t>
            </a:r>
            <a:r>
              <a:rPr lang="zh-CN" altLang="zh-CN" dirty="0" smtClean="0"/>
              <a:t>报文</a:t>
            </a:r>
            <a:endParaRPr lang="en-US" altLang="zh-CN" dirty="0" smtClean="0"/>
          </a:p>
          <a:p>
            <a:pPr marL="0" indent="0">
              <a:buNone/>
            </a:pPr>
            <a:r>
              <a:rPr lang="en-US" altLang="zh-CN" dirty="0"/>
              <a:t>B</a:t>
            </a:r>
            <a:r>
              <a:rPr lang="zh-CN" altLang="zh-CN" dirty="0"/>
              <a:t>、时戳请求与应答报文</a:t>
            </a:r>
          </a:p>
          <a:p>
            <a:pPr marL="0" indent="0">
              <a:buNone/>
            </a:pPr>
            <a:r>
              <a:rPr lang="en-US" altLang="zh-CN" dirty="0"/>
              <a:t>C</a:t>
            </a:r>
            <a:r>
              <a:rPr lang="zh-CN" altLang="zh-CN" dirty="0"/>
              <a:t>、地址掩码请求与应答报文</a:t>
            </a:r>
            <a:endParaRPr lang="en-US" altLang="zh-CN" dirty="0" smtClean="0"/>
          </a:p>
        </p:txBody>
      </p:sp>
    </p:spTree>
  </p:cSld>
  <p:clrMapOvr>
    <a:masterClrMapping/>
  </p:clrMapOvr>
  <p:transition spd="slow">
    <p:pull/>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effectLst/>
              </a:rPr>
              <a:t>4.4.2  ICMP</a:t>
            </a:r>
            <a:r>
              <a:rPr lang="zh-CN" altLang="zh-CN" dirty="0">
                <a:effectLst/>
              </a:rPr>
              <a:t>的应用举例</a:t>
            </a:r>
            <a:r>
              <a:rPr lang="en-US" altLang="zh-CN" dirty="0">
                <a:effectLst/>
              </a:rPr>
              <a:t> PING(Packet </a:t>
            </a:r>
            <a:r>
              <a:rPr lang="en-US" altLang="zh-CN" dirty="0" err="1">
                <a:effectLst/>
              </a:rPr>
              <a:t>InterNet</a:t>
            </a:r>
            <a:r>
              <a:rPr lang="en-US" altLang="zh-CN" dirty="0">
                <a:effectLst/>
              </a:rPr>
              <a:t> Groper)</a:t>
            </a:r>
            <a:endParaRPr lang="zh-CN" altLang="zh-CN" dirty="0">
              <a:effectLst/>
            </a:endParaRPr>
          </a:p>
        </p:txBody>
      </p:sp>
      <p:sp>
        <p:nvSpPr>
          <p:cNvPr id="3" name="内容占位符 2"/>
          <p:cNvSpPr>
            <a:spLocks noGrp="1"/>
          </p:cNvSpPr>
          <p:nvPr>
            <p:ph idx="1"/>
          </p:nvPr>
        </p:nvSpPr>
        <p:spPr>
          <a:xfrm>
            <a:off x="622300" y="1123950"/>
            <a:ext cx="10954459" cy="5587091"/>
          </a:xfrm>
        </p:spPr>
        <p:txBody>
          <a:bodyPr>
            <a:normAutofit/>
          </a:bodyPr>
          <a:lstStyle/>
          <a:p>
            <a:pPr marL="0" indent="0">
              <a:buNone/>
            </a:pPr>
            <a:r>
              <a:rPr lang="en-US" altLang="zh-CN" dirty="0"/>
              <a:t>1</a:t>
            </a:r>
            <a:r>
              <a:rPr lang="zh-CN" altLang="en-US" dirty="0"/>
              <a:t>、</a:t>
            </a:r>
            <a:r>
              <a:rPr lang="en-US" altLang="zh-CN" dirty="0"/>
              <a:t>Ping   </a:t>
            </a:r>
          </a:p>
          <a:p>
            <a:pPr marL="0" indent="0">
              <a:buNone/>
            </a:pPr>
            <a:r>
              <a:rPr lang="zh-CN" altLang="en-US" dirty="0"/>
              <a:t>使用</a:t>
            </a:r>
            <a:r>
              <a:rPr lang="en-US" altLang="zh-CN" dirty="0"/>
              <a:t>ICMP</a:t>
            </a:r>
            <a:r>
              <a:rPr lang="zh-CN" altLang="en-US" dirty="0"/>
              <a:t>回送和应答消息来确定一台主机是否可达。如下</a:t>
            </a:r>
            <a:r>
              <a:rPr lang="zh-CN" altLang="en-US" dirty="0" smtClean="0"/>
              <a:t>图所</a:t>
            </a:r>
            <a:r>
              <a:rPr lang="zh-CN" altLang="en-US" dirty="0"/>
              <a:t>示</a:t>
            </a:r>
          </a:p>
          <a:p>
            <a:pPr marL="0" indent="0">
              <a:buNone/>
            </a:pPr>
            <a:endParaRPr lang="en-US" altLang="zh-CN" dirty="0" smtClean="0"/>
          </a:p>
        </p:txBody>
      </p:sp>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8905" y="2462530"/>
            <a:ext cx="5569585" cy="3963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effectLst/>
              </a:rPr>
              <a:t>4.4.2  ICMP</a:t>
            </a:r>
            <a:r>
              <a:rPr lang="zh-CN" altLang="zh-CN" dirty="0">
                <a:effectLst/>
              </a:rPr>
              <a:t>的应用举例</a:t>
            </a:r>
            <a:r>
              <a:rPr lang="en-US" altLang="zh-CN" dirty="0">
                <a:effectLst/>
              </a:rPr>
              <a:t> PING(Packet </a:t>
            </a:r>
            <a:r>
              <a:rPr lang="en-US" altLang="zh-CN" dirty="0" err="1">
                <a:effectLst/>
              </a:rPr>
              <a:t>InterNet</a:t>
            </a:r>
            <a:r>
              <a:rPr lang="en-US" altLang="zh-CN" dirty="0">
                <a:effectLst/>
              </a:rPr>
              <a:t> Groper)</a:t>
            </a:r>
            <a:endParaRPr lang="zh-CN" altLang="zh-CN" dirty="0">
              <a:effectLst/>
            </a:endParaRPr>
          </a:p>
        </p:txBody>
      </p:sp>
      <p:sp>
        <p:nvSpPr>
          <p:cNvPr id="3" name="内容占位符 2"/>
          <p:cNvSpPr>
            <a:spLocks noGrp="1"/>
          </p:cNvSpPr>
          <p:nvPr>
            <p:ph idx="1"/>
          </p:nvPr>
        </p:nvSpPr>
        <p:spPr>
          <a:xfrm>
            <a:off x="622300" y="1123950"/>
            <a:ext cx="10954459" cy="5587091"/>
          </a:xfrm>
        </p:spPr>
        <p:txBody>
          <a:bodyPr>
            <a:normAutofit/>
          </a:bodyPr>
          <a:lstStyle/>
          <a:p>
            <a:r>
              <a:rPr lang="en-US" altLang="zh-CN" b="1" dirty="0"/>
              <a:t>2</a:t>
            </a:r>
            <a:r>
              <a:rPr lang="zh-CN" altLang="zh-CN" b="1" dirty="0"/>
              <a:t>、</a:t>
            </a:r>
            <a:r>
              <a:rPr lang="en-US" altLang="zh-CN" b="1" dirty="0" err="1"/>
              <a:t>Tracert</a:t>
            </a:r>
            <a:r>
              <a:rPr lang="en-US" altLang="zh-CN" b="1" dirty="0"/>
              <a:t> </a:t>
            </a:r>
            <a:endParaRPr lang="zh-CN" altLang="zh-CN" dirty="0"/>
          </a:p>
          <a:p>
            <a:r>
              <a:rPr lang="zh-CN" altLang="zh-CN" dirty="0"/>
              <a:t>该程序用来确定通过网络的路由</a:t>
            </a:r>
            <a:r>
              <a:rPr lang="en-US" altLang="zh-CN" dirty="0"/>
              <a:t>IP</a:t>
            </a:r>
            <a:r>
              <a:rPr lang="zh-CN" altLang="zh-CN" dirty="0" smtClean="0"/>
              <a:t>数据报</a:t>
            </a:r>
            <a:r>
              <a:rPr lang="zh-CN" altLang="en-US" dirty="0" smtClean="0"/>
              <a:t>，</a:t>
            </a:r>
            <a:r>
              <a:rPr lang="zh-CN" altLang="en-US" dirty="0"/>
              <a:t>如下图所</a:t>
            </a:r>
            <a:r>
              <a:rPr lang="zh-CN" altLang="en-US" dirty="0" smtClean="0"/>
              <a:t>示。</a:t>
            </a:r>
            <a:endParaRPr lang="en-US" altLang="zh-CN" dirty="0" smtClean="0"/>
          </a:p>
        </p:txBody>
      </p:sp>
      <p:pic>
        <p:nvPicPr>
          <p:cNvPr id="2355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8960" y="2484120"/>
            <a:ext cx="6441440" cy="4227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effectLst/>
              </a:rPr>
              <a:t>4.4.2  ICMP</a:t>
            </a:r>
            <a:r>
              <a:rPr lang="zh-CN" altLang="zh-CN" dirty="0">
                <a:effectLst/>
              </a:rPr>
              <a:t>的应用举例</a:t>
            </a:r>
            <a:r>
              <a:rPr lang="en-US" altLang="zh-CN" dirty="0">
                <a:effectLst/>
              </a:rPr>
              <a:t> PING(Packet </a:t>
            </a:r>
            <a:r>
              <a:rPr lang="en-US" altLang="zh-CN" dirty="0" err="1">
                <a:effectLst/>
              </a:rPr>
              <a:t>InterNet</a:t>
            </a:r>
            <a:r>
              <a:rPr lang="en-US" altLang="zh-CN" dirty="0">
                <a:effectLst/>
              </a:rPr>
              <a:t> Groper)</a:t>
            </a:r>
            <a:endParaRPr lang="zh-CN" altLang="zh-CN" dirty="0">
              <a:effectLst/>
            </a:endParaRPr>
          </a:p>
        </p:txBody>
      </p:sp>
      <p:sp>
        <p:nvSpPr>
          <p:cNvPr id="3" name="内容占位符 2"/>
          <p:cNvSpPr>
            <a:spLocks noGrp="1"/>
          </p:cNvSpPr>
          <p:nvPr>
            <p:ph idx="1"/>
          </p:nvPr>
        </p:nvSpPr>
        <p:spPr>
          <a:xfrm>
            <a:off x="622300" y="1123950"/>
            <a:ext cx="10954459" cy="5587091"/>
          </a:xfrm>
        </p:spPr>
        <p:txBody>
          <a:bodyPr>
            <a:normAutofit/>
          </a:bodyPr>
          <a:lstStyle/>
          <a:p>
            <a:pPr marL="0" indent="0">
              <a:buNone/>
            </a:pPr>
            <a:r>
              <a:rPr lang="en-US" altLang="zh-CN" b="1" dirty="0"/>
              <a:t>3</a:t>
            </a:r>
            <a:r>
              <a:rPr lang="zh-CN" altLang="zh-CN" b="1" dirty="0"/>
              <a:t>、用</a:t>
            </a:r>
            <a:r>
              <a:rPr lang="en-US" altLang="zh-CN" b="1" dirty="0"/>
              <a:t>ICMP</a:t>
            </a:r>
            <a:r>
              <a:rPr lang="zh-CN" altLang="zh-CN" b="1" dirty="0"/>
              <a:t>发现路径</a:t>
            </a:r>
            <a:r>
              <a:rPr lang="en-US" altLang="zh-CN" b="1" dirty="0" smtClean="0"/>
              <a:t>MTU</a:t>
            </a:r>
          </a:p>
          <a:p>
            <a:pPr marL="0" indent="0">
              <a:buNone/>
            </a:pPr>
            <a:r>
              <a:rPr lang="zh-CN" altLang="en-US" dirty="0"/>
              <a:t>网络</a:t>
            </a:r>
            <a:r>
              <a:rPr lang="en-US" altLang="zh-CN" dirty="0"/>
              <a:t>MTU</a:t>
            </a:r>
            <a:r>
              <a:rPr lang="zh-CN" altLang="en-US" dirty="0"/>
              <a:t>：</a:t>
            </a:r>
            <a:r>
              <a:rPr lang="en-US" altLang="zh-CN" dirty="0"/>
              <a:t>Max Transmission Unit</a:t>
            </a:r>
            <a:r>
              <a:rPr lang="zh-CN" altLang="en-US" dirty="0"/>
              <a:t>是网络最大传输单元（包长度），</a:t>
            </a:r>
            <a:r>
              <a:rPr lang="en-US" altLang="zh-CN" dirty="0"/>
              <a:t>IP</a:t>
            </a:r>
            <a:r>
              <a:rPr lang="zh-CN" altLang="en-US" dirty="0"/>
              <a:t>路由器必须对超过</a:t>
            </a:r>
            <a:r>
              <a:rPr lang="en-US" altLang="zh-CN" dirty="0"/>
              <a:t>MTU</a:t>
            </a:r>
            <a:r>
              <a:rPr lang="zh-CN" altLang="en-US" dirty="0"/>
              <a:t>的</a:t>
            </a:r>
            <a:r>
              <a:rPr lang="en-US" altLang="zh-CN" dirty="0"/>
              <a:t>IP</a:t>
            </a:r>
            <a:r>
              <a:rPr lang="zh-CN" altLang="en-US" dirty="0"/>
              <a:t>报进行分片，目的主机再完成重组处理，所以确定源到目的路径</a:t>
            </a:r>
            <a:r>
              <a:rPr lang="en-US" altLang="zh-CN" dirty="0"/>
              <a:t>MTU</a:t>
            </a:r>
            <a:r>
              <a:rPr lang="zh-CN" altLang="en-US" dirty="0"/>
              <a:t>对提高传输效率是非常必要的。确定路径</a:t>
            </a:r>
            <a:r>
              <a:rPr lang="en-US" altLang="zh-CN" dirty="0"/>
              <a:t>MTU</a:t>
            </a:r>
            <a:r>
              <a:rPr lang="zh-CN" altLang="en-US" dirty="0"/>
              <a:t>的方法是“要求报告分片但又不被允许” 的</a:t>
            </a:r>
            <a:r>
              <a:rPr lang="en-US" altLang="zh-CN" dirty="0"/>
              <a:t>ICMP</a:t>
            </a:r>
            <a:r>
              <a:rPr lang="zh-CN" altLang="en-US" dirty="0"/>
              <a:t>报文。</a:t>
            </a:r>
            <a:endParaRPr lang="zh-CN" altLang="zh-CN" dirty="0"/>
          </a:p>
          <a:p>
            <a:pPr marL="0" indent="0">
              <a:buNone/>
            </a:pPr>
            <a:endParaRPr lang="zh-CN" altLang="en-US" dirty="0"/>
          </a:p>
          <a:p>
            <a:pPr marL="0" indent="0">
              <a:buNone/>
            </a:pPr>
            <a:endParaRPr lang="en-US" altLang="zh-CN" dirty="0" smtClean="0"/>
          </a:p>
        </p:txBody>
      </p:sp>
    </p:spTree>
  </p:cSld>
  <p:clrMapOvr>
    <a:masterClrMapping/>
  </p:clrMapOvr>
  <p:transition spd="slow">
    <p:pull/>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4.5  </a:t>
            </a:r>
            <a:r>
              <a:rPr lang="zh-CN" altLang="en-US" dirty="0">
                <a:effectLst/>
              </a:rPr>
              <a:t>因特网的路由选择协议</a:t>
            </a:r>
            <a:endParaRPr lang="zh-CN" altLang="zh-CN" dirty="0">
              <a:effectLst/>
            </a:endParaRPr>
          </a:p>
        </p:txBody>
      </p:sp>
      <p:sp>
        <p:nvSpPr>
          <p:cNvPr id="3" name="内容占位符 2"/>
          <p:cNvSpPr>
            <a:spLocks noGrp="1"/>
          </p:cNvSpPr>
          <p:nvPr>
            <p:ph idx="1"/>
          </p:nvPr>
        </p:nvSpPr>
        <p:spPr>
          <a:xfrm>
            <a:off x="622300" y="1123950"/>
            <a:ext cx="10954459" cy="5587091"/>
          </a:xfrm>
        </p:spPr>
        <p:txBody>
          <a:bodyPr>
            <a:normAutofit/>
          </a:bodyPr>
          <a:lstStyle/>
          <a:p>
            <a:pPr marL="0" indent="0">
              <a:buNone/>
            </a:pPr>
            <a:r>
              <a:rPr lang="en-US" altLang="zh-CN" b="1" dirty="0"/>
              <a:t>4.5.1  </a:t>
            </a:r>
            <a:r>
              <a:rPr lang="zh-CN" altLang="en-US" b="1" dirty="0"/>
              <a:t>几个基本</a:t>
            </a:r>
            <a:r>
              <a:rPr lang="zh-CN" altLang="en-US" b="1" dirty="0" smtClean="0"/>
              <a:t>概念</a:t>
            </a:r>
            <a:endParaRPr lang="en-US" altLang="zh-CN" b="1" dirty="0" smtClean="0"/>
          </a:p>
          <a:p>
            <a:pPr marL="0" indent="0">
              <a:buNone/>
            </a:pPr>
            <a:r>
              <a:rPr lang="en-US" altLang="zh-CN" dirty="0"/>
              <a:t>1</a:t>
            </a:r>
            <a:r>
              <a:rPr lang="zh-CN" altLang="en-US" dirty="0"/>
              <a:t>、路由的概念</a:t>
            </a:r>
          </a:p>
          <a:p>
            <a:pPr marL="0" indent="0">
              <a:buNone/>
            </a:pPr>
            <a:r>
              <a:rPr lang="zh-CN" altLang="en-US" dirty="0"/>
              <a:t>所谓“路由”，是指把数据从一个地方传送到另一个地方的行为和动作，在路上，至少遇到一个中间节点。而路由器，正是执行这种行为动作的机器，它的英文名称为</a:t>
            </a:r>
            <a:r>
              <a:rPr lang="en-US" altLang="zh-CN" dirty="0"/>
              <a:t>Router</a:t>
            </a:r>
            <a:r>
              <a:rPr lang="zh-CN" altLang="en-US" dirty="0"/>
              <a:t>。 </a:t>
            </a:r>
          </a:p>
          <a:p>
            <a:pPr marL="0" indent="0">
              <a:buNone/>
            </a:pPr>
            <a:endParaRPr lang="zh-CN" altLang="en-US" dirty="0"/>
          </a:p>
          <a:p>
            <a:pPr marL="0" indent="0">
              <a:buNone/>
            </a:pPr>
            <a:endParaRPr lang="en-US" altLang="zh-CN" dirty="0" smtClean="0"/>
          </a:p>
        </p:txBody>
      </p:sp>
    </p:spTree>
  </p:cSld>
  <p:clrMapOvr>
    <a:masterClrMapping/>
  </p:clrMapOvr>
  <p:transition spd="slow">
    <p:pull/>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4.5  </a:t>
            </a:r>
            <a:r>
              <a:rPr lang="zh-CN" altLang="en-US" dirty="0">
                <a:effectLst/>
              </a:rPr>
              <a:t>因特网的路由选择协议</a:t>
            </a:r>
            <a:endParaRPr lang="zh-CN" altLang="zh-CN" dirty="0">
              <a:effectLst/>
            </a:endParaRPr>
          </a:p>
        </p:txBody>
      </p:sp>
      <p:sp>
        <p:nvSpPr>
          <p:cNvPr id="3" name="内容占位符 2"/>
          <p:cNvSpPr>
            <a:spLocks noGrp="1"/>
          </p:cNvSpPr>
          <p:nvPr>
            <p:ph idx="1"/>
          </p:nvPr>
        </p:nvSpPr>
        <p:spPr>
          <a:xfrm>
            <a:off x="622300" y="1123950"/>
            <a:ext cx="10954459" cy="5587091"/>
          </a:xfrm>
        </p:spPr>
        <p:txBody>
          <a:bodyPr>
            <a:normAutofit fontScale="92500"/>
          </a:bodyPr>
          <a:lstStyle/>
          <a:p>
            <a:pPr marL="0" indent="0">
              <a:buNone/>
            </a:pPr>
            <a:r>
              <a:rPr lang="en-US" altLang="zh-CN" b="1" dirty="0"/>
              <a:t>4.5.1  </a:t>
            </a:r>
            <a:r>
              <a:rPr lang="zh-CN" altLang="en-US" b="1" dirty="0"/>
              <a:t>几个基本</a:t>
            </a:r>
            <a:r>
              <a:rPr lang="zh-CN" altLang="en-US" b="1" dirty="0" smtClean="0"/>
              <a:t>概念</a:t>
            </a:r>
            <a:endParaRPr lang="en-US" altLang="zh-CN" b="1" dirty="0" smtClean="0"/>
          </a:p>
          <a:p>
            <a:pPr marL="0" indent="0">
              <a:buNone/>
            </a:pPr>
            <a:r>
              <a:rPr lang="zh-CN" altLang="en-US" dirty="0"/>
              <a:t>路由器的基本功能如下</a:t>
            </a:r>
            <a:r>
              <a:rPr lang="zh-CN" altLang="en-US" dirty="0" smtClean="0"/>
              <a:t>：</a:t>
            </a:r>
            <a:endParaRPr lang="en-US" altLang="zh-CN" dirty="0" smtClean="0"/>
          </a:p>
          <a:p>
            <a:pPr marL="0" indent="0">
              <a:buNone/>
            </a:pPr>
            <a:r>
              <a:rPr lang="zh-CN" altLang="en-US" dirty="0"/>
              <a:t>	网络互联</a:t>
            </a:r>
          </a:p>
          <a:p>
            <a:pPr marL="0" indent="0">
              <a:buNone/>
            </a:pPr>
            <a:r>
              <a:rPr lang="zh-CN" altLang="en-US" dirty="0"/>
              <a:t>路由器支持各种局域网和广域网接口，主要用于互联局域网和广域网，实现不同网络互相通信</a:t>
            </a:r>
          </a:p>
          <a:p>
            <a:pPr marL="0" indent="0">
              <a:buNone/>
            </a:pPr>
            <a:r>
              <a:rPr lang="zh-CN" altLang="en-US" dirty="0"/>
              <a:t>	数据处理</a:t>
            </a:r>
          </a:p>
          <a:p>
            <a:pPr marL="0" indent="0">
              <a:buNone/>
            </a:pPr>
            <a:r>
              <a:rPr lang="zh-CN" altLang="en-US" dirty="0"/>
              <a:t>提供包括分组过滤、分组转发、优先级、复用、加密、压缩和防火墙等功能</a:t>
            </a:r>
          </a:p>
          <a:p>
            <a:pPr marL="0" indent="0">
              <a:buNone/>
            </a:pPr>
            <a:r>
              <a:rPr lang="zh-CN" altLang="en-US" dirty="0"/>
              <a:t>	网络管理</a:t>
            </a:r>
          </a:p>
          <a:p>
            <a:pPr marL="0" indent="0">
              <a:buNone/>
            </a:pPr>
            <a:r>
              <a:rPr lang="zh-CN" altLang="en-US" dirty="0"/>
              <a:t>路由器提供包括路由器配置管理、性能管理、容错管理和流量控制等功能</a:t>
            </a:r>
          </a:p>
          <a:p>
            <a:pPr marL="0" indent="0">
              <a:buNone/>
            </a:pPr>
            <a:endParaRPr lang="zh-CN" altLang="en-US" dirty="0"/>
          </a:p>
          <a:p>
            <a:pPr marL="0" indent="0">
              <a:buNone/>
            </a:pPr>
            <a:endParaRPr lang="en-US" altLang="zh-CN" dirty="0" smtClean="0"/>
          </a:p>
        </p:txBody>
      </p:sp>
    </p:spTree>
  </p:cSld>
  <p:clrMapOvr>
    <a:masterClrMapping/>
  </p:clrMapOvr>
  <p:transition spd="slow">
    <p:pull/>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4.5  </a:t>
            </a:r>
            <a:r>
              <a:rPr lang="zh-CN" altLang="en-US" dirty="0">
                <a:effectLst/>
              </a:rPr>
              <a:t>因特网的路由选择协议</a:t>
            </a:r>
            <a:endParaRPr lang="zh-CN" altLang="zh-CN" dirty="0">
              <a:effectLst/>
            </a:endParaRPr>
          </a:p>
        </p:txBody>
      </p:sp>
      <p:sp>
        <p:nvSpPr>
          <p:cNvPr id="3" name="内容占位符 2"/>
          <p:cNvSpPr>
            <a:spLocks noGrp="1"/>
          </p:cNvSpPr>
          <p:nvPr>
            <p:ph idx="1"/>
          </p:nvPr>
        </p:nvSpPr>
        <p:spPr>
          <a:xfrm>
            <a:off x="622300" y="1123950"/>
            <a:ext cx="10954459" cy="5587091"/>
          </a:xfrm>
        </p:spPr>
        <p:txBody>
          <a:bodyPr>
            <a:normAutofit/>
          </a:bodyPr>
          <a:lstStyle/>
          <a:p>
            <a:pPr marL="0" indent="0">
              <a:buNone/>
            </a:pPr>
            <a:r>
              <a:rPr lang="en-US" altLang="zh-CN" b="1" dirty="0"/>
              <a:t>4.5.1  </a:t>
            </a:r>
            <a:r>
              <a:rPr lang="zh-CN" altLang="en-US" b="1" dirty="0"/>
              <a:t>几个基本</a:t>
            </a:r>
            <a:r>
              <a:rPr lang="zh-CN" altLang="en-US" b="1" dirty="0" smtClean="0"/>
              <a:t>概念</a:t>
            </a:r>
            <a:endParaRPr lang="en-US" altLang="zh-CN" b="1" dirty="0" smtClean="0"/>
          </a:p>
          <a:p>
            <a:pPr marL="0" indent="0">
              <a:buNone/>
            </a:pPr>
            <a:r>
              <a:rPr lang="en-US" altLang="zh-CN" dirty="0"/>
              <a:t>2</a:t>
            </a:r>
            <a:r>
              <a:rPr lang="zh-CN" altLang="en-US" dirty="0"/>
              <a:t>、路由选择</a:t>
            </a:r>
            <a:r>
              <a:rPr lang="zh-CN" altLang="en-US" dirty="0" smtClean="0"/>
              <a:t>表</a:t>
            </a:r>
            <a:endParaRPr lang="en-US" altLang="zh-CN" dirty="0" smtClean="0"/>
          </a:p>
          <a:p>
            <a:pPr marL="0" indent="0">
              <a:buNone/>
            </a:pPr>
            <a:r>
              <a:rPr lang="zh-CN" altLang="en-US" dirty="0"/>
              <a:t>在网络层，将检查数据包的目的地址，如果目的地址确实是路由器该接口的</a:t>
            </a:r>
            <a:r>
              <a:rPr lang="en-US" altLang="zh-CN" dirty="0"/>
              <a:t>IP</a:t>
            </a:r>
            <a:r>
              <a:rPr lang="zh-CN" altLang="en-US" dirty="0"/>
              <a:t>地址或广播地址，那么需要再检查数据包的协议字段，然后再向适当的内部进程发送被封装的数据。如下</a:t>
            </a:r>
            <a:r>
              <a:rPr lang="zh-CN" altLang="en-US" dirty="0" smtClean="0"/>
              <a:t>图所</a:t>
            </a:r>
            <a:r>
              <a:rPr lang="zh-CN" altLang="en-US" dirty="0"/>
              <a:t>示。</a:t>
            </a:r>
          </a:p>
          <a:p>
            <a:pPr marL="0" indent="0">
              <a:buNone/>
            </a:pPr>
            <a:endParaRPr lang="en-US" altLang="zh-CN" dirty="0" smtClean="0"/>
          </a:p>
        </p:txBody>
      </p:sp>
      <p:pic>
        <p:nvPicPr>
          <p:cNvPr id="245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8285" y="3902529"/>
            <a:ext cx="9268958"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4.5  </a:t>
            </a:r>
            <a:r>
              <a:rPr lang="zh-CN" altLang="en-US" dirty="0">
                <a:effectLst/>
              </a:rPr>
              <a:t>因特网的路由选择协议</a:t>
            </a:r>
            <a:endParaRPr lang="zh-CN" altLang="zh-CN" dirty="0">
              <a:effectLst/>
            </a:endParaRPr>
          </a:p>
        </p:txBody>
      </p:sp>
      <p:sp>
        <p:nvSpPr>
          <p:cNvPr id="3" name="内容占位符 2"/>
          <p:cNvSpPr>
            <a:spLocks noGrp="1"/>
          </p:cNvSpPr>
          <p:nvPr>
            <p:ph idx="1"/>
          </p:nvPr>
        </p:nvSpPr>
        <p:spPr>
          <a:xfrm>
            <a:off x="622300" y="1123950"/>
            <a:ext cx="10954459" cy="5587091"/>
          </a:xfrm>
        </p:spPr>
        <p:txBody>
          <a:bodyPr>
            <a:normAutofit/>
          </a:bodyPr>
          <a:lstStyle/>
          <a:p>
            <a:pPr marL="0" indent="0">
              <a:buNone/>
            </a:pPr>
            <a:r>
              <a:rPr lang="en-US" altLang="zh-CN" b="1" dirty="0"/>
              <a:t>4.5.1  </a:t>
            </a:r>
            <a:r>
              <a:rPr lang="zh-CN" altLang="en-US" b="1" dirty="0"/>
              <a:t>几个基本</a:t>
            </a:r>
            <a:r>
              <a:rPr lang="zh-CN" altLang="en-US" b="1" dirty="0" smtClean="0"/>
              <a:t>概念</a:t>
            </a:r>
            <a:endParaRPr lang="en-US" altLang="zh-CN" b="1" dirty="0" smtClean="0"/>
          </a:p>
          <a:p>
            <a:pPr marL="0" indent="0">
              <a:buNone/>
            </a:pPr>
            <a:r>
              <a:rPr lang="en-US" altLang="zh-CN" b="1" dirty="0"/>
              <a:t>3. </a:t>
            </a:r>
            <a:r>
              <a:rPr lang="zh-CN" altLang="zh-CN" b="1" dirty="0"/>
              <a:t>理想的路由算法</a:t>
            </a:r>
            <a:endParaRPr lang="zh-CN" altLang="zh-CN" dirty="0"/>
          </a:p>
          <a:p>
            <a:pPr marL="0" indent="0">
              <a:buNone/>
            </a:pPr>
            <a:r>
              <a:rPr lang="zh-CN" altLang="en-US" dirty="0"/>
              <a:t>	算法必须是正确的和完整的。 </a:t>
            </a:r>
          </a:p>
          <a:p>
            <a:pPr marL="0" indent="0">
              <a:buNone/>
            </a:pPr>
            <a:r>
              <a:rPr lang="zh-CN" altLang="en-US" dirty="0"/>
              <a:t>	算法在计算上应简单。 </a:t>
            </a:r>
          </a:p>
          <a:p>
            <a:pPr marL="0" indent="0">
              <a:buNone/>
            </a:pPr>
            <a:r>
              <a:rPr lang="zh-CN" altLang="en-US" dirty="0"/>
              <a:t>	算法应能适应通信量和网络拓扑的变化，这就是说，要有自适应性。 </a:t>
            </a:r>
          </a:p>
          <a:p>
            <a:pPr marL="0" indent="0">
              <a:buNone/>
            </a:pPr>
            <a:r>
              <a:rPr lang="zh-CN" altLang="en-US" dirty="0"/>
              <a:t>	算法应具有稳定性。 </a:t>
            </a:r>
          </a:p>
          <a:p>
            <a:pPr marL="0" indent="0">
              <a:buNone/>
            </a:pPr>
            <a:r>
              <a:rPr lang="zh-CN" altLang="en-US" dirty="0"/>
              <a:t>	算法应是公平的。 </a:t>
            </a:r>
          </a:p>
          <a:p>
            <a:pPr marL="0" indent="0">
              <a:buNone/>
            </a:pPr>
            <a:r>
              <a:rPr lang="zh-CN" altLang="en-US" dirty="0"/>
              <a:t>	算法应是最佳的。</a:t>
            </a:r>
          </a:p>
          <a:p>
            <a:pPr marL="0" indent="0">
              <a:buNone/>
            </a:pPr>
            <a:endParaRPr lang="en-US" altLang="zh-CN" dirty="0" smtClean="0"/>
          </a:p>
        </p:txBody>
      </p:sp>
    </p:spTree>
  </p:cSld>
  <p:clrMapOvr>
    <a:masterClrMapping/>
  </p:clrMapOvr>
  <p:transition spd="slow">
    <p:pull/>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4.5  </a:t>
            </a:r>
            <a:r>
              <a:rPr lang="zh-CN" altLang="en-US" dirty="0">
                <a:effectLst/>
              </a:rPr>
              <a:t>因特网的路由选择协议</a:t>
            </a:r>
            <a:endParaRPr lang="zh-CN" altLang="zh-CN" dirty="0">
              <a:effectLst/>
            </a:endParaRPr>
          </a:p>
        </p:txBody>
      </p:sp>
      <p:sp>
        <p:nvSpPr>
          <p:cNvPr id="3" name="内容占位符 2"/>
          <p:cNvSpPr>
            <a:spLocks noGrp="1"/>
          </p:cNvSpPr>
          <p:nvPr>
            <p:ph idx="1"/>
          </p:nvPr>
        </p:nvSpPr>
        <p:spPr>
          <a:xfrm>
            <a:off x="622300" y="1123950"/>
            <a:ext cx="10954459" cy="5587091"/>
          </a:xfrm>
        </p:spPr>
        <p:txBody>
          <a:bodyPr>
            <a:normAutofit/>
          </a:bodyPr>
          <a:lstStyle/>
          <a:p>
            <a:pPr marL="0" indent="0">
              <a:buNone/>
            </a:pPr>
            <a:r>
              <a:rPr lang="en-US" altLang="zh-CN" b="1" dirty="0"/>
              <a:t>4.5.1  </a:t>
            </a:r>
            <a:r>
              <a:rPr lang="zh-CN" altLang="en-US" b="1" dirty="0"/>
              <a:t>几个基本</a:t>
            </a:r>
            <a:r>
              <a:rPr lang="zh-CN" altLang="en-US" b="1" dirty="0" smtClean="0"/>
              <a:t>概念</a:t>
            </a:r>
            <a:endParaRPr lang="en-US" altLang="zh-CN" b="1" dirty="0" smtClean="0"/>
          </a:p>
          <a:p>
            <a:pPr marL="0" indent="0">
              <a:buNone/>
            </a:pPr>
            <a:r>
              <a:rPr lang="en-US" altLang="zh-CN" b="1" dirty="0"/>
              <a:t>4.</a:t>
            </a:r>
            <a:r>
              <a:rPr lang="zh-CN" altLang="zh-CN" b="1" dirty="0"/>
              <a:t>分层次的路由选择协议</a:t>
            </a:r>
            <a:endParaRPr lang="zh-CN" altLang="zh-CN" dirty="0"/>
          </a:p>
          <a:p>
            <a:pPr marL="0" indent="0">
              <a:buNone/>
            </a:pPr>
            <a:r>
              <a:rPr lang="zh-CN" altLang="zh-CN" dirty="0"/>
              <a:t>（</a:t>
            </a:r>
            <a:r>
              <a:rPr lang="en-US" altLang="zh-CN" dirty="0"/>
              <a:t>1</a:t>
            </a:r>
            <a:r>
              <a:rPr lang="zh-CN" altLang="zh-CN" dirty="0"/>
              <a:t>）为什么要分层次？</a:t>
            </a:r>
          </a:p>
          <a:p>
            <a:pPr marL="0" indent="0">
              <a:buNone/>
            </a:pPr>
            <a:r>
              <a:rPr lang="zh-CN" altLang="zh-CN" dirty="0"/>
              <a:t>互联网的规模非常大。如果让所有的路由器知道所有的网络应怎样到达，则这种路由表将非常大，处理起来也太花时间。而所有这些路由器之间交换路由信息所需的带宽就会使因特网的通信链路饱和。</a:t>
            </a:r>
          </a:p>
          <a:p>
            <a:pPr marL="0" indent="0">
              <a:buNone/>
            </a:pPr>
            <a:r>
              <a:rPr lang="zh-CN" altLang="zh-CN" dirty="0"/>
              <a:t>许多单位不愿意外界了解自己单位网络的布局细节和本部门所采用的路由选择协议（这属于本部门内部的事情），但同时还希望连接到因特网上。</a:t>
            </a:r>
            <a:r>
              <a:rPr lang="en-US" altLang="zh-CN" dirty="0"/>
              <a:t>   </a:t>
            </a:r>
            <a:endParaRPr lang="zh-CN" altLang="zh-CN" dirty="0"/>
          </a:p>
        </p:txBody>
      </p:sp>
    </p:spTree>
  </p:cSld>
  <p:clrMapOvr>
    <a:masterClrMapping/>
  </p:clrMapOvr>
  <p:transition spd="slow">
    <p:pull/>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4.5  </a:t>
            </a:r>
            <a:r>
              <a:rPr lang="zh-CN" altLang="en-US" dirty="0">
                <a:effectLst/>
              </a:rPr>
              <a:t>因特网的路由选择协议</a:t>
            </a:r>
            <a:endParaRPr lang="zh-CN" altLang="zh-CN" dirty="0">
              <a:effectLst/>
            </a:endParaRPr>
          </a:p>
        </p:txBody>
      </p:sp>
      <p:sp>
        <p:nvSpPr>
          <p:cNvPr id="3" name="内容占位符 2"/>
          <p:cNvSpPr>
            <a:spLocks noGrp="1"/>
          </p:cNvSpPr>
          <p:nvPr>
            <p:ph idx="1"/>
          </p:nvPr>
        </p:nvSpPr>
        <p:spPr>
          <a:xfrm>
            <a:off x="622300" y="1123950"/>
            <a:ext cx="10954459" cy="5587091"/>
          </a:xfrm>
        </p:spPr>
        <p:txBody>
          <a:bodyPr>
            <a:normAutofit/>
          </a:bodyPr>
          <a:lstStyle/>
          <a:p>
            <a:pPr marL="0" indent="0">
              <a:buNone/>
            </a:pPr>
            <a:r>
              <a:rPr lang="en-US" altLang="zh-CN" b="1" dirty="0"/>
              <a:t>4.5.1  </a:t>
            </a:r>
            <a:r>
              <a:rPr lang="zh-CN" altLang="en-US" b="1" dirty="0"/>
              <a:t>几个基本</a:t>
            </a:r>
            <a:r>
              <a:rPr lang="zh-CN" altLang="en-US" b="1" dirty="0" smtClean="0"/>
              <a:t>概念</a:t>
            </a:r>
            <a:endParaRPr lang="en-US" altLang="zh-CN" b="1" dirty="0" smtClean="0"/>
          </a:p>
          <a:p>
            <a:pPr marL="0" indent="0">
              <a:buNone/>
            </a:pPr>
            <a:r>
              <a:rPr lang="en-US" altLang="zh-CN" b="1" dirty="0"/>
              <a:t>4.</a:t>
            </a:r>
            <a:r>
              <a:rPr lang="zh-CN" altLang="zh-CN" b="1" dirty="0"/>
              <a:t>分层次的路由选择协议</a:t>
            </a:r>
            <a:endParaRPr lang="zh-CN" altLang="zh-CN" dirty="0"/>
          </a:p>
          <a:p>
            <a:pPr marL="0" indent="0">
              <a:buNone/>
            </a:pPr>
            <a:r>
              <a:rPr lang="zh-CN" altLang="en-US" dirty="0"/>
              <a:t>（</a:t>
            </a:r>
            <a:r>
              <a:rPr lang="en-US" altLang="zh-CN" dirty="0"/>
              <a:t>2</a:t>
            </a:r>
            <a:r>
              <a:rPr lang="zh-CN" altLang="en-US" dirty="0"/>
              <a:t>）自治系统 </a:t>
            </a:r>
            <a:r>
              <a:rPr lang="en-US" altLang="zh-CN" dirty="0"/>
              <a:t>AS(Autonomous System) </a:t>
            </a:r>
          </a:p>
          <a:p>
            <a:pPr marL="0" indent="0">
              <a:buNone/>
            </a:pPr>
            <a:r>
              <a:rPr lang="zh-CN" altLang="en-US" dirty="0"/>
              <a:t>定义：在单一的技术管理下的一组路由器，而这些路由器使用一种 </a:t>
            </a:r>
            <a:r>
              <a:rPr lang="en-US" altLang="zh-CN" dirty="0"/>
              <a:t>AS </a:t>
            </a:r>
            <a:r>
              <a:rPr lang="zh-CN" altLang="en-US" dirty="0"/>
              <a:t>内部的路由选择协议和共同的度量以确定分组在该 </a:t>
            </a:r>
            <a:r>
              <a:rPr lang="en-US" altLang="zh-CN" dirty="0"/>
              <a:t>AS </a:t>
            </a:r>
            <a:r>
              <a:rPr lang="zh-CN" altLang="en-US" dirty="0"/>
              <a:t>内的路由，同时还使用一种 </a:t>
            </a:r>
            <a:r>
              <a:rPr lang="en-US" altLang="zh-CN" dirty="0"/>
              <a:t>AS </a:t>
            </a:r>
            <a:r>
              <a:rPr lang="zh-CN" altLang="en-US" dirty="0"/>
              <a:t>之间的路由选择协议用以确定分组在 </a:t>
            </a:r>
            <a:r>
              <a:rPr lang="en-US" altLang="zh-CN" dirty="0"/>
              <a:t>AS</a:t>
            </a:r>
            <a:r>
              <a:rPr lang="zh-CN" altLang="en-US" dirty="0"/>
              <a:t>之间的路由。</a:t>
            </a:r>
          </a:p>
          <a:p>
            <a:pPr marL="0" indent="0">
              <a:buNone/>
            </a:pPr>
            <a:r>
              <a:rPr lang="zh-CN" altLang="en-US" dirty="0" smtClean="0"/>
              <a:t>强调</a:t>
            </a:r>
            <a:r>
              <a:rPr lang="zh-CN" altLang="en-US" dirty="0"/>
              <a:t>：尽管一个 </a:t>
            </a:r>
            <a:r>
              <a:rPr lang="en-US" altLang="zh-CN" dirty="0"/>
              <a:t>AS </a:t>
            </a:r>
            <a:r>
              <a:rPr lang="zh-CN" altLang="en-US" dirty="0"/>
              <a:t>使用了多种内部路由选择协议和度量，但重要的是一个 </a:t>
            </a:r>
            <a:r>
              <a:rPr lang="en-US" altLang="zh-CN" dirty="0"/>
              <a:t>AS </a:t>
            </a:r>
            <a:r>
              <a:rPr lang="zh-CN" altLang="en-US" dirty="0"/>
              <a:t>对其他 </a:t>
            </a:r>
            <a:r>
              <a:rPr lang="en-US" altLang="zh-CN" dirty="0"/>
              <a:t>AS </a:t>
            </a:r>
            <a:r>
              <a:rPr lang="zh-CN" altLang="en-US" dirty="0"/>
              <a:t>表现出的是一个单一的和一致的路由选择策略。</a:t>
            </a:r>
          </a:p>
        </p:txBody>
      </p:sp>
    </p:spTree>
  </p:cSld>
  <p:clrMapOvr>
    <a:masterClrMapping/>
  </p:clrMapOvr>
  <p:transition spd="slow">
    <p:pull/>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4.5  </a:t>
            </a:r>
            <a:r>
              <a:rPr lang="zh-CN" altLang="en-US" dirty="0">
                <a:effectLst/>
              </a:rPr>
              <a:t>因特网的路由选择协议</a:t>
            </a:r>
            <a:endParaRPr lang="zh-CN" altLang="zh-CN" dirty="0">
              <a:effectLst/>
            </a:endParaRPr>
          </a:p>
        </p:txBody>
      </p:sp>
      <p:sp>
        <p:nvSpPr>
          <p:cNvPr id="3" name="内容占位符 2"/>
          <p:cNvSpPr>
            <a:spLocks noGrp="1"/>
          </p:cNvSpPr>
          <p:nvPr>
            <p:ph idx="1"/>
          </p:nvPr>
        </p:nvSpPr>
        <p:spPr>
          <a:xfrm>
            <a:off x="622300" y="1123950"/>
            <a:ext cx="10954459" cy="5587091"/>
          </a:xfrm>
        </p:spPr>
        <p:txBody>
          <a:bodyPr>
            <a:normAutofit/>
          </a:bodyPr>
          <a:lstStyle/>
          <a:p>
            <a:pPr marL="0" indent="0">
              <a:buNone/>
            </a:pPr>
            <a:r>
              <a:rPr lang="en-US" altLang="zh-CN" b="1" dirty="0"/>
              <a:t>4.5.1  </a:t>
            </a:r>
            <a:r>
              <a:rPr lang="zh-CN" altLang="en-US" b="1" dirty="0"/>
              <a:t>几个基本</a:t>
            </a:r>
            <a:r>
              <a:rPr lang="zh-CN" altLang="en-US" b="1" dirty="0" smtClean="0"/>
              <a:t>概念</a:t>
            </a:r>
            <a:endParaRPr lang="en-US" altLang="zh-CN" b="1" dirty="0" smtClean="0"/>
          </a:p>
          <a:p>
            <a:pPr marL="0" indent="0">
              <a:buNone/>
            </a:pPr>
            <a:r>
              <a:rPr lang="en-US" altLang="zh-CN" b="1" dirty="0"/>
              <a:t>5</a:t>
            </a:r>
            <a:r>
              <a:rPr lang="zh-CN" altLang="en-US" b="1" dirty="0"/>
              <a:t>、两大类路由选择</a:t>
            </a:r>
            <a:r>
              <a:rPr lang="zh-CN" altLang="en-US" b="1" dirty="0" smtClean="0"/>
              <a:t>协议</a:t>
            </a:r>
            <a:endParaRPr lang="en-US" altLang="zh-CN" b="1" dirty="0" smtClean="0"/>
          </a:p>
          <a:p>
            <a:pPr marL="0" indent="0">
              <a:buNone/>
            </a:pPr>
            <a:r>
              <a:rPr lang="zh-CN" altLang="en-US" dirty="0"/>
              <a:t>内部网关协议 </a:t>
            </a:r>
            <a:r>
              <a:rPr lang="en-US" altLang="zh-CN" dirty="0"/>
              <a:t>IGP (Interior Gateway Protocol) </a:t>
            </a:r>
            <a:r>
              <a:rPr lang="zh-CN" altLang="en-US" dirty="0"/>
              <a:t>即在一个自治系统内部使用的路由选择协议。目前这类路由选择协议使用得最多，如 </a:t>
            </a:r>
            <a:r>
              <a:rPr lang="en-US" altLang="zh-CN" dirty="0"/>
              <a:t>RIP </a:t>
            </a:r>
            <a:r>
              <a:rPr lang="zh-CN" altLang="en-US" dirty="0"/>
              <a:t>和 </a:t>
            </a:r>
            <a:r>
              <a:rPr lang="en-US" altLang="zh-CN" dirty="0"/>
              <a:t>OSPF </a:t>
            </a:r>
            <a:r>
              <a:rPr lang="zh-CN" altLang="en-US" dirty="0"/>
              <a:t>协议。</a:t>
            </a:r>
          </a:p>
          <a:p>
            <a:pPr marL="0" indent="0">
              <a:buNone/>
            </a:pPr>
            <a:r>
              <a:rPr lang="zh-CN" altLang="en-US" dirty="0"/>
              <a:t>外部网关协议</a:t>
            </a:r>
            <a:r>
              <a:rPr lang="en-US" altLang="zh-CN" dirty="0"/>
              <a:t>EGP (External Gateway Protocol)    </a:t>
            </a:r>
            <a:r>
              <a:rPr lang="zh-CN" altLang="en-US" dirty="0"/>
              <a:t>若源站和目的站处在不同的自治系统中，当数据报传到一个自治系统的边界时，就需要使用一种协议将路由选择信息传递到另一个自治系统中。这样的协议就是外部网关协议 </a:t>
            </a:r>
            <a:r>
              <a:rPr lang="en-US" altLang="zh-CN" dirty="0"/>
              <a:t>EGP</a:t>
            </a:r>
            <a:r>
              <a:rPr lang="zh-CN" altLang="en-US" dirty="0"/>
              <a:t>。在外部网关协议中目前使用最多的是 </a:t>
            </a:r>
            <a:r>
              <a:rPr lang="en-US" altLang="zh-CN" dirty="0"/>
              <a:t>BGP-4</a:t>
            </a:r>
            <a:r>
              <a:rPr lang="zh-CN" altLang="en-US" dirty="0"/>
              <a:t>。 </a:t>
            </a:r>
          </a:p>
        </p:txBody>
      </p:sp>
    </p:spTree>
  </p:cSld>
  <p:clrMapOvr>
    <a:masterClrMapping/>
  </p:clrMapOvr>
  <p:transition spd="slow">
    <p:pull/>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4.5  </a:t>
            </a:r>
            <a:r>
              <a:rPr lang="zh-CN" altLang="en-US" dirty="0">
                <a:effectLst/>
              </a:rPr>
              <a:t>因特网的路由选择协议</a:t>
            </a:r>
            <a:endParaRPr lang="zh-CN" altLang="zh-CN" dirty="0">
              <a:effectLst/>
            </a:endParaRPr>
          </a:p>
        </p:txBody>
      </p:sp>
      <p:sp>
        <p:nvSpPr>
          <p:cNvPr id="3" name="内容占位符 2"/>
          <p:cNvSpPr>
            <a:spLocks noGrp="1"/>
          </p:cNvSpPr>
          <p:nvPr>
            <p:ph idx="1"/>
          </p:nvPr>
        </p:nvSpPr>
        <p:spPr>
          <a:xfrm>
            <a:off x="622300" y="1123950"/>
            <a:ext cx="10954459" cy="5587091"/>
          </a:xfrm>
        </p:spPr>
        <p:txBody>
          <a:bodyPr>
            <a:normAutofit/>
          </a:bodyPr>
          <a:lstStyle/>
          <a:p>
            <a:pPr marL="0" indent="0">
              <a:buNone/>
            </a:pPr>
            <a:r>
              <a:rPr lang="en-US" altLang="zh-CN" b="1" dirty="0"/>
              <a:t>4.5.1  </a:t>
            </a:r>
            <a:r>
              <a:rPr lang="zh-CN" altLang="en-US" b="1" dirty="0"/>
              <a:t>几个基本</a:t>
            </a:r>
            <a:r>
              <a:rPr lang="zh-CN" altLang="en-US" b="1" dirty="0" smtClean="0"/>
              <a:t>概念</a:t>
            </a:r>
            <a:endParaRPr lang="en-US" altLang="zh-CN" b="1" dirty="0" smtClean="0"/>
          </a:p>
          <a:p>
            <a:pPr marL="0" indent="0">
              <a:buNone/>
            </a:pPr>
            <a:r>
              <a:rPr lang="en-US" altLang="zh-CN" b="1" dirty="0"/>
              <a:t>6</a:t>
            </a:r>
            <a:r>
              <a:rPr lang="zh-CN" altLang="en-US" b="1" dirty="0"/>
              <a:t>、自治系统和内部网关协议、外部网关协议 ，如下</a:t>
            </a:r>
            <a:r>
              <a:rPr lang="zh-CN" altLang="en-US" b="1" dirty="0" smtClean="0"/>
              <a:t>图所</a:t>
            </a:r>
            <a:r>
              <a:rPr lang="zh-CN" altLang="en-US" b="1" dirty="0"/>
              <a:t>示</a:t>
            </a:r>
            <a:r>
              <a:rPr lang="zh-CN" altLang="en-US" b="1" dirty="0" smtClean="0"/>
              <a:t>。</a:t>
            </a:r>
            <a:endParaRPr lang="en-US" altLang="zh-CN" b="1" dirty="0" smtClean="0"/>
          </a:p>
          <a:p>
            <a:pPr marL="0" indent="0">
              <a:buNone/>
            </a:pPr>
            <a:endParaRPr lang="zh-CN" altLang="en-US" dirty="0"/>
          </a:p>
        </p:txBody>
      </p:sp>
      <p:pic>
        <p:nvPicPr>
          <p:cNvPr id="256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8824" y="2718028"/>
            <a:ext cx="9287230" cy="2507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4.5  </a:t>
            </a:r>
            <a:r>
              <a:rPr lang="zh-CN" altLang="en-US" dirty="0">
                <a:effectLst/>
              </a:rPr>
              <a:t>因特网的路由选择协议</a:t>
            </a:r>
            <a:endParaRPr lang="zh-CN" altLang="zh-CN" dirty="0">
              <a:effectLst/>
            </a:endParaRPr>
          </a:p>
        </p:txBody>
      </p:sp>
      <p:sp>
        <p:nvSpPr>
          <p:cNvPr id="3" name="内容占位符 2"/>
          <p:cNvSpPr>
            <a:spLocks noGrp="1"/>
          </p:cNvSpPr>
          <p:nvPr>
            <p:ph idx="1"/>
          </p:nvPr>
        </p:nvSpPr>
        <p:spPr>
          <a:xfrm>
            <a:off x="622300" y="1123950"/>
            <a:ext cx="10954459" cy="5587091"/>
          </a:xfrm>
        </p:spPr>
        <p:txBody>
          <a:bodyPr>
            <a:normAutofit/>
          </a:bodyPr>
          <a:lstStyle/>
          <a:p>
            <a:pPr marL="0" indent="0">
              <a:buNone/>
            </a:pPr>
            <a:r>
              <a:rPr lang="en-US" altLang="zh-CN" b="1" dirty="0"/>
              <a:t>4.5.1  </a:t>
            </a:r>
            <a:r>
              <a:rPr lang="zh-CN" altLang="en-US" b="1" dirty="0"/>
              <a:t>几个基本</a:t>
            </a:r>
            <a:r>
              <a:rPr lang="zh-CN" altLang="en-US" b="1" dirty="0" smtClean="0"/>
              <a:t>概念</a:t>
            </a:r>
            <a:endParaRPr lang="en-US" altLang="zh-CN" b="1" dirty="0" smtClean="0"/>
          </a:p>
          <a:p>
            <a:pPr marL="0" indent="0">
              <a:buNone/>
            </a:pPr>
            <a:r>
              <a:rPr lang="en-US" altLang="zh-CN" b="1" dirty="0"/>
              <a:t>6</a:t>
            </a:r>
            <a:r>
              <a:rPr lang="zh-CN" altLang="en-US" b="1" dirty="0"/>
              <a:t>、自治系统和内部网关协议、外部网关协议 ，如下</a:t>
            </a:r>
            <a:r>
              <a:rPr lang="zh-CN" altLang="en-US" b="1" dirty="0" smtClean="0"/>
              <a:t>图所</a:t>
            </a:r>
            <a:r>
              <a:rPr lang="zh-CN" altLang="en-US" b="1" dirty="0"/>
              <a:t>示</a:t>
            </a:r>
            <a:r>
              <a:rPr lang="zh-CN" altLang="en-US" b="1" dirty="0" smtClean="0"/>
              <a:t>。</a:t>
            </a:r>
            <a:endParaRPr lang="en-US" altLang="zh-CN" b="1" dirty="0" smtClean="0"/>
          </a:p>
          <a:p>
            <a:pPr marL="0" indent="0">
              <a:buNone/>
            </a:pPr>
            <a:endParaRPr lang="zh-CN" altLang="en-US" dirty="0"/>
          </a:p>
        </p:txBody>
      </p:sp>
      <p:pic>
        <p:nvPicPr>
          <p:cNvPr id="256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8824" y="2718028"/>
            <a:ext cx="9287230" cy="2507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4.5.2  </a:t>
            </a:r>
            <a:r>
              <a:rPr lang="zh-CN" altLang="en-US" dirty="0">
                <a:effectLst/>
              </a:rPr>
              <a:t>内部网关协议</a:t>
            </a:r>
            <a:r>
              <a:rPr lang="en-US" altLang="zh-CN" dirty="0">
                <a:effectLst/>
              </a:rPr>
              <a:t>RIP</a:t>
            </a:r>
            <a:endParaRPr lang="zh-CN" altLang="zh-CN" dirty="0">
              <a:effectLst/>
            </a:endParaRPr>
          </a:p>
        </p:txBody>
      </p:sp>
      <p:sp>
        <p:nvSpPr>
          <p:cNvPr id="3" name="内容占位符 2"/>
          <p:cNvSpPr>
            <a:spLocks noGrp="1"/>
          </p:cNvSpPr>
          <p:nvPr>
            <p:ph idx="1"/>
          </p:nvPr>
        </p:nvSpPr>
        <p:spPr>
          <a:xfrm>
            <a:off x="622300" y="1123950"/>
            <a:ext cx="10954459" cy="5587091"/>
          </a:xfrm>
        </p:spPr>
        <p:txBody>
          <a:bodyPr>
            <a:normAutofit/>
          </a:bodyPr>
          <a:lstStyle/>
          <a:p>
            <a:pPr marL="0" indent="0">
              <a:buNone/>
            </a:pPr>
            <a:r>
              <a:rPr lang="en-US" altLang="zh-CN" b="1" dirty="0"/>
              <a:t>1</a:t>
            </a:r>
            <a:r>
              <a:rPr lang="zh-CN" altLang="en-US" b="1" dirty="0"/>
              <a:t>、</a:t>
            </a:r>
            <a:r>
              <a:rPr lang="en-US" altLang="zh-CN" b="1" dirty="0"/>
              <a:t>RIP</a:t>
            </a:r>
            <a:r>
              <a:rPr lang="zh-CN" altLang="en-US" b="1" dirty="0"/>
              <a:t>概念</a:t>
            </a:r>
          </a:p>
          <a:p>
            <a:pPr marL="0" indent="0">
              <a:buNone/>
            </a:pPr>
            <a:r>
              <a:rPr lang="zh-CN" altLang="en-US" b="1" dirty="0"/>
              <a:t>路由信息协议</a:t>
            </a:r>
            <a:r>
              <a:rPr lang="en-US" altLang="zh-CN" b="1" dirty="0"/>
              <a:t>(RIP)</a:t>
            </a:r>
            <a:r>
              <a:rPr lang="zh-CN" altLang="en-US" b="1" dirty="0"/>
              <a:t>是一种内部网关协议，是一种使用距离矢量路由选择算法协议，广泛用于全球因特网的路由。</a:t>
            </a:r>
          </a:p>
          <a:p>
            <a:pPr marL="0" indent="0">
              <a:buNone/>
            </a:pPr>
            <a:r>
              <a:rPr lang="en-US" altLang="zh-CN" b="1" dirty="0"/>
              <a:t>RIP</a:t>
            </a:r>
            <a:r>
              <a:rPr lang="zh-CN" altLang="en-US" b="1" dirty="0"/>
              <a:t>采用距离向量算法，是以跳数作为</a:t>
            </a:r>
            <a:r>
              <a:rPr lang="en-US" altLang="zh-CN" b="1" dirty="0"/>
              <a:t>metric</a:t>
            </a:r>
            <a:r>
              <a:rPr lang="zh-CN" altLang="en-US" b="1" dirty="0"/>
              <a:t>（度量值）的距离向量协议。</a:t>
            </a:r>
          </a:p>
          <a:p>
            <a:pPr marL="0" indent="0">
              <a:buNone/>
            </a:pPr>
            <a:endParaRPr lang="zh-CN" altLang="en-US" dirty="0"/>
          </a:p>
        </p:txBody>
      </p:sp>
    </p:spTree>
  </p:cSld>
  <p:clrMapOvr>
    <a:masterClrMapping/>
  </p:clrMapOvr>
  <p:transition spd="slow">
    <p:pull/>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4.5.2  </a:t>
            </a:r>
            <a:r>
              <a:rPr lang="zh-CN" altLang="en-US" dirty="0">
                <a:effectLst/>
              </a:rPr>
              <a:t>内部网关协议</a:t>
            </a:r>
            <a:r>
              <a:rPr lang="en-US" altLang="zh-CN" dirty="0">
                <a:effectLst/>
              </a:rPr>
              <a:t>RIP</a:t>
            </a:r>
            <a:endParaRPr lang="zh-CN" altLang="zh-CN" dirty="0">
              <a:effectLst/>
            </a:endParaRPr>
          </a:p>
        </p:txBody>
      </p:sp>
      <p:sp>
        <p:nvSpPr>
          <p:cNvPr id="3" name="内容占位符 2"/>
          <p:cNvSpPr>
            <a:spLocks noGrp="1"/>
          </p:cNvSpPr>
          <p:nvPr>
            <p:ph idx="1"/>
          </p:nvPr>
        </p:nvSpPr>
        <p:spPr>
          <a:xfrm>
            <a:off x="622300" y="1123950"/>
            <a:ext cx="10954459" cy="5587091"/>
          </a:xfrm>
        </p:spPr>
        <p:txBody>
          <a:bodyPr>
            <a:normAutofit/>
          </a:bodyPr>
          <a:lstStyle/>
          <a:p>
            <a:pPr marL="0" indent="0">
              <a:buNone/>
            </a:pPr>
            <a:r>
              <a:rPr lang="en-US" altLang="zh-CN" b="1" dirty="0"/>
              <a:t>2</a:t>
            </a:r>
            <a:r>
              <a:rPr lang="zh-CN" altLang="en-US" b="1" dirty="0"/>
              <a:t>、</a:t>
            </a:r>
            <a:r>
              <a:rPr lang="en-US" altLang="zh-CN" b="1" dirty="0"/>
              <a:t>RIP </a:t>
            </a:r>
            <a:r>
              <a:rPr lang="zh-CN" altLang="en-US" b="1" dirty="0"/>
              <a:t>协议的三个要点 </a:t>
            </a:r>
          </a:p>
          <a:p>
            <a:pPr marL="0" indent="0">
              <a:buNone/>
            </a:pPr>
            <a:r>
              <a:rPr lang="zh-CN" altLang="en-US" b="1" dirty="0"/>
              <a:t>与谁交换信息？仅和相邻路由器交换信息。 </a:t>
            </a:r>
          </a:p>
          <a:p>
            <a:pPr marL="0" indent="0">
              <a:buNone/>
            </a:pPr>
            <a:r>
              <a:rPr lang="zh-CN" altLang="en-US" b="1" dirty="0"/>
              <a:t>交换什么信息？交换的信息是当前本路由器所知道的全部信息，即自己的路由表。 </a:t>
            </a:r>
          </a:p>
          <a:p>
            <a:pPr marL="0" indent="0">
              <a:buNone/>
            </a:pPr>
            <a:r>
              <a:rPr lang="zh-CN" altLang="en-US" b="1" dirty="0"/>
              <a:t>什么时候交换信息？按固定的时间间隔交换路由信息，例如，每隔 </a:t>
            </a:r>
            <a:r>
              <a:rPr lang="en-US" altLang="zh-CN" b="1" dirty="0"/>
              <a:t>30 </a:t>
            </a:r>
            <a:r>
              <a:rPr lang="zh-CN" altLang="en-US" b="1" dirty="0"/>
              <a:t>秒。 </a:t>
            </a:r>
          </a:p>
          <a:p>
            <a:pPr marL="0" indent="0">
              <a:buNone/>
            </a:pPr>
            <a:endParaRPr lang="zh-CN" altLang="en-US" dirty="0"/>
          </a:p>
        </p:txBody>
      </p:sp>
    </p:spTree>
  </p:cSld>
  <p:clrMapOvr>
    <a:masterClrMapping/>
  </p:clrMapOvr>
  <p:transition spd="slow">
    <p:pull/>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4.5.2  </a:t>
            </a:r>
            <a:r>
              <a:rPr lang="zh-CN" altLang="en-US" dirty="0">
                <a:effectLst/>
              </a:rPr>
              <a:t>内部网关协议</a:t>
            </a:r>
            <a:r>
              <a:rPr lang="en-US" altLang="zh-CN" dirty="0">
                <a:effectLst/>
              </a:rPr>
              <a:t>RIP</a:t>
            </a:r>
            <a:endParaRPr lang="zh-CN" altLang="zh-CN" dirty="0">
              <a:effectLst/>
            </a:endParaRPr>
          </a:p>
        </p:txBody>
      </p:sp>
      <p:sp>
        <p:nvSpPr>
          <p:cNvPr id="3" name="内容占位符 2"/>
          <p:cNvSpPr>
            <a:spLocks noGrp="1"/>
          </p:cNvSpPr>
          <p:nvPr>
            <p:ph idx="1"/>
          </p:nvPr>
        </p:nvSpPr>
        <p:spPr>
          <a:xfrm>
            <a:off x="622300" y="1123950"/>
            <a:ext cx="10954459" cy="5587091"/>
          </a:xfrm>
        </p:spPr>
        <p:txBody>
          <a:bodyPr>
            <a:normAutofit/>
          </a:bodyPr>
          <a:lstStyle/>
          <a:p>
            <a:pPr marL="0" indent="0">
              <a:buNone/>
            </a:pPr>
            <a:r>
              <a:rPr lang="en-US" altLang="zh-CN" b="1" dirty="0"/>
              <a:t>3</a:t>
            </a:r>
            <a:r>
              <a:rPr lang="zh-CN" altLang="en-US" b="1" dirty="0"/>
              <a:t>、路由表的建立 </a:t>
            </a:r>
          </a:p>
          <a:p>
            <a:pPr marL="0" indent="0">
              <a:buNone/>
            </a:pPr>
            <a:r>
              <a:rPr lang="zh-CN" altLang="en-US" b="1" dirty="0"/>
              <a:t>路由器在刚刚开始工作时，只知道到直接连接的网络的距离（此距离定义为</a:t>
            </a:r>
            <a:r>
              <a:rPr lang="en-US" altLang="zh-CN" b="1" dirty="0"/>
              <a:t>1</a:t>
            </a:r>
            <a:r>
              <a:rPr lang="zh-CN" altLang="en-US" b="1" dirty="0"/>
              <a:t>）。</a:t>
            </a:r>
          </a:p>
          <a:p>
            <a:pPr marL="0" indent="0">
              <a:buNone/>
            </a:pPr>
            <a:r>
              <a:rPr lang="zh-CN" altLang="en-US" b="1" dirty="0"/>
              <a:t>以后，每一个路由器也只和数目非常有限的相邻路由器交换并更新路由信息。</a:t>
            </a:r>
          </a:p>
          <a:p>
            <a:pPr marL="0" indent="0">
              <a:buNone/>
            </a:pPr>
            <a:r>
              <a:rPr lang="zh-CN" altLang="en-US" b="1" dirty="0"/>
              <a:t>经过若干次更新后，所有的路由器最终都会知道到达本自治系统中任何一个网络的最短距离和下一跳路由器的地址。</a:t>
            </a:r>
          </a:p>
          <a:p>
            <a:pPr marL="0" indent="0">
              <a:buNone/>
            </a:pPr>
            <a:r>
              <a:rPr lang="en-US" altLang="zh-CN" b="1" dirty="0"/>
              <a:t>RIP </a:t>
            </a:r>
            <a:r>
              <a:rPr lang="zh-CN" altLang="en-US" b="1" dirty="0"/>
              <a:t>协议的收敛</a:t>
            </a:r>
            <a:r>
              <a:rPr lang="en-US" altLang="zh-CN" b="1" dirty="0"/>
              <a:t>(convergence)</a:t>
            </a:r>
            <a:r>
              <a:rPr lang="zh-CN" altLang="en-US" b="1" dirty="0"/>
              <a:t>过程较快，即在自治系统中所有的结点都得到正确的路由选择信息的过程。 </a:t>
            </a:r>
          </a:p>
          <a:p>
            <a:pPr marL="0" indent="0">
              <a:buNone/>
            </a:pPr>
            <a:endParaRPr lang="zh-CN" altLang="en-US" dirty="0"/>
          </a:p>
        </p:txBody>
      </p:sp>
    </p:spTree>
  </p:cSld>
  <p:clrMapOvr>
    <a:masterClrMapping/>
  </p:clrMapOvr>
  <p:transition spd="slow">
    <p:pull/>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4.5.2  </a:t>
            </a:r>
            <a:r>
              <a:rPr lang="zh-CN" altLang="en-US" dirty="0">
                <a:effectLst/>
              </a:rPr>
              <a:t>内部网关协议</a:t>
            </a:r>
            <a:r>
              <a:rPr lang="en-US" altLang="zh-CN" dirty="0">
                <a:effectLst/>
              </a:rPr>
              <a:t>RIP</a:t>
            </a:r>
            <a:endParaRPr lang="zh-CN" altLang="zh-CN" dirty="0">
              <a:effectLst/>
            </a:endParaRPr>
          </a:p>
        </p:txBody>
      </p:sp>
      <p:sp>
        <p:nvSpPr>
          <p:cNvPr id="3" name="内容占位符 2"/>
          <p:cNvSpPr>
            <a:spLocks noGrp="1"/>
          </p:cNvSpPr>
          <p:nvPr>
            <p:ph idx="1"/>
          </p:nvPr>
        </p:nvSpPr>
        <p:spPr>
          <a:xfrm>
            <a:off x="622300" y="1123950"/>
            <a:ext cx="10954459" cy="5587091"/>
          </a:xfrm>
        </p:spPr>
        <p:txBody>
          <a:bodyPr>
            <a:normAutofit fontScale="82500" lnSpcReduction="20000"/>
          </a:bodyPr>
          <a:lstStyle/>
          <a:p>
            <a:pPr marL="0" indent="0">
              <a:buNone/>
            </a:pPr>
            <a:r>
              <a:rPr lang="en-US" altLang="zh-CN" b="1" dirty="0"/>
              <a:t>4</a:t>
            </a:r>
            <a:r>
              <a:rPr lang="zh-CN" altLang="en-US" b="1" dirty="0"/>
              <a:t>、</a:t>
            </a:r>
            <a:r>
              <a:rPr lang="en-US" altLang="zh-CN" b="1" dirty="0"/>
              <a:t>RIP</a:t>
            </a:r>
            <a:r>
              <a:rPr lang="zh-CN" altLang="en-US" b="1" dirty="0"/>
              <a:t>协议的距离向量算法</a:t>
            </a:r>
          </a:p>
          <a:p>
            <a:pPr marL="0" indent="0">
              <a:buNone/>
            </a:pPr>
            <a:r>
              <a:rPr lang="zh-CN" altLang="en-US" b="1" dirty="0"/>
              <a:t> 原则：找出目的网络的最短距离，路由表中有“目的网络，到达的距离，下一跳路由”，设收到相邻路由器地址为</a:t>
            </a:r>
            <a:r>
              <a:rPr lang="en-US" altLang="zh-CN" b="1" dirty="0"/>
              <a:t>X</a:t>
            </a:r>
            <a:r>
              <a:rPr lang="zh-CN" altLang="en-US" b="1" dirty="0"/>
              <a:t>的</a:t>
            </a:r>
            <a:r>
              <a:rPr lang="en-US" altLang="zh-CN" b="1" dirty="0"/>
              <a:t>RIP</a:t>
            </a:r>
            <a:r>
              <a:rPr lang="zh-CN" altLang="en-US" b="1" dirty="0"/>
              <a:t>报文的某一项是：</a:t>
            </a:r>
            <a:r>
              <a:rPr b="1">
                <a:sym typeface="+mn-ea"/>
              </a:rPr>
              <a:t>“</a:t>
            </a:r>
            <a:r>
              <a:rPr lang="en-US" altLang="zh-CN" b="1">
                <a:sym typeface="+mn-ea"/>
              </a:rPr>
              <a:t>Net2,3,Y”</a:t>
            </a:r>
            <a:endParaRPr lang="en-US" altLang="zh-CN" b="1" dirty="0"/>
          </a:p>
          <a:p>
            <a:pPr marL="0" indent="0">
              <a:buNone/>
            </a:pPr>
            <a:r>
              <a:rPr lang="en-US" altLang="zh-CN" b="1" dirty="0"/>
              <a:t>  a) </a:t>
            </a:r>
            <a:r>
              <a:rPr lang="zh-CN" altLang="en-US" b="1" dirty="0"/>
              <a:t>先修改</a:t>
            </a:r>
            <a:r>
              <a:rPr lang="en-US" altLang="zh-CN" b="1" dirty="0"/>
              <a:t>RIP</a:t>
            </a:r>
            <a:r>
              <a:rPr lang="zh-CN" altLang="en-US" b="1" dirty="0"/>
              <a:t>报文中的所有项目，把下一跳地址改为</a:t>
            </a:r>
            <a:r>
              <a:rPr lang="en-US" altLang="zh-CN" b="1" dirty="0"/>
              <a:t>X</a:t>
            </a:r>
            <a:r>
              <a:rPr b="1" dirty="0"/>
              <a:t>，并把距离字段加</a:t>
            </a:r>
            <a:r>
              <a:rPr lang="en-US" altLang="zh-CN" b="1" dirty="0"/>
              <a:t>1</a:t>
            </a:r>
            <a:r>
              <a:rPr b="1" dirty="0"/>
              <a:t>，</a:t>
            </a:r>
            <a:r>
              <a:rPr lang="zh-CN" altLang="en-US" b="1" dirty="0"/>
              <a:t>如：</a:t>
            </a:r>
          </a:p>
          <a:p>
            <a:pPr marL="0" indent="457200">
              <a:buNone/>
            </a:pPr>
            <a:r>
              <a:rPr lang="zh-CN" altLang="en-US" b="1" dirty="0"/>
              <a:t>“</a:t>
            </a:r>
            <a:r>
              <a:rPr lang="en-US" altLang="zh-CN" b="1" dirty="0"/>
              <a:t>Net2,3,Y”——“Net2,4,X”</a:t>
            </a:r>
            <a:r>
              <a:rPr lang="zh-CN" altLang="en-US" b="1" dirty="0"/>
              <a:t>。</a:t>
            </a:r>
          </a:p>
          <a:p>
            <a:pPr marL="0" indent="0">
              <a:buNone/>
            </a:pPr>
            <a:r>
              <a:rPr lang="zh-CN" altLang="en-US" b="1" dirty="0"/>
              <a:t>  </a:t>
            </a:r>
            <a:r>
              <a:rPr lang="en-US" altLang="zh-CN" b="1" dirty="0"/>
              <a:t>b) </a:t>
            </a:r>
            <a:r>
              <a:rPr lang="zh-CN" altLang="en-US" b="1" dirty="0"/>
              <a:t>对修改后的</a:t>
            </a:r>
            <a:r>
              <a:rPr lang="en-US" altLang="zh-CN" b="1" dirty="0"/>
              <a:t>RIP</a:t>
            </a:r>
            <a:r>
              <a:rPr b="1" dirty="0"/>
              <a:t>报文</a:t>
            </a:r>
            <a:r>
              <a:rPr lang="zh-CN" altLang="en-US" b="1" dirty="0"/>
              <a:t>中的每一项（如：</a:t>
            </a:r>
            <a:r>
              <a:rPr b="1">
                <a:sym typeface="+mn-ea"/>
              </a:rPr>
              <a:t>“</a:t>
            </a:r>
            <a:r>
              <a:rPr lang="en-US" altLang="zh-CN" b="1">
                <a:sym typeface="+mn-ea"/>
              </a:rPr>
              <a:t>Net2,4,X”</a:t>
            </a:r>
            <a:r>
              <a:rPr lang="zh-CN" altLang="en-US" b="1" dirty="0"/>
              <a:t>）进行如下步骤：</a:t>
            </a:r>
          </a:p>
          <a:p>
            <a:pPr marL="0" indent="0">
              <a:buNone/>
            </a:pPr>
            <a:r>
              <a:rPr lang="zh-CN" altLang="en-US" b="1" dirty="0"/>
              <a:t>    </a:t>
            </a:r>
            <a:r>
              <a:rPr lang="en-US" altLang="zh-CN" b="1" dirty="0"/>
              <a:t>--Net2</a:t>
            </a:r>
            <a:r>
              <a:rPr lang="zh-CN" altLang="en-US" b="1" dirty="0"/>
              <a:t>不在路由表中，将“</a:t>
            </a:r>
            <a:r>
              <a:rPr lang="en-US" altLang="zh-CN" b="1" dirty="0"/>
              <a:t>Net2,4,X” </a:t>
            </a:r>
            <a:r>
              <a:rPr lang="zh-CN" altLang="en-US" b="1" dirty="0"/>
              <a:t>添加到路由表中，否则；</a:t>
            </a:r>
          </a:p>
          <a:p>
            <a:pPr marL="0" indent="0">
              <a:buNone/>
            </a:pPr>
            <a:r>
              <a:rPr lang="zh-CN" altLang="en-US" b="1" dirty="0"/>
              <a:t>    </a:t>
            </a:r>
            <a:r>
              <a:rPr lang="en-US" altLang="zh-CN" b="1" dirty="0"/>
              <a:t>--X</a:t>
            </a:r>
            <a:r>
              <a:rPr lang="zh-CN" altLang="en-US" b="1" dirty="0"/>
              <a:t>是同样的，将“</a:t>
            </a:r>
            <a:r>
              <a:rPr lang="en-US" altLang="zh-CN" b="1" dirty="0"/>
              <a:t>Net2,4,X” </a:t>
            </a:r>
            <a:r>
              <a:rPr lang="zh-CN" altLang="en-US" b="1" dirty="0"/>
              <a:t>替换原路由表中的项目（不管距离值是多少），否则；</a:t>
            </a:r>
          </a:p>
          <a:p>
            <a:pPr marL="0" indent="0">
              <a:buNone/>
            </a:pPr>
            <a:r>
              <a:rPr lang="zh-CN" altLang="en-US" b="1" dirty="0"/>
              <a:t>    </a:t>
            </a:r>
            <a:r>
              <a:rPr lang="en-US" altLang="zh-CN" b="1" dirty="0"/>
              <a:t>--</a:t>
            </a:r>
            <a:r>
              <a:rPr lang="zh-CN" altLang="en-US" b="1" dirty="0"/>
              <a:t>若距离</a:t>
            </a:r>
            <a:r>
              <a:rPr lang="en-US" altLang="zh-CN" b="1" dirty="0"/>
              <a:t>4</a:t>
            </a:r>
            <a:r>
              <a:rPr lang="zh-CN" altLang="en-US" b="1" dirty="0"/>
              <a:t>小于原路由表中的距离，则更新。否则什么也不做。</a:t>
            </a:r>
          </a:p>
          <a:p>
            <a:pPr marL="0" indent="0">
              <a:buNone/>
            </a:pPr>
            <a:r>
              <a:rPr lang="zh-CN" altLang="en-US" b="1" dirty="0"/>
              <a:t>  </a:t>
            </a:r>
            <a:r>
              <a:rPr lang="en-US" altLang="zh-CN" b="1" dirty="0"/>
              <a:t>c</a:t>
            </a:r>
            <a:r>
              <a:rPr lang="zh-CN" altLang="en-US" b="1" dirty="0"/>
              <a:t>）若</a:t>
            </a:r>
            <a:r>
              <a:rPr lang="en-US" altLang="zh-CN" b="1" dirty="0"/>
              <a:t>3</a:t>
            </a:r>
            <a:r>
              <a:rPr lang="zh-CN" altLang="en-US" b="1" dirty="0"/>
              <a:t>分钟还没收到相邻路由器的更新路由表，则把它记为不可达路由器，将距离记为</a:t>
            </a:r>
            <a:r>
              <a:rPr lang="en-US" altLang="zh-CN" b="1" dirty="0"/>
              <a:t>16</a:t>
            </a:r>
            <a:r>
              <a:rPr lang="zh-CN" altLang="en-US" b="1" dirty="0"/>
              <a:t>。</a:t>
            </a:r>
          </a:p>
          <a:p>
            <a:pPr marL="0" indent="0">
              <a:buNone/>
            </a:pPr>
            <a:r>
              <a:rPr lang="zh-CN" altLang="en-US" b="1" dirty="0"/>
              <a:t>  </a:t>
            </a:r>
            <a:r>
              <a:rPr lang="en-US" altLang="zh-CN" b="1" dirty="0"/>
              <a:t>d</a:t>
            </a:r>
            <a:r>
              <a:rPr lang="zh-CN" altLang="en-US" b="1" dirty="0"/>
              <a:t>）返回</a:t>
            </a:r>
          </a:p>
          <a:p>
            <a:pPr marL="0" indent="0">
              <a:buNone/>
            </a:pPr>
            <a:endParaRPr lang="zh-CN" altLang="en-US" dirty="0"/>
          </a:p>
        </p:txBody>
      </p:sp>
    </p:spTree>
  </p:cSld>
  <p:clrMapOvr>
    <a:masterClrMapping/>
  </p:clrMapOvr>
  <p:transition spd="slow">
    <p:pull/>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4.5.2  </a:t>
            </a:r>
            <a:r>
              <a:rPr lang="zh-CN" altLang="en-US" dirty="0">
                <a:effectLst/>
              </a:rPr>
              <a:t>内部网关协议</a:t>
            </a:r>
            <a:r>
              <a:rPr lang="en-US" altLang="zh-CN" dirty="0">
                <a:effectLst/>
              </a:rPr>
              <a:t>RIP</a:t>
            </a:r>
            <a:endParaRPr lang="zh-CN" altLang="zh-CN" dirty="0">
              <a:effectLst/>
            </a:endParaRPr>
          </a:p>
        </p:txBody>
      </p:sp>
      <p:sp>
        <p:nvSpPr>
          <p:cNvPr id="3" name="内容占位符 2"/>
          <p:cNvSpPr>
            <a:spLocks noGrp="1"/>
          </p:cNvSpPr>
          <p:nvPr>
            <p:ph idx="1"/>
          </p:nvPr>
        </p:nvSpPr>
        <p:spPr>
          <a:xfrm>
            <a:off x="622300" y="1123950"/>
            <a:ext cx="10954459" cy="5587091"/>
          </a:xfrm>
        </p:spPr>
        <p:txBody>
          <a:bodyPr>
            <a:normAutofit fontScale="92500"/>
          </a:bodyPr>
          <a:lstStyle/>
          <a:p>
            <a:pPr marL="0" indent="0">
              <a:buNone/>
            </a:pPr>
            <a:r>
              <a:rPr lang="en-US" altLang="zh-CN" b="1" dirty="0"/>
              <a:t>6</a:t>
            </a:r>
            <a:r>
              <a:rPr lang="zh-CN" altLang="en-US" b="1" dirty="0"/>
              <a:t>、</a:t>
            </a:r>
            <a:r>
              <a:rPr lang="en-US" altLang="zh-CN" b="1" dirty="0"/>
              <a:t>RIP </a:t>
            </a:r>
            <a:r>
              <a:rPr lang="zh-CN" altLang="en-US" b="1" dirty="0"/>
              <a:t>协议的</a:t>
            </a:r>
            <a:r>
              <a:rPr lang="zh-CN" altLang="en-US" b="1" dirty="0" smtClean="0"/>
              <a:t>优缺点</a:t>
            </a:r>
            <a:endParaRPr lang="en-US" altLang="zh-CN" b="1" dirty="0" smtClean="0"/>
          </a:p>
          <a:p>
            <a:pPr marL="0" indent="0">
              <a:buNone/>
            </a:pPr>
            <a:r>
              <a:rPr lang="zh-CN" altLang="en-US" dirty="0"/>
              <a:t>（</a:t>
            </a:r>
            <a:r>
              <a:rPr lang="en-US" altLang="zh-CN" dirty="0"/>
              <a:t>1</a:t>
            </a:r>
            <a:r>
              <a:rPr lang="zh-CN" altLang="en-US" dirty="0"/>
              <a:t>）缺点：</a:t>
            </a:r>
          </a:p>
          <a:p>
            <a:pPr marL="0" indent="0">
              <a:buNone/>
            </a:pPr>
            <a:r>
              <a:rPr lang="zh-CN" altLang="en-US" dirty="0"/>
              <a:t>当网络出现故障时，要经过比较长的时间才能将此信息传送到所有的路由器。（好消息传播得快，而坏消息传播得慢）</a:t>
            </a:r>
          </a:p>
          <a:p>
            <a:pPr marL="0" indent="0">
              <a:buNone/>
            </a:pPr>
            <a:r>
              <a:rPr lang="zh-CN" altLang="en-US" dirty="0"/>
              <a:t>限制网络规模，能使用的最大距离为 </a:t>
            </a:r>
            <a:r>
              <a:rPr lang="en-US" altLang="zh-CN" dirty="0"/>
              <a:t>15</a:t>
            </a:r>
            <a:r>
              <a:rPr lang="zh-CN" altLang="en-US" dirty="0"/>
              <a:t>（</a:t>
            </a:r>
            <a:r>
              <a:rPr lang="en-US" altLang="zh-CN" dirty="0"/>
              <a:t>16 </a:t>
            </a:r>
            <a:r>
              <a:rPr lang="zh-CN" altLang="en-US" dirty="0"/>
              <a:t>表示不可达）。</a:t>
            </a:r>
          </a:p>
          <a:p>
            <a:pPr marL="0" indent="0">
              <a:buNone/>
            </a:pPr>
            <a:r>
              <a:rPr lang="zh-CN" altLang="en-US" dirty="0"/>
              <a:t>交换的路由信息是路由器中的完整路由表，因而随着网络规模的扩大，开销也就增加。</a:t>
            </a:r>
          </a:p>
          <a:p>
            <a:pPr marL="0" indent="0">
              <a:buNone/>
            </a:pPr>
            <a:r>
              <a:rPr lang="zh-CN" altLang="en-US" dirty="0"/>
              <a:t>动态路由因为需要路由器之间频繁地交换各自的路由表，占用了网络带宽。</a:t>
            </a:r>
          </a:p>
          <a:p>
            <a:pPr marL="0" indent="0">
              <a:buNone/>
            </a:pPr>
            <a:r>
              <a:rPr lang="zh-CN" altLang="en-US" dirty="0"/>
              <a:t>在动态路由网络中，通过对路由表的分析可以揭示网络的拓扑结构和网络地址等信息，因此网络的安全性较低</a:t>
            </a:r>
          </a:p>
          <a:p>
            <a:pPr marL="0" indent="0">
              <a:buNone/>
            </a:pPr>
            <a:endParaRPr lang="zh-CN" altLang="en-US" dirty="0"/>
          </a:p>
        </p:txBody>
      </p:sp>
    </p:spTree>
  </p:cSld>
  <p:clrMapOvr>
    <a:masterClrMapping/>
  </p:clrMapOvr>
  <p:transition spd="slow">
    <p:pull/>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4.5.2  </a:t>
            </a:r>
            <a:r>
              <a:rPr lang="zh-CN" altLang="en-US" dirty="0">
                <a:effectLst/>
              </a:rPr>
              <a:t>内部网关协议</a:t>
            </a:r>
            <a:r>
              <a:rPr lang="en-US" altLang="zh-CN" dirty="0">
                <a:effectLst/>
              </a:rPr>
              <a:t>RIP</a:t>
            </a:r>
            <a:endParaRPr lang="zh-CN" altLang="zh-CN" dirty="0">
              <a:effectLst/>
            </a:endParaRPr>
          </a:p>
        </p:txBody>
      </p:sp>
      <p:sp>
        <p:nvSpPr>
          <p:cNvPr id="3" name="内容占位符 2"/>
          <p:cNvSpPr>
            <a:spLocks noGrp="1"/>
          </p:cNvSpPr>
          <p:nvPr>
            <p:ph idx="1"/>
          </p:nvPr>
        </p:nvSpPr>
        <p:spPr>
          <a:xfrm>
            <a:off x="622300" y="1123950"/>
            <a:ext cx="10954459" cy="5587091"/>
          </a:xfrm>
        </p:spPr>
        <p:txBody>
          <a:bodyPr>
            <a:normAutofit/>
          </a:bodyPr>
          <a:lstStyle/>
          <a:p>
            <a:pPr marL="0" indent="0">
              <a:buNone/>
            </a:pPr>
            <a:r>
              <a:rPr lang="en-US" altLang="zh-CN" b="1" dirty="0"/>
              <a:t>6</a:t>
            </a:r>
            <a:r>
              <a:rPr lang="zh-CN" altLang="en-US" b="1" dirty="0"/>
              <a:t>、</a:t>
            </a:r>
            <a:r>
              <a:rPr lang="en-US" altLang="zh-CN" b="1" dirty="0"/>
              <a:t>RIP </a:t>
            </a:r>
            <a:r>
              <a:rPr lang="zh-CN" altLang="en-US" b="1" dirty="0"/>
              <a:t>协议的</a:t>
            </a:r>
            <a:r>
              <a:rPr lang="zh-CN" altLang="en-US" b="1" dirty="0" smtClean="0"/>
              <a:t>优缺点</a:t>
            </a:r>
            <a:endParaRPr lang="en-US" altLang="zh-CN" b="1" dirty="0" smtClean="0"/>
          </a:p>
          <a:p>
            <a:pPr marL="0" indent="0">
              <a:buNone/>
            </a:pPr>
            <a:r>
              <a:rPr lang="zh-CN" altLang="en-US" dirty="0"/>
              <a:t>（</a:t>
            </a:r>
            <a:r>
              <a:rPr lang="en-US" altLang="zh-CN" dirty="0"/>
              <a:t>2</a:t>
            </a:r>
            <a:r>
              <a:rPr lang="zh-CN" altLang="en-US" dirty="0"/>
              <a:t>）优点：</a:t>
            </a:r>
          </a:p>
          <a:p>
            <a:pPr marL="0" indent="0">
              <a:buNone/>
            </a:pPr>
            <a:r>
              <a:rPr lang="zh-CN" altLang="en-US" dirty="0"/>
              <a:t>实现简单，开销较小。</a:t>
            </a:r>
          </a:p>
          <a:p>
            <a:pPr marL="0" indent="0">
              <a:buNone/>
            </a:pPr>
            <a:r>
              <a:rPr lang="en-US" altLang="zh-CN" dirty="0"/>
              <a:t>RIP</a:t>
            </a:r>
            <a:r>
              <a:rPr lang="zh-CN" altLang="en-US" dirty="0"/>
              <a:t>使用非常广泛，它简单、可靠，便于配置。</a:t>
            </a:r>
          </a:p>
          <a:p>
            <a:pPr marL="0" indent="0">
              <a:buNone/>
            </a:pPr>
            <a:r>
              <a:rPr lang="zh-CN" altLang="en-US" dirty="0"/>
              <a:t>在路由器上运行路由协议，使路由器可以自动根据网络拓朴结构的变化调整路由条目；无需管理员手工维护，减轻了管理员的工作负担。</a:t>
            </a:r>
          </a:p>
          <a:p>
            <a:pPr marL="0" indent="0">
              <a:buNone/>
            </a:pPr>
            <a:endParaRPr lang="zh-CN" altLang="en-US" dirty="0"/>
          </a:p>
        </p:txBody>
      </p:sp>
    </p:spTree>
  </p:cSld>
  <p:clrMapOvr>
    <a:masterClrMapping/>
  </p:clrMapOvr>
  <p:transition spd="slow">
    <p:pull/>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4.6  VPN</a:t>
            </a:r>
            <a:r>
              <a:rPr lang="zh-CN" altLang="en-US" dirty="0">
                <a:effectLst/>
              </a:rPr>
              <a:t>与</a:t>
            </a:r>
            <a:r>
              <a:rPr lang="en-US" altLang="zh-CN" dirty="0">
                <a:effectLst/>
              </a:rPr>
              <a:t>NAT</a:t>
            </a:r>
            <a:endParaRPr lang="zh-CN" altLang="zh-CN" dirty="0">
              <a:effectLst/>
            </a:endParaRPr>
          </a:p>
        </p:txBody>
      </p:sp>
      <p:sp>
        <p:nvSpPr>
          <p:cNvPr id="3" name="内容占位符 2"/>
          <p:cNvSpPr>
            <a:spLocks noGrp="1"/>
          </p:cNvSpPr>
          <p:nvPr>
            <p:ph idx="1"/>
          </p:nvPr>
        </p:nvSpPr>
        <p:spPr>
          <a:xfrm>
            <a:off x="622300" y="1123950"/>
            <a:ext cx="10954459" cy="5587091"/>
          </a:xfrm>
        </p:spPr>
        <p:txBody>
          <a:bodyPr>
            <a:normAutofit/>
          </a:bodyPr>
          <a:lstStyle/>
          <a:p>
            <a:pPr marL="0" indent="0">
              <a:buNone/>
            </a:pPr>
            <a:r>
              <a:rPr lang="en-US" altLang="zh-CN" dirty="0"/>
              <a:t>4.6.1  </a:t>
            </a:r>
            <a:r>
              <a:rPr lang="zh-CN" altLang="en-US" dirty="0"/>
              <a:t>虚拟专用网</a:t>
            </a:r>
            <a:r>
              <a:rPr lang="en-US" altLang="zh-CN" dirty="0" smtClean="0"/>
              <a:t>VPN</a:t>
            </a:r>
          </a:p>
          <a:p>
            <a:pPr marL="0" indent="0">
              <a:buNone/>
            </a:pPr>
            <a:r>
              <a:rPr lang="en-US" altLang="zh-CN" dirty="0"/>
              <a:t>1. </a:t>
            </a:r>
            <a:r>
              <a:rPr lang="zh-CN" altLang="en-US" dirty="0"/>
              <a:t>虚拟专用网</a:t>
            </a:r>
            <a:r>
              <a:rPr lang="en-US" altLang="zh-CN" dirty="0"/>
              <a:t>VPN</a:t>
            </a:r>
            <a:r>
              <a:rPr lang="zh-CN" altLang="en-US" dirty="0"/>
              <a:t>简介</a:t>
            </a:r>
            <a:endParaRPr lang="en-US" altLang="zh-CN" dirty="0" smtClean="0"/>
          </a:p>
          <a:p>
            <a:pPr marL="0" indent="0">
              <a:buNone/>
            </a:pPr>
            <a:r>
              <a:rPr lang="zh-CN" altLang="en-US" dirty="0" smtClean="0"/>
              <a:t>虚拟</a:t>
            </a:r>
            <a:r>
              <a:rPr lang="zh-CN" altLang="en-US" dirty="0"/>
              <a:t>专用网（</a:t>
            </a:r>
            <a:r>
              <a:rPr lang="en-US" altLang="zh-CN" dirty="0"/>
              <a:t>VPN</a:t>
            </a:r>
            <a:r>
              <a:rPr lang="zh-CN" altLang="en-US" dirty="0"/>
              <a:t>）就是为通过一个公用网络（通常是因特网）建立一个临时的、安全的连接，是一条穿过混乱的公用网络的安全、稳定的隧道，对企业内部网的扩展，可以帮助远程用户、公司分支机构、商业伙伴及供应商同公司的内部网建立可信的安全连接，并保证数据的安全传输。</a:t>
            </a:r>
            <a:endParaRPr lang="zh-CN" altLang="zh-CN" dirty="0"/>
          </a:p>
        </p:txBody>
      </p:sp>
    </p:spTree>
  </p:cSld>
  <p:clrMapOvr>
    <a:masterClrMapping/>
  </p:clrMapOvr>
  <p:transition spd="slow">
    <p:pull/>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4.6.1  </a:t>
            </a:r>
            <a:r>
              <a:rPr lang="zh-CN" altLang="en-US" dirty="0">
                <a:effectLst/>
              </a:rPr>
              <a:t>虚拟专用网</a:t>
            </a:r>
            <a:r>
              <a:rPr lang="en-US" altLang="zh-CN" dirty="0">
                <a:effectLst/>
              </a:rPr>
              <a:t>VPN</a:t>
            </a:r>
          </a:p>
        </p:txBody>
      </p:sp>
      <p:sp>
        <p:nvSpPr>
          <p:cNvPr id="3" name="内容占位符 2"/>
          <p:cNvSpPr>
            <a:spLocks noGrp="1"/>
          </p:cNvSpPr>
          <p:nvPr>
            <p:ph idx="1"/>
          </p:nvPr>
        </p:nvSpPr>
        <p:spPr>
          <a:xfrm>
            <a:off x="622300" y="1123950"/>
            <a:ext cx="10954459" cy="5587091"/>
          </a:xfrm>
        </p:spPr>
        <p:txBody>
          <a:bodyPr>
            <a:normAutofit/>
          </a:bodyPr>
          <a:lstStyle/>
          <a:p>
            <a:pPr marL="0" indent="0">
              <a:buNone/>
            </a:pPr>
            <a:r>
              <a:rPr lang="en-US" altLang="zh-CN" dirty="0" smtClean="0"/>
              <a:t>2</a:t>
            </a:r>
            <a:r>
              <a:rPr lang="en-US" altLang="zh-CN" dirty="0"/>
              <a:t>. VPN</a:t>
            </a:r>
            <a:r>
              <a:rPr lang="zh-CN" altLang="en-US" dirty="0"/>
              <a:t>产生和应用背景</a:t>
            </a:r>
          </a:p>
          <a:p>
            <a:pPr marL="0" indent="0">
              <a:buNone/>
            </a:pPr>
            <a:r>
              <a:rPr lang="zh-CN" altLang="en-US" dirty="0"/>
              <a:t>有三个主要因素驱动着</a:t>
            </a:r>
            <a:r>
              <a:rPr lang="en-US" altLang="zh-CN" dirty="0"/>
              <a:t>VPN</a:t>
            </a:r>
            <a:r>
              <a:rPr lang="zh-CN" altLang="en-US" dirty="0"/>
              <a:t>的应用。</a:t>
            </a:r>
          </a:p>
          <a:p>
            <a:pPr marL="0" indent="0">
              <a:buNone/>
            </a:pPr>
            <a:r>
              <a:rPr lang="zh-CN" altLang="en-US" dirty="0"/>
              <a:t>（</a:t>
            </a:r>
            <a:r>
              <a:rPr lang="en-US" altLang="zh-CN" dirty="0"/>
              <a:t>1</a:t>
            </a:r>
            <a:r>
              <a:rPr lang="zh-CN" altLang="en-US" dirty="0"/>
              <a:t>）节省开支</a:t>
            </a:r>
          </a:p>
          <a:p>
            <a:pPr marL="0" indent="0">
              <a:buNone/>
            </a:pPr>
            <a:r>
              <a:rPr lang="zh-CN" altLang="en-US" dirty="0"/>
              <a:t>（</a:t>
            </a:r>
            <a:r>
              <a:rPr lang="en-US" altLang="zh-CN" dirty="0"/>
              <a:t>2</a:t>
            </a:r>
            <a:r>
              <a:rPr lang="zh-CN" altLang="en-US" dirty="0"/>
              <a:t>）有利益于扩展企业与合作伙伴及客户的关系</a:t>
            </a:r>
          </a:p>
          <a:p>
            <a:pPr marL="0" indent="0">
              <a:buNone/>
            </a:pPr>
            <a:r>
              <a:rPr lang="zh-CN" altLang="en-US" dirty="0"/>
              <a:t>（</a:t>
            </a:r>
            <a:r>
              <a:rPr lang="en-US" altLang="zh-CN" dirty="0"/>
              <a:t>3</a:t>
            </a:r>
            <a:r>
              <a:rPr lang="zh-CN" altLang="en-US" dirty="0"/>
              <a:t>）灵活的服务</a:t>
            </a:r>
          </a:p>
        </p:txBody>
      </p:sp>
    </p:spTree>
  </p:cSld>
  <p:clrMapOvr>
    <a:masterClrMapping/>
  </p:clrMapOvr>
  <p:transition spd="slow">
    <p:pull/>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0" indent="0"/>
            <a:r>
              <a:rPr lang="en-US" altLang="zh-CN" dirty="0"/>
              <a:t>4.6.1  </a:t>
            </a:r>
            <a:r>
              <a:rPr lang="zh-CN" altLang="en-US" dirty="0"/>
              <a:t>虚拟专用网</a:t>
            </a:r>
            <a:r>
              <a:rPr lang="en-US" altLang="zh-CN" dirty="0"/>
              <a:t>VPN</a:t>
            </a:r>
          </a:p>
        </p:txBody>
      </p:sp>
      <p:sp>
        <p:nvSpPr>
          <p:cNvPr id="3" name="内容占位符 2"/>
          <p:cNvSpPr>
            <a:spLocks noGrp="1"/>
          </p:cNvSpPr>
          <p:nvPr>
            <p:ph idx="1"/>
          </p:nvPr>
        </p:nvSpPr>
        <p:spPr>
          <a:xfrm>
            <a:off x="622300" y="1123950"/>
            <a:ext cx="10954459" cy="5587091"/>
          </a:xfrm>
        </p:spPr>
        <p:txBody>
          <a:bodyPr>
            <a:normAutofit/>
          </a:bodyPr>
          <a:lstStyle/>
          <a:p>
            <a:pPr marL="0" indent="0">
              <a:buNone/>
            </a:pPr>
            <a:r>
              <a:rPr lang="en-US" altLang="zh-CN" dirty="0"/>
              <a:t>3. VPN</a:t>
            </a:r>
            <a:r>
              <a:rPr lang="zh-CN" altLang="en-US" dirty="0"/>
              <a:t>的基本用途</a:t>
            </a:r>
          </a:p>
          <a:p>
            <a:pPr marL="0" indent="0">
              <a:buNone/>
            </a:pPr>
            <a:r>
              <a:rPr lang="zh-CN" altLang="en-US" dirty="0"/>
              <a:t>（</a:t>
            </a:r>
            <a:r>
              <a:rPr lang="en-US" altLang="zh-CN" dirty="0"/>
              <a:t>1</a:t>
            </a:r>
            <a:r>
              <a:rPr lang="zh-CN" altLang="en-US" dirty="0"/>
              <a:t>）通过</a:t>
            </a:r>
            <a:r>
              <a:rPr lang="en-US" altLang="zh-CN" dirty="0"/>
              <a:t>Internet</a:t>
            </a:r>
            <a:r>
              <a:rPr lang="zh-CN" altLang="en-US" dirty="0"/>
              <a:t>实现远程用户访问</a:t>
            </a:r>
          </a:p>
          <a:p>
            <a:pPr marL="0" indent="0">
              <a:buNone/>
            </a:pPr>
            <a:r>
              <a:rPr lang="zh-CN" altLang="en-US" dirty="0"/>
              <a:t>（</a:t>
            </a:r>
            <a:r>
              <a:rPr lang="en-US" altLang="zh-CN" dirty="0"/>
              <a:t>2</a:t>
            </a:r>
            <a:r>
              <a:rPr lang="zh-CN" altLang="en-US" dirty="0"/>
              <a:t>）通过</a:t>
            </a:r>
            <a:r>
              <a:rPr lang="en-US" altLang="zh-CN" dirty="0"/>
              <a:t>Internet</a:t>
            </a:r>
            <a:r>
              <a:rPr lang="zh-CN" altLang="en-US" dirty="0"/>
              <a:t>实现网络互连</a:t>
            </a:r>
          </a:p>
          <a:p>
            <a:pPr marL="0" indent="0">
              <a:buNone/>
            </a:pPr>
            <a:r>
              <a:rPr lang="zh-CN" altLang="en-US" dirty="0"/>
              <a:t>（</a:t>
            </a:r>
            <a:r>
              <a:rPr lang="en-US" altLang="zh-CN" dirty="0"/>
              <a:t>3</a:t>
            </a:r>
            <a:r>
              <a:rPr lang="zh-CN" altLang="en-US" dirty="0"/>
              <a:t>）连接企业内部网络计算机</a:t>
            </a:r>
          </a:p>
        </p:txBody>
      </p:sp>
    </p:spTree>
  </p:cSld>
  <p:clrMapOvr>
    <a:masterClrMapping/>
  </p:clrMapOvr>
  <p:transition spd="slow">
    <p:pull/>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0" indent="0"/>
            <a:r>
              <a:rPr lang="en-US" altLang="zh-CN" dirty="0"/>
              <a:t>4.6.1  </a:t>
            </a:r>
            <a:r>
              <a:rPr lang="zh-CN" altLang="en-US" dirty="0"/>
              <a:t>虚拟专用网</a:t>
            </a:r>
            <a:r>
              <a:rPr lang="en-US" altLang="zh-CN" dirty="0"/>
              <a:t>VPN</a:t>
            </a:r>
          </a:p>
        </p:txBody>
      </p:sp>
      <p:sp>
        <p:nvSpPr>
          <p:cNvPr id="3" name="内容占位符 2"/>
          <p:cNvSpPr>
            <a:spLocks noGrp="1"/>
          </p:cNvSpPr>
          <p:nvPr>
            <p:ph idx="1"/>
          </p:nvPr>
        </p:nvSpPr>
        <p:spPr>
          <a:xfrm>
            <a:off x="622300" y="1123950"/>
            <a:ext cx="10954459" cy="5587091"/>
          </a:xfrm>
        </p:spPr>
        <p:txBody>
          <a:bodyPr>
            <a:normAutofit fontScale="92500" lnSpcReduction="10000"/>
          </a:bodyPr>
          <a:lstStyle/>
          <a:p>
            <a:pPr marL="0" indent="0">
              <a:buNone/>
            </a:pPr>
            <a:r>
              <a:rPr lang="en-US" altLang="zh-CN" dirty="0"/>
              <a:t>4. VPN</a:t>
            </a:r>
            <a:r>
              <a:rPr lang="zh-CN" altLang="en-US" dirty="0"/>
              <a:t>的技术</a:t>
            </a:r>
            <a:r>
              <a:rPr lang="zh-CN" altLang="en-US" dirty="0" smtClean="0"/>
              <a:t>基础</a:t>
            </a:r>
            <a:endParaRPr lang="en-US" altLang="zh-CN" dirty="0" smtClean="0"/>
          </a:p>
          <a:p>
            <a:pPr marL="0" indent="0">
              <a:buNone/>
            </a:pPr>
            <a:r>
              <a:rPr lang="zh-CN" altLang="en-US" dirty="0"/>
              <a:t>（</a:t>
            </a:r>
            <a:r>
              <a:rPr lang="en-US" altLang="zh-CN" dirty="0"/>
              <a:t>1</a:t>
            </a:r>
            <a:r>
              <a:rPr lang="zh-CN" altLang="en-US" dirty="0"/>
              <a:t>）</a:t>
            </a:r>
            <a:r>
              <a:rPr lang="en-US" altLang="zh-CN" dirty="0"/>
              <a:t>VPN</a:t>
            </a:r>
            <a:r>
              <a:rPr lang="zh-CN" altLang="en-US" dirty="0"/>
              <a:t>的基本</a:t>
            </a:r>
            <a:r>
              <a:rPr lang="zh-CN" altLang="en-US" dirty="0" smtClean="0"/>
              <a:t>要求</a:t>
            </a:r>
            <a:endParaRPr lang="en-US" altLang="zh-CN" dirty="0" smtClean="0"/>
          </a:p>
          <a:p>
            <a:pPr marL="0" indent="0">
              <a:buNone/>
            </a:pPr>
            <a:r>
              <a:rPr lang="zh-CN" altLang="en-US" dirty="0"/>
              <a:t>①用户验证：</a:t>
            </a:r>
            <a:r>
              <a:rPr lang="en-US" altLang="zh-CN" dirty="0"/>
              <a:t>VPN</a:t>
            </a:r>
            <a:r>
              <a:rPr lang="zh-CN" altLang="en-US" dirty="0"/>
              <a:t>方案必须能够验证用户身份并严格控制只有授权用户才能访问</a:t>
            </a:r>
            <a:r>
              <a:rPr lang="en-US" altLang="zh-CN" dirty="0"/>
              <a:t>VPN</a:t>
            </a:r>
            <a:r>
              <a:rPr lang="zh-CN" altLang="en-US" dirty="0"/>
              <a:t>。</a:t>
            </a:r>
          </a:p>
          <a:p>
            <a:pPr marL="0" indent="0">
              <a:buNone/>
            </a:pPr>
            <a:r>
              <a:rPr lang="zh-CN" altLang="en-US" dirty="0"/>
              <a:t>②地址管理：</a:t>
            </a:r>
            <a:r>
              <a:rPr lang="en-US" altLang="zh-CN" dirty="0"/>
              <a:t>VPN</a:t>
            </a:r>
            <a:r>
              <a:rPr lang="zh-CN" altLang="en-US" dirty="0"/>
              <a:t>方案必须能够为用户分配专用网络上的地址并确保地址的安全性。</a:t>
            </a:r>
          </a:p>
          <a:p>
            <a:pPr marL="0" indent="0">
              <a:buNone/>
            </a:pPr>
            <a:r>
              <a:rPr lang="zh-CN" altLang="en-US" dirty="0"/>
              <a:t>③数据加密：对通过公共互联网络传递的数据必须经过加密，确保网络其他未授权的用户无法读取该信息。</a:t>
            </a:r>
          </a:p>
          <a:p>
            <a:pPr marL="0" indent="0">
              <a:buNone/>
            </a:pPr>
            <a:r>
              <a:rPr lang="zh-CN" altLang="en-US" dirty="0"/>
              <a:t>④密钥管理：</a:t>
            </a:r>
            <a:r>
              <a:rPr lang="en-US" altLang="zh-CN" dirty="0"/>
              <a:t>VPN</a:t>
            </a:r>
            <a:r>
              <a:rPr lang="zh-CN" altLang="en-US" dirty="0"/>
              <a:t>方案必须生成并更新客户端和服务器的加密密钥。</a:t>
            </a:r>
          </a:p>
          <a:p>
            <a:pPr marL="0" indent="0">
              <a:buNone/>
            </a:pPr>
            <a:r>
              <a:rPr lang="zh-CN" altLang="en-US" dirty="0"/>
              <a:t>⑤多协议支持：</a:t>
            </a:r>
            <a:r>
              <a:rPr lang="en-US" altLang="zh-CN" dirty="0"/>
              <a:t>VPN</a:t>
            </a:r>
            <a:r>
              <a:rPr lang="zh-CN" altLang="en-US" dirty="0"/>
              <a:t>方案必须支持公共互联网络上普遍使用的基本协议，包括</a:t>
            </a:r>
            <a:r>
              <a:rPr lang="en-US" altLang="zh-CN" dirty="0"/>
              <a:t>IP</a:t>
            </a:r>
            <a:r>
              <a:rPr lang="zh-CN" altLang="en-US" dirty="0"/>
              <a:t>，</a:t>
            </a:r>
            <a:r>
              <a:rPr lang="en-US" altLang="zh-CN" dirty="0"/>
              <a:t>IPX</a:t>
            </a:r>
            <a:r>
              <a:rPr lang="zh-CN" altLang="en-US" dirty="0"/>
              <a:t>等。</a:t>
            </a:r>
          </a:p>
          <a:p>
            <a:pPr marL="0" indent="0">
              <a:buNone/>
            </a:pPr>
            <a:endParaRPr lang="zh-CN" altLang="en-US" dirty="0"/>
          </a:p>
        </p:txBody>
      </p:sp>
    </p:spTree>
  </p:cSld>
  <p:clrMapOvr>
    <a:masterClrMapping/>
  </p:clrMapOvr>
  <p:transition spd="slow">
    <p:pull/>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0" indent="0"/>
            <a:r>
              <a:rPr lang="en-US" altLang="zh-CN" dirty="0"/>
              <a:t>4.6.1  </a:t>
            </a:r>
            <a:r>
              <a:rPr lang="zh-CN" altLang="en-US" dirty="0"/>
              <a:t>虚拟专用网</a:t>
            </a:r>
            <a:r>
              <a:rPr lang="en-US" altLang="zh-CN" dirty="0"/>
              <a:t>VPN</a:t>
            </a:r>
          </a:p>
        </p:txBody>
      </p:sp>
      <p:sp>
        <p:nvSpPr>
          <p:cNvPr id="3" name="内容占位符 2"/>
          <p:cNvSpPr>
            <a:spLocks noGrp="1"/>
          </p:cNvSpPr>
          <p:nvPr>
            <p:ph idx="1"/>
          </p:nvPr>
        </p:nvSpPr>
        <p:spPr>
          <a:xfrm>
            <a:off x="622300" y="1123950"/>
            <a:ext cx="10954459" cy="5587091"/>
          </a:xfrm>
        </p:spPr>
        <p:txBody>
          <a:bodyPr>
            <a:normAutofit fontScale="92500" lnSpcReduction="10000"/>
          </a:bodyPr>
          <a:lstStyle/>
          <a:p>
            <a:pPr marL="0" indent="0">
              <a:buNone/>
            </a:pPr>
            <a:r>
              <a:rPr lang="en-US" altLang="zh-CN" dirty="0"/>
              <a:t>4. VPN</a:t>
            </a:r>
            <a:r>
              <a:rPr lang="zh-CN" altLang="en-US" dirty="0"/>
              <a:t>的技术</a:t>
            </a:r>
            <a:r>
              <a:rPr lang="zh-CN" altLang="en-US" dirty="0" smtClean="0"/>
              <a:t>基础</a:t>
            </a:r>
            <a:endParaRPr lang="en-US" altLang="zh-CN" dirty="0" smtClean="0"/>
          </a:p>
          <a:p>
            <a:pPr marL="0" indent="0">
              <a:buNone/>
            </a:pPr>
            <a:r>
              <a:rPr lang="zh-CN" altLang="en-US" dirty="0"/>
              <a:t>（</a:t>
            </a:r>
            <a:r>
              <a:rPr lang="en-US" altLang="zh-CN" dirty="0"/>
              <a:t>1</a:t>
            </a:r>
            <a:r>
              <a:rPr lang="zh-CN" altLang="en-US" dirty="0"/>
              <a:t>）</a:t>
            </a:r>
            <a:r>
              <a:rPr lang="en-US" altLang="zh-CN" dirty="0"/>
              <a:t>VPN</a:t>
            </a:r>
            <a:r>
              <a:rPr lang="zh-CN" altLang="en-US" dirty="0"/>
              <a:t>的基本</a:t>
            </a:r>
            <a:r>
              <a:rPr lang="zh-CN" altLang="en-US" dirty="0" smtClean="0"/>
              <a:t>要求</a:t>
            </a:r>
            <a:endParaRPr lang="en-US" altLang="zh-CN" dirty="0" smtClean="0"/>
          </a:p>
          <a:p>
            <a:pPr marL="0" indent="0">
              <a:buNone/>
            </a:pPr>
            <a:r>
              <a:rPr lang="zh-CN" altLang="en-US" dirty="0"/>
              <a:t>①用户验证：</a:t>
            </a:r>
            <a:r>
              <a:rPr lang="en-US" altLang="zh-CN" dirty="0"/>
              <a:t>VPN</a:t>
            </a:r>
            <a:r>
              <a:rPr lang="zh-CN" altLang="en-US" dirty="0"/>
              <a:t>方案必须能够验证用户身份并严格控制只有授权用户才能访问</a:t>
            </a:r>
            <a:r>
              <a:rPr lang="en-US" altLang="zh-CN" dirty="0"/>
              <a:t>VPN</a:t>
            </a:r>
            <a:r>
              <a:rPr lang="zh-CN" altLang="en-US" dirty="0"/>
              <a:t>。</a:t>
            </a:r>
          </a:p>
          <a:p>
            <a:pPr marL="0" indent="0">
              <a:buNone/>
            </a:pPr>
            <a:r>
              <a:rPr lang="zh-CN" altLang="en-US" dirty="0"/>
              <a:t>②地址管理：</a:t>
            </a:r>
            <a:r>
              <a:rPr lang="en-US" altLang="zh-CN" dirty="0"/>
              <a:t>VPN</a:t>
            </a:r>
            <a:r>
              <a:rPr lang="zh-CN" altLang="en-US" dirty="0"/>
              <a:t>方案必须能够为用户分配专用网络上的地址（即机构内部使用的私有地址），并确保地址的安全性。</a:t>
            </a:r>
          </a:p>
          <a:p>
            <a:pPr marL="0" indent="0">
              <a:buNone/>
            </a:pPr>
            <a:r>
              <a:rPr lang="zh-CN" altLang="en-US" dirty="0"/>
              <a:t>③数据加密：对通过公共互联网络传递的数据必须经过加密，确保网络其他未授权的用户无法读取该信息。</a:t>
            </a:r>
          </a:p>
          <a:p>
            <a:pPr marL="0" indent="0">
              <a:buNone/>
            </a:pPr>
            <a:r>
              <a:rPr lang="zh-CN" altLang="en-US" dirty="0"/>
              <a:t>④密钥管理：</a:t>
            </a:r>
            <a:r>
              <a:rPr lang="en-US" altLang="zh-CN" dirty="0"/>
              <a:t>VPN</a:t>
            </a:r>
            <a:r>
              <a:rPr lang="zh-CN" altLang="en-US" dirty="0"/>
              <a:t>方案必须生成并更新客户端和服务器的加密密钥。</a:t>
            </a:r>
          </a:p>
          <a:p>
            <a:pPr marL="0" indent="0">
              <a:buNone/>
            </a:pPr>
            <a:r>
              <a:rPr lang="zh-CN" altLang="en-US" dirty="0"/>
              <a:t>⑤多协议支持：</a:t>
            </a:r>
            <a:r>
              <a:rPr lang="en-US" altLang="zh-CN" dirty="0"/>
              <a:t>VPN</a:t>
            </a:r>
            <a:r>
              <a:rPr lang="zh-CN" altLang="en-US" dirty="0"/>
              <a:t>方案必须支持公共互联网络上普遍使用的基本协议，包括</a:t>
            </a:r>
            <a:r>
              <a:rPr lang="en-US" altLang="zh-CN" dirty="0"/>
              <a:t>IP</a:t>
            </a:r>
            <a:r>
              <a:rPr lang="zh-CN" altLang="en-US" dirty="0"/>
              <a:t>，</a:t>
            </a:r>
            <a:r>
              <a:rPr lang="en-US" altLang="zh-CN" dirty="0"/>
              <a:t>IPX</a:t>
            </a:r>
            <a:r>
              <a:rPr lang="zh-CN" altLang="en-US" dirty="0"/>
              <a:t>等。</a:t>
            </a:r>
          </a:p>
          <a:p>
            <a:pPr marL="0" indent="0">
              <a:buNone/>
            </a:pPr>
            <a:endParaRPr lang="zh-CN" altLang="en-US" dirty="0"/>
          </a:p>
        </p:txBody>
      </p:sp>
    </p:spTree>
  </p:cSld>
  <p:clrMapOvr>
    <a:masterClrMapping/>
  </p:clrMapOvr>
  <p:transition spd="slow">
    <p:pull/>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0" indent="0"/>
            <a:r>
              <a:rPr lang="en-US" altLang="zh-CN" dirty="0"/>
              <a:t>4.6.1  </a:t>
            </a:r>
            <a:r>
              <a:rPr lang="zh-CN" altLang="en-US" dirty="0"/>
              <a:t>虚拟专用网</a:t>
            </a:r>
            <a:r>
              <a:rPr lang="en-US" altLang="zh-CN" dirty="0"/>
              <a:t>VPN</a:t>
            </a:r>
          </a:p>
        </p:txBody>
      </p:sp>
      <p:sp>
        <p:nvSpPr>
          <p:cNvPr id="3" name="内容占位符 2"/>
          <p:cNvSpPr>
            <a:spLocks noGrp="1"/>
          </p:cNvSpPr>
          <p:nvPr>
            <p:ph idx="1"/>
          </p:nvPr>
        </p:nvSpPr>
        <p:spPr>
          <a:xfrm>
            <a:off x="328386" y="1156606"/>
            <a:ext cx="10954459" cy="5587091"/>
          </a:xfrm>
        </p:spPr>
        <p:txBody>
          <a:bodyPr>
            <a:normAutofit/>
          </a:bodyPr>
          <a:lstStyle/>
          <a:p>
            <a:pPr marL="0" indent="0">
              <a:buNone/>
            </a:pPr>
            <a:r>
              <a:rPr lang="en-US" altLang="zh-CN" dirty="0"/>
              <a:t>4. VPN</a:t>
            </a:r>
            <a:r>
              <a:rPr lang="zh-CN" altLang="en-US" dirty="0"/>
              <a:t>的技术</a:t>
            </a:r>
            <a:r>
              <a:rPr lang="zh-CN" altLang="en-US" dirty="0" smtClean="0"/>
              <a:t>基础</a:t>
            </a:r>
            <a:endParaRPr lang="en-US" altLang="zh-CN" dirty="0" smtClean="0"/>
          </a:p>
          <a:p>
            <a:pPr marL="0" indent="0">
              <a:buNone/>
            </a:pPr>
            <a:r>
              <a:rPr lang="zh-CN" altLang="zh-CN" dirty="0"/>
              <a:t>（</a:t>
            </a:r>
            <a:r>
              <a:rPr lang="en-US" altLang="zh-CN" dirty="0"/>
              <a:t>2</a:t>
            </a:r>
            <a:r>
              <a:rPr lang="zh-CN" altLang="zh-CN" dirty="0"/>
              <a:t>）</a:t>
            </a:r>
            <a:r>
              <a:rPr lang="en-US" altLang="zh-CN" dirty="0"/>
              <a:t>VPN</a:t>
            </a:r>
            <a:r>
              <a:rPr lang="zh-CN" altLang="zh-CN" dirty="0"/>
              <a:t>技术</a:t>
            </a:r>
          </a:p>
          <a:p>
            <a:pPr marL="0" indent="0">
              <a:buNone/>
            </a:pPr>
            <a:r>
              <a:rPr lang="zh-CN" altLang="zh-CN" dirty="0"/>
              <a:t>隧道技术：隧道技术是一种通过使用互联网络的基础设施在网络之间传递数据的方式。使用隧道传递的数据（或负载）可以是不同协议的数据帧或数据报。隧道协议将这些其它协议的数据帧或数据报重新封装在新的数据报中发送。新的数据报首部提供了路由信息，从而使封装的负载数据能够通过互联网络传递。被封装的数据报在隧道的两个端点之间通过公共互联网络进行路由。被封装的数据报在公共互联网络上传递时所经过的逻辑路径称为</a:t>
            </a:r>
            <a:r>
              <a:rPr lang="zh-CN" altLang="zh-CN" dirty="0" smtClean="0"/>
              <a:t>“隧道”</a:t>
            </a:r>
            <a:r>
              <a:rPr lang="zh-CN" altLang="en-US" dirty="0" smtClean="0"/>
              <a:t>，如下图所示</a:t>
            </a:r>
            <a:r>
              <a:rPr lang="zh-CN" altLang="zh-CN" dirty="0" smtClean="0"/>
              <a:t>。</a:t>
            </a:r>
            <a:endParaRPr lang="zh-CN" altLang="zh-CN" dirty="0"/>
          </a:p>
          <a:p>
            <a:pPr marL="0" indent="0">
              <a:buNone/>
            </a:pPr>
            <a:endParaRPr lang="zh-CN" altLang="en-US" dirty="0"/>
          </a:p>
        </p:txBody>
      </p:sp>
    </p:spTree>
  </p:cSld>
  <p:clrMapOvr>
    <a:masterClrMapping/>
  </p:clrMapOvr>
  <p:transition spd="slow">
    <p:pull/>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4.6.1  </a:t>
            </a:r>
            <a:r>
              <a:rPr lang="zh-CN" altLang="en-US" dirty="0"/>
              <a:t>虚拟专用网</a:t>
            </a:r>
            <a:r>
              <a:rPr lang="en-US" altLang="zh-CN" dirty="0"/>
              <a:t>VPN</a:t>
            </a:r>
            <a:endParaRPr lang="zh-CN" altLang="en-US" dirty="0"/>
          </a:p>
        </p:txBody>
      </p:sp>
      <p:pic>
        <p:nvPicPr>
          <p:cNvPr id="66562"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083236" y="1563919"/>
            <a:ext cx="8056807" cy="45191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0" indent="0"/>
            <a:r>
              <a:rPr lang="en-US" altLang="zh-CN" dirty="0"/>
              <a:t>4.6.1  </a:t>
            </a:r>
            <a:r>
              <a:rPr lang="zh-CN" altLang="en-US" dirty="0"/>
              <a:t>虚拟专用网</a:t>
            </a:r>
            <a:r>
              <a:rPr lang="en-US" altLang="zh-CN" dirty="0"/>
              <a:t>VPN</a:t>
            </a:r>
          </a:p>
        </p:txBody>
      </p:sp>
      <p:sp>
        <p:nvSpPr>
          <p:cNvPr id="3" name="内容占位符 2"/>
          <p:cNvSpPr>
            <a:spLocks noGrp="1"/>
          </p:cNvSpPr>
          <p:nvPr>
            <p:ph idx="1"/>
          </p:nvPr>
        </p:nvSpPr>
        <p:spPr>
          <a:xfrm>
            <a:off x="328386" y="1164226"/>
            <a:ext cx="10954459" cy="5587091"/>
          </a:xfrm>
        </p:spPr>
        <p:txBody>
          <a:bodyPr>
            <a:normAutofit/>
          </a:bodyPr>
          <a:lstStyle/>
          <a:p>
            <a:pPr marL="0" indent="0">
              <a:buNone/>
            </a:pPr>
            <a:r>
              <a:rPr lang="en-US" altLang="zh-CN" dirty="0"/>
              <a:t>4. VPN</a:t>
            </a:r>
            <a:r>
              <a:rPr lang="zh-CN" altLang="en-US" dirty="0"/>
              <a:t>的技术</a:t>
            </a:r>
            <a:r>
              <a:rPr lang="zh-CN" altLang="en-US" dirty="0" smtClean="0"/>
              <a:t>基础</a:t>
            </a:r>
            <a:endParaRPr lang="en-US" altLang="zh-CN" dirty="0" smtClean="0"/>
          </a:p>
          <a:p>
            <a:pPr marL="0" indent="0">
              <a:buNone/>
            </a:pPr>
            <a:r>
              <a:rPr lang="zh-CN" altLang="en-US" dirty="0"/>
              <a:t>（</a:t>
            </a:r>
            <a:r>
              <a:rPr lang="en-US" altLang="zh-CN" dirty="0"/>
              <a:t>3</a:t>
            </a:r>
            <a:r>
              <a:rPr lang="zh-CN" altLang="en-US" dirty="0"/>
              <a:t>）安全技术：</a:t>
            </a:r>
            <a:r>
              <a:rPr lang="en-US" altLang="zh-CN" dirty="0"/>
              <a:t>VPN</a:t>
            </a:r>
            <a:r>
              <a:rPr lang="zh-CN" altLang="en-US" dirty="0"/>
              <a:t>中的安全技术通常由加密、认证及密钥交换与管理组成。</a:t>
            </a:r>
          </a:p>
          <a:p>
            <a:pPr marL="0" indent="0">
              <a:buNone/>
            </a:pPr>
            <a:r>
              <a:rPr lang="zh-CN" altLang="en-US" dirty="0"/>
              <a:t>①认证技术：“摘要”技术采用</a:t>
            </a:r>
            <a:r>
              <a:rPr lang="en-US" altLang="zh-CN" dirty="0"/>
              <a:t>HASH </a:t>
            </a:r>
            <a:r>
              <a:rPr lang="zh-CN" altLang="en-US" dirty="0"/>
              <a:t>函数将一段长的报文通过函数变换，映射为一段短的报文即摘要。用来验证数据的完整性、用户认证。</a:t>
            </a:r>
          </a:p>
          <a:p>
            <a:pPr marL="0" indent="0">
              <a:buNone/>
            </a:pPr>
            <a:r>
              <a:rPr lang="zh-CN" altLang="en-US" dirty="0"/>
              <a:t>②加密技术：</a:t>
            </a:r>
            <a:r>
              <a:rPr lang="en-US" altLang="zh-CN" dirty="0" err="1"/>
              <a:t>IPSec</a:t>
            </a:r>
            <a:r>
              <a:rPr lang="zh-CN" altLang="en-US" dirty="0"/>
              <a:t>通过</a:t>
            </a:r>
            <a:r>
              <a:rPr lang="en-US" altLang="zh-CN" dirty="0"/>
              <a:t>ISAKMP/IKE/Oakley </a:t>
            </a:r>
            <a:r>
              <a:rPr lang="zh-CN" altLang="en-US" dirty="0"/>
              <a:t>协商确定几种可选的数据加密算法，如</a:t>
            </a:r>
            <a:r>
              <a:rPr lang="en-US" altLang="zh-CN" dirty="0"/>
              <a:t>DES </a:t>
            </a:r>
            <a:r>
              <a:rPr lang="zh-CN" altLang="en-US" dirty="0"/>
              <a:t>、</a:t>
            </a:r>
            <a:r>
              <a:rPr lang="en-US" altLang="zh-CN" dirty="0"/>
              <a:t>3DES</a:t>
            </a:r>
            <a:r>
              <a:rPr lang="zh-CN" altLang="en-US" dirty="0"/>
              <a:t>等。，如下</a:t>
            </a:r>
            <a:r>
              <a:rPr lang="zh-CN" altLang="en-US" dirty="0" smtClean="0"/>
              <a:t>图所</a:t>
            </a:r>
            <a:r>
              <a:rPr lang="zh-CN" altLang="en-US" dirty="0"/>
              <a:t>示。</a:t>
            </a:r>
          </a:p>
          <a:p>
            <a:pPr marL="0" indent="0">
              <a:buNone/>
            </a:pPr>
            <a:r>
              <a:rPr lang="zh-CN" altLang="en-US" dirty="0"/>
              <a:t>③密钥交换和管理：</a:t>
            </a:r>
            <a:r>
              <a:rPr lang="en-US" altLang="zh-CN" dirty="0"/>
              <a:t>VPN </a:t>
            </a:r>
            <a:r>
              <a:rPr lang="zh-CN" altLang="en-US" dirty="0"/>
              <a:t>中密钥的分发与管理非常重要。</a:t>
            </a:r>
          </a:p>
          <a:p>
            <a:pPr marL="0" indent="0">
              <a:buNone/>
            </a:pPr>
            <a:endParaRPr lang="zh-CN" altLang="en-US" dirty="0"/>
          </a:p>
        </p:txBody>
      </p:sp>
    </p:spTree>
  </p:cSld>
  <p:clrMapOvr>
    <a:masterClrMapping/>
  </p:clrMapOvr>
  <p:transition spd="slow">
    <p:pull/>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4.6.1  </a:t>
            </a:r>
            <a:r>
              <a:rPr lang="zh-CN" altLang="en-US" dirty="0"/>
              <a:t>虚拟专用网</a:t>
            </a:r>
            <a:r>
              <a:rPr lang="en-US" altLang="zh-CN" dirty="0"/>
              <a:t>VPN</a:t>
            </a:r>
            <a:endParaRPr lang="zh-CN" altLang="en-US" dirty="0"/>
          </a:p>
        </p:txBody>
      </p:sp>
      <p:pic>
        <p:nvPicPr>
          <p:cNvPr id="6758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76416" y="1326484"/>
            <a:ext cx="8084013" cy="4754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0" indent="0"/>
            <a:r>
              <a:rPr lang="en-US" altLang="zh-CN" dirty="0"/>
              <a:t>4.6.1  </a:t>
            </a:r>
            <a:r>
              <a:rPr lang="zh-CN" altLang="en-US" dirty="0"/>
              <a:t>虚拟专用网</a:t>
            </a:r>
            <a:r>
              <a:rPr lang="en-US" altLang="zh-CN" dirty="0"/>
              <a:t>VPN</a:t>
            </a:r>
          </a:p>
        </p:txBody>
      </p:sp>
      <p:sp>
        <p:nvSpPr>
          <p:cNvPr id="3" name="内容占位符 2"/>
          <p:cNvSpPr>
            <a:spLocks noGrp="1"/>
          </p:cNvSpPr>
          <p:nvPr>
            <p:ph idx="1"/>
          </p:nvPr>
        </p:nvSpPr>
        <p:spPr>
          <a:xfrm>
            <a:off x="328386" y="1156606"/>
            <a:ext cx="10954459" cy="5587091"/>
          </a:xfrm>
        </p:spPr>
        <p:txBody>
          <a:bodyPr>
            <a:normAutofit fontScale="92500" lnSpcReduction="20000"/>
          </a:bodyPr>
          <a:lstStyle/>
          <a:p>
            <a:pPr marL="0" indent="0">
              <a:buNone/>
            </a:pPr>
            <a:r>
              <a:rPr lang="en-US" altLang="zh-CN" dirty="0"/>
              <a:t>4. VPN</a:t>
            </a:r>
            <a:r>
              <a:rPr lang="zh-CN" altLang="en-US" dirty="0"/>
              <a:t>的技术</a:t>
            </a:r>
            <a:r>
              <a:rPr lang="zh-CN" altLang="en-US" dirty="0" smtClean="0"/>
              <a:t>基础</a:t>
            </a:r>
            <a:endParaRPr lang="en-US" altLang="zh-CN" dirty="0" smtClean="0"/>
          </a:p>
          <a:p>
            <a:pPr marL="0" indent="0">
              <a:buNone/>
            </a:pPr>
            <a:r>
              <a:rPr lang="zh-CN" altLang="en-US" dirty="0"/>
              <a:t>（</a:t>
            </a:r>
            <a:r>
              <a:rPr lang="en-US" altLang="zh-CN" dirty="0"/>
              <a:t>4</a:t>
            </a:r>
            <a:r>
              <a:rPr lang="zh-CN" altLang="en-US" dirty="0"/>
              <a:t>）</a:t>
            </a:r>
            <a:r>
              <a:rPr lang="en-US" altLang="zh-CN" dirty="0"/>
              <a:t>VPN</a:t>
            </a:r>
            <a:r>
              <a:rPr lang="zh-CN" altLang="en-US" dirty="0"/>
              <a:t>组网方式</a:t>
            </a:r>
          </a:p>
          <a:p>
            <a:pPr marL="0" indent="0">
              <a:buNone/>
            </a:pPr>
            <a:r>
              <a:rPr lang="en-US" altLang="zh-CN" dirty="0"/>
              <a:t>Access VPN </a:t>
            </a:r>
            <a:r>
              <a:rPr lang="zh-CN" altLang="en-US" dirty="0"/>
              <a:t>（远程访问</a:t>
            </a:r>
            <a:r>
              <a:rPr lang="en-US" altLang="zh-CN" dirty="0"/>
              <a:t>VPN</a:t>
            </a:r>
            <a:r>
              <a:rPr lang="zh-CN" altLang="en-US" dirty="0"/>
              <a:t>）：客户端到网关远程用户拨号接入到本地的</a:t>
            </a:r>
            <a:r>
              <a:rPr lang="en-US" altLang="zh-CN" dirty="0"/>
              <a:t>ISP</a:t>
            </a:r>
            <a:r>
              <a:rPr lang="zh-CN" altLang="en-US" dirty="0"/>
              <a:t>，它适用于流动人员远程办公，可大大降低电话费。</a:t>
            </a:r>
            <a:r>
              <a:rPr lang="en-US" altLang="zh-CN" dirty="0"/>
              <a:t>SOCKS v5</a:t>
            </a:r>
            <a:r>
              <a:rPr lang="zh-CN" altLang="en-US" dirty="0"/>
              <a:t>协议适合这类连接。</a:t>
            </a:r>
          </a:p>
          <a:p>
            <a:pPr marL="0" indent="0">
              <a:buNone/>
            </a:pPr>
            <a:r>
              <a:rPr lang="en-US" altLang="zh-CN" dirty="0"/>
              <a:t>Intranet VPN </a:t>
            </a:r>
            <a:r>
              <a:rPr lang="zh-CN" altLang="en-US" dirty="0"/>
              <a:t>（企业内部</a:t>
            </a:r>
            <a:r>
              <a:rPr lang="en-US" altLang="zh-CN" dirty="0"/>
              <a:t>VPN</a:t>
            </a:r>
            <a:r>
              <a:rPr lang="zh-CN" altLang="en-US" dirty="0"/>
              <a:t>）：网关到网关它适用于公司两个异地机构的局域网互连，在</a:t>
            </a:r>
            <a:r>
              <a:rPr lang="en-US" altLang="zh-CN" dirty="0"/>
              <a:t>Internet</a:t>
            </a:r>
            <a:r>
              <a:rPr lang="zh-CN" altLang="en-US" dirty="0"/>
              <a:t>上组建世界范围内的企业网。</a:t>
            </a:r>
          </a:p>
          <a:p>
            <a:pPr marL="0" indent="0">
              <a:buNone/>
            </a:pPr>
            <a:r>
              <a:rPr lang="en-US" altLang="zh-CN" dirty="0"/>
              <a:t>Extranet VPN </a:t>
            </a:r>
            <a:r>
              <a:rPr lang="zh-CN" altLang="en-US" dirty="0"/>
              <a:t>（扩展的企业内部</a:t>
            </a:r>
            <a:r>
              <a:rPr lang="en-US" altLang="zh-CN" dirty="0"/>
              <a:t>VPN</a:t>
            </a:r>
            <a:r>
              <a:rPr lang="zh-CN" altLang="en-US" dirty="0"/>
              <a:t>）：与合作伙伴企业网构成</a:t>
            </a:r>
            <a:r>
              <a:rPr lang="en-US" altLang="zh-CN" dirty="0"/>
              <a:t>Extranet</a:t>
            </a:r>
            <a:r>
              <a:rPr lang="zh-CN" altLang="en-US" dirty="0"/>
              <a:t>由于不同公司的网络相互通信，所以要更多考虑设备的互连、地址的协调、安全策略的协商等问题。</a:t>
            </a:r>
          </a:p>
          <a:p>
            <a:pPr marL="0" indent="0">
              <a:buNone/>
            </a:pPr>
            <a:r>
              <a:rPr lang="zh-CN" altLang="en-US" dirty="0"/>
              <a:t>远程接入</a:t>
            </a:r>
            <a:r>
              <a:rPr lang="en-US" altLang="zh-CN" dirty="0"/>
              <a:t>VPN(remote access VPN) </a:t>
            </a:r>
            <a:r>
              <a:rPr lang="zh-CN" altLang="en-US" dirty="0"/>
              <a:t>有的公司可能没有分布在不同场所的部门，但有很多流动员工在外地工作。公司需要和他们保持联系，远程接入 </a:t>
            </a:r>
            <a:r>
              <a:rPr lang="en-US" altLang="zh-CN" dirty="0"/>
              <a:t>VPN </a:t>
            </a:r>
            <a:r>
              <a:rPr lang="zh-CN" altLang="en-US" dirty="0"/>
              <a:t>可满足这种需求。</a:t>
            </a:r>
          </a:p>
          <a:p>
            <a:pPr marL="0" indent="0">
              <a:buNone/>
            </a:pPr>
            <a:endParaRPr lang="zh-CN" altLang="en-US" dirty="0"/>
          </a:p>
        </p:txBody>
      </p:sp>
    </p:spTree>
  </p:cSld>
  <p:clrMapOvr>
    <a:masterClrMapping/>
  </p:clrMapOvr>
  <p:transition spd="slow">
    <p:pull/>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marL="0" indent="0"/>
            <a:r>
              <a:rPr lang="en-US" altLang="zh-CN" dirty="0">
                <a:effectLst/>
              </a:rPr>
              <a:t>4.6.2  </a:t>
            </a:r>
            <a:r>
              <a:rPr lang="zh-CN" altLang="zh-CN" dirty="0">
                <a:effectLst/>
              </a:rPr>
              <a:t>网络地址转换</a:t>
            </a:r>
            <a:r>
              <a:rPr lang="en-US" altLang="zh-CN" dirty="0">
                <a:effectLst/>
              </a:rPr>
              <a:t> NAT(Network Address Translation)</a:t>
            </a:r>
            <a:endParaRPr lang="en-US" altLang="zh-CN" dirty="0"/>
          </a:p>
        </p:txBody>
      </p:sp>
      <p:sp>
        <p:nvSpPr>
          <p:cNvPr id="3" name="内容占位符 2"/>
          <p:cNvSpPr>
            <a:spLocks noGrp="1"/>
          </p:cNvSpPr>
          <p:nvPr>
            <p:ph idx="1"/>
          </p:nvPr>
        </p:nvSpPr>
        <p:spPr>
          <a:xfrm>
            <a:off x="328386" y="1156606"/>
            <a:ext cx="10954459" cy="5587091"/>
          </a:xfrm>
        </p:spPr>
        <p:txBody>
          <a:bodyPr>
            <a:normAutofit/>
          </a:bodyPr>
          <a:lstStyle/>
          <a:p>
            <a:pPr marL="0" indent="0">
              <a:buNone/>
            </a:pPr>
            <a:r>
              <a:rPr lang="en-US" altLang="zh-CN" dirty="0"/>
              <a:t>1</a:t>
            </a:r>
            <a:r>
              <a:rPr lang="zh-CN" altLang="zh-CN" dirty="0"/>
              <a:t>、网络地址转换</a:t>
            </a:r>
            <a:r>
              <a:rPr lang="en-US" altLang="zh-CN" dirty="0"/>
              <a:t>NAT</a:t>
            </a:r>
            <a:r>
              <a:rPr lang="zh-CN" altLang="zh-CN" dirty="0"/>
              <a:t>概述</a:t>
            </a:r>
          </a:p>
          <a:p>
            <a:pPr marL="0" indent="0">
              <a:buNone/>
            </a:pPr>
            <a:r>
              <a:rPr lang="en-US" altLang="zh-CN" dirty="0"/>
              <a:t>NAT</a:t>
            </a:r>
            <a:r>
              <a:rPr lang="zh-CN" altLang="en-US" dirty="0"/>
              <a:t>（</a:t>
            </a:r>
            <a:r>
              <a:rPr lang="en-US" altLang="zh-CN" dirty="0"/>
              <a:t>Network Address Translation</a:t>
            </a:r>
            <a:r>
              <a:rPr lang="zh-CN" altLang="en-US" dirty="0"/>
              <a:t>，网络地址转换）是一种将一个</a:t>
            </a:r>
            <a:r>
              <a:rPr lang="en-US" altLang="zh-CN" dirty="0"/>
              <a:t>IP</a:t>
            </a:r>
            <a:r>
              <a:rPr lang="zh-CN" altLang="en-US" dirty="0"/>
              <a:t>地址域（如</a:t>
            </a:r>
            <a:r>
              <a:rPr lang="en-US" altLang="zh-CN" dirty="0"/>
              <a:t>Intranet</a:t>
            </a:r>
            <a:r>
              <a:rPr lang="zh-CN" altLang="en-US" dirty="0"/>
              <a:t>）转换到另一个</a:t>
            </a:r>
            <a:r>
              <a:rPr lang="en-US" altLang="zh-CN" dirty="0"/>
              <a:t>IP</a:t>
            </a:r>
            <a:r>
              <a:rPr lang="zh-CN" altLang="en-US" dirty="0"/>
              <a:t>地址域（如</a:t>
            </a:r>
            <a:r>
              <a:rPr lang="en-US" altLang="zh-CN" dirty="0"/>
              <a:t>Internet</a:t>
            </a:r>
            <a:r>
              <a:rPr lang="zh-CN" altLang="en-US" dirty="0"/>
              <a:t>）的技术。</a:t>
            </a:r>
            <a:r>
              <a:rPr lang="en-US" altLang="zh-CN" dirty="0"/>
              <a:t>NAT</a:t>
            </a:r>
            <a:r>
              <a:rPr lang="zh-CN" altLang="en-US" dirty="0"/>
              <a:t>技术的出现是为了解决</a:t>
            </a:r>
            <a:r>
              <a:rPr lang="en-US" altLang="zh-CN" dirty="0"/>
              <a:t>IP</a:t>
            </a:r>
            <a:r>
              <a:rPr lang="zh-CN" altLang="en-US" dirty="0"/>
              <a:t>地址日益短缺的问题，将多个内部地址映射为少数几个甚至一个公网地址</a:t>
            </a:r>
            <a:r>
              <a:rPr lang="en-US" altLang="zh-CN" dirty="0"/>
              <a:t>,</a:t>
            </a:r>
            <a:r>
              <a:rPr lang="zh-CN" altLang="en-US" dirty="0"/>
              <a:t>这样就可以实现内部网络中的主机（通常使用私有地址）透明地访问外部网络中的资源；同时，外部网络中的主机也可以有选择地访问内部网络。而且，</a:t>
            </a:r>
            <a:r>
              <a:rPr lang="en-US" altLang="zh-CN" dirty="0"/>
              <a:t>NAT</a:t>
            </a:r>
            <a:r>
              <a:rPr lang="zh-CN" altLang="en-US" dirty="0"/>
              <a:t>能使得内外网络隔离，提供一定的网络安全保障。</a:t>
            </a:r>
          </a:p>
        </p:txBody>
      </p:sp>
    </p:spTree>
  </p:cSld>
  <p:clrMapOvr>
    <a:masterClrMapping/>
  </p:clrMapOvr>
  <p:transition spd="slow">
    <p:pull/>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marL="0" indent="0"/>
            <a:r>
              <a:rPr lang="en-US" altLang="zh-CN" dirty="0">
                <a:effectLst/>
              </a:rPr>
              <a:t>4.6.2  </a:t>
            </a:r>
            <a:r>
              <a:rPr lang="zh-CN" altLang="zh-CN" dirty="0">
                <a:effectLst/>
              </a:rPr>
              <a:t>网络地址转换</a:t>
            </a:r>
            <a:r>
              <a:rPr lang="en-US" altLang="zh-CN" dirty="0">
                <a:effectLst/>
              </a:rPr>
              <a:t> NAT(Network Address Translation)</a:t>
            </a:r>
            <a:endParaRPr lang="en-US" altLang="zh-CN" dirty="0"/>
          </a:p>
        </p:txBody>
      </p:sp>
      <p:sp>
        <p:nvSpPr>
          <p:cNvPr id="3" name="内容占位符 2"/>
          <p:cNvSpPr>
            <a:spLocks noGrp="1"/>
          </p:cNvSpPr>
          <p:nvPr>
            <p:ph idx="1"/>
          </p:nvPr>
        </p:nvSpPr>
        <p:spPr>
          <a:xfrm>
            <a:off x="328386" y="1156606"/>
            <a:ext cx="10954459" cy="5587091"/>
          </a:xfrm>
        </p:spPr>
        <p:txBody>
          <a:bodyPr>
            <a:normAutofit/>
          </a:bodyPr>
          <a:lstStyle/>
          <a:p>
            <a:pPr marL="0" indent="0">
              <a:buNone/>
            </a:pPr>
            <a:r>
              <a:rPr lang="en-US" altLang="zh-CN" dirty="0"/>
              <a:t>2</a:t>
            </a:r>
            <a:r>
              <a:rPr lang="zh-CN" altLang="zh-CN" dirty="0"/>
              <a:t>、网络地址转换的过程，如下</a:t>
            </a:r>
            <a:r>
              <a:rPr lang="zh-CN" altLang="zh-CN" dirty="0" smtClean="0"/>
              <a:t>图所</a:t>
            </a:r>
            <a:r>
              <a:rPr lang="zh-CN" altLang="zh-CN" dirty="0"/>
              <a:t>示。</a:t>
            </a:r>
          </a:p>
        </p:txBody>
      </p:sp>
      <p:pic>
        <p:nvPicPr>
          <p:cNvPr id="686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315" y="1948362"/>
            <a:ext cx="10183586" cy="1749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marL="0" indent="0"/>
            <a:r>
              <a:rPr lang="en-US" altLang="zh-CN" dirty="0">
                <a:effectLst/>
              </a:rPr>
              <a:t>4.6.2  </a:t>
            </a:r>
            <a:r>
              <a:rPr lang="zh-CN" altLang="zh-CN" dirty="0">
                <a:effectLst/>
              </a:rPr>
              <a:t>网络地址转换</a:t>
            </a:r>
            <a:r>
              <a:rPr lang="en-US" altLang="zh-CN" dirty="0">
                <a:effectLst/>
              </a:rPr>
              <a:t> NAT(Network Address Translation)</a:t>
            </a:r>
            <a:endParaRPr lang="en-US" altLang="zh-CN" dirty="0"/>
          </a:p>
        </p:txBody>
      </p:sp>
      <p:sp>
        <p:nvSpPr>
          <p:cNvPr id="3" name="内容占位符 2"/>
          <p:cNvSpPr>
            <a:spLocks noGrp="1"/>
          </p:cNvSpPr>
          <p:nvPr>
            <p:ph idx="1"/>
          </p:nvPr>
        </p:nvSpPr>
        <p:spPr>
          <a:xfrm>
            <a:off x="328386" y="1156606"/>
            <a:ext cx="10954459" cy="5587091"/>
          </a:xfrm>
        </p:spPr>
        <p:txBody>
          <a:bodyPr>
            <a:normAutofit/>
          </a:bodyPr>
          <a:lstStyle/>
          <a:p>
            <a:pPr marL="0" indent="0">
              <a:buNone/>
            </a:pPr>
            <a:r>
              <a:rPr lang="en-US" altLang="zh-CN" dirty="0"/>
              <a:t>3</a:t>
            </a:r>
            <a:r>
              <a:rPr lang="zh-CN" altLang="zh-CN" dirty="0"/>
              <a:t>、网络地址转换</a:t>
            </a:r>
            <a:r>
              <a:rPr lang="en-US" altLang="zh-CN" dirty="0"/>
              <a:t>NAT</a:t>
            </a:r>
            <a:r>
              <a:rPr lang="zh-CN" altLang="zh-CN" dirty="0"/>
              <a:t>的典型应用</a:t>
            </a:r>
          </a:p>
          <a:p>
            <a:pPr marL="0" indent="0">
              <a:buNone/>
            </a:pPr>
            <a:r>
              <a:rPr lang="zh-CN" altLang="zh-CN" dirty="0" smtClean="0"/>
              <a:t>一</a:t>
            </a:r>
            <a:r>
              <a:rPr lang="zh-CN" altLang="zh-CN" dirty="0"/>
              <a:t>个企业不想让外部网络用户知道自己的网络内部结构，可以通过</a:t>
            </a:r>
            <a:r>
              <a:rPr lang="en-US" altLang="zh-CN" dirty="0"/>
              <a:t>NAT</a:t>
            </a:r>
            <a:r>
              <a:rPr lang="zh-CN" altLang="zh-CN" dirty="0"/>
              <a:t>将内部网络与外部</a:t>
            </a:r>
            <a:r>
              <a:rPr lang="en-US" altLang="zh-CN" dirty="0"/>
              <a:t>Internet </a:t>
            </a:r>
            <a:r>
              <a:rPr lang="zh-CN" altLang="zh-CN" dirty="0"/>
              <a:t>隔离开，则外部用户根本不知道通过</a:t>
            </a:r>
            <a:r>
              <a:rPr lang="en-US" altLang="zh-CN" dirty="0"/>
              <a:t>NAT</a:t>
            </a:r>
            <a:r>
              <a:rPr lang="zh-CN" altLang="zh-CN" dirty="0"/>
              <a:t>设置的内部</a:t>
            </a:r>
            <a:r>
              <a:rPr lang="en-US" altLang="zh-CN" dirty="0"/>
              <a:t>IP</a:t>
            </a:r>
            <a:r>
              <a:rPr lang="zh-CN" altLang="zh-CN" dirty="0"/>
              <a:t>地址。</a:t>
            </a:r>
          </a:p>
          <a:p>
            <a:pPr marL="0" indent="0">
              <a:buNone/>
            </a:pPr>
            <a:r>
              <a:rPr lang="zh-CN" altLang="zh-CN" dirty="0" smtClean="0"/>
              <a:t>一</a:t>
            </a:r>
            <a:r>
              <a:rPr lang="zh-CN" altLang="zh-CN" dirty="0"/>
              <a:t>个企业申请的合法</a:t>
            </a:r>
            <a:r>
              <a:rPr lang="en-US" altLang="zh-CN" dirty="0"/>
              <a:t>Internet IP</a:t>
            </a:r>
            <a:r>
              <a:rPr lang="zh-CN" altLang="zh-CN" dirty="0"/>
              <a:t>地址很少，而内部网络用户很多。可以通过</a:t>
            </a:r>
            <a:r>
              <a:rPr lang="en-US" altLang="zh-CN" dirty="0"/>
              <a:t>NAT</a:t>
            </a:r>
            <a:r>
              <a:rPr lang="zh-CN" altLang="zh-CN" dirty="0"/>
              <a:t>功能实现多个用户同时公用一个合法</a:t>
            </a:r>
            <a:r>
              <a:rPr lang="en-US" altLang="zh-CN" dirty="0"/>
              <a:t>IP</a:t>
            </a:r>
            <a:r>
              <a:rPr lang="zh-CN" altLang="zh-CN" dirty="0"/>
              <a:t>与外部</a:t>
            </a:r>
            <a:r>
              <a:rPr lang="en-US" altLang="zh-CN" dirty="0"/>
              <a:t>Internet </a:t>
            </a:r>
            <a:r>
              <a:rPr lang="zh-CN" altLang="zh-CN" dirty="0"/>
              <a:t>进行通信。</a:t>
            </a:r>
          </a:p>
          <a:p>
            <a:pPr marL="0" indent="0">
              <a:buNone/>
            </a:pPr>
            <a:r>
              <a:rPr lang="zh-CN" altLang="zh-CN" dirty="0" smtClean="0"/>
              <a:t>如果</a:t>
            </a:r>
            <a:r>
              <a:rPr lang="zh-CN" altLang="zh-CN" dirty="0"/>
              <a:t>有两个内网需要互联，而它们采用的内部私有地址范围有重合时，也可以采用</a:t>
            </a:r>
            <a:r>
              <a:rPr lang="en-US" altLang="zh-CN" dirty="0"/>
              <a:t>NAT</a:t>
            </a:r>
            <a:r>
              <a:rPr lang="zh-CN" altLang="zh-CN" dirty="0"/>
              <a:t>技术进行转换。</a:t>
            </a:r>
          </a:p>
        </p:txBody>
      </p:sp>
    </p:spTree>
  </p:cSld>
  <p:clrMapOvr>
    <a:masterClrMapping/>
  </p:clrMapOvr>
  <p:transition spd="slow">
    <p:pull/>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marL="0" indent="0"/>
            <a:r>
              <a:rPr lang="en-US" altLang="zh-CN" dirty="0">
                <a:effectLst/>
              </a:rPr>
              <a:t>4.6.2  </a:t>
            </a:r>
            <a:r>
              <a:rPr lang="zh-CN" altLang="zh-CN" dirty="0">
                <a:effectLst/>
              </a:rPr>
              <a:t>网络地址转换</a:t>
            </a:r>
            <a:r>
              <a:rPr lang="en-US" altLang="zh-CN" dirty="0">
                <a:effectLst/>
              </a:rPr>
              <a:t> NAT(Network Address Translation)</a:t>
            </a:r>
            <a:endParaRPr lang="en-US" altLang="zh-CN" dirty="0"/>
          </a:p>
        </p:txBody>
      </p:sp>
      <p:sp>
        <p:nvSpPr>
          <p:cNvPr id="3" name="内容占位符 2"/>
          <p:cNvSpPr>
            <a:spLocks noGrp="1"/>
          </p:cNvSpPr>
          <p:nvPr>
            <p:ph idx="1"/>
          </p:nvPr>
        </p:nvSpPr>
        <p:spPr>
          <a:xfrm>
            <a:off x="328386" y="1156606"/>
            <a:ext cx="10954459" cy="5587091"/>
          </a:xfrm>
        </p:spPr>
        <p:txBody>
          <a:bodyPr>
            <a:normAutofit/>
          </a:bodyPr>
          <a:lstStyle/>
          <a:p>
            <a:pPr marL="0" indent="0">
              <a:buNone/>
            </a:pPr>
            <a:r>
              <a:rPr lang="en-US" altLang="zh-CN" dirty="0"/>
              <a:t>4</a:t>
            </a:r>
            <a:r>
              <a:rPr lang="zh-CN" altLang="en-US" dirty="0"/>
              <a:t>、网络地址转换可分为三类</a:t>
            </a:r>
          </a:p>
          <a:p>
            <a:pPr marL="0" indent="0">
              <a:buNone/>
            </a:pPr>
            <a:r>
              <a:rPr lang="zh-CN" altLang="en-US" dirty="0" smtClean="0">
                <a:solidFill>
                  <a:srgbClr val="FF0000"/>
                </a:solidFill>
              </a:rPr>
              <a:t>静态</a:t>
            </a:r>
            <a:r>
              <a:rPr lang="zh-CN" altLang="en-US" dirty="0">
                <a:solidFill>
                  <a:srgbClr val="FF0000"/>
                </a:solidFill>
              </a:rPr>
              <a:t>地址转换</a:t>
            </a:r>
            <a:r>
              <a:rPr lang="zh-CN" altLang="en-US" dirty="0"/>
              <a:t>（</a:t>
            </a:r>
            <a:r>
              <a:rPr lang="en-US" altLang="zh-CN" dirty="0"/>
              <a:t>Static  Address  Translation</a:t>
            </a:r>
            <a:r>
              <a:rPr lang="zh-CN" altLang="en-US" dirty="0"/>
              <a:t>）</a:t>
            </a:r>
          </a:p>
          <a:p>
            <a:pPr marL="0" indent="0">
              <a:buNone/>
            </a:pPr>
            <a:r>
              <a:rPr lang="zh-CN" altLang="en-US" dirty="0"/>
              <a:t>即一对一转换，将一个私有地址转换为一个公有地址。</a:t>
            </a:r>
          </a:p>
          <a:p>
            <a:pPr marL="0" indent="0">
              <a:buNone/>
            </a:pPr>
            <a:r>
              <a:rPr lang="zh-CN" altLang="en-US" dirty="0" smtClean="0">
                <a:solidFill>
                  <a:srgbClr val="FF0000"/>
                </a:solidFill>
              </a:rPr>
              <a:t>动态地址转换</a:t>
            </a:r>
            <a:r>
              <a:rPr lang="zh-CN" altLang="en-US" dirty="0"/>
              <a:t>（</a:t>
            </a:r>
            <a:r>
              <a:rPr lang="en-US" altLang="zh-CN" dirty="0"/>
              <a:t>Dynamic Address  Translation</a:t>
            </a:r>
            <a:r>
              <a:rPr lang="zh-CN" altLang="en-US" dirty="0"/>
              <a:t>）</a:t>
            </a:r>
          </a:p>
          <a:p>
            <a:pPr marL="0" indent="0">
              <a:buNone/>
            </a:pPr>
            <a:r>
              <a:rPr lang="zh-CN" altLang="en-US" dirty="0"/>
              <a:t>即多对多转换，将多个私有地址转换为一个拥有多个公有地址池里的地址。</a:t>
            </a:r>
          </a:p>
          <a:p>
            <a:pPr marL="0" indent="0">
              <a:buNone/>
            </a:pPr>
            <a:r>
              <a:rPr lang="zh-CN" altLang="en-US" dirty="0" smtClean="0">
                <a:solidFill>
                  <a:srgbClr val="FF0000"/>
                </a:solidFill>
              </a:rPr>
              <a:t>地址</a:t>
            </a:r>
            <a:r>
              <a:rPr lang="zh-CN" altLang="en-US" dirty="0">
                <a:solidFill>
                  <a:srgbClr val="FF0000"/>
                </a:solidFill>
              </a:rPr>
              <a:t>端口转换</a:t>
            </a:r>
            <a:r>
              <a:rPr lang="en-US" altLang="zh-CN" dirty="0"/>
              <a:t>(Network Address Port Translation</a:t>
            </a:r>
            <a:r>
              <a:rPr lang="zh-CN" altLang="en-US" dirty="0"/>
              <a:t>）</a:t>
            </a:r>
          </a:p>
          <a:p>
            <a:pPr marL="0" indent="0">
              <a:buNone/>
            </a:pPr>
            <a:r>
              <a:rPr lang="zh-CN" altLang="en-US" dirty="0"/>
              <a:t>即多对一转换，将多个私有地址同时转换为一个公有地址，使用不同端口进行区分。</a:t>
            </a:r>
          </a:p>
          <a:p>
            <a:pPr marL="0" indent="0">
              <a:buNone/>
            </a:pPr>
            <a:endParaRPr lang="zh-CN" altLang="zh-CN" dirty="0"/>
          </a:p>
        </p:txBody>
      </p:sp>
    </p:spTree>
  </p:cSld>
  <p:clrMapOvr>
    <a:masterClrMapping/>
  </p:clrMapOvr>
  <p:transition spd="slow">
    <p:pull/>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4.7  IPv6</a:t>
            </a:r>
            <a:r>
              <a:rPr lang="zh-CN" altLang="zh-CN" dirty="0">
                <a:effectLst/>
              </a:rPr>
              <a:t>协议</a:t>
            </a:r>
            <a:endParaRPr lang="en-US" altLang="zh-CN" dirty="0"/>
          </a:p>
        </p:txBody>
      </p:sp>
      <p:sp>
        <p:nvSpPr>
          <p:cNvPr id="3" name="内容占位符 2"/>
          <p:cNvSpPr>
            <a:spLocks noGrp="1"/>
          </p:cNvSpPr>
          <p:nvPr>
            <p:ph idx="1"/>
          </p:nvPr>
        </p:nvSpPr>
        <p:spPr>
          <a:xfrm>
            <a:off x="328386" y="1156606"/>
            <a:ext cx="10954459" cy="5587091"/>
          </a:xfrm>
        </p:spPr>
        <p:txBody>
          <a:bodyPr>
            <a:normAutofit/>
          </a:bodyPr>
          <a:lstStyle/>
          <a:p>
            <a:pPr marL="0" indent="0">
              <a:buNone/>
            </a:pPr>
            <a:r>
              <a:rPr lang="en-US" altLang="zh-CN" dirty="0" smtClean="0"/>
              <a:t>   </a:t>
            </a:r>
          </a:p>
          <a:p>
            <a:pPr marL="0" indent="0">
              <a:buNone/>
            </a:pPr>
            <a:endParaRPr lang="en-US" altLang="zh-CN" dirty="0"/>
          </a:p>
          <a:p>
            <a:pPr marL="0" indent="0">
              <a:buNone/>
            </a:pPr>
            <a:r>
              <a:rPr lang="en-US" altLang="zh-CN" dirty="0" smtClean="0"/>
              <a:t>    </a:t>
            </a:r>
            <a:r>
              <a:rPr lang="zh-CN" altLang="zh-CN" dirty="0" smtClean="0"/>
              <a:t>从</a:t>
            </a:r>
            <a:r>
              <a:rPr lang="zh-CN" altLang="zh-CN" dirty="0"/>
              <a:t>计算机本身发展以及从互联网规模和网络传输速率来看，现在</a:t>
            </a:r>
            <a:r>
              <a:rPr lang="en-US" altLang="zh-CN" dirty="0"/>
              <a:t> IPv4 </a:t>
            </a:r>
            <a:r>
              <a:rPr lang="zh-CN" altLang="zh-CN" dirty="0"/>
              <a:t>已很不适用</a:t>
            </a:r>
            <a:r>
              <a:rPr lang="zh-CN" altLang="zh-CN" dirty="0" smtClean="0"/>
              <a:t>。</a:t>
            </a:r>
            <a:r>
              <a:rPr lang="zh-CN" altLang="zh-CN" dirty="0"/>
              <a:t>解决</a:t>
            </a:r>
            <a:r>
              <a:rPr lang="en-US" altLang="zh-CN" dirty="0"/>
              <a:t>IP</a:t>
            </a:r>
            <a:r>
              <a:rPr lang="zh-CN" altLang="zh-CN" dirty="0"/>
              <a:t>地址耗尽的根本措施</a:t>
            </a:r>
            <a:r>
              <a:rPr lang="en-US" altLang="zh-CN" dirty="0"/>
              <a:t>--</a:t>
            </a:r>
            <a:r>
              <a:rPr lang="zh-CN" altLang="zh-CN" dirty="0"/>
              <a:t>使用</a:t>
            </a:r>
            <a:r>
              <a:rPr lang="en-US" altLang="zh-CN" dirty="0"/>
              <a:t>IPv6</a:t>
            </a:r>
            <a:r>
              <a:rPr lang="zh-CN" altLang="zh-CN" dirty="0"/>
              <a:t>。</a:t>
            </a:r>
          </a:p>
          <a:p>
            <a:pPr marL="0" indent="0">
              <a:buNone/>
            </a:pPr>
            <a:r>
              <a:rPr altLang="zh-CN">
                <a:sym typeface="+mn-ea"/>
              </a:rPr>
              <a:t>更大的地址空间。</a:t>
            </a:r>
            <a:r>
              <a:rPr lang="en-US" altLang="zh-CN">
                <a:sym typeface="+mn-ea"/>
              </a:rPr>
              <a:t>IPv6 </a:t>
            </a:r>
            <a:r>
              <a:rPr altLang="zh-CN">
                <a:sym typeface="+mn-ea"/>
              </a:rPr>
              <a:t>将地址从</a:t>
            </a:r>
            <a:r>
              <a:rPr lang="en-US" altLang="zh-CN">
                <a:sym typeface="+mn-ea"/>
              </a:rPr>
              <a:t> IPv4 </a:t>
            </a:r>
            <a:r>
              <a:rPr altLang="zh-CN">
                <a:sym typeface="+mn-ea"/>
              </a:rPr>
              <a:t>的</a:t>
            </a:r>
            <a:r>
              <a:rPr lang="en-US" altLang="zh-CN">
                <a:sym typeface="+mn-ea"/>
              </a:rPr>
              <a:t> 32 </a:t>
            </a:r>
            <a:r>
              <a:rPr altLang="zh-CN">
                <a:sym typeface="+mn-ea"/>
              </a:rPr>
              <a:t>位 增大到了</a:t>
            </a:r>
            <a:r>
              <a:rPr lang="en-US" altLang="zh-CN">
                <a:sym typeface="+mn-ea"/>
              </a:rPr>
              <a:t> 128 </a:t>
            </a:r>
            <a:r>
              <a:rPr altLang="zh-CN">
                <a:sym typeface="+mn-ea"/>
              </a:rPr>
              <a:t>位</a:t>
            </a:r>
            <a:endParaRPr lang="zh-CN" altLang="en-US" b="1" dirty="0"/>
          </a:p>
        </p:txBody>
      </p:sp>
    </p:spTree>
  </p:cSld>
  <p:clrMapOvr>
    <a:masterClrMapping/>
  </p:clrMapOvr>
  <p:transition spd="slow">
    <p:pull/>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4.8  </a:t>
            </a:r>
            <a:r>
              <a:rPr lang="zh-CN" altLang="zh-CN" dirty="0">
                <a:effectLst/>
              </a:rPr>
              <a:t>网络层的设备</a:t>
            </a:r>
          </a:p>
        </p:txBody>
      </p:sp>
      <p:sp>
        <p:nvSpPr>
          <p:cNvPr id="3" name="内容占位符 2"/>
          <p:cNvSpPr>
            <a:spLocks noGrp="1"/>
          </p:cNvSpPr>
          <p:nvPr>
            <p:ph idx="1"/>
          </p:nvPr>
        </p:nvSpPr>
        <p:spPr>
          <a:xfrm>
            <a:off x="328386" y="1156606"/>
            <a:ext cx="10954459" cy="5587091"/>
          </a:xfrm>
        </p:spPr>
        <p:txBody>
          <a:bodyPr>
            <a:normAutofit/>
          </a:bodyPr>
          <a:lstStyle/>
          <a:p>
            <a:pPr marL="0" indent="0">
              <a:buNone/>
            </a:pPr>
            <a:r>
              <a:rPr lang="en-US" altLang="zh-CN" dirty="0"/>
              <a:t>4.8.1  </a:t>
            </a:r>
            <a:r>
              <a:rPr lang="zh-CN" altLang="zh-CN" dirty="0"/>
              <a:t>路由器</a:t>
            </a:r>
          </a:p>
          <a:p>
            <a:pPr marL="0" indent="0">
              <a:buNone/>
            </a:pPr>
            <a:r>
              <a:rPr lang="en-US" altLang="zh-CN" b="1" dirty="0"/>
              <a:t>1</a:t>
            </a:r>
            <a:r>
              <a:rPr lang="zh-CN" altLang="en-US" b="1" dirty="0"/>
              <a:t>、路由器的概念</a:t>
            </a:r>
          </a:p>
          <a:p>
            <a:pPr marL="0" indent="0">
              <a:buNone/>
            </a:pPr>
            <a:r>
              <a:rPr lang="zh-CN" altLang="en-US" b="1" dirty="0"/>
              <a:t>所谓“路由”，是指把数据从一个地方传送到另一个地方的行为和动作，在路上，至少遇到一个中间节点。而路由器，正是执行这种行为动作的机器，它的英文名称为</a:t>
            </a:r>
            <a:r>
              <a:rPr lang="en-US" altLang="zh-CN" b="1" dirty="0"/>
              <a:t>Router</a:t>
            </a:r>
            <a:r>
              <a:rPr lang="zh-CN" altLang="en-US" b="1" dirty="0"/>
              <a:t>。</a:t>
            </a:r>
          </a:p>
          <a:p>
            <a:pPr marL="0" indent="0">
              <a:buNone/>
            </a:pPr>
            <a:endParaRPr lang="zh-CN" altLang="en-US" b="1" dirty="0"/>
          </a:p>
        </p:txBody>
      </p:sp>
    </p:spTree>
  </p:cSld>
  <p:clrMapOvr>
    <a:masterClrMapping/>
  </p:clrMapOvr>
  <p:transition spd="slow">
    <p:pull/>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4.8  </a:t>
            </a:r>
            <a:r>
              <a:rPr lang="zh-CN" altLang="zh-CN" dirty="0">
                <a:effectLst/>
              </a:rPr>
              <a:t>网络层的设备</a:t>
            </a:r>
          </a:p>
        </p:txBody>
      </p:sp>
      <p:sp>
        <p:nvSpPr>
          <p:cNvPr id="3" name="内容占位符 2"/>
          <p:cNvSpPr>
            <a:spLocks noGrp="1"/>
          </p:cNvSpPr>
          <p:nvPr>
            <p:ph idx="1"/>
          </p:nvPr>
        </p:nvSpPr>
        <p:spPr>
          <a:xfrm>
            <a:off x="328386" y="1156606"/>
            <a:ext cx="10954459" cy="5587091"/>
          </a:xfrm>
        </p:spPr>
        <p:txBody>
          <a:bodyPr>
            <a:normAutofit/>
          </a:bodyPr>
          <a:lstStyle/>
          <a:p>
            <a:pPr marL="0" indent="0">
              <a:buNone/>
            </a:pPr>
            <a:r>
              <a:rPr lang="en-US" altLang="zh-CN" b="1" dirty="0" smtClean="0"/>
              <a:t>2</a:t>
            </a:r>
            <a:r>
              <a:rPr lang="zh-CN" altLang="zh-CN" b="1" dirty="0"/>
              <a:t>、路由器的分类</a:t>
            </a:r>
            <a:endParaRPr lang="zh-CN" altLang="zh-CN" dirty="0"/>
          </a:p>
          <a:p>
            <a:pPr marL="0" indent="0">
              <a:buNone/>
            </a:pPr>
            <a:r>
              <a:rPr lang="zh-CN" altLang="zh-CN" dirty="0"/>
              <a:t>按结构分类：从结构上分，路由器可分为模块化结构与固定配置结构。如下</a:t>
            </a:r>
            <a:r>
              <a:rPr lang="zh-CN" altLang="zh-CN" dirty="0" smtClean="0"/>
              <a:t>图所</a:t>
            </a:r>
            <a:r>
              <a:rPr lang="zh-CN" altLang="zh-CN" dirty="0"/>
              <a:t>示：</a:t>
            </a:r>
          </a:p>
          <a:p>
            <a:pPr marL="0" indent="0">
              <a:buNone/>
            </a:pPr>
            <a:endParaRPr lang="zh-CN" altLang="en-US" b="1" dirty="0"/>
          </a:p>
        </p:txBody>
      </p:sp>
      <p:pic>
        <p:nvPicPr>
          <p:cNvPr id="1239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2150" y="3429000"/>
            <a:ext cx="5549607" cy="1175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390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5199" y="3429000"/>
            <a:ext cx="3943350"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4.8  </a:t>
            </a:r>
            <a:r>
              <a:rPr lang="zh-CN" altLang="zh-CN" dirty="0">
                <a:effectLst/>
              </a:rPr>
              <a:t>网络层的设备</a:t>
            </a:r>
          </a:p>
        </p:txBody>
      </p:sp>
      <p:sp>
        <p:nvSpPr>
          <p:cNvPr id="3" name="内容占位符 2"/>
          <p:cNvSpPr>
            <a:spLocks noGrp="1"/>
          </p:cNvSpPr>
          <p:nvPr>
            <p:ph idx="1"/>
          </p:nvPr>
        </p:nvSpPr>
        <p:spPr>
          <a:xfrm>
            <a:off x="328386" y="1156606"/>
            <a:ext cx="10954459" cy="5587091"/>
          </a:xfrm>
        </p:spPr>
        <p:txBody>
          <a:bodyPr>
            <a:normAutofit/>
          </a:bodyPr>
          <a:lstStyle/>
          <a:p>
            <a:pPr marL="0" indent="0">
              <a:buNone/>
            </a:pPr>
            <a:r>
              <a:rPr lang="en-US" altLang="zh-CN" b="1" dirty="0" smtClean="0"/>
              <a:t>2</a:t>
            </a:r>
            <a:r>
              <a:rPr lang="zh-CN" altLang="zh-CN" b="1" dirty="0"/>
              <a:t>、路由器的分类</a:t>
            </a:r>
            <a:endParaRPr lang="zh-CN" altLang="zh-CN" dirty="0"/>
          </a:p>
          <a:p>
            <a:pPr marL="0" indent="0">
              <a:buNone/>
            </a:pPr>
            <a:r>
              <a:rPr lang="zh-CN" altLang="zh-CN" dirty="0"/>
              <a:t>按不同的应用环境分类：按不同的应用环境，可将路由器分为骨干级路由器，企业级路由器和接入级路由器，如下</a:t>
            </a:r>
            <a:r>
              <a:rPr lang="zh-CN" altLang="zh-CN" dirty="0" smtClean="0"/>
              <a:t>图所</a:t>
            </a:r>
            <a:r>
              <a:rPr lang="zh-CN" altLang="zh-CN" dirty="0"/>
              <a:t>示：</a:t>
            </a:r>
          </a:p>
          <a:p>
            <a:pPr marL="0" indent="0">
              <a:buNone/>
            </a:pPr>
            <a:endParaRPr lang="zh-CN" altLang="en-US" b="1" dirty="0"/>
          </a:p>
        </p:txBody>
      </p:sp>
      <p:pic>
        <p:nvPicPr>
          <p:cNvPr id="1249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8168" y="2772429"/>
            <a:ext cx="7966075" cy="4085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4.8  </a:t>
            </a:r>
            <a:r>
              <a:rPr lang="zh-CN" altLang="zh-CN" dirty="0">
                <a:effectLst/>
              </a:rPr>
              <a:t>网络层的设备</a:t>
            </a:r>
          </a:p>
        </p:txBody>
      </p:sp>
      <p:sp>
        <p:nvSpPr>
          <p:cNvPr id="3" name="内容占位符 2"/>
          <p:cNvSpPr>
            <a:spLocks noGrp="1"/>
          </p:cNvSpPr>
          <p:nvPr>
            <p:ph idx="1"/>
          </p:nvPr>
        </p:nvSpPr>
        <p:spPr>
          <a:xfrm>
            <a:off x="328386" y="1156606"/>
            <a:ext cx="10954459" cy="5587091"/>
          </a:xfrm>
        </p:spPr>
        <p:txBody>
          <a:bodyPr>
            <a:normAutofit/>
          </a:bodyPr>
          <a:lstStyle/>
          <a:p>
            <a:pPr marL="0" indent="0">
              <a:buNone/>
            </a:pPr>
            <a:r>
              <a:rPr lang="en-US" altLang="zh-CN" b="1" dirty="0"/>
              <a:t>3</a:t>
            </a:r>
            <a:r>
              <a:rPr lang="zh-CN" altLang="zh-CN" b="1" dirty="0"/>
              <a:t>、路由器的结构主要包括：</a:t>
            </a:r>
            <a:endParaRPr lang="zh-CN" altLang="zh-CN" dirty="0"/>
          </a:p>
          <a:p>
            <a:pPr marL="0" lvl="0" indent="0">
              <a:buNone/>
            </a:pPr>
            <a:r>
              <a:rPr lang="zh-CN" altLang="zh-CN" dirty="0"/>
              <a:t>中央处理单元（</a:t>
            </a:r>
            <a:r>
              <a:rPr lang="en-US" altLang="zh-CN" dirty="0"/>
              <a:t>Central Processor Unit</a:t>
            </a:r>
            <a:r>
              <a:rPr lang="zh-CN" altLang="zh-CN" dirty="0"/>
              <a:t>，</a:t>
            </a:r>
            <a:r>
              <a:rPr lang="en-US" altLang="zh-CN" dirty="0"/>
              <a:t>CPU</a:t>
            </a:r>
            <a:r>
              <a:rPr lang="zh-CN" altLang="zh-CN" dirty="0"/>
              <a:t>）</a:t>
            </a:r>
          </a:p>
          <a:p>
            <a:pPr marL="0" lvl="0" indent="0">
              <a:buNone/>
            </a:pPr>
            <a:r>
              <a:rPr lang="zh-CN" altLang="zh-CN" dirty="0"/>
              <a:t>存储器 ：只读内存（</a:t>
            </a:r>
            <a:r>
              <a:rPr lang="en-US" altLang="zh-CN" dirty="0"/>
              <a:t>ROM</a:t>
            </a:r>
            <a:r>
              <a:rPr lang="zh-CN" altLang="zh-CN" dirty="0"/>
              <a:t>）；闪存（</a:t>
            </a:r>
            <a:r>
              <a:rPr lang="en-US" altLang="zh-CN" dirty="0"/>
              <a:t>FLASH</a:t>
            </a:r>
            <a:r>
              <a:rPr lang="zh-CN" altLang="zh-CN" dirty="0"/>
              <a:t>）；随机存取内存（</a:t>
            </a:r>
            <a:r>
              <a:rPr lang="en-US" altLang="zh-CN" dirty="0"/>
              <a:t>RAM</a:t>
            </a:r>
            <a:r>
              <a:rPr lang="zh-CN" altLang="zh-CN" dirty="0"/>
              <a:t>）；非易失性</a:t>
            </a:r>
            <a:r>
              <a:rPr lang="en-US" altLang="zh-CN" dirty="0"/>
              <a:t>RAM</a:t>
            </a:r>
            <a:r>
              <a:rPr lang="zh-CN" altLang="zh-CN" dirty="0"/>
              <a:t>（</a:t>
            </a:r>
            <a:r>
              <a:rPr lang="en-US" altLang="zh-CN" dirty="0"/>
              <a:t>NVRAM</a:t>
            </a:r>
            <a:r>
              <a:rPr lang="zh-CN" altLang="zh-CN" dirty="0"/>
              <a:t>）</a:t>
            </a:r>
          </a:p>
          <a:p>
            <a:pPr marL="0" lvl="0" indent="0">
              <a:buNone/>
            </a:pPr>
            <a:r>
              <a:rPr lang="zh-CN" altLang="zh-CN" dirty="0"/>
              <a:t>接口：连接其它的网络</a:t>
            </a:r>
          </a:p>
          <a:p>
            <a:pPr marL="0" lvl="0" indent="0">
              <a:buNone/>
            </a:pPr>
            <a:r>
              <a:rPr lang="zh-CN" altLang="zh-CN" dirty="0"/>
              <a:t>如下</a:t>
            </a:r>
            <a:r>
              <a:rPr lang="zh-CN" altLang="zh-CN" dirty="0" smtClean="0"/>
              <a:t>图所</a:t>
            </a:r>
            <a:r>
              <a:rPr lang="zh-CN" altLang="zh-CN" dirty="0"/>
              <a:t>示</a:t>
            </a:r>
            <a:r>
              <a:rPr lang="zh-CN" altLang="zh-CN" dirty="0" smtClean="0"/>
              <a:t>；</a:t>
            </a:r>
            <a:endParaRPr lang="zh-CN" altLang="en-US" b="1" dirty="0"/>
          </a:p>
        </p:txBody>
      </p:sp>
      <p:pic>
        <p:nvPicPr>
          <p:cNvPr id="12595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7767" y="4304620"/>
            <a:ext cx="6687853" cy="1851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4.8.2  </a:t>
            </a:r>
            <a:r>
              <a:rPr lang="zh-CN" altLang="zh-CN" dirty="0">
                <a:effectLst/>
              </a:rPr>
              <a:t>三层交换机</a:t>
            </a:r>
          </a:p>
        </p:txBody>
      </p:sp>
      <p:sp>
        <p:nvSpPr>
          <p:cNvPr id="3" name="内容占位符 2"/>
          <p:cNvSpPr>
            <a:spLocks noGrp="1"/>
          </p:cNvSpPr>
          <p:nvPr>
            <p:ph idx="1"/>
          </p:nvPr>
        </p:nvSpPr>
        <p:spPr>
          <a:xfrm>
            <a:off x="328386" y="1156606"/>
            <a:ext cx="10921999" cy="5587091"/>
          </a:xfrm>
        </p:spPr>
        <p:txBody>
          <a:bodyPr>
            <a:normAutofit/>
          </a:bodyPr>
          <a:lstStyle/>
          <a:p>
            <a:pPr marL="0" indent="0">
              <a:buNone/>
            </a:pPr>
            <a:r>
              <a:rPr lang="en-US" altLang="zh-CN" dirty="0"/>
              <a:t>1</a:t>
            </a:r>
            <a:r>
              <a:rPr lang="zh-CN" altLang="en-US" dirty="0"/>
              <a:t>、认识三层交换机</a:t>
            </a:r>
          </a:p>
          <a:p>
            <a:pPr marL="0" indent="0">
              <a:buNone/>
            </a:pPr>
            <a:r>
              <a:rPr lang="zh-CN" altLang="en-US" dirty="0"/>
              <a:t>三层交换技术就是：二层交换技术 ＋ 三层转发技术。它解决了局域网中网段划分之后，网段中子网必须依赖路由器进行管理的局面，解决了传统路由器低速、复杂所造成的网络瓶颈问题。 </a:t>
            </a:r>
          </a:p>
          <a:p>
            <a:pPr marL="0" indent="0">
              <a:buNone/>
            </a:pPr>
            <a:endParaRPr lang="zh-CN" altLang="zh-CN" dirty="0"/>
          </a:p>
        </p:txBody>
      </p:sp>
      <p:pic>
        <p:nvPicPr>
          <p:cNvPr id="129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702" y="3688896"/>
            <a:ext cx="10338841" cy="1944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4.8.2  </a:t>
            </a:r>
            <a:r>
              <a:rPr lang="zh-CN" altLang="zh-CN" dirty="0">
                <a:effectLst/>
              </a:rPr>
              <a:t>三层交换机</a:t>
            </a:r>
          </a:p>
        </p:txBody>
      </p:sp>
      <p:sp>
        <p:nvSpPr>
          <p:cNvPr id="3" name="内容占位符 2"/>
          <p:cNvSpPr>
            <a:spLocks noGrp="1"/>
          </p:cNvSpPr>
          <p:nvPr>
            <p:ph idx="1"/>
          </p:nvPr>
        </p:nvSpPr>
        <p:spPr>
          <a:xfrm>
            <a:off x="328386" y="1156606"/>
            <a:ext cx="10921999" cy="5587091"/>
          </a:xfrm>
        </p:spPr>
        <p:txBody>
          <a:bodyPr>
            <a:normAutofit/>
          </a:bodyPr>
          <a:lstStyle/>
          <a:p>
            <a:pPr marL="0" indent="0">
              <a:buNone/>
            </a:pPr>
            <a:r>
              <a:rPr lang="en-US" altLang="zh-CN" dirty="0"/>
              <a:t>2</a:t>
            </a:r>
            <a:r>
              <a:rPr lang="zh-CN" altLang="en-US" dirty="0"/>
              <a:t>、三层交换</a:t>
            </a:r>
            <a:r>
              <a:rPr lang="zh-CN" altLang="en-US" dirty="0" smtClean="0"/>
              <a:t>原理</a:t>
            </a:r>
            <a:endParaRPr lang="en-US" altLang="zh-CN" dirty="0" smtClean="0"/>
          </a:p>
          <a:p>
            <a:pPr marL="0" indent="0">
              <a:buNone/>
            </a:pPr>
            <a:r>
              <a:rPr lang="zh-CN" altLang="en-US" dirty="0"/>
              <a:t>假设两个使用</a:t>
            </a:r>
            <a:r>
              <a:rPr lang="en-US" altLang="zh-CN" dirty="0"/>
              <a:t>IP</a:t>
            </a:r>
            <a:r>
              <a:rPr lang="zh-CN" altLang="en-US" dirty="0"/>
              <a:t>协议的站点</a:t>
            </a:r>
            <a:r>
              <a:rPr lang="en-US" altLang="zh-CN" dirty="0"/>
              <a:t>A</a:t>
            </a:r>
            <a:r>
              <a:rPr lang="zh-CN" altLang="en-US" dirty="0"/>
              <a:t>、</a:t>
            </a:r>
            <a:r>
              <a:rPr lang="en-US" altLang="zh-CN" dirty="0"/>
              <a:t>B</a:t>
            </a:r>
            <a:r>
              <a:rPr lang="zh-CN" altLang="en-US" dirty="0"/>
              <a:t>通过第三层交换机进行通信，发送站点</a:t>
            </a:r>
            <a:r>
              <a:rPr lang="en-US" altLang="zh-CN" dirty="0"/>
              <a:t>A</a:t>
            </a:r>
            <a:r>
              <a:rPr lang="zh-CN" altLang="en-US" dirty="0"/>
              <a:t>在开始发送时，把自己的</a:t>
            </a:r>
            <a:r>
              <a:rPr lang="en-US" altLang="zh-CN" dirty="0"/>
              <a:t>IP</a:t>
            </a:r>
            <a:r>
              <a:rPr lang="zh-CN" altLang="en-US" dirty="0"/>
              <a:t>地址与</a:t>
            </a:r>
            <a:r>
              <a:rPr lang="en-US" altLang="zh-CN" dirty="0"/>
              <a:t>B</a:t>
            </a:r>
            <a:r>
              <a:rPr lang="zh-CN" altLang="en-US" dirty="0"/>
              <a:t>站的</a:t>
            </a:r>
            <a:r>
              <a:rPr lang="en-US" altLang="zh-CN" dirty="0"/>
              <a:t>IP</a:t>
            </a:r>
            <a:r>
              <a:rPr lang="zh-CN" altLang="en-US" dirty="0"/>
              <a:t>地址比较，判断</a:t>
            </a:r>
            <a:r>
              <a:rPr lang="en-US" altLang="zh-CN" dirty="0"/>
              <a:t>B</a:t>
            </a:r>
            <a:r>
              <a:rPr lang="zh-CN" altLang="en-US" dirty="0"/>
              <a:t>站是否与自己在同一子网内。若目的站</a:t>
            </a:r>
            <a:r>
              <a:rPr lang="en-US" altLang="zh-CN" dirty="0"/>
              <a:t>B</a:t>
            </a:r>
            <a:r>
              <a:rPr lang="zh-CN" altLang="en-US" dirty="0"/>
              <a:t>与发送站</a:t>
            </a:r>
            <a:r>
              <a:rPr lang="en-US" altLang="zh-CN" dirty="0"/>
              <a:t>A</a:t>
            </a:r>
            <a:r>
              <a:rPr lang="zh-CN" altLang="en-US" dirty="0"/>
              <a:t>在同一子网内，则进行二层的转发。</a:t>
            </a:r>
          </a:p>
          <a:p>
            <a:pPr marL="0" indent="0">
              <a:buNone/>
            </a:pPr>
            <a:r>
              <a:rPr lang="zh-CN" altLang="en-US" dirty="0"/>
              <a:t>若两个站点不在同一子网内，如发送站</a:t>
            </a:r>
            <a:r>
              <a:rPr lang="en-US" altLang="zh-CN" dirty="0"/>
              <a:t>A</a:t>
            </a:r>
            <a:r>
              <a:rPr lang="zh-CN" altLang="en-US" dirty="0"/>
              <a:t>要与目的站</a:t>
            </a:r>
            <a:r>
              <a:rPr lang="en-US" altLang="zh-CN" dirty="0"/>
              <a:t>B</a:t>
            </a:r>
            <a:r>
              <a:rPr lang="zh-CN" altLang="en-US" dirty="0"/>
              <a:t>通信，发送站</a:t>
            </a:r>
            <a:r>
              <a:rPr lang="en-US" altLang="zh-CN" dirty="0"/>
              <a:t>A</a:t>
            </a:r>
            <a:r>
              <a:rPr lang="zh-CN" altLang="en-US" dirty="0"/>
              <a:t>要向“缺省网关”发出</a:t>
            </a:r>
            <a:r>
              <a:rPr lang="en-US" altLang="zh-CN" dirty="0"/>
              <a:t>ARP(</a:t>
            </a:r>
            <a:r>
              <a:rPr lang="zh-CN" altLang="en-US" dirty="0"/>
              <a:t>地址解析</a:t>
            </a:r>
            <a:r>
              <a:rPr lang="en-US" altLang="zh-CN" dirty="0"/>
              <a:t>)</a:t>
            </a:r>
            <a:r>
              <a:rPr lang="zh-CN" altLang="en-US" dirty="0"/>
              <a:t>封包，而“缺省网关”的</a:t>
            </a:r>
            <a:r>
              <a:rPr lang="en-US" altLang="zh-CN" dirty="0"/>
              <a:t>IP</a:t>
            </a:r>
            <a:r>
              <a:rPr lang="zh-CN" altLang="en-US" dirty="0"/>
              <a:t>地址其实是三层交换机的三层交换模块。</a:t>
            </a:r>
          </a:p>
          <a:p>
            <a:pPr marL="0" indent="0">
              <a:buNone/>
            </a:pPr>
            <a:endParaRPr lang="zh-CN" altLang="zh-CN" dirty="0"/>
          </a:p>
        </p:txBody>
      </p:sp>
    </p:spTree>
  </p:cSld>
  <p:clrMapOvr>
    <a:masterClrMapping/>
  </p:clrMapOvr>
  <p:transition spd="slow">
    <p:pull/>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4.8.2  </a:t>
            </a:r>
            <a:r>
              <a:rPr lang="zh-CN" altLang="zh-CN" dirty="0">
                <a:effectLst/>
              </a:rPr>
              <a:t>三层交换机</a:t>
            </a:r>
          </a:p>
        </p:txBody>
      </p:sp>
      <p:sp>
        <p:nvSpPr>
          <p:cNvPr id="3" name="内容占位符 2"/>
          <p:cNvSpPr>
            <a:spLocks noGrp="1"/>
          </p:cNvSpPr>
          <p:nvPr>
            <p:ph idx="1"/>
          </p:nvPr>
        </p:nvSpPr>
        <p:spPr>
          <a:xfrm>
            <a:off x="328386" y="1156606"/>
            <a:ext cx="10921999" cy="5587091"/>
          </a:xfrm>
        </p:spPr>
        <p:txBody>
          <a:bodyPr>
            <a:normAutofit lnSpcReduction="10000"/>
          </a:bodyPr>
          <a:lstStyle/>
          <a:p>
            <a:pPr marL="0" indent="0">
              <a:buNone/>
            </a:pPr>
            <a:r>
              <a:rPr lang="en-US" altLang="zh-CN" b="1" dirty="0"/>
              <a:t>3</a:t>
            </a:r>
            <a:r>
              <a:rPr lang="zh-CN" altLang="zh-CN" b="1" dirty="0"/>
              <a:t>、三层交换机与两层交换机的区别</a:t>
            </a:r>
            <a:endParaRPr lang="zh-CN" altLang="zh-CN" dirty="0"/>
          </a:p>
          <a:p>
            <a:pPr marL="0" lvl="0" indent="0">
              <a:buNone/>
            </a:pPr>
            <a:r>
              <a:rPr lang="zh-CN" altLang="zh-CN" dirty="0"/>
              <a:t>主要功能不同</a:t>
            </a:r>
          </a:p>
          <a:p>
            <a:pPr marL="0" indent="0">
              <a:buNone/>
            </a:pPr>
            <a:r>
              <a:rPr lang="zh-CN" altLang="zh-CN" dirty="0"/>
              <a:t>二层交换机和三层交换机都可以交换转发数据帧，但三层交换机除了有二层交换机的转发功能外，还有</a:t>
            </a:r>
            <a:r>
              <a:rPr lang="en-US" altLang="zh-CN" dirty="0"/>
              <a:t>IP</a:t>
            </a:r>
            <a:r>
              <a:rPr lang="zh-CN" altLang="zh-CN" dirty="0"/>
              <a:t>数据包路由功能。</a:t>
            </a:r>
          </a:p>
          <a:p>
            <a:pPr marL="0" lvl="0" indent="0">
              <a:buNone/>
            </a:pPr>
            <a:r>
              <a:rPr lang="zh-CN" altLang="zh-CN" dirty="0"/>
              <a:t>使用的场所不同</a:t>
            </a:r>
          </a:p>
          <a:p>
            <a:pPr marL="0" indent="0">
              <a:buNone/>
            </a:pPr>
            <a:r>
              <a:rPr lang="zh-CN" altLang="zh-CN" dirty="0"/>
              <a:t>二层交换机是工作在</a:t>
            </a:r>
            <a:r>
              <a:rPr lang="en-US" altLang="zh-CN" dirty="0"/>
              <a:t>OSI</a:t>
            </a:r>
            <a:r>
              <a:rPr lang="zh-CN" altLang="zh-CN" dirty="0"/>
              <a:t>参考模型第</a:t>
            </a:r>
            <a:r>
              <a:rPr lang="en-US" altLang="zh-CN" dirty="0"/>
              <a:t>2</a:t>
            </a:r>
            <a:r>
              <a:rPr lang="zh-CN" altLang="zh-CN" dirty="0"/>
              <a:t>层的设备，而三层交换机是工作在</a:t>
            </a:r>
            <a:r>
              <a:rPr lang="en-US" altLang="zh-CN" dirty="0"/>
              <a:t>OSI</a:t>
            </a:r>
            <a:r>
              <a:rPr lang="zh-CN" altLang="zh-CN" dirty="0"/>
              <a:t>参考模型第</a:t>
            </a:r>
            <a:r>
              <a:rPr lang="en-US" altLang="zh-CN" dirty="0"/>
              <a:t>3</a:t>
            </a:r>
            <a:r>
              <a:rPr lang="zh-CN" altLang="zh-CN" dirty="0"/>
              <a:t>层的设备。</a:t>
            </a:r>
          </a:p>
          <a:p>
            <a:pPr marL="0" lvl="0" indent="0">
              <a:buNone/>
            </a:pPr>
            <a:r>
              <a:rPr lang="zh-CN" altLang="zh-CN" dirty="0"/>
              <a:t>处理数据的方式不同</a:t>
            </a:r>
          </a:p>
          <a:p>
            <a:pPr marL="0" indent="0">
              <a:buNone/>
            </a:pPr>
            <a:r>
              <a:rPr lang="zh-CN" altLang="zh-CN" dirty="0"/>
              <a:t>二层交换机使用二层交换转发数据帧，而三层交换的路由模块使用三层交换</a:t>
            </a:r>
            <a:r>
              <a:rPr lang="en-US" altLang="zh-CN" dirty="0"/>
              <a:t>IP</a:t>
            </a:r>
            <a:r>
              <a:rPr lang="zh-CN" altLang="zh-CN" dirty="0"/>
              <a:t>数据包。</a:t>
            </a:r>
          </a:p>
          <a:p>
            <a:pPr marL="0" indent="0">
              <a:buNone/>
            </a:pPr>
            <a:endParaRPr lang="zh-CN" altLang="zh-CN" dirty="0"/>
          </a:p>
        </p:txBody>
      </p:sp>
    </p:spTree>
  </p:cSld>
  <p:clrMapOvr>
    <a:masterClrMapping/>
  </p:clrMapOvr>
  <p:transition spd="slow">
    <p:pull/>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4.8.2  </a:t>
            </a:r>
            <a:r>
              <a:rPr lang="zh-CN" altLang="zh-CN" dirty="0">
                <a:effectLst/>
              </a:rPr>
              <a:t>三层交换机</a:t>
            </a:r>
          </a:p>
        </p:txBody>
      </p:sp>
      <p:sp>
        <p:nvSpPr>
          <p:cNvPr id="3" name="内容占位符 2"/>
          <p:cNvSpPr>
            <a:spLocks noGrp="1"/>
          </p:cNvSpPr>
          <p:nvPr>
            <p:ph idx="1"/>
          </p:nvPr>
        </p:nvSpPr>
        <p:spPr>
          <a:xfrm>
            <a:off x="328386" y="1156606"/>
            <a:ext cx="10921999" cy="5587091"/>
          </a:xfrm>
        </p:spPr>
        <p:txBody>
          <a:bodyPr>
            <a:normAutofit/>
          </a:bodyPr>
          <a:lstStyle/>
          <a:p>
            <a:pPr marL="0" indent="0">
              <a:buNone/>
            </a:pPr>
            <a:r>
              <a:rPr lang="en-US" altLang="zh-CN" b="1" dirty="0"/>
              <a:t>4</a:t>
            </a:r>
            <a:r>
              <a:rPr lang="zh-CN" altLang="zh-CN" b="1" dirty="0"/>
              <a:t>、三层交换机与路由器的</a:t>
            </a:r>
            <a:r>
              <a:rPr lang="zh-CN" altLang="zh-CN" b="1" dirty="0" smtClean="0"/>
              <a:t>区别</a:t>
            </a:r>
            <a:endParaRPr lang="en-US" altLang="zh-CN" b="1" dirty="0" smtClean="0"/>
          </a:p>
          <a:p>
            <a:pPr marL="0" indent="0">
              <a:buNone/>
            </a:pPr>
            <a:r>
              <a:rPr lang="zh-CN" altLang="en-US" dirty="0" smtClean="0"/>
              <a:t>（</a:t>
            </a:r>
            <a:r>
              <a:rPr lang="en-US" altLang="zh-CN" dirty="0"/>
              <a:t>1</a:t>
            </a:r>
            <a:r>
              <a:rPr lang="zh-CN" altLang="en-US" dirty="0"/>
              <a:t>）交换机一般用于ＬＡＮ－ＷＡＮ的连接，交换机归于网桥，是数据链路层的设备，有些交换机也可实现第三层的交换。</a:t>
            </a:r>
          </a:p>
          <a:p>
            <a:pPr marL="0" indent="0">
              <a:buNone/>
            </a:pPr>
            <a:r>
              <a:rPr lang="zh-CN" altLang="en-US" dirty="0"/>
              <a:t>（</a:t>
            </a:r>
            <a:r>
              <a:rPr lang="en-US" altLang="zh-CN" dirty="0"/>
              <a:t>2</a:t>
            </a:r>
            <a:r>
              <a:rPr lang="zh-CN" altLang="en-US" dirty="0"/>
              <a:t>）路由器用于ＷＡＮ－ＷＡＮ之间的连接，可以解决异性网络之间转发分组，作用于网络层。他们只是从一条线路上接受输入分组，然后向另一条线路转发。这两条线路可能分属于不同的网络，并采用不同协议。</a:t>
            </a:r>
          </a:p>
          <a:p>
            <a:pPr marL="0" indent="0">
              <a:buNone/>
            </a:pPr>
            <a:r>
              <a:rPr lang="zh-CN" altLang="en-US" dirty="0"/>
              <a:t>（</a:t>
            </a:r>
            <a:r>
              <a:rPr lang="en-US" altLang="zh-CN" dirty="0"/>
              <a:t>3</a:t>
            </a:r>
            <a:r>
              <a:rPr lang="zh-CN" altLang="en-US" dirty="0"/>
              <a:t>）相比较而言，路由器的功能较交换机要强大，但速度相对也慢，价格昂贵，第三层交换机既有交换机线速转发报文能力，又有路由器良好的控制功能，因此得以广泛应用。</a:t>
            </a:r>
          </a:p>
          <a:p>
            <a:pPr marL="0" indent="0">
              <a:buNone/>
            </a:pPr>
            <a:endParaRPr lang="zh-CN" altLang="zh-CN" dirty="0"/>
          </a:p>
        </p:txBody>
      </p:sp>
    </p:spTree>
  </p:cSld>
  <p:clrMapOvr>
    <a:masterClrMapping/>
  </p:clrMapOvr>
  <p:transition spd="slow">
    <p:pull/>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4.8.2  </a:t>
            </a:r>
            <a:r>
              <a:rPr lang="zh-CN" altLang="zh-CN" dirty="0">
                <a:effectLst/>
              </a:rPr>
              <a:t>三层交换机</a:t>
            </a:r>
          </a:p>
        </p:txBody>
      </p:sp>
      <p:sp>
        <p:nvSpPr>
          <p:cNvPr id="3" name="内容占位符 2"/>
          <p:cNvSpPr>
            <a:spLocks noGrp="1"/>
          </p:cNvSpPr>
          <p:nvPr>
            <p:ph idx="1"/>
          </p:nvPr>
        </p:nvSpPr>
        <p:spPr>
          <a:xfrm>
            <a:off x="328386" y="1156606"/>
            <a:ext cx="10921999" cy="5587091"/>
          </a:xfrm>
        </p:spPr>
        <p:txBody>
          <a:bodyPr>
            <a:normAutofit/>
          </a:bodyPr>
          <a:lstStyle/>
          <a:p>
            <a:pPr marL="0" indent="0">
              <a:buNone/>
            </a:pPr>
            <a:r>
              <a:rPr lang="en-US" altLang="zh-CN" b="1" dirty="0"/>
              <a:t>5</a:t>
            </a:r>
            <a:r>
              <a:rPr lang="zh-CN" altLang="en-US" b="1" dirty="0"/>
              <a:t>、三层交换机的基本配置与管理</a:t>
            </a:r>
          </a:p>
          <a:p>
            <a:pPr marL="0" indent="0">
              <a:buNone/>
            </a:pPr>
            <a:r>
              <a:rPr lang="zh-CN" altLang="en-US" b="1" dirty="0"/>
              <a:t>三层交换机的基本配置与二层交换机、路由器的的基本配置大体是相同的，在此做简单说明。</a:t>
            </a:r>
          </a:p>
          <a:p>
            <a:pPr marL="0" indent="0">
              <a:buNone/>
            </a:pPr>
            <a:r>
              <a:rPr lang="zh-CN" altLang="en-US" b="1" dirty="0" smtClean="0"/>
              <a:t>三</a:t>
            </a:r>
            <a:r>
              <a:rPr lang="zh-CN" altLang="en-US" b="1" dirty="0"/>
              <a:t>层交换机的管理</a:t>
            </a:r>
            <a:r>
              <a:rPr lang="zh-CN" altLang="en-US" b="1" dirty="0" smtClean="0"/>
              <a:t>模式：</a:t>
            </a:r>
            <a:endParaRPr lang="zh-CN" altLang="en-US" b="1" dirty="0"/>
          </a:p>
          <a:p>
            <a:pPr marL="0" indent="0">
              <a:buNone/>
            </a:pPr>
            <a:r>
              <a:rPr lang="zh-CN" altLang="en-US" b="1" dirty="0"/>
              <a:t>超级终端管理模式</a:t>
            </a:r>
          </a:p>
          <a:p>
            <a:pPr marL="0" indent="0">
              <a:buNone/>
            </a:pPr>
            <a:r>
              <a:rPr lang="en-US" altLang="zh-CN" b="1" dirty="0"/>
              <a:t>WEB</a:t>
            </a:r>
            <a:r>
              <a:rPr lang="zh-CN" altLang="en-US" b="1" dirty="0"/>
              <a:t>管理模式</a:t>
            </a:r>
          </a:p>
          <a:p>
            <a:pPr marL="0" indent="0">
              <a:buNone/>
            </a:pPr>
            <a:r>
              <a:rPr lang="en-US" altLang="zh-CN" b="1" dirty="0"/>
              <a:t>Telnet</a:t>
            </a:r>
            <a:r>
              <a:rPr lang="zh-CN" altLang="en-US" b="1" dirty="0"/>
              <a:t>管理模式</a:t>
            </a:r>
          </a:p>
          <a:p>
            <a:pPr marL="0" indent="0">
              <a:buNone/>
            </a:pPr>
            <a:endParaRPr lang="zh-CN" altLang="zh-CN" dirty="0"/>
          </a:p>
        </p:txBody>
      </p:sp>
    </p:spTree>
  </p:cSld>
  <p:clrMapOvr>
    <a:masterClrMapping/>
  </p:clrMapOvr>
  <p:transition spd="slow">
    <p:pull/>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jMwMjM1MThkZTU2Y2E5Y2IwMGRjNGMwMzE0NjFmMmE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A000120140530A99PPBG">
  <a:themeElements>
    <a:clrScheme name="自定义 606">
      <a:dk1>
        <a:srgbClr val="5F5F5F"/>
      </a:dk1>
      <a:lt1>
        <a:srgbClr val="FFFFFF"/>
      </a:lt1>
      <a:dk2>
        <a:srgbClr val="5F5F5F"/>
      </a:dk2>
      <a:lt2>
        <a:srgbClr val="FFFFFF"/>
      </a:lt2>
      <a:accent1>
        <a:srgbClr val="0890D0"/>
      </a:accent1>
      <a:accent2>
        <a:srgbClr val="2D9C9F"/>
      </a:accent2>
      <a:accent3>
        <a:srgbClr val="80C34D"/>
      </a:accent3>
      <a:accent4>
        <a:srgbClr val="BAD43B"/>
      </a:accent4>
      <a:accent5>
        <a:srgbClr val="EC9126"/>
      </a:accent5>
      <a:accent6>
        <a:srgbClr val="C00000"/>
      </a:accent6>
      <a:hlink>
        <a:srgbClr val="00B0F0"/>
      </a:hlink>
      <a:folHlink>
        <a:srgbClr val="AFB2B4"/>
      </a:folHlink>
    </a:clrScheme>
    <a:fontScheme name="KSO主题7">
      <a:majorFont>
        <a:latin typeface="Times New Roman"/>
        <a:ea typeface="华文中宋"/>
        <a:cs typeface=""/>
      </a:majorFont>
      <a:minorFont>
        <a:latin typeface="Times New Roman"/>
        <a:ea typeface="幼圆"/>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nSpc>
            <a:spcPct val="130000"/>
          </a:lnSpc>
          <a:defRPr sz="1400" dirty="0" smtClean="0">
            <a:latin typeface="Arial" panose="020B0604020202020204" pitchFamily="34" charset="0"/>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A000120150608A12KPBG</Template>
  <TotalTime>7</TotalTime>
  <Words>8578</Words>
  <Application>Microsoft Office PowerPoint</Application>
  <PresentationFormat>宽屏</PresentationFormat>
  <Paragraphs>577</Paragraphs>
  <Slides>96</Slides>
  <Notes>37</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96</vt:i4>
      </vt:variant>
    </vt:vector>
  </HeadingPairs>
  <TitlesOfParts>
    <vt:vector size="106" baseType="lpstr">
      <vt:lpstr>黑体</vt:lpstr>
      <vt:lpstr>华文中宋</vt:lpstr>
      <vt:lpstr>宋体</vt:lpstr>
      <vt:lpstr>微软雅黑</vt:lpstr>
      <vt:lpstr>幼圆</vt:lpstr>
      <vt:lpstr>Arial</vt:lpstr>
      <vt:lpstr>Calibri</vt:lpstr>
      <vt:lpstr>Times New Roman</vt:lpstr>
      <vt:lpstr>Wingdings</vt:lpstr>
      <vt:lpstr>A000120140530A99PPBG</vt:lpstr>
      <vt:lpstr>第4章  网络层</vt:lpstr>
      <vt:lpstr>本章导读</vt:lpstr>
      <vt:lpstr>4.1  网络层概述</vt:lpstr>
      <vt:lpstr>4.1.2  网络层提供的两种服务</vt:lpstr>
      <vt:lpstr>4.1.2  网络层提供的两种服务</vt:lpstr>
      <vt:lpstr>4.1.2  网络层提供的两种服务</vt:lpstr>
      <vt:lpstr>4.1.2  网络层提供的两种服务</vt:lpstr>
      <vt:lpstr>4.1.2  网络层提供的两种服务</vt:lpstr>
      <vt:lpstr>4.1.2  网络层提供的两种服务</vt:lpstr>
      <vt:lpstr>4.2  网际协议IP </vt:lpstr>
      <vt:lpstr>4.2.1  IP协议简介 网际层的 IP 协议及配套协议</vt:lpstr>
      <vt:lpstr>4.2.2  IP地址及编址方式</vt:lpstr>
      <vt:lpstr>4.2.2  IP地址及编址方式</vt:lpstr>
      <vt:lpstr>4.2.2  IP地址及编址方式</vt:lpstr>
      <vt:lpstr>4.2.2  IP地址及编址方式</vt:lpstr>
      <vt:lpstr>4.2.2  IP地址及编址方式</vt:lpstr>
      <vt:lpstr>4.2.3  IP地址与物理地址</vt:lpstr>
      <vt:lpstr>4.2.3  IP地址与物理地址</vt:lpstr>
      <vt:lpstr>4.2.4  地址解析协议ARP</vt:lpstr>
      <vt:lpstr>4.2.4  地址解析协议ARP</vt:lpstr>
      <vt:lpstr>4.2.4  地址解析协议ARP</vt:lpstr>
      <vt:lpstr>4.2.4  地址解析协议ARP</vt:lpstr>
      <vt:lpstr>4.2.4  地址解析协议ARP</vt:lpstr>
      <vt:lpstr>4.2.4  地址解析协议ARP</vt:lpstr>
      <vt:lpstr>4.2.4  地址解析协议ARP</vt:lpstr>
      <vt:lpstr>4.2.4  地址解析协议ARP</vt:lpstr>
      <vt:lpstr>4.2.4  地址解析协议ARP</vt:lpstr>
      <vt:lpstr>4.2.5  IP数据报的格式</vt:lpstr>
      <vt:lpstr>4.2.5  IP数据报的格式</vt:lpstr>
      <vt:lpstr>4.2.5  IP数据报的格式</vt:lpstr>
      <vt:lpstr>4.2.5  IP数据报的格式</vt:lpstr>
      <vt:lpstr>4.2.5  IP数据报的格式</vt:lpstr>
      <vt:lpstr>4.2.5  IP数据报的格式</vt:lpstr>
      <vt:lpstr>4.2.5  IP数据报的格式</vt:lpstr>
      <vt:lpstr>4.3无分类的IP地址</vt:lpstr>
      <vt:lpstr>4.3.1  划分子网的基本概念</vt:lpstr>
      <vt:lpstr>4.3.1  划分子网的基本概念</vt:lpstr>
      <vt:lpstr>4.3.1  划分子网的基本概念</vt:lpstr>
      <vt:lpstr>4.3.1  划分子网的基本概念</vt:lpstr>
      <vt:lpstr>4.3.1  划分子网的基本概念</vt:lpstr>
      <vt:lpstr>4.3.1  划分子网的基本概念</vt:lpstr>
      <vt:lpstr>4.3.1  划分子网的基本概念</vt:lpstr>
      <vt:lpstr>4.3.2  无分类域间路由选择CIDR（构成超网）</vt:lpstr>
      <vt:lpstr>4.3.2  无分类域间路由选择CIDR（构成超网）</vt:lpstr>
      <vt:lpstr>4.3.2  无分类域间路由选择CIDR（构成超网）</vt:lpstr>
      <vt:lpstr>4.4  网际控制报文协议ICMP</vt:lpstr>
      <vt:lpstr>4.4  网际控制报文协议ICMP</vt:lpstr>
      <vt:lpstr>4.4.1  ICMP 报文的种类</vt:lpstr>
      <vt:lpstr>4.4.1  ICMP 报文的种类</vt:lpstr>
      <vt:lpstr>4.4.1  ICMP 报文的种类</vt:lpstr>
      <vt:lpstr>4.4.1  ICMP 报文的种类</vt:lpstr>
      <vt:lpstr>4.4.1  ICMP 报文的种类</vt:lpstr>
      <vt:lpstr>4.4.1  ICMP 报文的种类</vt:lpstr>
      <vt:lpstr>4.4.1  ICMP 报文的种类</vt:lpstr>
      <vt:lpstr>4.4.2  ICMP的应用举例 PING(Packet InterNet Groper)</vt:lpstr>
      <vt:lpstr>4.4.2  ICMP的应用举例 PING(Packet InterNet Groper)</vt:lpstr>
      <vt:lpstr>4.4.2  ICMP的应用举例 PING(Packet InterNet Groper)</vt:lpstr>
      <vt:lpstr>4.5  因特网的路由选择协议</vt:lpstr>
      <vt:lpstr>4.5  因特网的路由选择协议</vt:lpstr>
      <vt:lpstr>4.5  因特网的路由选择协议</vt:lpstr>
      <vt:lpstr>4.5  因特网的路由选择协议</vt:lpstr>
      <vt:lpstr>4.5  因特网的路由选择协议</vt:lpstr>
      <vt:lpstr>4.5  因特网的路由选择协议</vt:lpstr>
      <vt:lpstr>4.5  因特网的路由选择协议</vt:lpstr>
      <vt:lpstr>4.5  因特网的路由选择协议</vt:lpstr>
      <vt:lpstr>4.5  因特网的路由选择协议</vt:lpstr>
      <vt:lpstr>4.5.2  内部网关协议RIP</vt:lpstr>
      <vt:lpstr>4.5.2  内部网关协议RIP</vt:lpstr>
      <vt:lpstr>4.5.2  内部网关协议RIP</vt:lpstr>
      <vt:lpstr>4.5.2  内部网关协议RIP</vt:lpstr>
      <vt:lpstr>4.5.2  内部网关协议RIP</vt:lpstr>
      <vt:lpstr>4.5.2  内部网关协议RIP</vt:lpstr>
      <vt:lpstr>4.6  VPN与NAT</vt:lpstr>
      <vt:lpstr>4.6.1  虚拟专用网VPN</vt:lpstr>
      <vt:lpstr>4.6.1  虚拟专用网VPN</vt:lpstr>
      <vt:lpstr>4.6.1  虚拟专用网VPN</vt:lpstr>
      <vt:lpstr>4.6.1  虚拟专用网VPN</vt:lpstr>
      <vt:lpstr>4.6.1  虚拟专用网VPN</vt:lpstr>
      <vt:lpstr>4.6.1  虚拟专用网VPN</vt:lpstr>
      <vt:lpstr>4.6.1  虚拟专用网VPN</vt:lpstr>
      <vt:lpstr>4.6.1  虚拟专用网VPN</vt:lpstr>
      <vt:lpstr>4.6.1  虚拟专用网VPN</vt:lpstr>
      <vt:lpstr>4.6.2  网络地址转换 NAT(Network Address Translation)</vt:lpstr>
      <vt:lpstr>4.6.2  网络地址转换 NAT(Network Address Translation)</vt:lpstr>
      <vt:lpstr>4.6.2  网络地址转换 NAT(Network Address Translation)</vt:lpstr>
      <vt:lpstr>4.6.2  网络地址转换 NAT(Network Address Translation)</vt:lpstr>
      <vt:lpstr>4.7  IPv6协议</vt:lpstr>
      <vt:lpstr>4.8  网络层的设备</vt:lpstr>
      <vt:lpstr>4.8  网络层的设备</vt:lpstr>
      <vt:lpstr>4.8  网络层的设备</vt:lpstr>
      <vt:lpstr>4.8  网络层的设备</vt:lpstr>
      <vt:lpstr>4.8.2  三层交换机</vt:lpstr>
      <vt:lpstr>4.8.2  三层交换机</vt:lpstr>
      <vt:lpstr>4.8.2  三层交换机</vt:lpstr>
      <vt:lpstr>4.8.2  三层交换机</vt:lpstr>
      <vt:lpstr>4.8.2  三层交换机</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  概论</dc:title>
  <dc:creator>Administrator</dc:creator>
  <cp:lastModifiedBy>Administrator</cp:lastModifiedBy>
  <cp:revision>144</cp:revision>
  <dcterms:created xsi:type="dcterms:W3CDTF">2020-02-09T07:28:00Z</dcterms:created>
  <dcterms:modified xsi:type="dcterms:W3CDTF">2025-03-18T01:17:53Z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DC8D08B3B6F0492B95B793623DC4847C_12</vt:lpwstr>
  </property>
  <property fmtid="{D5CDD505-2E9C-101B-9397-08002B2CF9AE}" pid="3" name="KSOProductBuildVer">
    <vt:lpwstr>2052-12.1.0.16417</vt:lpwstr>
  </property>
</Properties>
</file>