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15.xml" ContentType="application/vnd.openxmlformats-officedocument.drawingml.diagramColors+xml"/>
  <Override PartName="/ppt/diagrams/colors16.xml" ContentType="application/vnd.openxmlformats-officedocument.drawingml.diagramColors+xml"/>
  <Override PartName="/ppt/diagrams/colors17.xml" ContentType="application/vnd.openxmlformats-officedocument.drawingml.diagramColors+xml"/>
  <Override PartName="/ppt/diagrams/colors18.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15.xml" ContentType="application/vnd.openxmlformats-officedocument.drawingml.diagramData+xml"/>
  <Override PartName="/ppt/diagrams/data16.xml" ContentType="application/vnd.openxmlformats-officedocument.drawingml.diagramData+xml"/>
  <Override PartName="/ppt/diagrams/data17.xml" ContentType="application/vnd.openxmlformats-officedocument.drawingml.diagramData+xml"/>
  <Override PartName="/ppt/diagrams/data18.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15.xml" ContentType="application/vnd.ms-office.drawingml.diagramDrawing+xml"/>
  <Override PartName="/ppt/diagrams/drawing16.xml" ContentType="application/vnd.ms-office.drawingml.diagramDrawing+xml"/>
  <Override PartName="/ppt/diagrams/drawing17.xml" ContentType="application/vnd.ms-office.drawingml.diagramDrawing+xml"/>
  <Override PartName="/ppt/diagrams/drawing18.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15.xml" ContentType="application/vnd.openxmlformats-officedocument.drawingml.diagramLayout+xml"/>
  <Override PartName="/ppt/diagrams/layout16.xml" ContentType="application/vnd.openxmlformats-officedocument.drawingml.diagramLayout+xml"/>
  <Override PartName="/ppt/diagrams/layout17.xml" ContentType="application/vnd.openxmlformats-officedocument.drawingml.diagramLayout+xml"/>
  <Override PartName="/ppt/diagrams/layout18.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15.xml" ContentType="application/vnd.openxmlformats-officedocument.drawingml.diagramStyle+xml"/>
  <Override PartName="/ppt/diagrams/quickStyle16.xml" ContentType="application/vnd.openxmlformats-officedocument.drawingml.diagramStyle+xml"/>
  <Override PartName="/ppt/diagrams/quickStyle17.xml" ContentType="application/vnd.openxmlformats-officedocument.drawingml.diagramStyle+xml"/>
  <Override PartName="/ppt/diagrams/quickStyle18.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2" r:id="rId9"/>
    <p:sldId id="263" r:id="rId10"/>
    <p:sldId id="261" r:id="rId11"/>
    <p:sldId id="265" r:id="rId12"/>
    <p:sldId id="264" r:id="rId13"/>
    <p:sldId id="266" r:id="rId14"/>
    <p:sldId id="267" r:id="rId15"/>
    <p:sldId id="268" r:id="rId16"/>
    <p:sldId id="310" r:id="rId17"/>
    <p:sldId id="311" r:id="rId18"/>
    <p:sldId id="269" r:id="rId19"/>
    <p:sldId id="270"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9" r:id="rId47"/>
    <p:sldId id="298" r:id="rId48"/>
    <p:sldId id="300" r:id="rId49"/>
    <p:sldId id="301" r:id="rId50"/>
    <p:sldId id="302" r:id="rId51"/>
    <p:sldId id="303" r:id="rId52"/>
    <p:sldId id="304" r:id="rId53"/>
    <p:sldId id="305" r:id="rId54"/>
    <p:sldId id="306" r:id="rId55"/>
    <p:sldId id="307" r:id="rId56"/>
    <p:sldId id="308" r:id="rId57"/>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hf" initials="x" lastIdx="2"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5" autoAdjust="0"/>
    <p:restoredTop sz="94660"/>
  </p:normalViewPr>
  <p:slideViewPr>
    <p:cSldViewPr snapToGrid="0" showGuides="1">
      <p:cViewPr varScale="1">
        <p:scale>
          <a:sx n="67" d="100"/>
          <a:sy n="67" d="100"/>
        </p:scale>
        <p:origin x="-114" y="-720"/>
      </p:cViewPr>
      <p:guideLst>
        <p:guide orient="horz" pos="216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1.xml"/><Relationship Id="rId61" Type="http://schemas.openxmlformats.org/officeDocument/2006/relationships/commentAuthors" Target="commentAuthors.xml"/><Relationship Id="rId60" Type="http://schemas.openxmlformats.org/officeDocument/2006/relationships/tableStyles" Target="tableStyles.xml"/><Relationship Id="rId6" Type="http://schemas.openxmlformats.org/officeDocument/2006/relationships/slide" Target="slides/slide3.xml"/><Relationship Id="rId59" Type="http://schemas.openxmlformats.org/officeDocument/2006/relationships/viewProps" Target="viewProps.xml"/><Relationship Id="rId58" Type="http://schemas.openxmlformats.org/officeDocument/2006/relationships/presProps" Target="presProps.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08-27T23:28:42.217" idx="1">
    <p:pos x="7302" y="1108"/>
    <p:tex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0F68948-F0B7-43F2-9387-694D45A85B3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ADD73E1B-1EC4-47C6-A3D1-3D89D43C0ADE}">
      <dgm:prSet/>
      <dgm:spPr/>
      <dgm:t>
        <a:bodyPr/>
        <a:lstStyle/>
        <a:p>
          <a:pPr rtl="0"/>
          <a:r>
            <a:rPr lang="zh-CN" b="1" baseline="0" smtClean="0">
              <a:latin typeface="微软雅黑" panose="020B0503020204020204" pitchFamily="34" charset="-122"/>
              <a:ea typeface="微软雅黑" panose="020B0503020204020204" pitchFamily="34" charset="-122"/>
            </a:rPr>
            <a:t>硬件</a:t>
          </a:r>
          <a:endParaRPr lang="zh-CN">
            <a:latin typeface="微软雅黑" panose="020B0503020204020204" pitchFamily="34" charset="-122"/>
            <a:ea typeface="微软雅黑" panose="020B0503020204020204" pitchFamily="34" charset="-122"/>
          </a:endParaRPr>
        </a:p>
      </dgm:t>
    </dgm:pt>
    <dgm:pt modelId="{B4A10825-618F-484F-8640-184343FF5868}" cxnId="{77D14C8B-22A8-4360-BB2C-0E4C6538FFB5}" type="parTrans">
      <dgm:prSet/>
      <dgm:spPr/>
      <dgm:t>
        <a:bodyPr/>
        <a:lstStyle/>
        <a:p>
          <a:endParaRPr lang="zh-CN" altLang="en-US"/>
        </a:p>
      </dgm:t>
    </dgm:pt>
    <dgm:pt modelId="{E771BC2B-5624-47D8-8A75-33E3822AEEE5}" cxnId="{77D14C8B-22A8-4360-BB2C-0E4C6538FFB5}" type="sibTrans">
      <dgm:prSet/>
      <dgm:spPr/>
      <dgm:t>
        <a:bodyPr/>
        <a:lstStyle/>
        <a:p>
          <a:endParaRPr lang="zh-CN" altLang="en-US"/>
        </a:p>
      </dgm:t>
    </dgm:pt>
    <dgm:pt modelId="{D1FADF99-82AA-41CD-9246-3E6603E91944}">
      <dgm:prSet/>
      <dgm:spPr/>
      <dgm:t>
        <a:bodyPr/>
        <a:lstStyle/>
        <a:p>
          <a:pPr rtl="0"/>
          <a:r>
            <a:rPr lang="zh-CN" b="1" baseline="0" smtClean="0">
              <a:latin typeface="微软雅黑" panose="020B0503020204020204" pitchFamily="34" charset="-122"/>
              <a:ea typeface="微软雅黑" panose="020B0503020204020204" pitchFamily="34" charset="-122"/>
            </a:rPr>
            <a:t>软件</a:t>
          </a:r>
          <a:endParaRPr lang="zh-CN">
            <a:latin typeface="微软雅黑" panose="020B0503020204020204" pitchFamily="34" charset="-122"/>
            <a:ea typeface="微软雅黑" panose="020B0503020204020204" pitchFamily="34" charset="-122"/>
          </a:endParaRPr>
        </a:p>
      </dgm:t>
    </dgm:pt>
    <dgm:pt modelId="{E94AA7FF-9089-4E22-A982-364D23F1A115}" cxnId="{7A60F707-88F0-4285-AC95-B5C34E47ACD4}" type="parTrans">
      <dgm:prSet/>
      <dgm:spPr/>
      <dgm:t>
        <a:bodyPr/>
        <a:lstStyle/>
        <a:p>
          <a:endParaRPr lang="zh-CN" altLang="en-US"/>
        </a:p>
      </dgm:t>
    </dgm:pt>
    <dgm:pt modelId="{565A53BB-A87D-48FE-968C-E127DF25C70D}" cxnId="{7A60F707-88F0-4285-AC95-B5C34E47ACD4}" type="sibTrans">
      <dgm:prSet/>
      <dgm:spPr/>
      <dgm:t>
        <a:bodyPr/>
        <a:lstStyle/>
        <a:p>
          <a:endParaRPr lang="zh-CN" altLang="en-US"/>
        </a:p>
      </dgm:t>
    </dgm:pt>
    <dgm:pt modelId="{2583715C-8B42-4EDF-B6DF-D9CB673735B5}">
      <dgm:prSet/>
      <dgm:spPr/>
      <dgm:t>
        <a:bodyPr/>
        <a:lstStyle/>
        <a:p>
          <a:r>
            <a:rPr lang="zh-CN" altLang="en-US" b="1" dirty="0" smtClean="0">
              <a:solidFill>
                <a:srgbClr val="FF0000"/>
              </a:solidFill>
            </a:rPr>
            <a:t>主机：</a:t>
          </a:r>
          <a:r>
            <a:rPr lang="zh-CN" altLang="en-US" dirty="0" smtClean="0"/>
            <a:t>可独立工作的计算机是计算机网络的核心，也是用户主要的网络资源。</a:t>
          </a:r>
          <a:endParaRPr lang="zh-CN" altLang="en-US" dirty="0"/>
        </a:p>
      </dgm:t>
    </dgm:pt>
    <dgm:pt modelId="{20A0D4BE-CD50-4DD9-BAC9-BCCCA20BC8ED}" cxnId="{A15D1639-D3AC-4296-AE93-BFDD35306252}" type="parTrans">
      <dgm:prSet/>
      <dgm:spPr/>
      <dgm:t>
        <a:bodyPr/>
        <a:lstStyle/>
        <a:p>
          <a:endParaRPr lang="zh-CN" altLang="en-US"/>
        </a:p>
      </dgm:t>
    </dgm:pt>
    <dgm:pt modelId="{B04E838F-4729-4AF7-8A82-28E2C83D304A}" cxnId="{A15D1639-D3AC-4296-AE93-BFDD35306252}" type="sibTrans">
      <dgm:prSet/>
      <dgm:spPr/>
      <dgm:t>
        <a:bodyPr/>
        <a:lstStyle/>
        <a:p>
          <a:endParaRPr lang="zh-CN" altLang="en-US"/>
        </a:p>
      </dgm:t>
    </dgm:pt>
    <dgm:pt modelId="{B8689000-20D5-4765-A66B-B1EAC7F96D57}">
      <dgm:prSet/>
      <dgm:spPr/>
      <dgm:t>
        <a:bodyPr/>
        <a:lstStyle/>
        <a:p>
          <a:r>
            <a:rPr lang="zh-CN" altLang="en-US" b="1" dirty="0" smtClean="0">
              <a:solidFill>
                <a:srgbClr val="FF0000"/>
              </a:solidFill>
            </a:rPr>
            <a:t>网络设备：</a:t>
          </a:r>
          <a:r>
            <a:rPr lang="zh-CN" altLang="en-US" dirty="0" smtClean="0"/>
            <a:t>网卡、调制解调器、集线器、中继器、网桥、交换机、路由器、网关等。</a:t>
          </a:r>
          <a:endParaRPr lang="zh-CN" altLang="en-US" dirty="0"/>
        </a:p>
      </dgm:t>
    </dgm:pt>
    <dgm:pt modelId="{3DF3C08B-28A0-4EC4-9A39-ABA805ED8C3C}" cxnId="{7CE3C8DE-4C7E-46DD-A51A-3D67B1F431E4}" type="parTrans">
      <dgm:prSet/>
      <dgm:spPr/>
      <dgm:t>
        <a:bodyPr/>
        <a:lstStyle/>
        <a:p>
          <a:endParaRPr lang="zh-CN" altLang="en-US"/>
        </a:p>
      </dgm:t>
    </dgm:pt>
    <dgm:pt modelId="{5F2C5849-2702-4728-8D1C-849C89C58551}" cxnId="{7CE3C8DE-4C7E-46DD-A51A-3D67B1F431E4}" type="sibTrans">
      <dgm:prSet/>
      <dgm:spPr/>
      <dgm:t>
        <a:bodyPr/>
        <a:lstStyle/>
        <a:p>
          <a:endParaRPr lang="zh-CN" altLang="en-US"/>
        </a:p>
      </dgm:t>
    </dgm:pt>
    <dgm:pt modelId="{232D6651-0946-4496-96E9-0BA207C4586D}">
      <dgm:prSet/>
      <dgm:spPr/>
      <dgm:t>
        <a:bodyPr/>
        <a:lstStyle/>
        <a:p>
          <a:r>
            <a:rPr lang="zh-CN" altLang="en-US" b="1" dirty="0" smtClean="0">
              <a:solidFill>
                <a:srgbClr val="FF0000"/>
              </a:solidFill>
            </a:rPr>
            <a:t>传输介质：</a:t>
          </a:r>
          <a:r>
            <a:rPr lang="zh-CN" altLang="en-US" dirty="0" smtClean="0"/>
            <a:t>按其特性可分为有线通信介质和无线通信介质。如双绞线、同轴电缆和光缆；短波、微波、卫星通信和移动通信等。</a:t>
          </a:r>
          <a:endParaRPr lang="zh-CN" altLang="en-US" dirty="0"/>
        </a:p>
      </dgm:t>
    </dgm:pt>
    <dgm:pt modelId="{4A3FE475-BA27-41AC-9E9A-6DB4CEBED4B0}" cxnId="{0C5CD27B-5262-4AA8-90E1-D8E41822D54B}" type="parTrans">
      <dgm:prSet/>
      <dgm:spPr/>
      <dgm:t>
        <a:bodyPr/>
        <a:lstStyle/>
        <a:p>
          <a:endParaRPr lang="zh-CN" altLang="en-US"/>
        </a:p>
      </dgm:t>
    </dgm:pt>
    <dgm:pt modelId="{84E32461-0C81-45AA-8447-FD9B419C0723}" cxnId="{0C5CD27B-5262-4AA8-90E1-D8E41822D54B}" type="sibTrans">
      <dgm:prSet/>
      <dgm:spPr/>
      <dgm:t>
        <a:bodyPr/>
        <a:lstStyle/>
        <a:p>
          <a:endParaRPr lang="zh-CN" altLang="en-US"/>
        </a:p>
      </dgm:t>
    </dgm:pt>
    <dgm:pt modelId="{CC3BA277-905D-487E-A73F-9E575E29860B}">
      <dgm:prSet/>
      <dgm:spPr/>
      <dgm:t>
        <a:bodyPr/>
        <a:lstStyle/>
        <a:p>
          <a:r>
            <a:rPr lang="zh-CN" altLang="en-US" b="1" dirty="0" smtClean="0">
              <a:solidFill>
                <a:srgbClr val="FF0000"/>
              </a:solidFill>
            </a:rPr>
            <a:t>网络系统软件：</a:t>
          </a:r>
          <a:r>
            <a:rPr lang="zh-CN" altLang="en-US" dirty="0" smtClean="0"/>
            <a:t>网络系统软件是控制和管理网络运行、提供网络通信、管理和维护共享资源的网络软件。它包括网络操作系统、网络通信和网络协议软件、网络管理软件和网络编程软件等。</a:t>
          </a:r>
          <a:endParaRPr lang="zh-CN" altLang="en-US" dirty="0"/>
        </a:p>
      </dgm:t>
    </dgm:pt>
    <dgm:pt modelId="{E0133837-05DF-4B2E-B93B-7446254E8109}" cxnId="{D7DA486A-F698-4E7C-9EC4-684C9469247D}" type="parTrans">
      <dgm:prSet/>
      <dgm:spPr/>
      <dgm:t>
        <a:bodyPr/>
        <a:lstStyle/>
        <a:p>
          <a:endParaRPr lang="zh-CN" altLang="en-US"/>
        </a:p>
      </dgm:t>
    </dgm:pt>
    <dgm:pt modelId="{7605FDC8-BD99-46E7-8C3C-198929C09850}" cxnId="{D7DA486A-F698-4E7C-9EC4-684C9469247D}" type="sibTrans">
      <dgm:prSet/>
      <dgm:spPr/>
      <dgm:t>
        <a:bodyPr/>
        <a:lstStyle/>
        <a:p>
          <a:endParaRPr lang="zh-CN" altLang="en-US"/>
        </a:p>
      </dgm:t>
    </dgm:pt>
    <dgm:pt modelId="{D5415B82-83D9-434E-985C-4C362E2EAF2C}">
      <dgm:prSet/>
      <dgm:spPr/>
      <dgm:t>
        <a:bodyPr/>
        <a:lstStyle/>
        <a:p>
          <a:r>
            <a:rPr lang="zh-CN" altLang="en-US" b="1" dirty="0" smtClean="0">
              <a:solidFill>
                <a:srgbClr val="FF0000"/>
              </a:solidFill>
            </a:rPr>
            <a:t>网络应用软件：</a:t>
          </a:r>
          <a:r>
            <a:rPr lang="zh-CN" altLang="en-US" dirty="0" smtClean="0"/>
            <a:t>网络应用软件一般是指为某一应用目的而开发的网络软件，它为用户提供了一些实际的应用。</a:t>
          </a:r>
          <a:endParaRPr lang="zh-CN" altLang="en-US" dirty="0"/>
        </a:p>
      </dgm:t>
    </dgm:pt>
    <dgm:pt modelId="{B186879D-1FDB-420B-BBF3-BCB3B97B3E8A}" cxnId="{818E5919-22EF-407F-B64C-EAC5E42D7590}" type="parTrans">
      <dgm:prSet/>
      <dgm:spPr/>
      <dgm:t>
        <a:bodyPr/>
        <a:lstStyle/>
        <a:p>
          <a:endParaRPr lang="zh-CN" altLang="en-US"/>
        </a:p>
      </dgm:t>
    </dgm:pt>
    <dgm:pt modelId="{C08D04AA-F1B6-4C9F-9402-77B9165DF6EA}" cxnId="{818E5919-22EF-407F-B64C-EAC5E42D7590}" type="sibTrans">
      <dgm:prSet/>
      <dgm:spPr/>
      <dgm:t>
        <a:bodyPr/>
        <a:lstStyle/>
        <a:p>
          <a:endParaRPr lang="zh-CN" altLang="en-US"/>
        </a:p>
      </dgm:t>
    </dgm:pt>
    <dgm:pt modelId="{EB9F9550-4324-4072-912D-A9BD8A1A9450}" type="pres">
      <dgm:prSet presAssocID="{20F68948-F0B7-43F2-9387-694D45A85B36}" presName="Name0" presStyleCnt="0">
        <dgm:presLayoutVars>
          <dgm:dir/>
          <dgm:animLvl val="lvl"/>
          <dgm:resizeHandles val="exact"/>
        </dgm:presLayoutVars>
      </dgm:prSet>
      <dgm:spPr/>
      <dgm:t>
        <a:bodyPr/>
        <a:lstStyle/>
        <a:p>
          <a:endParaRPr lang="zh-CN" altLang="en-US"/>
        </a:p>
      </dgm:t>
    </dgm:pt>
    <dgm:pt modelId="{8AC0AFE7-D9E2-4D57-AF41-902B455D1E05}" type="pres">
      <dgm:prSet presAssocID="{ADD73E1B-1EC4-47C6-A3D1-3D89D43C0ADE}" presName="composite" presStyleCnt="0"/>
      <dgm:spPr/>
    </dgm:pt>
    <dgm:pt modelId="{7D68C96D-4E62-4A00-BB38-5EFF7621F253}" type="pres">
      <dgm:prSet presAssocID="{ADD73E1B-1EC4-47C6-A3D1-3D89D43C0ADE}" presName="parTx" presStyleLbl="alignNode1" presStyleIdx="0" presStyleCnt="2" custScaleX="102145" custScaleY="100000">
        <dgm:presLayoutVars>
          <dgm:chMax val="0"/>
          <dgm:chPref val="0"/>
          <dgm:bulletEnabled val="1"/>
        </dgm:presLayoutVars>
      </dgm:prSet>
      <dgm:spPr/>
      <dgm:t>
        <a:bodyPr/>
        <a:lstStyle/>
        <a:p>
          <a:endParaRPr lang="zh-CN" altLang="en-US"/>
        </a:p>
      </dgm:t>
    </dgm:pt>
    <dgm:pt modelId="{5ADAD9AD-BE16-4769-8C28-1E8EA520F676}" type="pres">
      <dgm:prSet presAssocID="{ADD73E1B-1EC4-47C6-A3D1-3D89D43C0ADE}" presName="desTx" presStyleLbl="alignAccFollowNode1" presStyleIdx="0" presStyleCnt="2" custScaleX="102488">
        <dgm:presLayoutVars>
          <dgm:bulletEnabled val="1"/>
        </dgm:presLayoutVars>
      </dgm:prSet>
      <dgm:spPr/>
      <dgm:t>
        <a:bodyPr/>
        <a:lstStyle/>
        <a:p>
          <a:endParaRPr lang="zh-CN" altLang="en-US"/>
        </a:p>
      </dgm:t>
    </dgm:pt>
    <dgm:pt modelId="{05DD874A-32BA-47DD-A00F-9D667FCFAAA8}" type="pres">
      <dgm:prSet presAssocID="{E771BC2B-5624-47D8-8A75-33E3822AEEE5}" presName="space" presStyleCnt="0"/>
      <dgm:spPr/>
    </dgm:pt>
    <dgm:pt modelId="{65467C8C-85CA-4BA4-A434-9367F4B9A31E}" type="pres">
      <dgm:prSet presAssocID="{D1FADF99-82AA-41CD-9246-3E6603E91944}" presName="composite" presStyleCnt="0"/>
      <dgm:spPr/>
    </dgm:pt>
    <dgm:pt modelId="{49C6CB4F-3FD1-448B-A3D7-2BDBDAE8878E}" type="pres">
      <dgm:prSet presAssocID="{D1FADF99-82AA-41CD-9246-3E6603E91944}" presName="parTx" presStyleLbl="alignNode1" presStyleIdx="1" presStyleCnt="2">
        <dgm:presLayoutVars>
          <dgm:chMax val="0"/>
          <dgm:chPref val="0"/>
          <dgm:bulletEnabled val="1"/>
        </dgm:presLayoutVars>
      </dgm:prSet>
      <dgm:spPr/>
      <dgm:t>
        <a:bodyPr/>
        <a:lstStyle/>
        <a:p>
          <a:endParaRPr lang="zh-CN" altLang="en-US"/>
        </a:p>
      </dgm:t>
    </dgm:pt>
    <dgm:pt modelId="{C53A4F57-A2AB-407E-AE16-31E0A2592348}" type="pres">
      <dgm:prSet presAssocID="{D1FADF99-82AA-41CD-9246-3E6603E91944}" presName="desTx" presStyleLbl="alignAccFollowNode1" presStyleIdx="1" presStyleCnt="2">
        <dgm:presLayoutVars>
          <dgm:bulletEnabled val="1"/>
        </dgm:presLayoutVars>
      </dgm:prSet>
      <dgm:spPr/>
      <dgm:t>
        <a:bodyPr/>
        <a:lstStyle/>
        <a:p>
          <a:endParaRPr lang="zh-CN" altLang="en-US"/>
        </a:p>
      </dgm:t>
    </dgm:pt>
  </dgm:ptLst>
  <dgm:cxnLst>
    <dgm:cxn modelId="{A15D1639-D3AC-4296-AE93-BFDD35306252}" srcId="{ADD73E1B-1EC4-47C6-A3D1-3D89D43C0ADE}" destId="{2583715C-8B42-4EDF-B6DF-D9CB673735B5}" srcOrd="0" destOrd="0" parTransId="{20A0D4BE-CD50-4DD9-BAC9-BCCCA20BC8ED}" sibTransId="{B04E838F-4729-4AF7-8A82-28E2C83D304A}"/>
    <dgm:cxn modelId="{77D14C8B-22A8-4360-BB2C-0E4C6538FFB5}" srcId="{20F68948-F0B7-43F2-9387-694D45A85B36}" destId="{ADD73E1B-1EC4-47C6-A3D1-3D89D43C0ADE}" srcOrd="0" destOrd="0" parTransId="{B4A10825-618F-484F-8640-184343FF5868}" sibTransId="{E771BC2B-5624-47D8-8A75-33E3822AEEE5}"/>
    <dgm:cxn modelId="{BD1640BA-07AB-4225-A34D-0DAC4C5FEC1D}" type="presOf" srcId="{B8689000-20D5-4765-A66B-B1EAC7F96D57}" destId="{5ADAD9AD-BE16-4769-8C28-1E8EA520F676}" srcOrd="0" destOrd="1" presId="urn:microsoft.com/office/officeart/2005/8/layout/hList1"/>
    <dgm:cxn modelId="{AF084C49-8F4B-4CF2-B015-1A3DCCEAB8D2}" type="presOf" srcId="{20F68948-F0B7-43F2-9387-694D45A85B36}" destId="{EB9F9550-4324-4072-912D-A9BD8A1A9450}" srcOrd="0" destOrd="0" presId="urn:microsoft.com/office/officeart/2005/8/layout/hList1"/>
    <dgm:cxn modelId="{83F84072-C74E-4AFA-B9E9-A8BCF8D91D3A}" type="presOf" srcId="{ADD73E1B-1EC4-47C6-A3D1-3D89D43C0ADE}" destId="{7D68C96D-4E62-4A00-BB38-5EFF7621F253}" srcOrd="0" destOrd="0" presId="urn:microsoft.com/office/officeart/2005/8/layout/hList1"/>
    <dgm:cxn modelId="{D7DA486A-F698-4E7C-9EC4-684C9469247D}" srcId="{D1FADF99-82AA-41CD-9246-3E6603E91944}" destId="{CC3BA277-905D-487E-A73F-9E575E29860B}" srcOrd="0" destOrd="0" parTransId="{E0133837-05DF-4B2E-B93B-7446254E8109}" sibTransId="{7605FDC8-BD99-46E7-8C3C-198929C09850}"/>
    <dgm:cxn modelId="{0C5CD27B-5262-4AA8-90E1-D8E41822D54B}" srcId="{ADD73E1B-1EC4-47C6-A3D1-3D89D43C0ADE}" destId="{232D6651-0946-4496-96E9-0BA207C4586D}" srcOrd="2" destOrd="0" parTransId="{4A3FE475-BA27-41AC-9E9A-6DB4CEBED4B0}" sibTransId="{84E32461-0C81-45AA-8447-FD9B419C0723}"/>
    <dgm:cxn modelId="{818E5919-22EF-407F-B64C-EAC5E42D7590}" srcId="{D1FADF99-82AA-41CD-9246-3E6603E91944}" destId="{D5415B82-83D9-434E-985C-4C362E2EAF2C}" srcOrd="1" destOrd="0" parTransId="{B186879D-1FDB-420B-BBF3-BCB3B97B3E8A}" sibTransId="{C08D04AA-F1B6-4C9F-9402-77B9165DF6EA}"/>
    <dgm:cxn modelId="{FDC85403-DF88-477D-977B-D376CDB5850C}" type="presOf" srcId="{D5415B82-83D9-434E-985C-4C362E2EAF2C}" destId="{C53A4F57-A2AB-407E-AE16-31E0A2592348}" srcOrd="0" destOrd="1" presId="urn:microsoft.com/office/officeart/2005/8/layout/hList1"/>
    <dgm:cxn modelId="{43BDB37F-0AE7-4EAC-8973-B4703EB0DE40}" type="presOf" srcId="{232D6651-0946-4496-96E9-0BA207C4586D}" destId="{5ADAD9AD-BE16-4769-8C28-1E8EA520F676}" srcOrd="0" destOrd="2" presId="urn:microsoft.com/office/officeart/2005/8/layout/hList1"/>
    <dgm:cxn modelId="{CC4DD0E0-5B88-4CAE-AAFA-FD35880E8B1A}" type="presOf" srcId="{D1FADF99-82AA-41CD-9246-3E6603E91944}" destId="{49C6CB4F-3FD1-448B-A3D7-2BDBDAE8878E}" srcOrd="0" destOrd="0" presId="urn:microsoft.com/office/officeart/2005/8/layout/hList1"/>
    <dgm:cxn modelId="{37CC0DF2-FDE0-4A65-929C-9D7F93E064EF}" type="presOf" srcId="{2583715C-8B42-4EDF-B6DF-D9CB673735B5}" destId="{5ADAD9AD-BE16-4769-8C28-1E8EA520F676}" srcOrd="0" destOrd="0" presId="urn:microsoft.com/office/officeart/2005/8/layout/hList1"/>
    <dgm:cxn modelId="{7CE3C8DE-4C7E-46DD-A51A-3D67B1F431E4}" srcId="{ADD73E1B-1EC4-47C6-A3D1-3D89D43C0ADE}" destId="{B8689000-20D5-4765-A66B-B1EAC7F96D57}" srcOrd="1" destOrd="0" parTransId="{3DF3C08B-28A0-4EC4-9A39-ABA805ED8C3C}" sibTransId="{5F2C5849-2702-4728-8D1C-849C89C58551}"/>
    <dgm:cxn modelId="{7A60F707-88F0-4285-AC95-B5C34E47ACD4}" srcId="{20F68948-F0B7-43F2-9387-694D45A85B36}" destId="{D1FADF99-82AA-41CD-9246-3E6603E91944}" srcOrd="1" destOrd="0" parTransId="{E94AA7FF-9089-4E22-A982-364D23F1A115}" sibTransId="{565A53BB-A87D-48FE-968C-E127DF25C70D}"/>
    <dgm:cxn modelId="{BF508509-2B82-4FDB-A13F-C70309E50E7A}" type="presOf" srcId="{CC3BA277-905D-487E-A73F-9E575E29860B}" destId="{C53A4F57-A2AB-407E-AE16-31E0A2592348}" srcOrd="0" destOrd="0" presId="urn:microsoft.com/office/officeart/2005/8/layout/hList1"/>
    <dgm:cxn modelId="{200240FB-3FDC-437F-A5DD-8713D8A5FC86}" type="presParOf" srcId="{EB9F9550-4324-4072-912D-A9BD8A1A9450}" destId="{8AC0AFE7-D9E2-4D57-AF41-902B455D1E05}" srcOrd="0" destOrd="0" presId="urn:microsoft.com/office/officeart/2005/8/layout/hList1"/>
    <dgm:cxn modelId="{AEE12EC7-2EB1-417C-9712-F5C527DDE219}" type="presParOf" srcId="{8AC0AFE7-D9E2-4D57-AF41-902B455D1E05}" destId="{7D68C96D-4E62-4A00-BB38-5EFF7621F253}" srcOrd="0" destOrd="0" presId="urn:microsoft.com/office/officeart/2005/8/layout/hList1"/>
    <dgm:cxn modelId="{A19572BE-A9DD-4DB6-A1D5-7A0FB79CDA57}" type="presParOf" srcId="{8AC0AFE7-D9E2-4D57-AF41-902B455D1E05}" destId="{5ADAD9AD-BE16-4769-8C28-1E8EA520F676}" srcOrd="1" destOrd="0" presId="urn:microsoft.com/office/officeart/2005/8/layout/hList1"/>
    <dgm:cxn modelId="{560FF1F1-8E3F-4EE2-9B5B-0F084F1B5C34}" type="presParOf" srcId="{EB9F9550-4324-4072-912D-A9BD8A1A9450}" destId="{05DD874A-32BA-47DD-A00F-9D667FCFAAA8}" srcOrd="1" destOrd="0" presId="urn:microsoft.com/office/officeart/2005/8/layout/hList1"/>
    <dgm:cxn modelId="{D5CEA084-5BAA-4BA1-A400-D4C568F72516}" type="presParOf" srcId="{EB9F9550-4324-4072-912D-A9BD8A1A9450}" destId="{65467C8C-85CA-4BA4-A434-9367F4B9A31E}" srcOrd="2" destOrd="0" presId="urn:microsoft.com/office/officeart/2005/8/layout/hList1"/>
    <dgm:cxn modelId="{7B7E49DF-A3E4-43F9-8F45-091D02DEC88A}" type="presParOf" srcId="{65467C8C-85CA-4BA4-A434-9367F4B9A31E}" destId="{49C6CB4F-3FD1-448B-A3D7-2BDBDAE8878E}" srcOrd="0" destOrd="0" presId="urn:microsoft.com/office/officeart/2005/8/layout/hList1"/>
    <dgm:cxn modelId="{AFCEBA54-10CB-4B56-B950-D393E3C28A2A}" type="presParOf" srcId="{65467C8C-85CA-4BA4-A434-9367F4B9A31E}" destId="{C53A4F57-A2AB-407E-AE16-31E0A2592348}"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0F68948-F0B7-43F2-9387-694D45A85B3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ADD73E1B-1EC4-47C6-A3D1-3D89D43C0ADE}">
      <dgm:prSet/>
      <dgm:spPr/>
      <dgm:t>
        <a:bodyPr/>
        <a:lstStyle/>
        <a:p>
          <a:pPr rtl="0"/>
          <a:r>
            <a:rPr lang="zh-CN" altLang="en-US" b="1" dirty="0" smtClean="0">
              <a:latin typeface="微软雅黑" panose="020B0503020204020204" pitchFamily="34" charset="-122"/>
              <a:ea typeface="微软雅黑" panose="020B0503020204020204" pitchFamily="34" charset="-122"/>
            </a:rPr>
            <a:t>通信子网</a:t>
          </a:r>
          <a:endParaRPr lang="zh-CN" b="1" dirty="0">
            <a:latin typeface="微软雅黑" panose="020B0503020204020204" pitchFamily="34" charset="-122"/>
            <a:ea typeface="微软雅黑" panose="020B0503020204020204" pitchFamily="34" charset="-122"/>
          </a:endParaRPr>
        </a:p>
      </dgm:t>
    </dgm:pt>
    <dgm:pt modelId="{B4A10825-618F-484F-8640-184343FF5868}" cxnId="{77D14C8B-22A8-4360-BB2C-0E4C6538FFB5}" type="parTrans">
      <dgm:prSet/>
      <dgm:spPr/>
      <dgm:t>
        <a:bodyPr/>
        <a:lstStyle/>
        <a:p>
          <a:endParaRPr lang="zh-CN" altLang="en-US"/>
        </a:p>
      </dgm:t>
    </dgm:pt>
    <dgm:pt modelId="{E771BC2B-5624-47D8-8A75-33E3822AEEE5}" cxnId="{77D14C8B-22A8-4360-BB2C-0E4C6538FFB5}" type="sibTrans">
      <dgm:prSet/>
      <dgm:spPr/>
      <dgm:t>
        <a:bodyPr/>
        <a:lstStyle/>
        <a:p>
          <a:endParaRPr lang="zh-CN" altLang="en-US"/>
        </a:p>
      </dgm:t>
    </dgm:pt>
    <dgm:pt modelId="{D1FADF99-82AA-41CD-9246-3E6603E91944}">
      <dgm:prSet/>
      <dgm:spPr/>
      <dgm:t>
        <a:bodyPr/>
        <a:lstStyle/>
        <a:p>
          <a:pPr rtl="0"/>
          <a:r>
            <a:rPr lang="zh-CN" altLang="en-US" b="1" dirty="0" smtClean="0">
              <a:latin typeface="微软雅黑" panose="020B0503020204020204" pitchFamily="34" charset="-122"/>
              <a:ea typeface="微软雅黑" panose="020B0503020204020204" pitchFamily="34" charset="-122"/>
            </a:rPr>
            <a:t>资源子网</a:t>
          </a:r>
          <a:endParaRPr lang="zh-CN" b="1" dirty="0">
            <a:latin typeface="微软雅黑" panose="020B0503020204020204" pitchFamily="34" charset="-122"/>
            <a:ea typeface="微软雅黑" panose="020B0503020204020204" pitchFamily="34" charset="-122"/>
          </a:endParaRPr>
        </a:p>
      </dgm:t>
    </dgm:pt>
    <dgm:pt modelId="{E94AA7FF-9089-4E22-A982-364D23F1A115}" cxnId="{7A60F707-88F0-4285-AC95-B5C34E47ACD4}" type="parTrans">
      <dgm:prSet/>
      <dgm:spPr/>
      <dgm:t>
        <a:bodyPr/>
        <a:lstStyle/>
        <a:p>
          <a:endParaRPr lang="zh-CN" altLang="en-US"/>
        </a:p>
      </dgm:t>
    </dgm:pt>
    <dgm:pt modelId="{565A53BB-A87D-48FE-968C-E127DF25C70D}" cxnId="{7A60F707-88F0-4285-AC95-B5C34E47ACD4}" type="sibTrans">
      <dgm:prSet/>
      <dgm:spPr/>
      <dgm:t>
        <a:bodyPr/>
        <a:lstStyle/>
        <a:p>
          <a:endParaRPr lang="zh-CN" altLang="en-US"/>
        </a:p>
      </dgm:t>
    </dgm:pt>
    <dgm:pt modelId="{2583715C-8B42-4EDF-B6DF-D9CB673735B5}">
      <dgm:prSet/>
      <dgm:spPr/>
      <dgm:t>
        <a:bodyPr/>
        <a:lstStyle/>
        <a:p>
          <a:r>
            <a:rPr lang="zh-CN" altLang="en-US" dirty="0" smtClean="0"/>
            <a:t>通信子网主要负责网络的数据通信，为网络用户提供数据传输、转接、加工和变换等数据信息处理工作。</a:t>
          </a:r>
          <a:endParaRPr lang="zh-CN" altLang="en-US" dirty="0"/>
        </a:p>
      </dgm:t>
    </dgm:pt>
    <dgm:pt modelId="{20A0D4BE-CD50-4DD9-BAC9-BCCCA20BC8ED}" cxnId="{A15D1639-D3AC-4296-AE93-BFDD35306252}" type="parTrans">
      <dgm:prSet/>
      <dgm:spPr/>
      <dgm:t>
        <a:bodyPr/>
        <a:lstStyle/>
        <a:p>
          <a:endParaRPr lang="zh-CN" altLang="en-US"/>
        </a:p>
      </dgm:t>
    </dgm:pt>
    <dgm:pt modelId="{B04E838F-4729-4AF7-8A82-28E2C83D304A}" cxnId="{A15D1639-D3AC-4296-AE93-BFDD35306252}" type="sibTrans">
      <dgm:prSet/>
      <dgm:spPr/>
      <dgm:t>
        <a:bodyPr/>
        <a:lstStyle/>
        <a:p>
          <a:endParaRPr lang="zh-CN" altLang="en-US"/>
        </a:p>
      </dgm:t>
    </dgm:pt>
    <dgm:pt modelId="{CC3BA277-905D-487E-A73F-9E575E29860B}">
      <dgm:prSet/>
      <dgm:spPr/>
      <dgm:t>
        <a:bodyPr/>
        <a:lstStyle/>
        <a:p>
          <a:r>
            <a:rPr lang="zh-CN" altLang="en-US" dirty="0" smtClean="0"/>
            <a:t>资源子网主要用于网络的数据处理功能，向网络用户提供各种网络资源和网络服务。它主要由主机、终端、</a:t>
          </a:r>
          <a:r>
            <a:rPr lang="en-US" altLang="zh-CN" dirty="0" smtClean="0"/>
            <a:t>I/O</a:t>
          </a:r>
          <a:r>
            <a:rPr lang="zh-CN" altLang="en-US" dirty="0" smtClean="0"/>
            <a:t>设备、各种网络软件和数据资源组成。</a:t>
          </a:r>
          <a:endParaRPr lang="zh-CN" altLang="en-US" dirty="0"/>
        </a:p>
      </dgm:t>
    </dgm:pt>
    <dgm:pt modelId="{E0133837-05DF-4B2E-B93B-7446254E8109}" cxnId="{D7DA486A-F698-4E7C-9EC4-684C9469247D}" type="parTrans">
      <dgm:prSet/>
      <dgm:spPr/>
      <dgm:t>
        <a:bodyPr/>
        <a:lstStyle/>
        <a:p>
          <a:endParaRPr lang="zh-CN" altLang="en-US"/>
        </a:p>
      </dgm:t>
    </dgm:pt>
    <dgm:pt modelId="{7605FDC8-BD99-46E7-8C3C-198929C09850}" cxnId="{D7DA486A-F698-4E7C-9EC4-684C9469247D}" type="sibTrans">
      <dgm:prSet/>
      <dgm:spPr/>
      <dgm:t>
        <a:bodyPr/>
        <a:lstStyle/>
        <a:p>
          <a:endParaRPr lang="zh-CN" altLang="en-US"/>
        </a:p>
      </dgm:t>
    </dgm:pt>
    <dgm:pt modelId="{EB9F9550-4324-4072-912D-A9BD8A1A9450}" type="pres">
      <dgm:prSet presAssocID="{20F68948-F0B7-43F2-9387-694D45A85B36}" presName="Name0" presStyleCnt="0">
        <dgm:presLayoutVars>
          <dgm:dir/>
          <dgm:animLvl val="lvl"/>
          <dgm:resizeHandles val="exact"/>
        </dgm:presLayoutVars>
      </dgm:prSet>
      <dgm:spPr/>
      <dgm:t>
        <a:bodyPr/>
        <a:lstStyle/>
        <a:p>
          <a:endParaRPr lang="zh-CN" altLang="en-US"/>
        </a:p>
      </dgm:t>
    </dgm:pt>
    <dgm:pt modelId="{8AC0AFE7-D9E2-4D57-AF41-902B455D1E05}" type="pres">
      <dgm:prSet presAssocID="{ADD73E1B-1EC4-47C6-A3D1-3D89D43C0ADE}" presName="composite" presStyleCnt="0"/>
      <dgm:spPr/>
    </dgm:pt>
    <dgm:pt modelId="{7D68C96D-4E62-4A00-BB38-5EFF7621F253}" type="pres">
      <dgm:prSet presAssocID="{ADD73E1B-1EC4-47C6-A3D1-3D89D43C0ADE}" presName="parTx" presStyleLbl="alignNode1" presStyleIdx="0" presStyleCnt="2" custScaleX="102145" custScaleY="100000">
        <dgm:presLayoutVars>
          <dgm:chMax val="0"/>
          <dgm:chPref val="0"/>
          <dgm:bulletEnabled val="1"/>
        </dgm:presLayoutVars>
      </dgm:prSet>
      <dgm:spPr/>
      <dgm:t>
        <a:bodyPr/>
        <a:lstStyle/>
        <a:p>
          <a:endParaRPr lang="zh-CN" altLang="en-US"/>
        </a:p>
      </dgm:t>
    </dgm:pt>
    <dgm:pt modelId="{5ADAD9AD-BE16-4769-8C28-1E8EA520F676}" type="pres">
      <dgm:prSet presAssocID="{ADD73E1B-1EC4-47C6-A3D1-3D89D43C0ADE}" presName="desTx" presStyleLbl="alignAccFollowNode1" presStyleIdx="0" presStyleCnt="2" custScaleX="102488">
        <dgm:presLayoutVars>
          <dgm:bulletEnabled val="1"/>
        </dgm:presLayoutVars>
      </dgm:prSet>
      <dgm:spPr/>
      <dgm:t>
        <a:bodyPr/>
        <a:lstStyle/>
        <a:p>
          <a:endParaRPr lang="zh-CN" altLang="en-US"/>
        </a:p>
      </dgm:t>
    </dgm:pt>
    <dgm:pt modelId="{05DD874A-32BA-47DD-A00F-9D667FCFAAA8}" type="pres">
      <dgm:prSet presAssocID="{E771BC2B-5624-47D8-8A75-33E3822AEEE5}" presName="space" presStyleCnt="0"/>
      <dgm:spPr/>
    </dgm:pt>
    <dgm:pt modelId="{65467C8C-85CA-4BA4-A434-9367F4B9A31E}" type="pres">
      <dgm:prSet presAssocID="{D1FADF99-82AA-41CD-9246-3E6603E91944}" presName="composite" presStyleCnt="0"/>
      <dgm:spPr/>
    </dgm:pt>
    <dgm:pt modelId="{49C6CB4F-3FD1-448B-A3D7-2BDBDAE8878E}" type="pres">
      <dgm:prSet presAssocID="{D1FADF99-82AA-41CD-9246-3E6603E91944}" presName="parTx" presStyleLbl="alignNode1" presStyleIdx="1" presStyleCnt="2">
        <dgm:presLayoutVars>
          <dgm:chMax val="0"/>
          <dgm:chPref val="0"/>
          <dgm:bulletEnabled val="1"/>
        </dgm:presLayoutVars>
      </dgm:prSet>
      <dgm:spPr/>
      <dgm:t>
        <a:bodyPr/>
        <a:lstStyle/>
        <a:p>
          <a:endParaRPr lang="zh-CN" altLang="en-US"/>
        </a:p>
      </dgm:t>
    </dgm:pt>
    <dgm:pt modelId="{C53A4F57-A2AB-407E-AE16-31E0A2592348}" type="pres">
      <dgm:prSet presAssocID="{D1FADF99-82AA-41CD-9246-3E6603E91944}" presName="desTx" presStyleLbl="alignAccFollowNode1" presStyleIdx="1" presStyleCnt="2">
        <dgm:presLayoutVars>
          <dgm:bulletEnabled val="1"/>
        </dgm:presLayoutVars>
      </dgm:prSet>
      <dgm:spPr/>
      <dgm:t>
        <a:bodyPr/>
        <a:lstStyle/>
        <a:p>
          <a:endParaRPr lang="zh-CN" altLang="en-US"/>
        </a:p>
      </dgm:t>
    </dgm:pt>
  </dgm:ptLst>
  <dgm:cxnLst>
    <dgm:cxn modelId="{D65AD102-7648-41DE-A840-0BC13AEE2141}" type="presOf" srcId="{20F68948-F0B7-43F2-9387-694D45A85B36}" destId="{EB9F9550-4324-4072-912D-A9BD8A1A9450}" srcOrd="0" destOrd="0" presId="urn:microsoft.com/office/officeart/2005/8/layout/hList1"/>
    <dgm:cxn modelId="{07F8E285-C11F-4A18-9E20-1461CEB7E9B4}" type="presOf" srcId="{ADD73E1B-1EC4-47C6-A3D1-3D89D43C0ADE}" destId="{7D68C96D-4E62-4A00-BB38-5EFF7621F253}" srcOrd="0" destOrd="0" presId="urn:microsoft.com/office/officeart/2005/8/layout/hList1"/>
    <dgm:cxn modelId="{A15D1639-D3AC-4296-AE93-BFDD35306252}" srcId="{ADD73E1B-1EC4-47C6-A3D1-3D89D43C0ADE}" destId="{2583715C-8B42-4EDF-B6DF-D9CB673735B5}" srcOrd="0" destOrd="0" parTransId="{20A0D4BE-CD50-4DD9-BAC9-BCCCA20BC8ED}" sibTransId="{B04E838F-4729-4AF7-8A82-28E2C83D304A}"/>
    <dgm:cxn modelId="{D7DA486A-F698-4E7C-9EC4-684C9469247D}" srcId="{D1FADF99-82AA-41CD-9246-3E6603E91944}" destId="{CC3BA277-905D-487E-A73F-9E575E29860B}" srcOrd="0" destOrd="0" parTransId="{E0133837-05DF-4B2E-B93B-7446254E8109}" sibTransId="{7605FDC8-BD99-46E7-8C3C-198929C09850}"/>
    <dgm:cxn modelId="{7A60F707-88F0-4285-AC95-B5C34E47ACD4}" srcId="{20F68948-F0B7-43F2-9387-694D45A85B36}" destId="{D1FADF99-82AA-41CD-9246-3E6603E91944}" srcOrd="1" destOrd="0" parTransId="{E94AA7FF-9089-4E22-A982-364D23F1A115}" sibTransId="{565A53BB-A87D-48FE-968C-E127DF25C70D}"/>
    <dgm:cxn modelId="{8E2938CD-DB32-4A49-B859-3CC148A02357}" type="presOf" srcId="{2583715C-8B42-4EDF-B6DF-D9CB673735B5}" destId="{5ADAD9AD-BE16-4769-8C28-1E8EA520F676}" srcOrd="0" destOrd="0" presId="urn:microsoft.com/office/officeart/2005/8/layout/hList1"/>
    <dgm:cxn modelId="{38BD1245-3190-4CF5-B838-3077DA858069}" type="presOf" srcId="{CC3BA277-905D-487E-A73F-9E575E29860B}" destId="{C53A4F57-A2AB-407E-AE16-31E0A2592348}" srcOrd="0" destOrd="0" presId="urn:microsoft.com/office/officeart/2005/8/layout/hList1"/>
    <dgm:cxn modelId="{96269F5A-3785-4858-B5E9-6C83824D4646}" type="presOf" srcId="{D1FADF99-82AA-41CD-9246-3E6603E91944}" destId="{49C6CB4F-3FD1-448B-A3D7-2BDBDAE8878E}" srcOrd="0" destOrd="0" presId="urn:microsoft.com/office/officeart/2005/8/layout/hList1"/>
    <dgm:cxn modelId="{77D14C8B-22A8-4360-BB2C-0E4C6538FFB5}" srcId="{20F68948-F0B7-43F2-9387-694D45A85B36}" destId="{ADD73E1B-1EC4-47C6-A3D1-3D89D43C0ADE}" srcOrd="0" destOrd="0" parTransId="{B4A10825-618F-484F-8640-184343FF5868}" sibTransId="{E771BC2B-5624-47D8-8A75-33E3822AEEE5}"/>
    <dgm:cxn modelId="{949504A0-7E85-49B5-8063-4E74C5D00FBC}" type="presParOf" srcId="{EB9F9550-4324-4072-912D-A9BD8A1A9450}" destId="{8AC0AFE7-D9E2-4D57-AF41-902B455D1E05}" srcOrd="0" destOrd="0" presId="urn:microsoft.com/office/officeart/2005/8/layout/hList1"/>
    <dgm:cxn modelId="{49CA2E2E-951B-4ED6-8167-1F3260622EBC}" type="presParOf" srcId="{8AC0AFE7-D9E2-4D57-AF41-902B455D1E05}" destId="{7D68C96D-4E62-4A00-BB38-5EFF7621F253}" srcOrd="0" destOrd="0" presId="urn:microsoft.com/office/officeart/2005/8/layout/hList1"/>
    <dgm:cxn modelId="{56FD26B0-AE5A-412D-B60A-F425A1826618}" type="presParOf" srcId="{8AC0AFE7-D9E2-4D57-AF41-902B455D1E05}" destId="{5ADAD9AD-BE16-4769-8C28-1E8EA520F676}" srcOrd="1" destOrd="0" presId="urn:microsoft.com/office/officeart/2005/8/layout/hList1"/>
    <dgm:cxn modelId="{9DC22D6F-2A6E-42E7-A92C-A5463501B379}" type="presParOf" srcId="{EB9F9550-4324-4072-912D-A9BD8A1A9450}" destId="{05DD874A-32BA-47DD-A00F-9D667FCFAAA8}" srcOrd="1" destOrd="0" presId="urn:microsoft.com/office/officeart/2005/8/layout/hList1"/>
    <dgm:cxn modelId="{E22DD264-5F0B-4649-9EB1-C1DFE9BDBC7C}" type="presParOf" srcId="{EB9F9550-4324-4072-912D-A9BD8A1A9450}" destId="{65467C8C-85CA-4BA4-A434-9367F4B9A31E}" srcOrd="2" destOrd="0" presId="urn:microsoft.com/office/officeart/2005/8/layout/hList1"/>
    <dgm:cxn modelId="{CA121664-43D4-40E9-9F26-3641F13916FB}" type="presParOf" srcId="{65467C8C-85CA-4BA4-A434-9367F4B9A31E}" destId="{49C6CB4F-3FD1-448B-A3D7-2BDBDAE8878E}" srcOrd="0" destOrd="0" presId="urn:microsoft.com/office/officeart/2005/8/layout/hList1"/>
    <dgm:cxn modelId="{301B9E3D-5013-46E7-BBA9-EF4665FDC44E}" type="presParOf" srcId="{65467C8C-85CA-4BA4-A434-9367F4B9A31E}" destId="{C53A4F57-A2AB-407E-AE16-31E0A2592348}"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625C08-611C-4AFA-B6A9-D7B6BB11078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4ED53EF9-9D4D-4EF2-BABE-EDC351DB98E1}">
      <dgm:prSet/>
      <dgm:spPr/>
      <dgm:t>
        <a:bodyPr/>
        <a:lstStyle/>
        <a:p>
          <a:pPr rtl="0"/>
          <a:r>
            <a:rPr lang="zh-CN" altLang="en-US" b="1" dirty="0" smtClean="0">
              <a:latin typeface="微软雅黑" panose="020B0503020204020204" pitchFamily="34" charset="-122"/>
              <a:ea typeface="微软雅黑" panose="020B0503020204020204" pitchFamily="34" charset="-122"/>
            </a:rPr>
            <a:t>信息交换</a:t>
          </a:r>
          <a:endParaRPr lang="zh-CN" b="1" baseline="0" dirty="0">
            <a:latin typeface="微软雅黑" panose="020B0503020204020204" pitchFamily="34" charset="-122"/>
            <a:ea typeface="微软雅黑" panose="020B0503020204020204" pitchFamily="34" charset="-122"/>
          </a:endParaRPr>
        </a:p>
      </dgm:t>
    </dgm:pt>
    <dgm:pt modelId="{3B858EFA-E5DB-4F17-9787-FDCA97F6D103}" cxnId="{002480AE-85EF-48CF-BC7F-6BA3B9FFFBCA}" type="parTrans">
      <dgm:prSet/>
      <dgm:spPr/>
      <dgm:t>
        <a:bodyPr/>
        <a:lstStyle/>
        <a:p>
          <a:endParaRPr lang="zh-CN" altLang="en-US"/>
        </a:p>
      </dgm:t>
    </dgm:pt>
    <dgm:pt modelId="{4F171929-2C11-4CDC-983F-E66D5A68FDFF}" cxnId="{002480AE-85EF-48CF-BC7F-6BA3B9FFFBCA}" type="sibTrans">
      <dgm:prSet/>
      <dgm:spPr/>
      <dgm:t>
        <a:bodyPr/>
        <a:lstStyle/>
        <a:p>
          <a:endParaRPr lang="zh-CN" altLang="en-US"/>
        </a:p>
      </dgm:t>
    </dgm:pt>
    <dgm:pt modelId="{302D3E9E-58B5-4A7F-ACCC-616F03EFEDC0}">
      <dgm:prSet/>
      <dgm:spPr/>
      <dgm:t>
        <a:bodyPr/>
        <a:lstStyle/>
        <a:p>
          <a:pPr rtl="0"/>
          <a:r>
            <a:rPr lang="zh-CN" altLang="en-US" b="1" dirty="0" smtClean="0">
              <a:latin typeface="微软雅黑" panose="020B0503020204020204" pitchFamily="34" charset="-122"/>
              <a:ea typeface="微软雅黑" panose="020B0503020204020204" pitchFamily="34" charset="-122"/>
            </a:rPr>
            <a:t>资源共享</a:t>
          </a:r>
          <a:endParaRPr lang="zh-CN" b="1" dirty="0">
            <a:latin typeface="微软雅黑" panose="020B0503020204020204" pitchFamily="34" charset="-122"/>
            <a:ea typeface="微软雅黑" panose="020B0503020204020204" pitchFamily="34" charset="-122"/>
          </a:endParaRPr>
        </a:p>
      </dgm:t>
    </dgm:pt>
    <dgm:pt modelId="{0EBB735F-C343-49D3-833F-E5869E66CEAA}" cxnId="{C852BF4D-470B-4AB9-A055-608F7669279D}" type="parTrans">
      <dgm:prSet/>
      <dgm:spPr/>
      <dgm:t>
        <a:bodyPr/>
        <a:lstStyle/>
        <a:p>
          <a:endParaRPr lang="zh-CN" altLang="en-US"/>
        </a:p>
      </dgm:t>
    </dgm:pt>
    <dgm:pt modelId="{3779835F-36E8-4360-BDDD-205CFDA92A0B}" cxnId="{C852BF4D-470B-4AB9-A055-608F7669279D}" type="sibTrans">
      <dgm:prSet/>
      <dgm:spPr/>
      <dgm:t>
        <a:bodyPr/>
        <a:lstStyle/>
        <a:p>
          <a:endParaRPr lang="zh-CN" altLang="en-US"/>
        </a:p>
      </dgm:t>
    </dgm:pt>
    <dgm:pt modelId="{9491DEB4-5293-4729-8A2B-1ABBC9FDB441}">
      <dgm:prSet/>
      <dgm:spPr/>
      <dgm:t>
        <a:bodyPr/>
        <a:lstStyle/>
        <a:p>
          <a:pPr rtl="0"/>
          <a:r>
            <a:rPr lang="zh-CN" altLang="en-US" b="1" dirty="0" smtClean="0">
              <a:latin typeface="微软雅黑" panose="020B0503020204020204" pitchFamily="34" charset="-122"/>
              <a:ea typeface="微软雅黑" panose="020B0503020204020204" pitchFamily="34" charset="-122"/>
            </a:rPr>
            <a:t>分布式处理</a:t>
          </a:r>
          <a:endParaRPr lang="zh-CN" b="1" dirty="0">
            <a:latin typeface="微软雅黑" panose="020B0503020204020204" pitchFamily="34" charset="-122"/>
            <a:ea typeface="微软雅黑" panose="020B0503020204020204" pitchFamily="34" charset="-122"/>
          </a:endParaRPr>
        </a:p>
      </dgm:t>
    </dgm:pt>
    <dgm:pt modelId="{A7CAD76A-8F26-4CE4-BF0D-0083A32956B1}" cxnId="{521A477C-DFA3-4645-9989-6159478D1C0E}" type="parTrans">
      <dgm:prSet/>
      <dgm:spPr/>
      <dgm:t>
        <a:bodyPr/>
        <a:lstStyle/>
        <a:p>
          <a:endParaRPr lang="zh-CN" altLang="en-US"/>
        </a:p>
      </dgm:t>
    </dgm:pt>
    <dgm:pt modelId="{E99740CE-4B86-455D-997B-5F9E6C2CDD71}" cxnId="{521A477C-DFA3-4645-9989-6159478D1C0E}" type="sibTrans">
      <dgm:prSet/>
      <dgm:spPr/>
      <dgm:t>
        <a:bodyPr/>
        <a:lstStyle/>
        <a:p>
          <a:endParaRPr lang="zh-CN" altLang="en-US"/>
        </a:p>
      </dgm:t>
    </dgm:pt>
    <dgm:pt modelId="{E3B14120-BFA7-4A3F-8965-F02EA32984DE}">
      <dgm:prSet custT="1"/>
      <dgm:spPr/>
      <dgm:t>
        <a:bodyPr/>
        <a:lstStyle/>
        <a:p>
          <a:pPr rtl="0"/>
          <a:r>
            <a:rPr lang="zh-CN" altLang="en-US" sz="1800" b="1" dirty="0" smtClean="0">
              <a:latin typeface="微软雅黑" panose="020B0503020204020204" pitchFamily="34" charset="-122"/>
              <a:ea typeface="微软雅黑" panose="020B0503020204020204" pitchFamily="34" charset="-122"/>
            </a:rPr>
            <a:t>提高可用性及可靠性</a:t>
          </a:r>
          <a:endParaRPr lang="zh-CN" altLang="en-US" sz="1800" b="1" dirty="0">
            <a:latin typeface="微软雅黑" panose="020B0503020204020204" pitchFamily="34" charset="-122"/>
            <a:ea typeface="微软雅黑" panose="020B0503020204020204" pitchFamily="34" charset="-122"/>
          </a:endParaRPr>
        </a:p>
      </dgm:t>
    </dgm:pt>
    <dgm:pt modelId="{639EA405-3CDF-45DE-AFF6-EA6D2D355220}" cxnId="{0814FC2B-8103-4F70-92BD-D7039AE1B9BF}" type="parTrans">
      <dgm:prSet/>
      <dgm:spPr/>
      <dgm:t>
        <a:bodyPr/>
        <a:lstStyle/>
        <a:p>
          <a:endParaRPr lang="zh-CN" altLang="en-US"/>
        </a:p>
      </dgm:t>
    </dgm:pt>
    <dgm:pt modelId="{35FD38D7-BC33-468E-B839-AB6A83DCA1A1}" cxnId="{0814FC2B-8103-4F70-92BD-D7039AE1B9BF}" type="sibTrans">
      <dgm:prSet/>
      <dgm:spPr/>
      <dgm:t>
        <a:bodyPr/>
        <a:lstStyle/>
        <a:p>
          <a:endParaRPr lang="zh-CN" altLang="en-US"/>
        </a:p>
      </dgm:t>
    </dgm:pt>
    <dgm:pt modelId="{7E0FAE25-35E7-49E3-8D41-353DE9EACB18}">
      <dgm:prSet/>
      <dgm:spPr/>
      <dgm:t>
        <a:bodyPr/>
        <a:lstStyle/>
        <a:p>
          <a:r>
            <a:rPr lang="zh-CN" altLang="en-US" dirty="0" smtClean="0"/>
            <a:t>网络上的计算机间可进行信息交换。例如，可以利用网络收发电子邮件、发布信息，进行电子商务、远程教育及远程医疗等。</a:t>
          </a:r>
          <a:endParaRPr lang="zh-CN" altLang="en-US" dirty="0"/>
        </a:p>
      </dgm:t>
    </dgm:pt>
    <dgm:pt modelId="{36DEA745-8C92-44DB-80B5-75EBD201ED71}" cxnId="{54F758E2-7BF7-40B7-815B-29385760C542}" type="parTrans">
      <dgm:prSet/>
      <dgm:spPr/>
      <dgm:t>
        <a:bodyPr/>
        <a:lstStyle/>
        <a:p>
          <a:endParaRPr lang="zh-CN" altLang="en-US"/>
        </a:p>
      </dgm:t>
    </dgm:pt>
    <dgm:pt modelId="{2D789BC5-B841-448F-8E6B-D1E0B63D0C0B}" cxnId="{54F758E2-7BF7-40B7-815B-29385760C542}" type="sibTrans">
      <dgm:prSet/>
      <dgm:spPr/>
      <dgm:t>
        <a:bodyPr/>
        <a:lstStyle/>
        <a:p>
          <a:endParaRPr lang="zh-CN" altLang="en-US"/>
        </a:p>
      </dgm:t>
    </dgm:pt>
    <dgm:pt modelId="{CCAF0886-E1B4-4E06-A83D-78FF78B52FE5}">
      <dgm:prSet/>
      <dgm:spPr/>
      <dgm:t>
        <a:bodyPr/>
        <a:lstStyle/>
        <a:p>
          <a:r>
            <a:rPr lang="zh-CN" altLang="en-US" smtClean="0"/>
            <a:t>用户在网络中，可以不受地理位置的限制，在自己的位置使用网络上的部分或全部资源。</a:t>
          </a:r>
          <a:endParaRPr lang="zh-CN" altLang="en-US"/>
        </a:p>
      </dgm:t>
    </dgm:pt>
    <dgm:pt modelId="{00F0203F-288E-4708-94E5-44535EEA6E49}" cxnId="{927AE8B8-0F78-450C-8034-FC45DBA5DE13}" type="parTrans">
      <dgm:prSet/>
      <dgm:spPr/>
      <dgm:t>
        <a:bodyPr/>
        <a:lstStyle/>
        <a:p>
          <a:endParaRPr lang="zh-CN" altLang="en-US"/>
        </a:p>
      </dgm:t>
    </dgm:pt>
    <dgm:pt modelId="{212DEACA-0969-424C-9258-296D5AA6A871}" cxnId="{927AE8B8-0F78-450C-8034-FC45DBA5DE13}" type="sibTrans">
      <dgm:prSet/>
      <dgm:spPr/>
      <dgm:t>
        <a:bodyPr/>
        <a:lstStyle/>
        <a:p>
          <a:endParaRPr lang="zh-CN" altLang="en-US"/>
        </a:p>
      </dgm:t>
    </dgm:pt>
    <dgm:pt modelId="{B8FEE202-1F0D-43E9-AE55-491AB9565181}">
      <dgm:prSet/>
      <dgm:spPr/>
      <dgm:t>
        <a:bodyPr/>
        <a:lstStyle/>
        <a:p>
          <a:r>
            <a:rPr lang="zh-CN" altLang="en-US" dirty="0" smtClean="0"/>
            <a:t>在网络操作系统的控制下，使网络中的计算机协同工作，完成仅靠单机无法完成的大型任务。</a:t>
          </a:r>
          <a:endParaRPr lang="zh-CN" altLang="en-US" dirty="0"/>
        </a:p>
      </dgm:t>
    </dgm:pt>
    <dgm:pt modelId="{14EA7E3D-6C21-4004-A1B4-99FE219C15A8}" cxnId="{1681B81F-9313-4044-9656-FA95B1B093AC}" type="parTrans">
      <dgm:prSet/>
      <dgm:spPr/>
      <dgm:t>
        <a:bodyPr/>
        <a:lstStyle/>
        <a:p>
          <a:endParaRPr lang="zh-CN" altLang="en-US"/>
        </a:p>
      </dgm:t>
    </dgm:pt>
    <dgm:pt modelId="{BB83025A-6CB7-445D-99A3-257102E6B13E}" cxnId="{1681B81F-9313-4044-9656-FA95B1B093AC}" type="sibTrans">
      <dgm:prSet/>
      <dgm:spPr/>
      <dgm:t>
        <a:bodyPr/>
        <a:lstStyle/>
        <a:p>
          <a:endParaRPr lang="zh-CN" altLang="en-US"/>
        </a:p>
      </dgm:t>
    </dgm:pt>
    <dgm:pt modelId="{786FFB0E-C258-491F-BB8C-02C7B310525C}">
      <dgm:prSet/>
      <dgm:spPr/>
      <dgm:t>
        <a:bodyPr/>
        <a:lstStyle/>
        <a:p>
          <a:r>
            <a:rPr lang="zh-CN" altLang="en-US" dirty="0" smtClean="0"/>
            <a:t>网络中的相关主机系统通过网络连接起来后，各主机系统可以彼此互为备份。如果某台主机出现故障，它的任务可由网络中的其它主机代为完成，这就避免了系统瘫痪，提高了系统的可用性及可靠性。</a:t>
          </a:r>
          <a:endParaRPr lang="zh-CN" altLang="en-US" dirty="0"/>
        </a:p>
      </dgm:t>
    </dgm:pt>
    <dgm:pt modelId="{5C167B16-906D-4BC0-A79D-EA2D1F8E9F68}" cxnId="{14373367-09D9-425B-A959-BCB83FF03778}" type="parTrans">
      <dgm:prSet/>
      <dgm:spPr/>
      <dgm:t>
        <a:bodyPr/>
        <a:lstStyle/>
        <a:p>
          <a:endParaRPr lang="zh-CN" altLang="en-US"/>
        </a:p>
      </dgm:t>
    </dgm:pt>
    <dgm:pt modelId="{EEB67F0F-C3E0-4EA4-B388-9E2653808B69}" cxnId="{14373367-09D9-425B-A959-BCB83FF03778}" type="sibTrans">
      <dgm:prSet/>
      <dgm:spPr/>
      <dgm:t>
        <a:bodyPr/>
        <a:lstStyle/>
        <a:p>
          <a:endParaRPr lang="zh-CN" altLang="en-US"/>
        </a:p>
      </dgm:t>
    </dgm:pt>
    <dgm:pt modelId="{A825915A-0F5D-45B0-951C-506DB62E19CB}" type="pres">
      <dgm:prSet presAssocID="{15625C08-611C-4AFA-B6A9-D7B6BB11078A}" presName="Name0" presStyleCnt="0">
        <dgm:presLayoutVars>
          <dgm:dir/>
          <dgm:animLvl val="lvl"/>
          <dgm:resizeHandles val="exact"/>
        </dgm:presLayoutVars>
      </dgm:prSet>
      <dgm:spPr/>
      <dgm:t>
        <a:bodyPr/>
        <a:lstStyle/>
        <a:p>
          <a:endParaRPr lang="zh-CN" altLang="en-US"/>
        </a:p>
      </dgm:t>
    </dgm:pt>
    <dgm:pt modelId="{6BA4850C-5960-4261-9452-D15E0E0CDB5A}" type="pres">
      <dgm:prSet presAssocID="{4ED53EF9-9D4D-4EF2-BABE-EDC351DB98E1}" presName="composite" presStyleCnt="0"/>
      <dgm:spPr/>
    </dgm:pt>
    <dgm:pt modelId="{B00DC242-0540-49D4-AE6A-F4B2B52E1642}" type="pres">
      <dgm:prSet presAssocID="{4ED53EF9-9D4D-4EF2-BABE-EDC351DB98E1}" presName="parTx" presStyleLbl="alignNode1" presStyleIdx="0" presStyleCnt="4">
        <dgm:presLayoutVars>
          <dgm:chMax val="0"/>
          <dgm:chPref val="0"/>
          <dgm:bulletEnabled val="1"/>
        </dgm:presLayoutVars>
      </dgm:prSet>
      <dgm:spPr/>
      <dgm:t>
        <a:bodyPr/>
        <a:lstStyle/>
        <a:p>
          <a:endParaRPr lang="zh-CN" altLang="en-US"/>
        </a:p>
      </dgm:t>
    </dgm:pt>
    <dgm:pt modelId="{81D149E4-84C4-455E-8467-024E4D9C55F3}" type="pres">
      <dgm:prSet presAssocID="{4ED53EF9-9D4D-4EF2-BABE-EDC351DB98E1}" presName="desTx" presStyleLbl="alignAccFollowNode1" presStyleIdx="0" presStyleCnt="4">
        <dgm:presLayoutVars>
          <dgm:bulletEnabled val="1"/>
        </dgm:presLayoutVars>
      </dgm:prSet>
      <dgm:spPr/>
      <dgm:t>
        <a:bodyPr/>
        <a:lstStyle/>
        <a:p>
          <a:endParaRPr lang="zh-CN" altLang="en-US"/>
        </a:p>
      </dgm:t>
    </dgm:pt>
    <dgm:pt modelId="{EDC7A048-0411-4AE5-9BCB-A4E514B351FC}" type="pres">
      <dgm:prSet presAssocID="{4F171929-2C11-4CDC-983F-E66D5A68FDFF}" presName="space" presStyleCnt="0"/>
      <dgm:spPr/>
    </dgm:pt>
    <dgm:pt modelId="{F4A184B8-0D98-498C-9616-E7C0582BBD5C}" type="pres">
      <dgm:prSet presAssocID="{302D3E9E-58B5-4A7F-ACCC-616F03EFEDC0}" presName="composite" presStyleCnt="0"/>
      <dgm:spPr/>
    </dgm:pt>
    <dgm:pt modelId="{0AF9382B-E9AB-4B4D-9C17-2EEDC753367F}" type="pres">
      <dgm:prSet presAssocID="{302D3E9E-58B5-4A7F-ACCC-616F03EFEDC0}" presName="parTx" presStyleLbl="alignNode1" presStyleIdx="1" presStyleCnt="4">
        <dgm:presLayoutVars>
          <dgm:chMax val="0"/>
          <dgm:chPref val="0"/>
          <dgm:bulletEnabled val="1"/>
        </dgm:presLayoutVars>
      </dgm:prSet>
      <dgm:spPr/>
      <dgm:t>
        <a:bodyPr/>
        <a:lstStyle/>
        <a:p>
          <a:endParaRPr lang="zh-CN" altLang="en-US"/>
        </a:p>
      </dgm:t>
    </dgm:pt>
    <dgm:pt modelId="{1B2B41E8-AA0C-4ACA-9DFD-0DE5100D92A1}" type="pres">
      <dgm:prSet presAssocID="{302D3E9E-58B5-4A7F-ACCC-616F03EFEDC0}" presName="desTx" presStyleLbl="alignAccFollowNode1" presStyleIdx="1" presStyleCnt="4">
        <dgm:presLayoutVars>
          <dgm:bulletEnabled val="1"/>
        </dgm:presLayoutVars>
      </dgm:prSet>
      <dgm:spPr/>
      <dgm:t>
        <a:bodyPr/>
        <a:lstStyle/>
        <a:p>
          <a:endParaRPr lang="zh-CN" altLang="en-US"/>
        </a:p>
      </dgm:t>
    </dgm:pt>
    <dgm:pt modelId="{F9117EED-D68E-4F0C-A379-B32488C46931}" type="pres">
      <dgm:prSet presAssocID="{3779835F-36E8-4360-BDDD-205CFDA92A0B}" presName="space" presStyleCnt="0"/>
      <dgm:spPr/>
    </dgm:pt>
    <dgm:pt modelId="{A911D077-BE0B-44CE-98A8-E8FB5122AC8B}" type="pres">
      <dgm:prSet presAssocID="{9491DEB4-5293-4729-8A2B-1ABBC9FDB441}" presName="composite" presStyleCnt="0"/>
      <dgm:spPr/>
    </dgm:pt>
    <dgm:pt modelId="{E9B4B017-F81A-4A66-B176-203884655FCE}" type="pres">
      <dgm:prSet presAssocID="{9491DEB4-5293-4729-8A2B-1ABBC9FDB441}" presName="parTx" presStyleLbl="alignNode1" presStyleIdx="2" presStyleCnt="4" custLinFactNeighborX="-49" custLinFactNeighborY="-212">
        <dgm:presLayoutVars>
          <dgm:chMax val="0"/>
          <dgm:chPref val="0"/>
          <dgm:bulletEnabled val="1"/>
        </dgm:presLayoutVars>
      </dgm:prSet>
      <dgm:spPr/>
      <dgm:t>
        <a:bodyPr/>
        <a:lstStyle/>
        <a:p>
          <a:endParaRPr lang="zh-CN" altLang="en-US"/>
        </a:p>
      </dgm:t>
    </dgm:pt>
    <dgm:pt modelId="{D6AAD90A-C9C0-4EBC-9BB9-8845D0CA0035}" type="pres">
      <dgm:prSet presAssocID="{9491DEB4-5293-4729-8A2B-1ABBC9FDB441}" presName="desTx" presStyleLbl="alignAccFollowNode1" presStyleIdx="2" presStyleCnt="4">
        <dgm:presLayoutVars>
          <dgm:bulletEnabled val="1"/>
        </dgm:presLayoutVars>
      </dgm:prSet>
      <dgm:spPr/>
      <dgm:t>
        <a:bodyPr/>
        <a:lstStyle/>
        <a:p>
          <a:endParaRPr lang="zh-CN" altLang="en-US"/>
        </a:p>
      </dgm:t>
    </dgm:pt>
    <dgm:pt modelId="{2AA814C3-3DB4-42F8-A1F7-E5FB01EF7EB5}" type="pres">
      <dgm:prSet presAssocID="{E99740CE-4B86-455D-997B-5F9E6C2CDD71}" presName="space" presStyleCnt="0"/>
      <dgm:spPr/>
    </dgm:pt>
    <dgm:pt modelId="{349E7FF0-545E-4562-844F-E18C6FD1A79E}" type="pres">
      <dgm:prSet presAssocID="{E3B14120-BFA7-4A3F-8965-F02EA32984DE}" presName="composite" presStyleCnt="0"/>
      <dgm:spPr/>
    </dgm:pt>
    <dgm:pt modelId="{56CAB7F6-1469-4B44-A5E9-9C58A3FFE456}" type="pres">
      <dgm:prSet presAssocID="{E3B14120-BFA7-4A3F-8965-F02EA32984DE}" presName="parTx" presStyleLbl="alignNode1" presStyleIdx="3" presStyleCnt="4">
        <dgm:presLayoutVars>
          <dgm:chMax val="0"/>
          <dgm:chPref val="0"/>
          <dgm:bulletEnabled val="1"/>
        </dgm:presLayoutVars>
      </dgm:prSet>
      <dgm:spPr/>
      <dgm:t>
        <a:bodyPr/>
        <a:lstStyle/>
        <a:p>
          <a:endParaRPr lang="zh-CN" altLang="en-US"/>
        </a:p>
      </dgm:t>
    </dgm:pt>
    <dgm:pt modelId="{8BAFBF49-3E68-49BC-8C9A-CFD3A3C8BE9D}" type="pres">
      <dgm:prSet presAssocID="{E3B14120-BFA7-4A3F-8965-F02EA32984DE}" presName="desTx" presStyleLbl="alignAccFollowNode1" presStyleIdx="3" presStyleCnt="4">
        <dgm:presLayoutVars>
          <dgm:bulletEnabled val="1"/>
        </dgm:presLayoutVars>
      </dgm:prSet>
      <dgm:spPr/>
      <dgm:t>
        <a:bodyPr/>
        <a:lstStyle/>
        <a:p>
          <a:endParaRPr lang="zh-CN" altLang="en-US"/>
        </a:p>
      </dgm:t>
    </dgm:pt>
  </dgm:ptLst>
  <dgm:cxnLst>
    <dgm:cxn modelId="{AB63CEB6-8B93-4CD8-8040-A1CA3CB9400F}" type="presOf" srcId="{15625C08-611C-4AFA-B6A9-D7B6BB11078A}" destId="{A825915A-0F5D-45B0-951C-506DB62E19CB}" srcOrd="0" destOrd="0" presId="urn:microsoft.com/office/officeart/2005/8/layout/hList1"/>
    <dgm:cxn modelId="{1681B81F-9313-4044-9656-FA95B1B093AC}" srcId="{9491DEB4-5293-4729-8A2B-1ABBC9FDB441}" destId="{B8FEE202-1F0D-43E9-AE55-491AB9565181}" srcOrd="0" destOrd="0" parTransId="{14EA7E3D-6C21-4004-A1B4-99FE219C15A8}" sibTransId="{BB83025A-6CB7-445D-99A3-257102E6B13E}"/>
    <dgm:cxn modelId="{9831A313-F614-42A7-B72D-59353F4DE66D}" type="presOf" srcId="{9491DEB4-5293-4729-8A2B-1ABBC9FDB441}" destId="{E9B4B017-F81A-4A66-B176-203884655FCE}" srcOrd="0" destOrd="0" presId="urn:microsoft.com/office/officeart/2005/8/layout/hList1"/>
    <dgm:cxn modelId="{B0E3FE9C-65D3-496E-988B-306B578A77D0}" type="presOf" srcId="{B8FEE202-1F0D-43E9-AE55-491AB9565181}" destId="{D6AAD90A-C9C0-4EBC-9BB9-8845D0CA0035}" srcOrd="0" destOrd="0" presId="urn:microsoft.com/office/officeart/2005/8/layout/hList1"/>
    <dgm:cxn modelId="{D8A6FA9A-878C-4E92-9E28-62E776E2AD4A}" type="presOf" srcId="{4ED53EF9-9D4D-4EF2-BABE-EDC351DB98E1}" destId="{B00DC242-0540-49D4-AE6A-F4B2B52E1642}" srcOrd="0" destOrd="0" presId="urn:microsoft.com/office/officeart/2005/8/layout/hList1"/>
    <dgm:cxn modelId="{515E1E2C-C248-4DCD-B1E7-2DF3A0FD3D4A}" type="presOf" srcId="{7E0FAE25-35E7-49E3-8D41-353DE9EACB18}" destId="{81D149E4-84C4-455E-8467-024E4D9C55F3}" srcOrd="0" destOrd="0" presId="urn:microsoft.com/office/officeart/2005/8/layout/hList1"/>
    <dgm:cxn modelId="{B08335BA-7268-40D5-83DA-91E52A54E477}" type="presOf" srcId="{786FFB0E-C258-491F-BB8C-02C7B310525C}" destId="{8BAFBF49-3E68-49BC-8C9A-CFD3A3C8BE9D}" srcOrd="0" destOrd="0" presId="urn:microsoft.com/office/officeart/2005/8/layout/hList1"/>
    <dgm:cxn modelId="{C852BF4D-470B-4AB9-A055-608F7669279D}" srcId="{15625C08-611C-4AFA-B6A9-D7B6BB11078A}" destId="{302D3E9E-58B5-4A7F-ACCC-616F03EFEDC0}" srcOrd="1" destOrd="0" parTransId="{0EBB735F-C343-49D3-833F-E5869E66CEAA}" sibTransId="{3779835F-36E8-4360-BDDD-205CFDA92A0B}"/>
    <dgm:cxn modelId="{14373367-09D9-425B-A959-BCB83FF03778}" srcId="{E3B14120-BFA7-4A3F-8965-F02EA32984DE}" destId="{786FFB0E-C258-491F-BB8C-02C7B310525C}" srcOrd="0" destOrd="0" parTransId="{5C167B16-906D-4BC0-A79D-EA2D1F8E9F68}" sibTransId="{EEB67F0F-C3E0-4EA4-B388-9E2653808B69}"/>
    <dgm:cxn modelId="{002480AE-85EF-48CF-BC7F-6BA3B9FFFBCA}" srcId="{15625C08-611C-4AFA-B6A9-D7B6BB11078A}" destId="{4ED53EF9-9D4D-4EF2-BABE-EDC351DB98E1}" srcOrd="0" destOrd="0" parTransId="{3B858EFA-E5DB-4F17-9787-FDCA97F6D103}" sibTransId="{4F171929-2C11-4CDC-983F-E66D5A68FDFF}"/>
    <dgm:cxn modelId="{54F758E2-7BF7-40B7-815B-29385760C542}" srcId="{4ED53EF9-9D4D-4EF2-BABE-EDC351DB98E1}" destId="{7E0FAE25-35E7-49E3-8D41-353DE9EACB18}" srcOrd="0" destOrd="0" parTransId="{36DEA745-8C92-44DB-80B5-75EBD201ED71}" sibTransId="{2D789BC5-B841-448F-8E6B-D1E0B63D0C0B}"/>
    <dgm:cxn modelId="{5947CAA8-FFC3-47AF-93E1-F3C457CD3030}" type="presOf" srcId="{302D3E9E-58B5-4A7F-ACCC-616F03EFEDC0}" destId="{0AF9382B-E9AB-4B4D-9C17-2EEDC753367F}" srcOrd="0" destOrd="0" presId="urn:microsoft.com/office/officeart/2005/8/layout/hList1"/>
    <dgm:cxn modelId="{B88C5476-D5FC-411D-8358-87CD5AA0A4CE}" type="presOf" srcId="{E3B14120-BFA7-4A3F-8965-F02EA32984DE}" destId="{56CAB7F6-1469-4B44-A5E9-9C58A3FFE456}" srcOrd="0" destOrd="0" presId="urn:microsoft.com/office/officeart/2005/8/layout/hList1"/>
    <dgm:cxn modelId="{0814FC2B-8103-4F70-92BD-D7039AE1B9BF}" srcId="{15625C08-611C-4AFA-B6A9-D7B6BB11078A}" destId="{E3B14120-BFA7-4A3F-8965-F02EA32984DE}" srcOrd="3" destOrd="0" parTransId="{639EA405-3CDF-45DE-AFF6-EA6D2D355220}" sibTransId="{35FD38D7-BC33-468E-B839-AB6A83DCA1A1}"/>
    <dgm:cxn modelId="{927AE8B8-0F78-450C-8034-FC45DBA5DE13}" srcId="{302D3E9E-58B5-4A7F-ACCC-616F03EFEDC0}" destId="{CCAF0886-E1B4-4E06-A83D-78FF78B52FE5}" srcOrd="0" destOrd="0" parTransId="{00F0203F-288E-4708-94E5-44535EEA6E49}" sibTransId="{212DEACA-0969-424C-9258-296D5AA6A871}"/>
    <dgm:cxn modelId="{B3028D90-2217-4FE7-B346-6921CCBCC99F}" type="presOf" srcId="{CCAF0886-E1B4-4E06-A83D-78FF78B52FE5}" destId="{1B2B41E8-AA0C-4ACA-9DFD-0DE5100D92A1}" srcOrd="0" destOrd="0" presId="urn:microsoft.com/office/officeart/2005/8/layout/hList1"/>
    <dgm:cxn modelId="{521A477C-DFA3-4645-9989-6159478D1C0E}" srcId="{15625C08-611C-4AFA-B6A9-D7B6BB11078A}" destId="{9491DEB4-5293-4729-8A2B-1ABBC9FDB441}" srcOrd="2" destOrd="0" parTransId="{A7CAD76A-8F26-4CE4-BF0D-0083A32956B1}" sibTransId="{E99740CE-4B86-455D-997B-5F9E6C2CDD71}"/>
    <dgm:cxn modelId="{C5064970-6AD1-4026-8D02-D999FA38C4CB}" type="presParOf" srcId="{A825915A-0F5D-45B0-951C-506DB62E19CB}" destId="{6BA4850C-5960-4261-9452-D15E0E0CDB5A}" srcOrd="0" destOrd="0" presId="urn:microsoft.com/office/officeart/2005/8/layout/hList1"/>
    <dgm:cxn modelId="{1EF0689E-7000-4307-97BA-A291CCB1D4B3}" type="presParOf" srcId="{6BA4850C-5960-4261-9452-D15E0E0CDB5A}" destId="{B00DC242-0540-49D4-AE6A-F4B2B52E1642}" srcOrd="0" destOrd="0" presId="urn:microsoft.com/office/officeart/2005/8/layout/hList1"/>
    <dgm:cxn modelId="{547CDAF8-3A8F-4B0A-9A7E-FDBE4845112D}" type="presParOf" srcId="{6BA4850C-5960-4261-9452-D15E0E0CDB5A}" destId="{81D149E4-84C4-455E-8467-024E4D9C55F3}" srcOrd="1" destOrd="0" presId="urn:microsoft.com/office/officeart/2005/8/layout/hList1"/>
    <dgm:cxn modelId="{4E402161-177E-4CA2-8770-F2DDBB9F54C4}" type="presParOf" srcId="{A825915A-0F5D-45B0-951C-506DB62E19CB}" destId="{EDC7A048-0411-4AE5-9BCB-A4E514B351FC}" srcOrd="1" destOrd="0" presId="urn:microsoft.com/office/officeart/2005/8/layout/hList1"/>
    <dgm:cxn modelId="{1A388092-F1F4-4629-8C92-1CAF5AE01A25}" type="presParOf" srcId="{A825915A-0F5D-45B0-951C-506DB62E19CB}" destId="{F4A184B8-0D98-498C-9616-E7C0582BBD5C}" srcOrd="2" destOrd="0" presId="urn:microsoft.com/office/officeart/2005/8/layout/hList1"/>
    <dgm:cxn modelId="{B3751AAE-C663-4BA4-A656-3A862A0DD75A}" type="presParOf" srcId="{F4A184B8-0D98-498C-9616-E7C0582BBD5C}" destId="{0AF9382B-E9AB-4B4D-9C17-2EEDC753367F}" srcOrd="0" destOrd="0" presId="urn:microsoft.com/office/officeart/2005/8/layout/hList1"/>
    <dgm:cxn modelId="{F38CFE48-60B9-4772-B430-F45DDF4B2C34}" type="presParOf" srcId="{F4A184B8-0D98-498C-9616-E7C0582BBD5C}" destId="{1B2B41E8-AA0C-4ACA-9DFD-0DE5100D92A1}" srcOrd="1" destOrd="0" presId="urn:microsoft.com/office/officeart/2005/8/layout/hList1"/>
    <dgm:cxn modelId="{1D40A6F7-B2EB-4569-BD49-A3DEFF0163E0}" type="presParOf" srcId="{A825915A-0F5D-45B0-951C-506DB62E19CB}" destId="{F9117EED-D68E-4F0C-A379-B32488C46931}" srcOrd="3" destOrd="0" presId="urn:microsoft.com/office/officeart/2005/8/layout/hList1"/>
    <dgm:cxn modelId="{76652A11-C449-4738-BDBC-21A4EF583A6D}" type="presParOf" srcId="{A825915A-0F5D-45B0-951C-506DB62E19CB}" destId="{A911D077-BE0B-44CE-98A8-E8FB5122AC8B}" srcOrd="4" destOrd="0" presId="urn:microsoft.com/office/officeart/2005/8/layout/hList1"/>
    <dgm:cxn modelId="{25766909-312B-44AD-AE28-FAC6681D6894}" type="presParOf" srcId="{A911D077-BE0B-44CE-98A8-E8FB5122AC8B}" destId="{E9B4B017-F81A-4A66-B176-203884655FCE}" srcOrd="0" destOrd="0" presId="urn:microsoft.com/office/officeart/2005/8/layout/hList1"/>
    <dgm:cxn modelId="{6DA4513E-54B0-4BF3-B0A4-468FF32E2226}" type="presParOf" srcId="{A911D077-BE0B-44CE-98A8-E8FB5122AC8B}" destId="{D6AAD90A-C9C0-4EBC-9BB9-8845D0CA0035}" srcOrd="1" destOrd="0" presId="urn:microsoft.com/office/officeart/2005/8/layout/hList1"/>
    <dgm:cxn modelId="{7976D00F-5E88-43AF-9E9E-20AA58EB6AAE}" type="presParOf" srcId="{A825915A-0F5D-45B0-951C-506DB62E19CB}" destId="{2AA814C3-3DB4-42F8-A1F7-E5FB01EF7EB5}" srcOrd="5" destOrd="0" presId="urn:microsoft.com/office/officeart/2005/8/layout/hList1"/>
    <dgm:cxn modelId="{2AFB5256-3628-4D49-A3C5-B2B834A12EE6}" type="presParOf" srcId="{A825915A-0F5D-45B0-951C-506DB62E19CB}" destId="{349E7FF0-545E-4562-844F-E18C6FD1A79E}" srcOrd="6" destOrd="0" presId="urn:microsoft.com/office/officeart/2005/8/layout/hList1"/>
    <dgm:cxn modelId="{C80692BE-DE9D-4067-9FCB-AB776099DBEF}" type="presParOf" srcId="{349E7FF0-545E-4562-844F-E18C6FD1A79E}" destId="{56CAB7F6-1469-4B44-A5E9-9C58A3FFE456}" srcOrd="0" destOrd="0" presId="urn:microsoft.com/office/officeart/2005/8/layout/hList1"/>
    <dgm:cxn modelId="{039E1DD3-3CBF-4686-9731-3C5FC19A9DD4}" type="presParOf" srcId="{349E7FF0-545E-4562-844F-E18C6FD1A79E}" destId="{8BAFBF49-3E68-49BC-8C9A-CFD3A3C8BE9D}"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625C08-611C-4AFA-B6A9-D7B6BB11078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4ED53EF9-9D4D-4EF2-BABE-EDC351DB98E1}">
      <dgm:prSet/>
      <dgm:spPr/>
      <dgm:t>
        <a:bodyPr/>
        <a:lstStyle/>
        <a:p>
          <a:pPr rtl="0"/>
          <a:r>
            <a:rPr lang="zh-CN" altLang="en-US" b="1" dirty="0" smtClean="0">
              <a:latin typeface="微软雅黑" panose="020B0503020204020204" pitchFamily="34" charset="-122"/>
              <a:ea typeface="微软雅黑" panose="020B0503020204020204" pitchFamily="34" charset="-122"/>
            </a:rPr>
            <a:t>局域网</a:t>
          </a:r>
          <a:endParaRPr lang="zh-CN" b="1" dirty="0">
            <a:latin typeface="微软雅黑" panose="020B0503020204020204" pitchFamily="34" charset="-122"/>
            <a:ea typeface="微软雅黑" panose="020B0503020204020204" pitchFamily="34" charset="-122"/>
          </a:endParaRPr>
        </a:p>
      </dgm:t>
    </dgm:pt>
    <dgm:pt modelId="{3B858EFA-E5DB-4F17-9787-FDCA97F6D103}" cxnId="{002480AE-85EF-48CF-BC7F-6BA3B9FFFBCA}" type="parTrans">
      <dgm:prSet/>
      <dgm:spPr/>
      <dgm:t>
        <a:bodyPr/>
        <a:lstStyle/>
        <a:p>
          <a:endParaRPr lang="zh-CN" altLang="en-US"/>
        </a:p>
      </dgm:t>
    </dgm:pt>
    <dgm:pt modelId="{4F171929-2C11-4CDC-983F-E66D5A68FDFF}" cxnId="{002480AE-85EF-48CF-BC7F-6BA3B9FFFBCA}" type="sibTrans">
      <dgm:prSet/>
      <dgm:spPr/>
      <dgm:t>
        <a:bodyPr/>
        <a:lstStyle/>
        <a:p>
          <a:endParaRPr lang="zh-CN" altLang="en-US"/>
        </a:p>
      </dgm:t>
    </dgm:pt>
    <dgm:pt modelId="{302D3E9E-58B5-4A7F-ACCC-616F03EFEDC0}">
      <dgm:prSet/>
      <dgm:spPr/>
      <dgm:t>
        <a:bodyPr/>
        <a:lstStyle/>
        <a:p>
          <a:pPr rtl="0"/>
          <a:r>
            <a:rPr lang="zh-CN" altLang="en-US" b="1" dirty="0" smtClean="0">
              <a:latin typeface="微软雅黑" panose="020B0503020204020204" pitchFamily="34" charset="-122"/>
              <a:ea typeface="微软雅黑" panose="020B0503020204020204" pitchFamily="34" charset="-122"/>
            </a:rPr>
            <a:t>城域网</a:t>
          </a:r>
          <a:endParaRPr lang="zh-CN" b="1" dirty="0">
            <a:latin typeface="微软雅黑" panose="020B0503020204020204" pitchFamily="34" charset="-122"/>
            <a:ea typeface="微软雅黑" panose="020B0503020204020204" pitchFamily="34" charset="-122"/>
          </a:endParaRPr>
        </a:p>
      </dgm:t>
    </dgm:pt>
    <dgm:pt modelId="{0EBB735F-C343-49D3-833F-E5869E66CEAA}" cxnId="{C852BF4D-470B-4AB9-A055-608F7669279D}" type="parTrans">
      <dgm:prSet/>
      <dgm:spPr/>
      <dgm:t>
        <a:bodyPr/>
        <a:lstStyle/>
        <a:p>
          <a:endParaRPr lang="zh-CN" altLang="en-US"/>
        </a:p>
      </dgm:t>
    </dgm:pt>
    <dgm:pt modelId="{3779835F-36E8-4360-BDDD-205CFDA92A0B}" cxnId="{C852BF4D-470B-4AB9-A055-608F7669279D}" type="sibTrans">
      <dgm:prSet/>
      <dgm:spPr/>
      <dgm:t>
        <a:bodyPr/>
        <a:lstStyle/>
        <a:p>
          <a:endParaRPr lang="zh-CN" altLang="en-US"/>
        </a:p>
      </dgm:t>
    </dgm:pt>
    <dgm:pt modelId="{9491DEB4-5293-4729-8A2B-1ABBC9FDB441}">
      <dgm:prSet/>
      <dgm:spPr/>
      <dgm:t>
        <a:bodyPr/>
        <a:lstStyle/>
        <a:p>
          <a:pPr rtl="0"/>
          <a:r>
            <a:rPr lang="zh-CN" altLang="en-US" b="1" dirty="0" smtClean="0">
              <a:latin typeface="微软雅黑" panose="020B0503020204020204" pitchFamily="34" charset="-122"/>
              <a:ea typeface="微软雅黑" panose="020B0503020204020204" pitchFamily="34" charset="-122"/>
            </a:rPr>
            <a:t>广域网</a:t>
          </a:r>
          <a:endParaRPr lang="zh-CN" b="1" dirty="0">
            <a:latin typeface="微软雅黑" panose="020B0503020204020204" pitchFamily="34" charset="-122"/>
            <a:ea typeface="微软雅黑" panose="020B0503020204020204" pitchFamily="34" charset="-122"/>
          </a:endParaRPr>
        </a:p>
      </dgm:t>
    </dgm:pt>
    <dgm:pt modelId="{A7CAD76A-8F26-4CE4-BF0D-0083A32956B1}" cxnId="{521A477C-DFA3-4645-9989-6159478D1C0E}" type="parTrans">
      <dgm:prSet/>
      <dgm:spPr/>
      <dgm:t>
        <a:bodyPr/>
        <a:lstStyle/>
        <a:p>
          <a:endParaRPr lang="zh-CN" altLang="en-US"/>
        </a:p>
      </dgm:t>
    </dgm:pt>
    <dgm:pt modelId="{E99740CE-4B86-455D-997B-5F9E6C2CDD71}" cxnId="{521A477C-DFA3-4645-9989-6159478D1C0E}" type="sibTrans">
      <dgm:prSet/>
      <dgm:spPr/>
      <dgm:t>
        <a:bodyPr/>
        <a:lstStyle/>
        <a:p>
          <a:endParaRPr lang="zh-CN" altLang="en-US"/>
        </a:p>
      </dgm:t>
    </dgm:pt>
    <dgm:pt modelId="{7E0FAE25-35E7-49E3-8D41-353DE9EACB18}">
      <dgm:prSet/>
      <dgm:spPr/>
      <dgm:t>
        <a:bodyPr/>
        <a:lstStyle/>
        <a:p>
          <a:r>
            <a:rPr lang="zh-CN" altLang="en-US" dirty="0" smtClean="0"/>
            <a:t>局域网（</a:t>
          </a:r>
          <a:r>
            <a:rPr lang="en-US" altLang="zh-CN" dirty="0" smtClean="0"/>
            <a:t>LAN</a:t>
          </a:r>
          <a:r>
            <a:rPr lang="zh-CN" altLang="en-US" dirty="0" smtClean="0"/>
            <a:t>）是指将较小地理范围内的各种计算机网络设备互连在一起而形成的通信网络。</a:t>
          </a:r>
          <a:endParaRPr lang="zh-CN" altLang="en-US" dirty="0"/>
        </a:p>
      </dgm:t>
    </dgm:pt>
    <dgm:pt modelId="{36DEA745-8C92-44DB-80B5-75EBD201ED71}" cxnId="{54F758E2-7BF7-40B7-815B-29385760C542}" type="parTrans">
      <dgm:prSet/>
      <dgm:spPr/>
      <dgm:t>
        <a:bodyPr/>
        <a:lstStyle/>
        <a:p>
          <a:endParaRPr lang="zh-CN" altLang="en-US"/>
        </a:p>
      </dgm:t>
    </dgm:pt>
    <dgm:pt modelId="{2D789BC5-B841-448F-8E6B-D1E0B63D0C0B}" cxnId="{54F758E2-7BF7-40B7-815B-29385760C542}" type="sibTrans">
      <dgm:prSet/>
      <dgm:spPr/>
      <dgm:t>
        <a:bodyPr/>
        <a:lstStyle/>
        <a:p>
          <a:endParaRPr lang="zh-CN" altLang="en-US"/>
        </a:p>
      </dgm:t>
    </dgm:pt>
    <dgm:pt modelId="{CCAF0886-E1B4-4E06-A83D-78FF78B52FE5}">
      <dgm:prSet/>
      <dgm:spPr/>
      <dgm:t>
        <a:bodyPr/>
        <a:lstStyle/>
        <a:p>
          <a:r>
            <a:rPr lang="zh-CN" altLang="en-US" dirty="0" smtClean="0"/>
            <a:t>城域网（</a:t>
          </a:r>
          <a:r>
            <a:rPr lang="en-US" altLang="zh-CN" dirty="0" smtClean="0"/>
            <a:t>MAN</a:t>
          </a:r>
          <a:r>
            <a:rPr lang="zh-CN" altLang="en-US" dirty="0" smtClean="0"/>
            <a:t>）是介于局域网和广域网之间的一种高速网络。</a:t>
          </a:r>
          <a:endParaRPr lang="zh-CN" altLang="en-US" dirty="0"/>
        </a:p>
      </dgm:t>
    </dgm:pt>
    <dgm:pt modelId="{00F0203F-288E-4708-94E5-44535EEA6E49}" cxnId="{927AE8B8-0F78-450C-8034-FC45DBA5DE13}" type="parTrans">
      <dgm:prSet/>
      <dgm:spPr/>
      <dgm:t>
        <a:bodyPr/>
        <a:lstStyle/>
        <a:p>
          <a:endParaRPr lang="zh-CN" altLang="en-US"/>
        </a:p>
      </dgm:t>
    </dgm:pt>
    <dgm:pt modelId="{212DEACA-0969-424C-9258-296D5AA6A871}" cxnId="{927AE8B8-0F78-450C-8034-FC45DBA5DE13}" type="sibTrans">
      <dgm:prSet/>
      <dgm:spPr/>
      <dgm:t>
        <a:bodyPr/>
        <a:lstStyle/>
        <a:p>
          <a:endParaRPr lang="zh-CN" altLang="en-US"/>
        </a:p>
      </dgm:t>
    </dgm:pt>
    <dgm:pt modelId="{B8FEE202-1F0D-43E9-AE55-491AB9565181}">
      <dgm:prSet/>
      <dgm:spPr/>
      <dgm:t>
        <a:bodyPr/>
        <a:lstStyle/>
        <a:p>
          <a:r>
            <a:rPr lang="zh-CN" altLang="en-US" dirty="0" smtClean="0"/>
            <a:t>广域网（</a:t>
          </a:r>
          <a:r>
            <a:rPr lang="en-US" altLang="zh-CN" dirty="0" smtClean="0"/>
            <a:t>WAN</a:t>
          </a:r>
          <a:r>
            <a:rPr lang="zh-CN" altLang="en-US" dirty="0" smtClean="0"/>
            <a:t>）覆盖的范围为数十千米至数千千米。广域网可以覆盖一个国家、地区，或横跨几个洲，形成国际性的远程计算机网络。</a:t>
          </a:r>
          <a:endParaRPr lang="zh-CN" altLang="en-US" dirty="0"/>
        </a:p>
      </dgm:t>
    </dgm:pt>
    <dgm:pt modelId="{14EA7E3D-6C21-4004-A1B4-99FE219C15A8}" cxnId="{1681B81F-9313-4044-9656-FA95B1B093AC}" type="parTrans">
      <dgm:prSet/>
      <dgm:spPr/>
      <dgm:t>
        <a:bodyPr/>
        <a:lstStyle/>
        <a:p>
          <a:endParaRPr lang="zh-CN" altLang="en-US"/>
        </a:p>
      </dgm:t>
    </dgm:pt>
    <dgm:pt modelId="{BB83025A-6CB7-445D-99A3-257102E6B13E}" cxnId="{1681B81F-9313-4044-9656-FA95B1B093AC}" type="sibTrans">
      <dgm:prSet/>
      <dgm:spPr/>
      <dgm:t>
        <a:bodyPr/>
        <a:lstStyle/>
        <a:p>
          <a:endParaRPr lang="zh-CN" altLang="en-US"/>
        </a:p>
      </dgm:t>
    </dgm:pt>
    <dgm:pt modelId="{A825915A-0F5D-45B0-951C-506DB62E19CB}" type="pres">
      <dgm:prSet presAssocID="{15625C08-611C-4AFA-B6A9-D7B6BB11078A}" presName="Name0" presStyleCnt="0">
        <dgm:presLayoutVars>
          <dgm:dir/>
          <dgm:animLvl val="lvl"/>
          <dgm:resizeHandles val="exact"/>
        </dgm:presLayoutVars>
      </dgm:prSet>
      <dgm:spPr/>
      <dgm:t>
        <a:bodyPr/>
        <a:lstStyle/>
        <a:p>
          <a:endParaRPr lang="zh-CN" altLang="en-US"/>
        </a:p>
      </dgm:t>
    </dgm:pt>
    <dgm:pt modelId="{6BA4850C-5960-4261-9452-D15E0E0CDB5A}" type="pres">
      <dgm:prSet presAssocID="{4ED53EF9-9D4D-4EF2-BABE-EDC351DB98E1}" presName="composite" presStyleCnt="0"/>
      <dgm:spPr/>
    </dgm:pt>
    <dgm:pt modelId="{B00DC242-0540-49D4-AE6A-F4B2B52E1642}" type="pres">
      <dgm:prSet presAssocID="{4ED53EF9-9D4D-4EF2-BABE-EDC351DB98E1}" presName="parTx" presStyleLbl="alignNode1" presStyleIdx="0" presStyleCnt="3">
        <dgm:presLayoutVars>
          <dgm:chMax val="0"/>
          <dgm:chPref val="0"/>
          <dgm:bulletEnabled val="1"/>
        </dgm:presLayoutVars>
      </dgm:prSet>
      <dgm:spPr/>
      <dgm:t>
        <a:bodyPr/>
        <a:lstStyle/>
        <a:p>
          <a:endParaRPr lang="zh-CN" altLang="en-US"/>
        </a:p>
      </dgm:t>
    </dgm:pt>
    <dgm:pt modelId="{81D149E4-84C4-455E-8467-024E4D9C55F3}" type="pres">
      <dgm:prSet presAssocID="{4ED53EF9-9D4D-4EF2-BABE-EDC351DB98E1}" presName="desTx" presStyleLbl="alignAccFollowNode1" presStyleIdx="0" presStyleCnt="3">
        <dgm:presLayoutVars>
          <dgm:bulletEnabled val="1"/>
        </dgm:presLayoutVars>
      </dgm:prSet>
      <dgm:spPr/>
      <dgm:t>
        <a:bodyPr/>
        <a:lstStyle/>
        <a:p>
          <a:endParaRPr lang="zh-CN" altLang="en-US"/>
        </a:p>
      </dgm:t>
    </dgm:pt>
    <dgm:pt modelId="{EDC7A048-0411-4AE5-9BCB-A4E514B351FC}" type="pres">
      <dgm:prSet presAssocID="{4F171929-2C11-4CDC-983F-E66D5A68FDFF}" presName="space" presStyleCnt="0"/>
      <dgm:spPr/>
    </dgm:pt>
    <dgm:pt modelId="{F4A184B8-0D98-498C-9616-E7C0582BBD5C}" type="pres">
      <dgm:prSet presAssocID="{302D3E9E-58B5-4A7F-ACCC-616F03EFEDC0}" presName="composite" presStyleCnt="0"/>
      <dgm:spPr/>
    </dgm:pt>
    <dgm:pt modelId="{0AF9382B-E9AB-4B4D-9C17-2EEDC753367F}" type="pres">
      <dgm:prSet presAssocID="{302D3E9E-58B5-4A7F-ACCC-616F03EFEDC0}" presName="parTx" presStyleLbl="alignNode1" presStyleIdx="1" presStyleCnt="3">
        <dgm:presLayoutVars>
          <dgm:chMax val="0"/>
          <dgm:chPref val="0"/>
          <dgm:bulletEnabled val="1"/>
        </dgm:presLayoutVars>
      </dgm:prSet>
      <dgm:spPr/>
      <dgm:t>
        <a:bodyPr/>
        <a:lstStyle/>
        <a:p>
          <a:endParaRPr lang="zh-CN" altLang="en-US"/>
        </a:p>
      </dgm:t>
    </dgm:pt>
    <dgm:pt modelId="{1B2B41E8-AA0C-4ACA-9DFD-0DE5100D92A1}" type="pres">
      <dgm:prSet presAssocID="{302D3E9E-58B5-4A7F-ACCC-616F03EFEDC0}" presName="desTx" presStyleLbl="alignAccFollowNode1" presStyleIdx="1" presStyleCnt="3">
        <dgm:presLayoutVars>
          <dgm:bulletEnabled val="1"/>
        </dgm:presLayoutVars>
      </dgm:prSet>
      <dgm:spPr/>
      <dgm:t>
        <a:bodyPr/>
        <a:lstStyle/>
        <a:p>
          <a:endParaRPr lang="zh-CN" altLang="en-US"/>
        </a:p>
      </dgm:t>
    </dgm:pt>
    <dgm:pt modelId="{F9117EED-D68E-4F0C-A379-B32488C46931}" type="pres">
      <dgm:prSet presAssocID="{3779835F-36E8-4360-BDDD-205CFDA92A0B}" presName="space" presStyleCnt="0"/>
      <dgm:spPr/>
    </dgm:pt>
    <dgm:pt modelId="{A911D077-BE0B-44CE-98A8-E8FB5122AC8B}" type="pres">
      <dgm:prSet presAssocID="{9491DEB4-5293-4729-8A2B-1ABBC9FDB441}" presName="composite" presStyleCnt="0"/>
      <dgm:spPr/>
    </dgm:pt>
    <dgm:pt modelId="{E9B4B017-F81A-4A66-B176-203884655FCE}" type="pres">
      <dgm:prSet presAssocID="{9491DEB4-5293-4729-8A2B-1ABBC9FDB441}" presName="parTx" presStyleLbl="alignNode1" presStyleIdx="2" presStyleCnt="3" custLinFactNeighborX="-49" custLinFactNeighborY="-212">
        <dgm:presLayoutVars>
          <dgm:chMax val="0"/>
          <dgm:chPref val="0"/>
          <dgm:bulletEnabled val="1"/>
        </dgm:presLayoutVars>
      </dgm:prSet>
      <dgm:spPr/>
      <dgm:t>
        <a:bodyPr/>
        <a:lstStyle/>
        <a:p>
          <a:endParaRPr lang="zh-CN" altLang="en-US"/>
        </a:p>
      </dgm:t>
    </dgm:pt>
    <dgm:pt modelId="{D6AAD90A-C9C0-4EBC-9BB9-8845D0CA0035}" type="pres">
      <dgm:prSet presAssocID="{9491DEB4-5293-4729-8A2B-1ABBC9FDB441}" presName="desTx" presStyleLbl="alignAccFollowNode1" presStyleIdx="2" presStyleCnt="3">
        <dgm:presLayoutVars>
          <dgm:bulletEnabled val="1"/>
        </dgm:presLayoutVars>
      </dgm:prSet>
      <dgm:spPr/>
      <dgm:t>
        <a:bodyPr/>
        <a:lstStyle/>
        <a:p>
          <a:endParaRPr lang="zh-CN" altLang="en-US"/>
        </a:p>
      </dgm:t>
    </dgm:pt>
  </dgm:ptLst>
  <dgm:cxnLst>
    <dgm:cxn modelId="{45BFA1EF-A68E-4930-A557-C2F26166BF8B}" type="presOf" srcId="{302D3E9E-58B5-4A7F-ACCC-616F03EFEDC0}" destId="{0AF9382B-E9AB-4B4D-9C17-2EEDC753367F}" srcOrd="0" destOrd="0" presId="urn:microsoft.com/office/officeart/2005/8/layout/hList1"/>
    <dgm:cxn modelId="{1681B81F-9313-4044-9656-FA95B1B093AC}" srcId="{9491DEB4-5293-4729-8A2B-1ABBC9FDB441}" destId="{B8FEE202-1F0D-43E9-AE55-491AB9565181}" srcOrd="0" destOrd="0" parTransId="{14EA7E3D-6C21-4004-A1B4-99FE219C15A8}" sibTransId="{BB83025A-6CB7-445D-99A3-257102E6B13E}"/>
    <dgm:cxn modelId="{CDD279B9-741A-4D8C-9D86-DC73F6980AC8}" type="presOf" srcId="{4ED53EF9-9D4D-4EF2-BABE-EDC351DB98E1}" destId="{B00DC242-0540-49D4-AE6A-F4B2B52E1642}" srcOrd="0" destOrd="0" presId="urn:microsoft.com/office/officeart/2005/8/layout/hList1"/>
    <dgm:cxn modelId="{C852BF4D-470B-4AB9-A055-608F7669279D}" srcId="{15625C08-611C-4AFA-B6A9-D7B6BB11078A}" destId="{302D3E9E-58B5-4A7F-ACCC-616F03EFEDC0}" srcOrd="1" destOrd="0" parTransId="{0EBB735F-C343-49D3-833F-E5869E66CEAA}" sibTransId="{3779835F-36E8-4360-BDDD-205CFDA92A0B}"/>
    <dgm:cxn modelId="{44FF5A69-22EF-4770-B617-EC9717B3D8C8}" type="presOf" srcId="{CCAF0886-E1B4-4E06-A83D-78FF78B52FE5}" destId="{1B2B41E8-AA0C-4ACA-9DFD-0DE5100D92A1}" srcOrd="0" destOrd="0" presId="urn:microsoft.com/office/officeart/2005/8/layout/hList1"/>
    <dgm:cxn modelId="{18AAB89C-D22A-42C9-B483-F610829E8E07}" type="presOf" srcId="{15625C08-611C-4AFA-B6A9-D7B6BB11078A}" destId="{A825915A-0F5D-45B0-951C-506DB62E19CB}" srcOrd="0" destOrd="0" presId="urn:microsoft.com/office/officeart/2005/8/layout/hList1"/>
    <dgm:cxn modelId="{002480AE-85EF-48CF-BC7F-6BA3B9FFFBCA}" srcId="{15625C08-611C-4AFA-B6A9-D7B6BB11078A}" destId="{4ED53EF9-9D4D-4EF2-BABE-EDC351DB98E1}" srcOrd="0" destOrd="0" parTransId="{3B858EFA-E5DB-4F17-9787-FDCA97F6D103}" sibTransId="{4F171929-2C11-4CDC-983F-E66D5A68FDFF}"/>
    <dgm:cxn modelId="{54F758E2-7BF7-40B7-815B-29385760C542}" srcId="{4ED53EF9-9D4D-4EF2-BABE-EDC351DB98E1}" destId="{7E0FAE25-35E7-49E3-8D41-353DE9EACB18}" srcOrd="0" destOrd="0" parTransId="{36DEA745-8C92-44DB-80B5-75EBD201ED71}" sibTransId="{2D789BC5-B841-448F-8E6B-D1E0B63D0C0B}"/>
    <dgm:cxn modelId="{A4491AC3-D859-47C9-8C0E-2BEFA5988841}" type="presOf" srcId="{7E0FAE25-35E7-49E3-8D41-353DE9EACB18}" destId="{81D149E4-84C4-455E-8467-024E4D9C55F3}" srcOrd="0" destOrd="0" presId="urn:microsoft.com/office/officeart/2005/8/layout/hList1"/>
    <dgm:cxn modelId="{927AE8B8-0F78-450C-8034-FC45DBA5DE13}" srcId="{302D3E9E-58B5-4A7F-ACCC-616F03EFEDC0}" destId="{CCAF0886-E1B4-4E06-A83D-78FF78B52FE5}" srcOrd="0" destOrd="0" parTransId="{00F0203F-288E-4708-94E5-44535EEA6E49}" sibTransId="{212DEACA-0969-424C-9258-296D5AA6A871}"/>
    <dgm:cxn modelId="{1A77E281-6C7B-4F73-A1BC-72F85948F345}" type="presOf" srcId="{B8FEE202-1F0D-43E9-AE55-491AB9565181}" destId="{D6AAD90A-C9C0-4EBC-9BB9-8845D0CA0035}" srcOrd="0" destOrd="0" presId="urn:microsoft.com/office/officeart/2005/8/layout/hList1"/>
    <dgm:cxn modelId="{521A477C-DFA3-4645-9989-6159478D1C0E}" srcId="{15625C08-611C-4AFA-B6A9-D7B6BB11078A}" destId="{9491DEB4-5293-4729-8A2B-1ABBC9FDB441}" srcOrd="2" destOrd="0" parTransId="{A7CAD76A-8F26-4CE4-BF0D-0083A32956B1}" sibTransId="{E99740CE-4B86-455D-997B-5F9E6C2CDD71}"/>
    <dgm:cxn modelId="{1B860679-D7EA-4106-B792-600EE78BF204}" type="presOf" srcId="{9491DEB4-5293-4729-8A2B-1ABBC9FDB441}" destId="{E9B4B017-F81A-4A66-B176-203884655FCE}" srcOrd="0" destOrd="0" presId="urn:microsoft.com/office/officeart/2005/8/layout/hList1"/>
    <dgm:cxn modelId="{9CB7CAB7-447E-4FBE-8127-7AAFABF74D25}" type="presParOf" srcId="{A825915A-0F5D-45B0-951C-506DB62E19CB}" destId="{6BA4850C-5960-4261-9452-D15E0E0CDB5A}" srcOrd="0" destOrd="0" presId="urn:microsoft.com/office/officeart/2005/8/layout/hList1"/>
    <dgm:cxn modelId="{772F01BC-4CD2-4F79-A6CA-B4F7048719EB}" type="presParOf" srcId="{6BA4850C-5960-4261-9452-D15E0E0CDB5A}" destId="{B00DC242-0540-49D4-AE6A-F4B2B52E1642}" srcOrd="0" destOrd="0" presId="urn:microsoft.com/office/officeart/2005/8/layout/hList1"/>
    <dgm:cxn modelId="{2D764CEF-F5F8-4579-9A4C-A8CDB1BB896E}" type="presParOf" srcId="{6BA4850C-5960-4261-9452-D15E0E0CDB5A}" destId="{81D149E4-84C4-455E-8467-024E4D9C55F3}" srcOrd="1" destOrd="0" presId="urn:microsoft.com/office/officeart/2005/8/layout/hList1"/>
    <dgm:cxn modelId="{E62464EE-5D73-4A7A-9AE8-2371B7C92C35}" type="presParOf" srcId="{A825915A-0F5D-45B0-951C-506DB62E19CB}" destId="{EDC7A048-0411-4AE5-9BCB-A4E514B351FC}" srcOrd="1" destOrd="0" presId="urn:microsoft.com/office/officeart/2005/8/layout/hList1"/>
    <dgm:cxn modelId="{A8D9C238-ADC9-48DB-816D-B5159DA858CE}" type="presParOf" srcId="{A825915A-0F5D-45B0-951C-506DB62E19CB}" destId="{F4A184B8-0D98-498C-9616-E7C0582BBD5C}" srcOrd="2" destOrd="0" presId="urn:microsoft.com/office/officeart/2005/8/layout/hList1"/>
    <dgm:cxn modelId="{BFA960BE-34E4-459A-BDD6-495E265D9D4F}" type="presParOf" srcId="{F4A184B8-0D98-498C-9616-E7C0582BBD5C}" destId="{0AF9382B-E9AB-4B4D-9C17-2EEDC753367F}" srcOrd="0" destOrd="0" presId="urn:microsoft.com/office/officeart/2005/8/layout/hList1"/>
    <dgm:cxn modelId="{08934D6D-6BED-4BF6-80DD-D1C32B872D79}" type="presParOf" srcId="{F4A184B8-0D98-498C-9616-E7C0582BBD5C}" destId="{1B2B41E8-AA0C-4ACA-9DFD-0DE5100D92A1}" srcOrd="1" destOrd="0" presId="urn:microsoft.com/office/officeart/2005/8/layout/hList1"/>
    <dgm:cxn modelId="{B3B33FC2-1A79-41F7-A410-55E519948958}" type="presParOf" srcId="{A825915A-0F5D-45B0-951C-506DB62E19CB}" destId="{F9117EED-D68E-4F0C-A379-B32488C46931}" srcOrd="3" destOrd="0" presId="urn:microsoft.com/office/officeart/2005/8/layout/hList1"/>
    <dgm:cxn modelId="{C70B728E-2EDA-4D24-8818-4C4CC374CF15}" type="presParOf" srcId="{A825915A-0F5D-45B0-951C-506DB62E19CB}" destId="{A911D077-BE0B-44CE-98A8-E8FB5122AC8B}" srcOrd="4" destOrd="0" presId="urn:microsoft.com/office/officeart/2005/8/layout/hList1"/>
    <dgm:cxn modelId="{E351D1D1-6416-48C2-B1C8-04DA4689E658}" type="presParOf" srcId="{A911D077-BE0B-44CE-98A8-E8FB5122AC8B}" destId="{E9B4B017-F81A-4A66-B176-203884655FCE}" srcOrd="0" destOrd="0" presId="urn:microsoft.com/office/officeart/2005/8/layout/hList1"/>
    <dgm:cxn modelId="{0F3AE812-DC79-46EA-9C35-AF50E9BA34C4}" type="presParOf" srcId="{A911D077-BE0B-44CE-98A8-E8FB5122AC8B}" destId="{D6AAD90A-C9C0-4EBC-9BB9-8845D0CA0035}"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D7EFD78-A0EC-473A-92C2-5EADCFDBBC3B}"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zh-CN" altLang="en-US"/>
        </a:p>
      </dgm:t>
    </dgm:pt>
    <dgm:pt modelId="{2735DE88-EFDD-460C-884B-DF7F0CFC5B07}">
      <dgm:prSet/>
      <dgm:spPr/>
      <dgm:t>
        <a:bodyPr/>
        <a:lstStyle/>
        <a:p>
          <a:pPr algn="l" rtl="0"/>
          <a:r>
            <a:rPr lang="zh-CN" baseline="0" dirty="0" smtClean="0"/>
            <a:t>分组交换具有多逻辑信道的能力，故中继线的电路利用率高；</a:t>
          </a:r>
          <a:endParaRPr lang="zh-CN" dirty="0"/>
        </a:p>
      </dgm:t>
    </dgm:pt>
    <dgm:pt modelId="{C53BE29F-F7BB-4160-B506-7F5C162A9820}" cxnId="{514BDD94-F4FB-434C-A521-6A7261CEE4D1}" type="parTrans">
      <dgm:prSet/>
      <dgm:spPr/>
      <dgm:t>
        <a:bodyPr/>
        <a:lstStyle/>
        <a:p>
          <a:endParaRPr lang="zh-CN" altLang="en-US"/>
        </a:p>
      </dgm:t>
    </dgm:pt>
    <dgm:pt modelId="{5D3AD902-50AD-4EF3-A785-DBC294320234}" cxnId="{514BDD94-F4FB-434C-A521-6A7261CEE4D1}" type="sibTrans">
      <dgm:prSet/>
      <dgm:spPr/>
      <dgm:t>
        <a:bodyPr/>
        <a:lstStyle/>
        <a:p>
          <a:endParaRPr lang="zh-CN" altLang="en-US"/>
        </a:p>
      </dgm:t>
    </dgm:pt>
    <dgm:pt modelId="{D6D855C4-CCE7-4579-AD78-A3C4554017C1}">
      <dgm:prSet/>
      <dgm:spPr/>
      <dgm:t>
        <a:bodyPr/>
        <a:lstStyle/>
        <a:p>
          <a:pPr algn="l" rtl="0"/>
          <a:r>
            <a:rPr lang="zh-CN" baseline="0" dirty="0" smtClean="0"/>
            <a:t>可实现分组交换网上的不同码型、速率和规程之间的终端互通；</a:t>
          </a:r>
          <a:endParaRPr lang="zh-CN" dirty="0"/>
        </a:p>
      </dgm:t>
    </dgm:pt>
    <dgm:pt modelId="{B0CD5391-D9C0-4953-9990-8F65BA081773}" cxnId="{5E51CAF4-AAB2-4F65-9CFD-AB0ECB6BC0D3}" type="parTrans">
      <dgm:prSet/>
      <dgm:spPr/>
      <dgm:t>
        <a:bodyPr/>
        <a:lstStyle/>
        <a:p>
          <a:endParaRPr lang="zh-CN" altLang="en-US"/>
        </a:p>
      </dgm:t>
    </dgm:pt>
    <dgm:pt modelId="{AC3C3F7F-E5E4-4CDD-8720-5D26D1D9137E}" cxnId="{5E51CAF4-AAB2-4F65-9CFD-AB0ECB6BC0D3}" type="sibTrans">
      <dgm:prSet/>
      <dgm:spPr/>
      <dgm:t>
        <a:bodyPr/>
        <a:lstStyle/>
        <a:p>
          <a:endParaRPr lang="zh-CN" altLang="en-US"/>
        </a:p>
      </dgm:t>
    </dgm:pt>
    <dgm:pt modelId="{8F733041-1FE2-4384-A1C3-5A2BC2608F46}">
      <dgm:prSet/>
      <dgm:spPr/>
      <dgm:t>
        <a:bodyPr/>
        <a:lstStyle/>
        <a:p>
          <a:pPr algn="l" rtl="0"/>
          <a:r>
            <a:rPr lang="zh-CN" baseline="0" dirty="0" smtClean="0"/>
            <a:t>由于分组交换具有差错检测和纠正的能力，故电路传送的误码率极小；</a:t>
          </a:r>
          <a:endParaRPr lang="zh-CN" dirty="0"/>
        </a:p>
      </dgm:t>
    </dgm:pt>
    <dgm:pt modelId="{C3C74489-1CBC-4223-A0B4-4D7010C2C255}" cxnId="{FD9649BE-E817-4B06-B6AD-387DD48416E3}" type="parTrans">
      <dgm:prSet/>
      <dgm:spPr/>
      <dgm:t>
        <a:bodyPr/>
        <a:lstStyle/>
        <a:p>
          <a:endParaRPr lang="zh-CN" altLang="en-US"/>
        </a:p>
      </dgm:t>
    </dgm:pt>
    <dgm:pt modelId="{7FAB8A9E-023F-425B-AE41-601B2476BFED}" cxnId="{FD9649BE-E817-4B06-B6AD-387DD48416E3}" type="sibTrans">
      <dgm:prSet/>
      <dgm:spPr/>
      <dgm:t>
        <a:bodyPr/>
        <a:lstStyle/>
        <a:p>
          <a:endParaRPr lang="zh-CN" altLang="en-US"/>
        </a:p>
      </dgm:t>
    </dgm:pt>
    <dgm:pt modelId="{D0BB96D9-B4AB-4160-BA94-C27816F969B7}">
      <dgm:prSet/>
      <dgm:spPr/>
      <dgm:t>
        <a:bodyPr/>
        <a:lstStyle/>
        <a:p>
          <a:pPr algn="l" rtl="0"/>
          <a:r>
            <a:rPr lang="zh-CN" baseline="0" dirty="0" smtClean="0"/>
            <a:t>分组交换的网络管理功能强。</a:t>
          </a:r>
          <a:endParaRPr lang="zh-CN" dirty="0"/>
        </a:p>
      </dgm:t>
    </dgm:pt>
    <dgm:pt modelId="{EFB5C45D-2EED-4F7E-96FF-FAFFF486F8B8}" cxnId="{9B7C2B11-BB4C-41BF-AFDB-C595E4621AF2}" type="parTrans">
      <dgm:prSet/>
      <dgm:spPr/>
      <dgm:t>
        <a:bodyPr/>
        <a:lstStyle/>
        <a:p>
          <a:endParaRPr lang="zh-CN" altLang="en-US"/>
        </a:p>
      </dgm:t>
    </dgm:pt>
    <dgm:pt modelId="{92129105-8D4C-4ED1-B7AC-A06908D85FB1}" cxnId="{9B7C2B11-BB4C-41BF-AFDB-C595E4621AF2}" type="sibTrans">
      <dgm:prSet/>
      <dgm:spPr/>
      <dgm:t>
        <a:bodyPr/>
        <a:lstStyle/>
        <a:p>
          <a:endParaRPr lang="zh-CN" altLang="en-US"/>
        </a:p>
      </dgm:t>
    </dgm:pt>
    <dgm:pt modelId="{85011236-D82A-4D98-BEB5-FC41D220EC91}" type="pres">
      <dgm:prSet presAssocID="{2D7EFD78-A0EC-473A-92C2-5EADCFDBBC3B}" presName="linearFlow" presStyleCnt="0">
        <dgm:presLayoutVars>
          <dgm:dir/>
          <dgm:resizeHandles val="exact"/>
        </dgm:presLayoutVars>
      </dgm:prSet>
      <dgm:spPr/>
      <dgm:t>
        <a:bodyPr/>
        <a:lstStyle/>
        <a:p>
          <a:endParaRPr lang="zh-CN" altLang="en-US"/>
        </a:p>
      </dgm:t>
    </dgm:pt>
    <dgm:pt modelId="{819188C9-2F81-4963-9654-678A8BDF444D}" type="pres">
      <dgm:prSet presAssocID="{2735DE88-EFDD-460C-884B-DF7F0CFC5B07}" presName="composite" presStyleCnt="0"/>
      <dgm:spPr/>
    </dgm:pt>
    <dgm:pt modelId="{6FD37C73-FDA6-4731-AED1-6AAC8AA6612F}" type="pres">
      <dgm:prSet presAssocID="{2735DE88-EFDD-460C-884B-DF7F0CFC5B07}" presName="imgShp" presStyleLbl="fgImgPlace1" presStyleIdx="0" presStyleCnt="4"/>
      <dgm:spPr/>
    </dgm:pt>
    <dgm:pt modelId="{2A800C20-06C0-4A3E-B15A-F70FE30896B1}" type="pres">
      <dgm:prSet presAssocID="{2735DE88-EFDD-460C-884B-DF7F0CFC5B07}" presName="txShp" presStyleLbl="node1" presStyleIdx="0" presStyleCnt="4">
        <dgm:presLayoutVars>
          <dgm:bulletEnabled val="1"/>
        </dgm:presLayoutVars>
      </dgm:prSet>
      <dgm:spPr/>
      <dgm:t>
        <a:bodyPr/>
        <a:lstStyle/>
        <a:p>
          <a:endParaRPr lang="zh-CN" altLang="en-US"/>
        </a:p>
      </dgm:t>
    </dgm:pt>
    <dgm:pt modelId="{159E145D-C76E-4DF1-89A9-3B02DFAE0B8E}" type="pres">
      <dgm:prSet presAssocID="{5D3AD902-50AD-4EF3-A785-DBC294320234}" presName="spacing" presStyleCnt="0"/>
      <dgm:spPr/>
    </dgm:pt>
    <dgm:pt modelId="{439F25A8-20CB-4F7B-B743-690353D8ACC7}" type="pres">
      <dgm:prSet presAssocID="{D6D855C4-CCE7-4579-AD78-A3C4554017C1}" presName="composite" presStyleCnt="0"/>
      <dgm:spPr/>
    </dgm:pt>
    <dgm:pt modelId="{4BDE7206-DC87-4855-8B38-FB1C9B2693EC}" type="pres">
      <dgm:prSet presAssocID="{D6D855C4-CCE7-4579-AD78-A3C4554017C1}" presName="imgShp" presStyleLbl="fgImgPlace1" presStyleIdx="1" presStyleCnt="4"/>
      <dgm:spPr/>
    </dgm:pt>
    <dgm:pt modelId="{0B41A2E9-4E79-46ED-A2DC-B57CC1C7D9B9}" type="pres">
      <dgm:prSet presAssocID="{D6D855C4-CCE7-4579-AD78-A3C4554017C1}" presName="txShp" presStyleLbl="node1" presStyleIdx="1" presStyleCnt="4">
        <dgm:presLayoutVars>
          <dgm:bulletEnabled val="1"/>
        </dgm:presLayoutVars>
      </dgm:prSet>
      <dgm:spPr/>
      <dgm:t>
        <a:bodyPr/>
        <a:lstStyle/>
        <a:p>
          <a:endParaRPr lang="zh-CN" altLang="en-US"/>
        </a:p>
      </dgm:t>
    </dgm:pt>
    <dgm:pt modelId="{2127FC41-35C6-45EB-947D-ED43E712D3E7}" type="pres">
      <dgm:prSet presAssocID="{AC3C3F7F-E5E4-4CDD-8720-5D26D1D9137E}" presName="spacing" presStyleCnt="0"/>
      <dgm:spPr/>
    </dgm:pt>
    <dgm:pt modelId="{AB79F750-ECAB-4CD1-BA27-EA8438D17C4E}" type="pres">
      <dgm:prSet presAssocID="{8F733041-1FE2-4384-A1C3-5A2BC2608F46}" presName="composite" presStyleCnt="0"/>
      <dgm:spPr/>
    </dgm:pt>
    <dgm:pt modelId="{148ED859-19DB-4D8A-965A-587B1174FA62}" type="pres">
      <dgm:prSet presAssocID="{8F733041-1FE2-4384-A1C3-5A2BC2608F46}" presName="imgShp" presStyleLbl="fgImgPlace1" presStyleIdx="2" presStyleCnt="4"/>
      <dgm:spPr/>
    </dgm:pt>
    <dgm:pt modelId="{DC189C23-CF8B-45CD-AF9C-FE1C2041C530}" type="pres">
      <dgm:prSet presAssocID="{8F733041-1FE2-4384-A1C3-5A2BC2608F46}" presName="txShp" presStyleLbl="node1" presStyleIdx="2" presStyleCnt="4">
        <dgm:presLayoutVars>
          <dgm:bulletEnabled val="1"/>
        </dgm:presLayoutVars>
      </dgm:prSet>
      <dgm:spPr/>
      <dgm:t>
        <a:bodyPr/>
        <a:lstStyle/>
        <a:p>
          <a:endParaRPr lang="zh-CN" altLang="en-US"/>
        </a:p>
      </dgm:t>
    </dgm:pt>
    <dgm:pt modelId="{4A62D885-BE12-46D5-94BA-C3FDDC7D9087}" type="pres">
      <dgm:prSet presAssocID="{7FAB8A9E-023F-425B-AE41-601B2476BFED}" presName="spacing" presStyleCnt="0"/>
      <dgm:spPr/>
    </dgm:pt>
    <dgm:pt modelId="{5ABEDCAE-EE5D-4C88-A307-914A76AA32D7}" type="pres">
      <dgm:prSet presAssocID="{D0BB96D9-B4AB-4160-BA94-C27816F969B7}" presName="composite" presStyleCnt="0"/>
      <dgm:spPr/>
    </dgm:pt>
    <dgm:pt modelId="{E62A0419-7857-48A4-B3BA-D32F401CA170}" type="pres">
      <dgm:prSet presAssocID="{D0BB96D9-B4AB-4160-BA94-C27816F969B7}" presName="imgShp" presStyleLbl="fgImgPlace1" presStyleIdx="3" presStyleCnt="4"/>
      <dgm:spPr/>
    </dgm:pt>
    <dgm:pt modelId="{83DBB714-841A-41C4-A5E0-5224AFB88C50}" type="pres">
      <dgm:prSet presAssocID="{D0BB96D9-B4AB-4160-BA94-C27816F969B7}" presName="txShp" presStyleLbl="node1" presStyleIdx="3" presStyleCnt="4">
        <dgm:presLayoutVars>
          <dgm:bulletEnabled val="1"/>
        </dgm:presLayoutVars>
      </dgm:prSet>
      <dgm:spPr/>
      <dgm:t>
        <a:bodyPr/>
        <a:lstStyle/>
        <a:p>
          <a:endParaRPr lang="zh-CN" altLang="en-US"/>
        </a:p>
      </dgm:t>
    </dgm:pt>
  </dgm:ptLst>
  <dgm:cxnLst>
    <dgm:cxn modelId="{514BDD94-F4FB-434C-A521-6A7261CEE4D1}" srcId="{2D7EFD78-A0EC-473A-92C2-5EADCFDBBC3B}" destId="{2735DE88-EFDD-460C-884B-DF7F0CFC5B07}" srcOrd="0" destOrd="0" parTransId="{C53BE29F-F7BB-4160-B506-7F5C162A9820}" sibTransId="{5D3AD902-50AD-4EF3-A785-DBC294320234}"/>
    <dgm:cxn modelId="{9B7C2B11-BB4C-41BF-AFDB-C595E4621AF2}" srcId="{2D7EFD78-A0EC-473A-92C2-5EADCFDBBC3B}" destId="{D0BB96D9-B4AB-4160-BA94-C27816F969B7}" srcOrd="3" destOrd="0" parTransId="{EFB5C45D-2EED-4F7E-96FF-FAFFF486F8B8}" sibTransId="{92129105-8D4C-4ED1-B7AC-A06908D85FB1}"/>
    <dgm:cxn modelId="{E9F8E1D9-59E9-48F8-9762-7E72D2427A79}" type="presOf" srcId="{2735DE88-EFDD-460C-884B-DF7F0CFC5B07}" destId="{2A800C20-06C0-4A3E-B15A-F70FE30896B1}" srcOrd="0" destOrd="0" presId="urn:microsoft.com/office/officeart/2005/8/layout/vList3"/>
    <dgm:cxn modelId="{5E51CAF4-AAB2-4F65-9CFD-AB0ECB6BC0D3}" srcId="{2D7EFD78-A0EC-473A-92C2-5EADCFDBBC3B}" destId="{D6D855C4-CCE7-4579-AD78-A3C4554017C1}" srcOrd="1" destOrd="0" parTransId="{B0CD5391-D9C0-4953-9990-8F65BA081773}" sibTransId="{AC3C3F7F-E5E4-4CDD-8720-5D26D1D9137E}"/>
    <dgm:cxn modelId="{CB231681-8602-4D41-ACD3-2AE670146217}" type="presOf" srcId="{D0BB96D9-B4AB-4160-BA94-C27816F969B7}" destId="{83DBB714-841A-41C4-A5E0-5224AFB88C50}" srcOrd="0" destOrd="0" presId="urn:microsoft.com/office/officeart/2005/8/layout/vList3"/>
    <dgm:cxn modelId="{B6BFAFD7-7A36-438B-BEA5-84EC2DD00D59}" type="presOf" srcId="{2D7EFD78-A0EC-473A-92C2-5EADCFDBBC3B}" destId="{85011236-D82A-4D98-BEB5-FC41D220EC91}" srcOrd="0" destOrd="0" presId="urn:microsoft.com/office/officeart/2005/8/layout/vList3"/>
    <dgm:cxn modelId="{EF1F47A0-FA0C-48CD-B824-6980DA5A6584}" type="presOf" srcId="{D6D855C4-CCE7-4579-AD78-A3C4554017C1}" destId="{0B41A2E9-4E79-46ED-A2DC-B57CC1C7D9B9}" srcOrd="0" destOrd="0" presId="urn:microsoft.com/office/officeart/2005/8/layout/vList3"/>
    <dgm:cxn modelId="{11002042-C9A7-4705-9DFC-6DA5833648C6}" type="presOf" srcId="{8F733041-1FE2-4384-A1C3-5A2BC2608F46}" destId="{DC189C23-CF8B-45CD-AF9C-FE1C2041C530}" srcOrd="0" destOrd="0" presId="urn:microsoft.com/office/officeart/2005/8/layout/vList3"/>
    <dgm:cxn modelId="{FD9649BE-E817-4B06-B6AD-387DD48416E3}" srcId="{2D7EFD78-A0EC-473A-92C2-5EADCFDBBC3B}" destId="{8F733041-1FE2-4384-A1C3-5A2BC2608F46}" srcOrd="2" destOrd="0" parTransId="{C3C74489-1CBC-4223-A0B4-4D7010C2C255}" sibTransId="{7FAB8A9E-023F-425B-AE41-601B2476BFED}"/>
    <dgm:cxn modelId="{1C635223-CA63-447A-B7E4-8034A63466EC}" type="presParOf" srcId="{85011236-D82A-4D98-BEB5-FC41D220EC91}" destId="{819188C9-2F81-4963-9654-678A8BDF444D}" srcOrd="0" destOrd="0" presId="urn:microsoft.com/office/officeart/2005/8/layout/vList3"/>
    <dgm:cxn modelId="{0E297E42-92CB-4B1C-84B1-A4C44AAD058A}" type="presParOf" srcId="{819188C9-2F81-4963-9654-678A8BDF444D}" destId="{6FD37C73-FDA6-4731-AED1-6AAC8AA6612F}" srcOrd="0" destOrd="0" presId="urn:microsoft.com/office/officeart/2005/8/layout/vList3"/>
    <dgm:cxn modelId="{18896867-D963-4D50-B692-4EA5314D5926}" type="presParOf" srcId="{819188C9-2F81-4963-9654-678A8BDF444D}" destId="{2A800C20-06C0-4A3E-B15A-F70FE30896B1}" srcOrd="1" destOrd="0" presId="urn:microsoft.com/office/officeart/2005/8/layout/vList3"/>
    <dgm:cxn modelId="{992DEACA-6650-4DF5-98A6-33E7741D26B0}" type="presParOf" srcId="{85011236-D82A-4D98-BEB5-FC41D220EC91}" destId="{159E145D-C76E-4DF1-89A9-3B02DFAE0B8E}" srcOrd="1" destOrd="0" presId="urn:microsoft.com/office/officeart/2005/8/layout/vList3"/>
    <dgm:cxn modelId="{8C28FE37-0A92-429D-AE76-70160A4C0809}" type="presParOf" srcId="{85011236-D82A-4D98-BEB5-FC41D220EC91}" destId="{439F25A8-20CB-4F7B-B743-690353D8ACC7}" srcOrd="2" destOrd="0" presId="urn:microsoft.com/office/officeart/2005/8/layout/vList3"/>
    <dgm:cxn modelId="{62716AEB-0366-45FC-B924-17CA5E15403D}" type="presParOf" srcId="{439F25A8-20CB-4F7B-B743-690353D8ACC7}" destId="{4BDE7206-DC87-4855-8B38-FB1C9B2693EC}" srcOrd="0" destOrd="0" presId="urn:microsoft.com/office/officeart/2005/8/layout/vList3"/>
    <dgm:cxn modelId="{A912279E-9907-4607-AF83-8C4AA8FDC3CF}" type="presParOf" srcId="{439F25A8-20CB-4F7B-B743-690353D8ACC7}" destId="{0B41A2E9-4E79-46ED-A2DC-B57CC1C7D9B9}" srcOrd="1" destOrd="0" presId="urn:microsoft.com/office/officeart/2005/8/layout/vList3"/>
    <dgm:cxn modelId="{F08C9DA3-7678-430C-B904-1463CE91330F}" type="presParOf" srcId="{85011236-D82A-4D98-BEB5-FC41D220EC91}" destId="{2127FC41-35C6-45EB-947D-ED43E712D3E7}" srcOrd="3" destOrd="0" presId="urn:microsoft.com/office/officeart/2005/8/layout/vList3"/>
    <dgm:cxn modelId="{8E8EB45B-FE9F-41EF-8481-2DADDE1BA853}" type="presParOf" srcId="{85011236-D82A-4D98-BEB5-FC41D220EC91}" destId="{AB79F750-ECAB-4CD1-BA27-EA8438D17C4E}" srcOrd="4" destOrd="0" presId="urn:microsoft.com/office/officeart/2005/8/layout/vList3"/>
    <dgm:cxn modelId="{B53CCB17-2AE8-44AB-97E0-9EDE8890DF40}" type="presParOf" srcId="{AB79F750-ECAB-4CD1-BA27-EA8438D17C4E}" destId="{148ED859-19DB-4D8A-965A-587B1174FA62}" srcOrd="0" destOrd="0" presId="urn:microsoft.com/office/officeart/2005/8/layout/vList3"/>
    <dgm:cxn modelId="{2952CB03-8495-4777-9076-044D13C37D51}" type="presParOf" srcId="{AB79F750-ECAB-4CD1-BA27-EA8438D17C4E}" destId="{DC189C23-CF8B-45CD-AF9C-FE1C2041C530}" srcOrd="1" destOrd="0" presId="urn:microsoft.com/office/officeart/2005/8/layout/vList3"/>
    <dgm:cxn modelId="{6166EB7B-83A7-4310-9521-D1095B7D9B15}" type="presParOf" srcId="{85011236-D82A-4D98-BEB5-FC41D220EC91}" destId="{4A62D885-BE12-46D5-94BA-C3FDDC7D9087}" srcOrd="5" destOrd="0" presId="urn:microsoft.com/office/officeart/2005/8/layout/vList3"/>
    <dgm:cxn modelId="{68641919-565D-4F8D-B52B-B8FADDB93F9E}" type="presParOf" srcId="{85011236-D82A-4D98-BEB5-FC41D220EC91}" destId="{5ABEDCAE-EE5D-4C88-A307-914A76AA32D7}" srcOrd="6" destOrd="0" presId="urn:microsoft.com/office/officeart/2005/8/layout/vList3"/>
    <dgm:cxn modelId="{9D124D1C-3FEC-49C9-8EC0-28C8CE5F1798}" type="presParOf" srcId="{5ABEDCAE-EE5D-4C88-A307-914A76AA32D7}" destId="{E62A0419-7857-48A4-B3BA-D32F401CA170}" srcOrd="0" destOrd="0" presId="urn:microsoft.com/office/officeart/2005/8/layout/vList3"/>
    <dgm:cxn modelId="{EF9344E4-F71F-42DF-8DE3-E152DE4515A0}" type="presParOf" srcId="{5ABEDCAE-EE5D-4C88-A307-914A76AA32D7}" destId="{83DBB714-841A-41C4-A5E0-5224AFB88C50}" srcOrd="1"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9198798-179B-439D-AAC1-43191878D651}"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637CA0F6-25A4-4AEF-8CC9-BD173DFE24A6}">
      <dgm:prSet/>
      <dgm:spPr/>
      <dgm:t>
        <a:bodyPr/>
        <a:lstStyle/>
        <a:p>
          <a:pPr rtl="0"/>
          <a:r>
            <a:rPr lang="en-US" b="1" baseline="0" smtClean="0"/>
            <a:t>1.</a:t>
          </a:r>
          <a:r>
            <a:rPr lang="zh-CN" b="1" baseline="0" smtClean="0"/>
            <a:t>电路交换</a:t>
          </a:r>
          <a:endParaRPr lang="zh-CN"/>
        </a:p>
      </dgm:t>
    </dgm:pt>
    <dgm:pt modelId="{CE5ED3F5-7E76-42B8-9059-403059070F10}" cxnId="{9E05713A-9756-42C4-AEB9-13759E07B9E6}" type="parTrans">
      <dgm:prSet/>
      <dgm:spPr/>
      <dgm:t>
        <a:bodyPr/>
        <a:lstStyle/>
        <a:p>
          <a:endParaRPr lang="zh-CN" altLang="en-US"/>
        </a:p>
      </dgm:t>
    </dgm:pt>
    <dgm:pt modelId="{732A9881-1390-4665-9D12-4EDE2ED814F0}" cxnId="{9E05713A-9756-42C4-AEB9-13759E07B9E6}" type="sibTrans">
      <dgm:prSet/>
      <dgm:spPr/>
      <dgm:t>
        <a:bodyPr/>
        <a:lstStyle/>
        <a:p>
          <a:endParaRPr lang="zh-CN" altLang="en-US"/>
        </a:p>
      </dgm:t>
    </dgm:pt>
    <dgm:pt modelId="{95A31BF5-7032-489E-967A-AEFE0CCF8E82}">
      <dgm:prSet/>
      <dgm:spPr/>
      <dgm:t>
        <a:bodyPr/>
        <a:lstStyle/>
        <a:p>
          <a:pPr rtl="0"/>
          <a:r>
            <a:rPr lang="en-US" b="1" baseline="0" smtClean="0"/>
            <a:t>2.</a:t>
          </a:r>
          <a:r>
            <a:rPr lang="zh-CN" b="1" baseline="0" smtClean="0"/>
            <a:t>报文交换</a:t>
          </a:r>
          <a:endParaRPr lang="zh-CN"/>
        </a:p>
      </dgm:t>
    </dgm:pt>
    <dgm:pt modelId="{1EE25F67-44A1-455B-B255-938CD191B0FB}" cxnId="{DB9BBBDE-36B0-482A-96A4-12E01AC268B8}" type="parTrans">
      <dgm:prSet/>
      <dgm:spPr/>
      <dgm:t>
        <a:bodyPr/>
        <a:lstStyle/>
        <a:p>
          <a:endParaRPr lang="zh-CN" altLang="en-US"/>
        </a:p>
      </dgm:t>
    </dgm:pt>
    <dgm:pt modelId="{96464E6D-C44C-443D-84EF-96C9EC1A3DC8}" cxnId="{DB9BBBDE-36B0-482A-96A4-12E01AC268B8}" type="sibTrans">
      <dgm:prSet/>
      <dgm:spPr/>
      <dgm:t>
        <a:bodyPr/>
        <a:lstStyle/>
        <a:p>
          <a:endParaRPr lang="zh-CN" altLang="en-US"/>
        </a:p>
      </dgm:t>
    </dgm:pt>
    <dgm:pt modelId="{644E92E3-EEA6-4546-A93C-122B74AD1D87}">
      <dgm:prSet/>
      <dgm:spPr/>
      <dgm:t>
        <a:bodyPr/>
        <a:lstStyle/>
        <a:p>
          <a:pPr rtl="0"/>
          <a:r>
            <a:rPr lang="en-US" b="1" baseline="0" smtClean="0"/>
            <a:t>3.</a:t>
          </a:r>
          <a:r>
            <a:rPr lang="zh-CN" b="1" baseline="0" smtClean="0"/>
            <a:t>分组交换</a:t>
          </a:r>
          <a:endParaRPr lang="zh-CN"/>
        </a:p>
      </dgm:t>
    </dgm:pt>
    <dgm:pt modelId="{C0A1C51F-DFCA-46B9-A05B-492E91726590}" cxnId="{E929F1CC-23CC-476E-B348-F7EE1506C399}" type="parTrans">
      <dgm:prSet/>
      <dgm:spPr/>
      <dgm:t>
        <a:bodyPr/>
        <a:lstStyle/>
        <a:p>
          <a:endParaRPr lang="zh-CN" altLang="en-US"/>
        </a:p>
      </dgm:t>
    </dgm:pt>
    <dgm:pt modelId="{A9A86BB5-0FEA-4C93-BC05-32A98F63911A}" cxnId="{E929F1CC-23CC-476E-B348-F7EE1506C399}" type="sibTrans">
      <dgm:prSet/>
      <dgm:spPr/>
      <dgm:t>
        <a:bodyPr/>
        <a:lstStyle/>
        <a:p>
          <a:endParaRPr lang="zh-CN" altLang="en-US"/>
        </a:p>
      </dgm:t>
    </dgm:pt>
    <dgm:pt modelId="{B6416A4A-3F28-4C1C-A6B5-E33ACC116973}">
      <dgm:prSet/>
      <dgm:spPr/>
      <dgm:t>
        <a:bodyPr/>
        <a:lstStyle/>
        <a:p>
          <a:r>
            <a:rPr lang="zh-CN" altLang="en-US" dirty="0" smtClean="0"/>
            <a:t>电路交换就是计算机终端之间通信时，一方发起呼叫，独占一条物理线路。当交换机完成接续，对方收到发起端的信号，双方即可进行通信。在整个通信过程中双方一直占用该电路。它的特点是实时性强，时延小，交换设备成本较低。但同时也带来线路利用率低，电路接续时间长，通信效率低，不同类型终端用户之间不能通信等缺点。电路交换比较适用于信息量大、长报文，经常使用的固定用户之间的通信。</a:t>
          </a:r>
          <a:endParaRPr lang="zh-CN" altLang="en-US" dirty="0"/>
        </a:p>
      </dgm:t>
    </dgm:pt>
    <dgm:pt modelId="{EF77461E-E511-4463-ACE8-4B38F29FE73B}" cxnId="{0CA0DEBA-72C8-445E-BBA0-7E13FB3E87D0}" type="parTrans">
      <dgm:prSet/>
      <dgm:spPr/>
      <dgm:t>
        <a:bodyPr/>
        <a:lstStyle/>
        <a:p>
          <a:endParaRPr lang="zh-CN" altLang="en-US"/>
        </a:p>
      </dgm:t>
    </dgm:pt>
    <dgm:pt modelId="{9AFCD29B-5B1B-4455-A822-9BC735937909}" cxnId="{0CA0DEBA-72C8-445E-BBA0-7E13FB3E87D0}" type="sibTrans">
      <dgm:prSet/>
      <dgm:spPr/>
      <dgm:t>
        <a:bodyPr/>
        <a:lstStyle/>
        <a:p>
          <a:endParaRPr lang="zh-CN" altLang="en-US"/>
        </a:p>
      </dgm:t>
    </dgm:pt>
    <dgm:pt modelId="{967A09BA-6A77-4D53-90FE-25E7FC509226}">
      <dgm:prSet/>
      <dgm:spPr/>
      <dgm:t>
        <a:bodyPr/>
        <a:lstStyle/>
        <a:p>
          <a:r>
            <a:rPr lang="zh-CN" altLang="en-US" smtClean="0"/>
            <a:t>将用户的报文存储在交换机的存储器中。当所需要的输出电路空闲时，再将该报文发向接收交换机或终端，它以“存储</a:t>
          </a:r>
          <a:r>
            <a:rPr lang="en-US" altLang="en-US" smtClean="0"/>
            <a:t>——</a:t>
          </a:r>
          <a:r>
            <a:rPr lang="zh-CN" altLang="en-US" smtClean="0"/>
            <a:t>转发”方式在网内传输数据。报文交换的优点是中继电路利用率高，可以多个用户同时在一条线路上传送，可实现不同速率、不同规程的终端间互通。但它的缺点也是显而易见的。以报文为单位进行存储转发，网络传输时延大，且占用大量的交换机内存和外存，不能满足对实时性要求高的用户。报文交换适用于传输的报文较短、实时性要求较低的网络用户之间的通信，如公用电报网。</a:t>
          </a:r>
          <a:endParaRPr lang="zh-CN" altLang="en-US"/>
        </a:p>
      </dgm:t>
    </dgm:pt>
    <dgm:pt modelId="{9990556E-D77D-4592-9C2A-BF834471D119}" cxnId="{D60DDCAD-CC2A-4348-B447-6BBBFD3EB63C}" type="parTrans">
      <dgm:prSet/>
      <dgm:spPr/>
      <dgm:t>
        <a:bodyPr/>
        <a:lstStyle/>
        <a:p>
          <a:endParaRPr lang="zh-CN" altLang="en-US"/>
        </a:p>
      </dgm:t>
    </dgm:pt>
    <dgm:pt modelId="{6BBD1A00-D658-483D-A668-07CF39B5D946}" cxnId="{D60DDCAD-CC2A-4348-B447-6BBBFD3EB63C}" type="sibTrans">
      <dgm:prSet/>
      <dgm:spPr/>
      <dgm:t>
        <a:bodyPr/>
        <a:lstStyle/>
        <a:p>
          <a:endParaRPr lang="zh-CN" altLang="en-US"/>
        </a:p>
      </dgm:t>
    </dgm:pt>
    <dgm:pt modelId="{F1FB56D2-DEE0-46BD-BC13-2880BD82EB0E}">
      <dgm:prSet/>
      <dgm:spPr/>
      <dgm:t>
        <a:bodyPr/>
        <a:lstStyle/>
        <a:p>
          <a:r>
            <a:rPr lang="zh-CN" altLang="en-US" smtClean="0"/>
            <a:t>分组交换实质上是在“存储</a:t>
          </a:r>
          <a:r>
            <a:rPr lang="en-US" altLang="en-US" smtClean="0"/>
            <a:t>——</a:t>
          </a:r>
          <a:r>
            <a:rPr lang="zh-CN" altLang="en-US" smtClean="0"/>
            <a:t>转发”基础上发展起来的。它兼有电路交换和报文交换的优点。分组交换在线路上采用动态复用技术传送按一定长度分割为许多小段的数据</a:t>
          </a:r>
          <a:r>
            <a:rPr lang="en-US" altLang="en-US" smtClean="0"/>
            <a:t>——</a:t>
          </a:r>
          <a:r>
            <a:rPr lang="zh-CN" altLang="en-US" smtClean="0"/>
            <a:t>分组，每个分组独立进行传送。到达接受端口，再重新组装为一个完整的数据报文。分组交换比电路交换的传输效率高，比报文交换的时延小。</a:t>
          </a:r>
          <a:endParaRPr lang="zh-CN" altLang="en-US"/>
        </a:p>
      </dgm:t>
    </dgm:pt>
    <dgm:pt modelId="{9C48FDBD-47DF-4844-92B5-CB1727109773}" cxnId="{6F95647D-BECC-42DE-A80C-F48C346397CA}" type="parTrans">
      <dgm:prSet/>
      <dgm:spPr/>
      <dgm:t>
        <a:bodyPr/>
        <a:lstStyle/>
        <a:p>
          <a:endParaRPr lang="zh-CN" altLang="en-US"/>
        </a:p>
      </dgm:t>
    </dgm:pt>
    <dgm:pt modelId="{73759492-4F9C-435A-9219-3A2F5A6C06DC}" cxnId="{6F95647D-BECC-42DE-A80C-F48C346397CA}" type="sibTrans">
      <dgm:prSet/>
      <dgm:spPr/>
      <dgm:t>
        <a:bodyPr/>
        <a:lstStyle/>
        <a:p>
          <a:endParaRPr lang="zh-CN" altLang="en-US"/>
        </a:p>
      </dgm:t>
    </dgm:pt>
    <dgm:pt modelId="{75377076-82C7-45AE-AFD1-9E13F3301D9A}" type="pres">
      <dgm:prSet presAssocID="{99198798-179B-439D-AAC1-43191878D651}" presName="Name0" presStyleCnt="0">
        <dgm:presLayoutVars>
          <dgm:dir/>
          <dgm:animLvl val="lvl"/>
          <dgm:resizeHandles val="exact"/>
        </dgm:presLayoutVars>
      </dgm:prSet>
      <dgm:spPr/>
      <dgm:t>
        <a:bodyPr/>
        <a:lstStyle/>
        <a:p>
          <a:endParaRPr lang="zh-CN" altLang="en-US"/>
        </a:p>
      </dgm:t>
    </dgm:pt>
    <dgm:pt modelId="{4D1629F2-B459-4B96-A6C6-0F6480D3E1B9}" type="pres">
      <dgm:prSet presAssocID="{637CA0F6-25A4-4AEF-8CC9-BD173DFE24A6}" presName="composite" presStyleCnt="0"/>
      <dgm:spPr/>
    </dgm:pt>
    <dgm:pt modelId="{2CD689B0-D301-4E50-999E-A81AAEF2D3A6}" type="pres">
      <dgm:prSet presAssocID="{637CA0F6-25A4-4AEF-8CC9-BD173DFE24A6}" presName="parTx" presStyleLbl="alignNode1" presStyleIdx="0" presStyleCnt="3">
        <dgm:presLayoutVars>
          <dgm:chMax val="0"/>
          <dgm:chPref val="0"/>
          <dgm:bulletEnabled val="1"/>
        </dgm:presLayoutVars>
      </dgm:prSet>
      <dgm:spPr/>
      <dgm:t>
        <a:bodyPr/>
        <a:lstStyle/>
        <a:p>
          <a:endParaRPr lang="zh-CN" altLang="en-US"/>
        </a:p>
      </dgm:t>
    </dgm:pt>
    <dgm:pt modelId="{95116E99-1730-4FB2-A088-7EFC0F8715EA}" type="pres">
      <dgm:prSet presAssocID="{637CA0F6-25A4-4AEF-8CC9-BD173DFE24A6}" presName="desTx" presStyleLbl="alignAccFollowNode1" presStyleIdx="0" presStyleCnt="3">
        <dgm:presLayoutVars>
          <dgm:bulletEnabled val="1"/>
        </dgm:presLayoutVars>
      </dgm:prSet>
      <dgm:spPr/>
      <dgm:t>
        <a:bodyPr/>
        <a:lstStyle/>
        <a:p>
          <a:endParaRPr lang="zh-CN" altLang="en-US"/>
        </a:p>
      </dgm:t>
    </dgm:pt>
    <dgm:pt modelId="{223B59D7-C059-4C90-8D06-8330AAA167CD}" type="pres">
      <dgm:prSet presAssocID="{732A9881-1390-4665-9D12-4EDE2ED814F0}" presName="space" presStyleCnt="0"/>
      <dgm:spPr/>
    </dgm:pt>
    <dgm:pt modelId="{C3DEF117-1E85-49CE-9B54-DF26EF8F7BBE}" type="pres">
      <dgm:prSet presAssocID="{95A31BF5-7032-489E-967A-AEFE0CCF8E82}" presName="composite" presStyleCnt="0"/>
      <dgm:spPr/>
    </dgm:pt>
    <dgm:pt modelId="{798F1418-939D-4085-A05A-75B8C0D20767}" type="pres">
      <dgm:prSet presAssocID="{95A31BF5-7032-489E-967A-AEFE0CCF8E82}" presName="parTx" presStyleLbl="alignNode1" presStyleIdx="1" presStyleCnt="3">
        <dgm:presLayoutVars>
          <dgm:chMax val="0"/>
          <dgm:chPref val="0"/>
          <dgm:bulletEnabled val="1"/>
        </dgm:presLayoutVars>
      </dgm:prSet>
      <dgm:spPr/>
      <dgm:t>
        <a:bodyPr/>
        <a:lstStyle/>
        <a:p>
          <a:endParaRPr lang="zh-CN" altLang="en-US"/>
        </a:p>
      </dgm:t>
    </dgm:pt>
    <dgm:pt modelId="{601D61D9-0C1A-428D-8892-C92CDCE79310}" type="pres">
      <dgm:prSet presAssocID="{95A31BF5-7032-489E-967A-AEFE0CCF8E82}" presName="desTx" presStyleLbl="alignAccFollowNode1" presStyleIdx="1" presStyleCnt="3">
        <dgm:presLayoutVars>
          <dgm:bulletEnabled val="1"/>
        </dgm:presLayoutVars>
      </dgm:prSet>
      <dgm:spPr/>
      <dgm:t>
        <a:bodyPr/>
        <a:lstStyle/>
        <a:p>
          <a:endParaRPr lang="zh-CN" altLang="en-US"/>
        </a:p>
      </dgm:t>
    </dgm:pt>
    <dgm:pt modelId="{1647E93E-8C72-4231-861F-87DCE29ADDD7}" type="pres">
      <dgm:prSet presAssocID="{96464E6D-C44C-443D-84EF-96C9EC1A3DC8}" presName="space" presStyleCnt="0"/>
      <dgm:spPr/>
    </dgm:pt>
    <dgm:pt modelId="{195D809A-31B5-4486-9F8B-000094E53196}" type="pres">
      <dgm:prSet presAssocID="{644E92E3-EEA6-4546-A93C-122B74AD1D87}" presName="composite" presStyleCnt="0"/>
      <dgm:spPr/>
    </dgm:pt>
    <dgm:pt modelId="{5B37FA9D-4C26-42E9-8D98-063081BA327D}" type="pres">
      <dgm:prSet presAssocID="{644E92E3-EEA6-4546-A93C-122B74AD1D87}" presName="parTx" presStyleLbl="alignNode1" presStyleIdx="2" presStyleCnt="3">
        <dgm:presLayoutVars>
          <dgm:chMax val="0"/>
          <dgm:chPref val="0"/>
          <dgm:bulletEnabled val="1"/>
        </dgm:presLayoutVars>
      </dgm:prSet>
      <dgm:spPr/>
      <dgm:t>
        <a:bodyPr/>
        <a:lstStyle/>
        <a:p>
          <a:endParaRPr lang="zh-CN" altLang="en-US"/>
        </a:p>
      </dgm:t>
    </dgm:pt>
    <dgm:pt modelId="{23371ED6-9A6F-4CEF-9AD2-80AFCF9D0DF0}" type="pres">
      <dgm:prSet presAssocID="{644E92E3-EEA6-4546-A93C-122B74AD1D87}" presName="desTx" presStyleLbl="alignAccFollowNode1" presStyleIdx="2" presStyleCnt="3">
        <dgm:presLayoutVars>
          <dgm:bulletEnabled val="1"/>
        </dgm:presLayoutVars>
      </dgm:prSet>
      <dgm:spPr/>
      <dgm:t>
        <a:bodyPr/>
        <a:lstStyle/>
        <a:p>
          <a:endParaRPr lang="zh-CN" altLang="en-US"/>
        </a:p>
      </dgm:t>
    </dgm:pt>
  </dgm:ptLst>
  <dgm:cxnLst>
    <dgm:cxn modelId="{DB9BBBDE-36B0-482A-96A4-12E01AC268B8}" srcId="{99198798-179B-439D-AAC1-43191878D651}" destId="{95A31BF5-7032-489E-967A-AEFE0CCF8E82}" srcOrd="1" destOrd="0" parTransId="{1EE25F67-44A1-455B-B255-938CD191B0FB}" sibTransId="{96464E6D-C44C-443D-84EF-96C9EC1A3DC8}"/>
    <dgm:cxn modelId="{DC2A069C-9913-4349-AB4E-6F9BAEF55A88}" type="presOf" srcId="{B6416A4A-3F28-4C1C-A6B5-E33ACC116973}" destId="{95116E99-1730-4FB2-A088-7EFC0F8715EA}" srcOrd="0" destOrd="0" presId="urn:microsoft.com/office/officeart/2005/8/layout/hList1"/>
    <dgm:cxn modelId="{D60DDCAD-CC2A-4348-B447-6BBBFD3EB63C}" srcId="{95A31BF5-7032-489E-967A-AEFE0CCF8E82}" destId="{967A09BA-6A77-4D53-90FE-25E7FC509226}" srcOrd="0" destOrd="0" parTransId="{9990556E-D77D-4592-9C2A-BF834471D119}" sibTransId="{6BBD1A00-D658-483D-A668-07CF39B5D946}"/>
    <dgm:cxn modelId="{0CA0DEBA-72C8-445E-BBA0-7E13FB3E87D0}" srcId="{637CA0F6-25A4-4AEF-8CC9-BD173DFE24A6}" destId="{B6416A4A-3F28-4C1C-A6B5-E33ACC116973}" srcOrd="0" destOrd="0" parTransId="{EF77461E-E511-4463-ACE8-4B38F29FE73B}" sibTransId="{9AFCD29B-5B1B-4455-A822-9BC735937909}"/>
    <dgm:cxn modelId="{9E05713A-9756-42C4-AEB9-13759E07B9E6}" srcId="{99198798-179B-439D-AAC1-43191878D651}" destId="{637CA0F6-25A4-4AEF-8CC9-BD173DFE24A6}" srcOrd="0" destOrd="0" parTransId="{CE5ED3F5-7E76-42B8-9059-403059070F10}" sibTransId="{732A9881-1390-4665-9D12-4EDE2ED814F0}"/>
    <dgm:cxn modelId="{6F95647D-BECC-42DE-A80C-F48C346397CA}" srcId="{644E92E3-EEA6-4546-A93C-122B74AD1D87}" destId="{F1FB56D2-DEE0-46BD-BC13-2880BD82EB0E}" srcOrd="0" destOrd="0" parTransId="{9C48FDBD-47DF-4844-92B5-CB1727109773}" sibTransId="{73759492-4F9C-435A-9219-3A2F5A6C06DC}"/>
    <dgm:cxn modelId="{AA51E1A1-DFBC-4B08-BD36-BA77D3AFE4A3}" type="presOf" srcId="{F1FB56D2-DEE0-46BD-BC13-2880BD82EB0E}" destId="{23371ED6-9A6F-4CEF-9AD2-80AFCF9D0DF0}" srcOrd="0" destOrd="0" presId="urn:microsoft.com/office/officeart/2005/8/layout/hList1"/>
    <dgm:cxn modelId="{549C30BB-FD2B-4E70-B47D-AE23E3630E2E}" type="presOf" srcId="{644E92E3-EEA6-4546-A93C-122B74AD1D87}" destId="{5B37FA9D-4C26-42E9-8D98-063081BA327D}" srcOrd="0" destOrd="0" presId="urn:microsoft.com/office/officeart/2005/8/layout/hList1"/>
    <dgm:cxn modelId="{1BE4202B-B6C7-4AF6-BB56-0F88E03FF8CF}" type="presOf" srcId="{967A09BA-6A77-4D53-90FE-25E7FC509226}" destId="{601D61D9-0C1A-428D-8892-C92CDCE79310}" srcOrd="0" destOrd="0" presId="urn:microsoft.com/office/officeart/2005/8/layout/hList1"/>
    <dgm:cxn modelId="{F82A83C4-27F3-46DB-8573-10980EF6B058}" type="presOf" srcId="{95A31BF5-7032-489E-967A-AEFE0CCF8E82}" destId="{798F1418-939D-4085-A05A-75B8C0D20767}" srcOrd="0" destOrd="0" presId="urn:microsoft.com/office/officeart/2005/8/layout/hList1"/>
    <dgm:cxn modelId="{3CCC76D8-14EB-4BCF-BAC4-E3B2FA982F5E}" type="presOf" srcId="{637CA0F6-25A4-4AEF-8CC9-BD173DFE24A6}" destId="{2CD689B0-D301-4E50-999E-A81AAEF2D3A6}" srcOrd="0" destOrd="0" presId="urn:microsoft.com/office/officeart/2005/8/layout/hList1"/>
    <dgm:cxn modelId="{AC4CC699-23F0-4965-BB14-A6F4D593F9BB}" type="presOf" srcId="{99198798-179B-439D-AAC1-43191878D651}" destId="{75377076-82C7-45AE-AFD1-9E13F3301D9A}" srcOrd="0" destOrd="0" presId="urn:microsoft.com/office/officeart/2005/8/layout/hList1"/>
    <dgm:cxn modelId="{E929F1CC-23CC-476E-B348-F7EE1506C399}" srcId="{99198798-179B-439D-AAC1-43191878D651}" destId="{644E92E3-EEA6-4546-A93C-122B74AD1D87}" srcOrd="2" destOrd="0" parTransId="{C0A1C51F-DFCA-46B9-A05B-492E91726590}" sibTransId="{A9A86BB5-0FEA-4C93-BC05-32A98F63911A}"/>
    <dgm:cxn modelId="{3B420A88-BEC6-48F2-88CC-B2ED82C14D1C}" type="presParOf" srcId="{75377076-82C7-45AE-AFD1-9E13F3301D9A}" destId="{4D1629F2-B459-4B96-A6C6-0F6480D3E1B9}" srcOrd="0" destOrd="0" presId="urn:microsoft.com/office/officeart/2005/8/layout/hList1"/>
    <dgm:cxn modelId="{7B2073D9-804F-4B02-804A-17854D16C78F}" type="presParOf" srcId="{4D1629F2-B459-4B96-A6C6-0F6480D3E1B9}" destId="{2CD689B0-D301-4E50-999E-A81AAEF2D3A6}" srcOrd="0" destOrd="0" presId="urn:microsoft.com/office/officeart/2005/8/layout/hList1"/>
    <dgm:cxn modelId="{D571460E-8D34-4DEE-A57A-A8A3C2CD7A64}" type="presParOf" srcId="{4D1629F2-B459-4B96-A6C6-0F6480D3E1B9}" destId="{95116E99-1730-4FB2-A088-7EFC0F8715EA}" srcOrd="1" destOrd="0" presId="urn:microsoft.com/office/officeart/2005/8/layout/hList1"/>
    <dgm:cxn modelId="{9C7E411B-733E-432A-AD0E-30EEBB5C3E44}" type="presParOf" srcId="{75377076-82C7-45AE-AFD1-9E13F3301D9A}" destId="{223B59D7-C059-4C90-8D06-8330AAA167CD}" srcOrd="1" destOrd="0" presId="urn:microsoft.com/office/officeart/2005/8/layout/hList1"/>
    <dgm:cxn modelId="{FBB3E82B-DB2D-4D64-A79B-1B0763707972}" type="presParOf" srcId="{75377076-82C7-45AE-AFD1-9E13F3301D9A}" destId="{C3DEF117-1E85-49CE-9B54-DF26EF8F7BBE}" srcOrd="2" destOrd="0" presId="urn:microsoft.com/office/officeart/2005/8/layout/hList1"/>
    <dgm:cxn modelId="{8753D1C1-6016-4B9D-8B39-B8CCC023637B}" type="presParOf" srcId="{C3DEF117-1E85-49CE-9B54-DF26EF8F7BBE}" destId="{798F1418-939D-4085-A05A-75B8C0D20767}" srcOrd="0" destOrd="0" presId="urn:microsoft.com/office/officeart/2005/8/layout/hList1"/>
    <dgm:cxn modelId="{F4ED9817-1F10-46DC-999B-29A788319EEB}" type="presParOf" srcId="{C3DEF117-1E85-49CE-9B54-DF26EF8F7BBE}" destId="{601D61D9-0C1A-428D-8892-C92CDCE79310}" srcOrd="1" destOrd="0" presId="urn:microsoft.com/office/officeart/2005/8/layout/hList1"/>
    <dgm:cxn modelId="{7B042866-D84B-4422-82C5-898114DD7573}" type="presParOf" srcId="{75377076-82C7-45AE-AFD1-9E13F3301D9A}" destId="{1647E93E-8C72-4231-861F-87DCE29ADDD7}" srcOrd="3" destOrd="0" presId="urn:microsoft.com/office/officeart/2005/8/layout/hList1"/>
    <dgm:cxn modelId="{9D5F1337-EBB9-400D-8261-EA75CED158A6}" type="presParOf" srcId="{75377076-82C7-45AE-AFD1-9E13F3301D9A}" destId="{195D809A-31B5-4486-9F8B-000094E53196}" srcOrd="4" destOrd="0" presId="urn:microsoft.com/office/officeart/2005/8/layout/hList1"/>
    <dgm:cxn modelId="{D9D9E5B5-A819-4C91-893A-0ABFC97EC2D6}" type="presParOf" srcId="{195D809A-31B5-4486-9F8B-000094E53196}" destId="{5B37FA9D-4C26-42E9-8D98-063081BA327D}" srcOrd="0" destOrd="0" presId="urn:microsoft.com/office/officeart/2005/8/layout/hList1"/>
    <dgm:cxn modelId="{89A54015-1202-42E3-8567-A166A5580CD4}" type="presParOf" srcId="{195D809A-31B5-4486-9F8B-000094E53196}" destId="{23371ED6-9A6F-4CEF-9AD2-80AFCF9D0DF0}"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A69311-CFDB-40BD-A2D8-4A5059A81BFA}"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dgm:spPr/>
      <dgm:t>
        <a:bodyPr/>
        <a:lstStyle/>
        <a:p>
          <a:pPr rtl="0"/>
          <a:r>
            <a:rPr lang="en-US" altLang="zh-CN" b="1" dirty="0" smtClean="0"/>
            <a:t>1.</a:t>
          </a:r>
          <a:r>
            <a:rPr lang="zh-CN" altLang="en-US" b="1" dirty="0" smtClean="0"/>
            <a:t>速率</a:t>
          </a:r>
          <a:endParaRPr lang="zh-CN"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dgm:spPr/>
      <dgm:t>
        <a:bodyPr/>
        <a:lstStyle/>
        <a:p>
          <a:pPr rtl="0"/>
          <a:r>
            <a:rPr lang="en-US" altLang="zh-CN" b="1" dirty="0" smtClean="0"/>
            <a:t>2.</a:t>
          </a:r>
          <a:r>
            <a:rPr lang="zh-CN" altLang="en-US" b="1" dirty="0" smtClean="0"/>
            <a:t>带宽</a:t>
          </a:r>
          <a:endParaRPr lang="zh-CN"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dgm:spPr/>
      <dgm:t>
        <a:bodyPr/>
        <a:lstStyle/>
        <a:p>
          <a:pPr rtl="0"/>
          <a:r>
            <a:rPr lang="en-US" altLang="zh-CN" b="1" dirty="0" smtClean="0"/>
            <a:t>3.</a:t>
          </a:r>
          <a:r>
            <a:rPr lang="zh-CN" altLang="en-US" b="1" dirty="0" smtClean="0"/>
            <a:t>吞吐量</a:t>
          </a:r>
          <a:endParaRPr lang="zh-CN"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F16629F9-F470-4C69-8825-38F296D95733}">
      <dgm:prSet/>
      <dgm:spPr/>
      <dgm:t>
        <a:bodyPr/>
        <a:lstStyle/>
        <a:p>
          <a:pPr rtl="0"/>
          <a:r>
            <a:rPr lang="en-US" altLang="zh-CN" b="1" dirty="0" smtClean="0"/>
            <a:t>4.</a:t>
          </a:r>
          <a:r>
            <a:rPr lang="zh-CN" altLang="en-US" b="1" dirty="0" smtClean="0"/>
            <a:t>时延</a:t>
          </a:r>
          <a:endParaRPr lang="zh-CN" dirty="0"/>
        </a:p>
      </dgm:t>
    </dgm:pt>
    <dgm:pt modelId="{EEF0DEA7-E3FA-4C6A-90AE-3C12BBCD4334}" cxnId="{1827FE5C-7396-49A7-847E-21EC6E833E4B}" type="parTrans">
      <dgm:prSet/>
      <dgm:spPr/>
      <dgm:t>
        <a:bodyPr/>
        <a:lstStyle/>
        <a:p>
          <a:endParaRPr lang="zh-CN" altLang="en-US"/>
        </a:p>
      </dgm:t>
    </dgm:pt>
    <dgm:pt modelId="{5F58BAE2-173C-45CB-8412-D69B682F5E5E}" cxnId="{1827FE5C-7396-49A7-847E-21EC6E833E4B}" type="sibTrans">
      <dgm:prSet/>
      <dgm:spPr/>
      <dgm:t>
        <a:bodyPr/>
        <a:lstStyle/>
        <a:p>
          <a:endParaRPr lang="zh-CN" altLang="en-US"/>
        </a:p>
      </dgm:t>
    </dgm:pt>
    <dgm:pt modelId="{D3B25113-2BDA-4D2C-B342-0475DD1A7179}">
      <dgm:prSet/>
      <dgm:spPr/>
      <dgm:t>
        <a:bodyPr/>
        <a:lstStyle/>
        <a:p>
          <a:pPr rtl="0"/>
          <a:r>
            <a:rPr lang="en-US" altLang="zh-CN" b="1" dirty="0" smtClean="0"/>
            <a:t>5.</a:t>
          </a:r>
          <a:r>
            <a:rPr lang="zh-CN" altLang="en-US" b="1" dirty="0" smtClean="0"/>
            <a:t>时延带宽积</a:t>
          </a:r>
          <a:endParaRPr lang="zh-CN" dirty="0"/>
        </a:p>
      </dgm:t>
    </dgm:pt>
    <dgm:pt modelId="{A8F46154-A013-4F62-8C63-6D61F21C3C7D}" cxnId="{BDF23577-13AF-4D7C-8041-4A07B88085A5}" type="parTrans">
      <dgm:prSet/>
      <dgm:spPr/>
      <dgm:t>
        <a:bodyPr/>
        <a:lstStyle/>
        <a:p>
          <a:endParaRPr lang="zh-CN" altLang="en-US"/>
        </a:p>
      </dgm:t>
    </dgm:pt>
    <dgm:pt modelId="{BBFD66BB-A751-4193-A56B-AFF913C9BE62}" cxnId="{BDF23577-13AF-4D7C-8041-4A07B88085A5}" type="sibTrans">
      <dgm:prSet/>
      <dgm:spPr/>
      <dgm:t>
        <a:bodyPr/>
        <a:lstStyle/>
        <a:p>
          <a:endParaRPr lang="zh-CN" altLang="en-US"/>
        </a:p>
      </dgm:t>
    </dgm:pt>
    <dgm:pt modelId="{E1D65543-A42E-4D1D-AA92-A872F31E3AC0}">
      <dgm:prSet/>
      <dgm:spPr/>
      <dgm:t>
        <a:bodyPr/>
        <a:lstStyle/>
        <a:p>
          <a:pPr rtl="0"/>
          <a:r>
            <a:rPr lang="en-US" altLang="zh-CN" b="1" dirty="0" smtClean="0"/>
            <a:t>6.</a:t>
          </a:r>
          <a:r>
            <a:rPr lang="zh-CN" altLang="en-US" b="1" dirty="0" smtClean="0"/>
            <a:t>往返时间（</a:t>
          </a:r>
          <a:r>
            <a:rPr lang="en-US" altLang="zh-CN" b="1" dirty="0" smtClean="0"/>
            <a:t>RTT</a:t>
          </a:r>
          <a:r>
            <a:rPr lang="zh-CN" altLang="en-US" b="1" dirty="0" smtClean="0"/>
            <a:t>）</a:t>
          </a:r>
          <a:endParaRPr lang="zh-CN" dirty="0"/>
        </a:p>
      </dgm:t>
    </dgm:pt>
    <dgm:pt modelId="{3C22704D-AEA0-4775-AA36-7ED3C2B4B666}" cxnId="{2B2F0E3B-28A5-4BA9-9B0A-33A879228527}" type="parTrans">
      <dgm:prSet/>
      <dgm:spPr/>
      <dgm:t>
        <a:bodyPr/>
        <a:lstStyle/>
        <a:p>
          <a:endParaRPr lang="zh-CN" altLang="en-US"/>
        </a:p>
      </dgm:t>
    </dgm:pt>
    <dgm:pt modelId="{B8F599FC-C732-4CB1-A76D-387DB41EABB6}" cxnId="{2B2F0E3B-28A5-4BA9-9B0A-33A879228527}" type="sibTrans">
      <dgm:prSet/>
      <dgm:spPr/>
      <dgm:t>
        <a:bodyPr/>
        <a:lstStyle/>
        <a:p>
          <a:endParaRPr lang="zh-CN" altLang="en-US"/>
        </a:p>
      </dgm:t>
    </dgm:pt>
    <dgm:pt modelId="{AF6CCDFF-9E6C-400E-A92C-1755A7877561}">
      <dgm:prSet/>
      <dgm:spPr/>
      <dgm:t>
        <a:bodyPr/>
        <a:lstStyle/>
        <a:p>
          <a:pPr rtl="0"/>
          <a:r>
            <a:rPr lang="en-US" altLang="zh-CN" b="1" dirty="0" smtClean="0"/>
            <a:t>7.</a:t>
          </a:r>
          <a:r>
            <a:rPr lang="zh-CN" altLang="en-US" b="1" dirty="0" smtClean="0"/>
            <a:t>利用率</a:t>
          </a:r>
          <a:endParaRPr lang="zh-CN" dirty="0"/>
        </a:p>
      </dgm:t>
    </dgm:pt>
    <dgm:pt modelId="{7CA4FCC7-7C57-4F64-A2A7-EFCB2FF33800}" cxnId="{B1637B94-55FC-449B-B854-4562C103F0D3}" type="parTrans">
      <dgm:prSet/>
      <dgm:spPr/>
      <dgm:t>
        <a:bodyPr/>
        <a:lstStyle/>
        <a:p>
          <a:endParaRPr lang="zh-CN" altLang="en-US"/>
        </a:p>
      </dgm:t>
    </dgm:pt>
    <dgm:pt modelId="{19915A77-25E7-46C7-9EEB-ED9A9A738B5D}" cxnId="{B1637B94-55FC-449B-B854-4562C103F0D3}" type="sibTrans">
      <dgm:prSet/>
      <dgm:spPr/>
      <dgm:t>
        <a:bodyPr/>
        <a:lstStyle/>
        <a:p>
          <a:endParaRPr lang="zh-CN" altLang="en-US"/>
        </a:p>
      </dgm:t>
    </dgm:pt>
    <dgm:pt modelId="{4BC691B0-B544-4515-A115-D7DBF6409515}">
      <dgm:prSet/>
      <dgm:spPr/>
      <dgm:t>
        <a:bodyPr/>
        <a:lstStyle/>
        <a:p>
          <a:pPr rtl="0"/>
          <a:r>
            <a:rPr lang="zh-CN" altLang="en-US" dirty="0" smtClean="0"/>
            <a:t>性能指标</a:t>
          </a:r>
          <a:endParaRPr lang="zh-CN" dirty="0"/>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49F7AA3E-51E1-4D33-B531-1E871B7A5BBB}" type="pres">
      <dgm:prSet presAssocID="{3BA69311-CFDB-40BD-A2D8-4A5059A81BFA}" presName="cycle" presStyleCnt="0">
        <dgm:presLayoutVars>
          <dgm:chMax val="1"/>
          <dgm:dir/>
          <dgm:animLvl val="ctr"/>
          <dgm:resizeHandles val="exact"/>
        </dgm:presLayoutVars>
      </dgm:prSet>
      <dgm:spPr/>
      <dgm:t>
        <a:bodyPr/>
        <a:lstStyle/>
        <a:p>
          <a:endParaRPr lang="zh-CN" altLang="en-US"/>
        </a:p>
      </dgm:t>
    </dgm:pt>
    <dgm:pt modelId="{A1312E45-0E90-42D4-A319-088D1E8BD5E4}" type="pres">
      <dgm:prSet presAssocID="{4BC691B0-B544-4515-A115-D7DBF6409515}" presName="centerShape" presStyleLbl="node0" presStyleIdx="0" presStyleCnt="1"/>
      <dgm:spPr/>
      <dgm:t>
        <a:bodyPr/>
        <a:lstStyle/>
        <a:p>
          <a:endParaRPr lang="zh-CN" altLang="en-US"/>
        </a:p>
      </dgm:t>
    </dgm:pt>
    <dgm:pt modelId="{CB5352A2-640F-4C1C-8DD2-0A81F54767B6}" type="pres">
      <dgm:prSet presAssocID="{F7552F8B-E499-4DA9-AD7C-E3B7E69C713E}" presName="parTrans" presStyleLbl="bgSibTrans2D1" presStyleIdx="0" presStyleCnt="7"/>
      <dgm:spPr/>
      <dgm:t>
        <a:bodyPr/>
        <a:lstStyle/>
        <a:p>
          <a:endParaRPr lang="zh-CN" altLang="en-US"/>
        </a:p>
      </dgm:t>
    </dgm:pt>
    <dgm:pt modelId="{03989CB4-B64D-49D2-B676-153A0DFB0B47}" type="pres">
      <dgm:prSet presAssocID="{A651934C-0024-4B15-A4CD-7C5A4C06042A}" presName="node" presStyleLbl="node1" presStyleIdx="0" presStyleCnt="7">
        <dgm:presLayoutVars>
          <dgm:bulletEnabled val="1"/>
        </dgm:presLayoutVars>
      </dgm:prSet>
      <dgm:spPr/>
      <dgm:t>
        <a:bodyPr/>
        <a:lstStyle/>
        <a:p>
          <a:endParaRPr lang="zh-CN" altLang="en-US"/>
        </a:p>
      </dgm:t>
    </dgm:pt>
    <dgm:pt modelId="{EDA8276F-E6C1-4568-9E0B-8D09A7F0A999}" type="pres">
      <dgm:prSet presAssocID="{D25C93D7-5D37-4866-8DB5-280BB9FE90CE}" presName="parTrans" presStyleLbl="bgSibTrans2D1" presStyleIdx="1" presStyleCnt="7"/>
      <dgm:spPr/>
      <dgm:t>
        <a:bodyPr/>
        <a:lstStyle/>
        <a:p>
          <a:endParaRPr lang="zh-CN" altLang="en-US"/>
        </a:p>
      </dgm:t>
    </dgm:pt>
    <dgm:pt modelId="{A0A54CC6-750E-476D-A736-398F890B937A}" type="pres">
      <dgm:prSet presAssocID="{50D99395-8E64-4658-965D-36CDE70BA698}" presName="node" presStyleLbl="node1" presStyleIdx="1" presStyleCnt="7">
        <dgm:presLayoutVars>
          <dgm:bulletEnabled val="1"/>
        </dgm:presLayoutVars>
      </dgm:prSet>
      <dgm:spPr/>
      <dgm:t>
        <a:bodyPr/>
        <a:lstStyle/>
        <a:p>
          <a:endParaRPr lang="zh-CN" altLang="en-US"/>
        </a:p>
      </dgm:t>
    </dgm:pt>
    <dgm:pt modelId="{BFFDD8BD-77AF-4B66-BD0C-71823CDC4D40}" type="pres">
      <dgm:prSet presAssocID="{4711C5C5-AFB5-4F25-A1AF-340BF0749B3A}" presName="parTrans" presStyleLbl="bgSibTrans2D1" presStyleIdx="2" presStyleCnt="7"/>
      <dgm:spPr/>
      <dgm:t>
        <a:bodyPr/>
        <a:lstStyle/>
        <a:p>
          <a:endParaRPr lang="zh-CN" altLang="en-US"/>
        </a:p>
      </dgm:t>
    </dgm:pt>
    <dgm:pt modelId="{B1E1D2D3-2022-46AE-8F0D-6B9D4B596458}" type="pres">
      <dgm:prSet presAssocID="{9C94D297-61BA-4E38-A228-DFE70405A161}" presName="node" presStyleLbl="node1" presStyleIdx="2" presStyleCnt="7">
        <dgm:presLayoutVars>
          <dgm:bulletEnabled val="1"/>
        </dgm:presLayoutVars>
      </dgm:prSet>
      <dgm:spPr/>
      <dgm:t>
        <a:bodyPr/>
        <a:lstStyle/>
        <a:p>
          <a:endParaRPr lang="zh-CN" altLang="en-US"/>
        </a:p>
      </dgm:t>
    </dgm:pt>
    <dgm:pt modelId="{E3D7915C-2D19-43F5-89EC-CF78B5EE62CD}" type="pres">
      <dgm:prSet presAssocID="{EEF0DEA7-E3FA-4C6A-90AE-3C12BBCD4334}" presName="parTrans" presStyleLbl="bgSibTrans2D1" presStyleIdx="3" presStyleCnt="7"/>
      <dgm:spPr/>
      <dgm:t>
        <a:bodyPr/>
        <a:lstStyle/>
        <a:p>
          <a:endParaRPr lang="zh-CN" altLang="en-US"/>
        </a:p>
      </dgm:t>
    </dgm:pt>
    <dgm:pt modelId="{1F4B0D0B-9A13-40C5-AD5D-97197AB2C1D3}" type="pres">
      <dgm:prSet presAssocID="{F16629F9-F470-4C69-8825-38F296D95733}" presName="node" presStyleLbl="node1" presStyleIdx="3" presStyleCnt="7">
        <dgm:presLayoutVars>
          <dgm:bulletEnabled val="1"/>
        </dgm:presLayoutVars>
      </dgm:prSet>
      <dgm:spPr/>
      <dgm:t>
        <a:bodyPr/>
        <a:lstStyle/>
        <a:p>
          <a:endParaRPr lang="zh-CN" altLang="en-US"/>
        </a:p>
      </dgm:t>
    </dgm:pt>
    <dgm:pt modelId="{1A42A662-C7DC-4A1E-81FE-EA266BB7D3B7}" type="pres">
      <dgm:prSet presAssocID="{A8F46154-A013-4F62-8C63-6D61F21C3C7D}" presName="parTrans" presStyleLbl="bgSibTrans2D1" presStyleIdx="4" presStyleCnt="7"/>
      <dgm:spPr/>
      <dgm:t>
        <a:bodyPr/>
        <a:lstStyle/>
        <a:p>
          <a:endParaRPr lang="zh-CN" altLang="en-US"/>
        </a:p>
      </dgm:t>
    </dgm:pt>
    <dgm:pt modelId="{9EF0A3C4-5AC5-45EE-8117-8885B5976E91}" type="pres">
      <dgm:prSet presAssocID="{D3B25113-2BDA-4D2C-B342-0475DD1A7179}" presName="node" presStyleLbl="node1" presStyleIdx="4" presStyleCnt="7">
        <dgm:presLayoutVars>
          <dgm:bulletEnabled val="1"/>
        </dgm:presLayoutVars>
      </dgm:prSet>
      <dgm:spPr/>
      <dgm:t>
        <a:bodyPr/>
        <a:lstStyle/>
        <a:p>
          <a:endParaRPr lang="zh-CN" altLang="en-US"/>
        </a:p>
      </dgm:t>
    </dgm:pt>
    <dgm:pt modelId="{9ADF362D-CEBE-4635-A9EE-78D245EC6832}" type="pres">
      <dgm:prSet presAssocID="{3C22704D-AEA0-4775-AA36-7ED3C2B4B666}" presName="parTrans" presStyleLbl="bgSibTrans2D1" presStyleIdx="5" presStyleCnt="7"/>
      <dgm:spPr/>
      <dgm:t>
        <a:bodyPr/>
        <a:lstStyle/>
        <a:p>
          <a:endParaRPr lang="zh-CN" altLang="en-US"/>
        </a:p>
      </dgm:t>
    </dgm:pt>
    <dgm:pt modelId="{336BAB92-3872-4320-BDFB-DB789FD8F4FD}" type="pres">
      <dgm:prSet presAssocID="{E1D65543-A42E-4D1D-AA92-A872F31E3AC0}" presName="node" presStyleLbl="node1" presStyleIdx="5" presStyleCnt="7">
        <dgm:presLayoutVars>
          <dgm:bulletEnabled val="1"/>
        </dgm:presLayoutVars>
      </dgm:prSet>
      <dgm:spPr/>
      <dgm:t>
        <a:bodyPr/>
        <a:lstStyle/>
        <a:p>
          <a:endParaRPr lang="zh-CN" altLang="en-US"/>
        </a:p>
      </dgm:t>
    </dgm:pt>
    <dgm:pt modelId="{6AF8EA1D-5AD9-4E76-945F-DF03B6398FCC}" type="pres">
      <dgm:prSet presAssocID="{7CA4FCC7-7C57-4F64-A2A7-EFCB2FF33800}" presName="parTrans" presStyleLbl="bgSibTrans2D1" presStyleIdx="6" presStyleCnt="7"/>
      <dgm:spPr/>
      <dgm:t>
        <a:bodyPr/>
        <a:lstStyle/>
        <a:p>
          <a:endParaRPr lang="zh-CN" altLang="en-US"/>
        </a:p>
      </dgm:t>
    </dgm:pt>
    <dgm:pt modelId="{A32DB97B-2BDC-4D1A-BB17-40FCE5FAD0CE}" type="pres">
      <dgm:prSet presAssocID="{AF6CCDFF-9E6C-400E-A92C-1755A7877561}" presName="node" presStyleLbl="node1" presStyleIdx="6" presStyleCnt="7">
        <dgm:presLayoutVars>
          <dgm:bulletEnabled val="1"/>
        </dgm:presLayoutVars>
      </dgm:prSet>
      <dgm:spPr/>
      <dgm:t>
        <a:bodyPr/>
        <a:lstStyle/>
        <a:p>
          <a:endParaRPr lang="zh-CN" altLang="en-US"/>
        </a:p>
      </dgm:t>
    </dgm:pt>
  </dgm:ptLst>
  <dgm:cxnLst>
    <dgm:cxn modelId="{B1637B94-55FC-449B-B854-4562C103F0D3}" srcId="{4BC691B0-B544-4515-A115-D7DBF6409515}" destId="{AF6CCDFF-9E6C-400E-A92C-1755A7877561}" srcOrd="6" destOrd="0" parTransId="{7CA4FCC7-7C57-4F64-A2A7-EFCB2FF33800}" sibTransId="{19915A77-25E7-46C7-9EEB-ED9A9A738B5D}"/>
    <dgm:cxn modelId="{2B2F0E3B-28A5-4BA9-9B0A-33A879228527}" srcId="{4BC691B0-B544-4515-A115-D7DBF6409515}" destId="{E1D65543-A42E-4D1D-AA92-A872F31E3AC0}" srcOrd="5" destOrd="0" parTransId="{3C22704D-AEA0-4775-AA36-7ED3C2B4B666}" sibTransId="{B8F599FC-C732-4CB1-A76D-387DB41EABB6}"/>
    <dgm:cxn modelId="{86D4881F-912E-4AE6-9BA3-F105F357AC94}" srcId="{3BA69311-CFDB-40BD-A2D8-4A5059A81BFA}" destId="{4BC691B0-B544-4515-A115-D7DBF6409515}" srcOrd="0" destOrd="0" parTransId="{0F8825B6-4109-4594-B66C-A67D294E51D3}" sibTransId="{CA44B34C-2E66-4CD0-A236-55F2435BEB97}"/>
    <dgm:cxn modelId="{1A825553-9292-49EA-8572-BF8361747CB4}" type="presOf" srcId="{E1D65543-A42E-4D1D-AA92-A872F31E3AC0}" destId="{336BAB92-3872-4320-BDFB-DB789FD8F4FD}" srcOrd="0" destOrd="0" presId="urn:microsoft.com/office/officeart/2005/8/layout/radial4"/>
    <dgm:cxn modelId="{4330F5A5-DE00-4C4E-AD70-06025340EAB8}" srcId="{4BC691B0-B544-4515-A115-D7DBF6409515}" destId="{9C94D297-61BA-4E38-A228-DFE70405A161}" srcOrd="2" destOrd="0" parTransId="{4711C5C5-AFB5-4F25-A1AF-340BF0749B3A}" sibTransId="{42E1B696-4824-4997-9B3C-7A9809EEF0C0}"/>
    <dgm:cxn modelId="{9F68B272-9546-4C1F-BBBC-40058C4AFCB9}" type="presOf" srcId="{EEF0DEA7-E3FA-4C6A-90AE-3C12BBCD4334}" destId="{E3D7915C-2D19-43F5-89EC-CF78B5EE62CD}" srcOrd="0" destOrd="0" presId="urn:microsoft.com/office/officeart/2005/8/layout/radial4"/>
    <dgm:cxn modelId="{440B789F-D16A-49A0-8ED0-F8C0C7C6C43C}" type="presOf" srcId="{A8F46154-A013-4F62-8C63-6D61F21C3C7D}" destId="{1A42A662-C7DC-4A1E-81FE-EA266BB7D3B7}" srcOrd="0" destOrd="0" presId="urn:microsoft.com/office/officeart/2005/8/layout/radial4"/>
    <dgm:cxn modelId="{1827FE5C-7396-49A7-847E-21EC6E833E4B}" srcId="{4BC691B0-B544-4515-A115-D7DBF6409515}" destId="{F16629F9-F470-4C69-8825-38F296D95733}" srcOrd="3" destOrd="0" parTransId="{EEF0DEA7-E3FA-4C6A-90AE-3C12BBCD4334}" sibTransId="{5F58BAE2-173C-45CB-8412-D69B682F5E5E}"/>
    <dgm:cxn modelId="{EEF1E75A-DA71-4A00-A862-CB2443FEA8BC}" type="presOf" srcId="{9C94D297-61BA-4E38-A228-DFE70405A161}" destId="{B1E1D2D3-2022-46AE-8F0D-6B9D4B596458}" srcOrd="0" destOrd="0" presId="urn:microsoft.com/office/officeart/2005/8/layout/radial4"/>
    <dgm:cxn modelId="{EF9F50A8-20D4-4EC9-A4B4-4CF766A2AD40}" srcId="{4BC691B0-B544-4515-A115-D7DBF6409515}" destId="{A651934C-0024-4B15-A4CD-7C5A4C06042A}" srcOrd="0" destOrd="0" parTransId="{F7552F8B-E499-4DA9-AD7C-E3B7E69C713E}" sibTransId="{BA8E9852-F898-44D2-97C4-EFFD9A4095DC}"/>
    <dgm:cxn modelId="{FE61BF76-43CA-43B0-8B4D-834BC3C25BAE}" type="presOf" srcId="{D25C93D7-5D37-4866-8DB5-280BB9FE90CE}" destId="{EDA8276F-E6C1-4568-9E0B-8D09A7F0A999}" srcOrd="0" destOrd="0" presId="urn:microsoft.com/office/officeart/2005/8/layout/radial4"/>
    <dgm:cxn modelId="{82DF0E1F-A415-4E7E-BB36-F2826A53ABB2}" type="presOf" srcId="{F7552F8B-E499-4DA9-AD7C-E3B7E69C713E}" destId="{CB5352A2-640F-4C1C-8DD2-0A81F54767B6}" srcOrd="0" destOrd="0" presId="urn:microsoft.com/office/officeart/2005/8/layout/radial4"/>
    <dgm:cxn modelId="{F9F200EB-63D3-414B-8C9D-15500975693D}" type="presOf" srcId="{50D99395-8E64-4658-965D-36CDE70BA698}" destId="{A0A54CC6-750E-476D-A736-398F890B937A}" srcOrd="0" destOrd="0" presId="urn:microsoft.com/office/officeart/2005/8/layout/radial4"/>
    <dgm:cxn modelId="{75F258AC-0609-46C5-9BAE-BFAA141A6495}" type="presOf" srcId="{A651934C-0024-4B15-A4CD-7C5A4C06042A}" destId="{03989CB4-B64D-49D2-B676-153A0DFB0B47}" srcOrd="0" destOrd="0" presId="urn:microsoft.com/office/officeart/2005/8/layout/radial4"/>
    <dgm:cxn modelId="{9F476FA3-EA9B-4FC4-A8AE-1968F4CC57F3}" type="presOf" srcId="{F16629F9-F470-4C69-8825-38F296D95733}" destId="{1F4B0D0B-9A13-40C5-AD5D-97197AB2C1D3}" srcOrd="0" destOrd="0" presId="urn:microsoft.com/office/officeart/2005/8/layout/radial4"/>
    <dgm:cxn modelId="{BDF23577-13AF-4D7C-8041-4A07B88085A5}" srcId="{4BC691B0-B544-4515-A115-D7DBF6409515}" destId="{D3B25113-2BDA-4D2C-B342-0475DD1A7179}" srcOrd="4" destOrd="0" parTransId="{A8F46154-A013-4F62-8C63-6D61F21C3C7D}" sibTransId="{BBFD66BB-A751-4193-A56B-AFF913C9BE62}"/>
    <dgm:cxn modelId="{10F10596-5129-43F7-977B-19D4365FE02D}" type="presOf" srcId="{D3B25113-2BDA-4D2C-B342-0475DD1A7179}" destId="{9EF0A3C4-5AC5-45EE-8117-8885B5976E91}" srcOrd="0" destOrd="0" presId="urn:microsoft.com/office/officeart/2005/8/layout/radial4"/>
    <dgm:cxn modelId="{C4037233-89BD-4590-AFF8-BEC2DAED5ABA}" type="presOf" srcId="{3BA69311-CFDB-40BD-A2D8-4A5059A81BFA}" destId="{49F7AA3E-51E1-4D33-B531-1E871B7A5BBB}" srcOrd="0" destOrd="0" presId="urn:microsoft.com/office/officeart/2005/8/layout/radial4"/>
    <dgm:cxn modelId="{FAE24063-FF63-47B5-B1CA-B70AD443740A}" srcId="{4BC691B0-B544-4515-A115-D7DBF6409515}" destId="{50D99395-8E64-4658-965D-36CDE70BA698}" srcOrd="1" destOrd="0" parTransId="{D25C93D7-5D37-4866-8DB5-280BB9FE90CE}" sibTransId="{4D5AE3F9-F9A3-46B9-B97A-0C3705B4B8FC}"/>
    <dgm:cxn modelId="{DE8C0919-AE92-49A8-8962-79D8CA127B5F}" type="presOf" srcId="{4BC691B0-B544-4515-A115-D7DBF6409515}" destId="{A1312E45-0E90-42D4-A319-088D1E8BD5E4}" srcOrd="0" destOrd="0" presId="urn:microsoft.com/office/officeart/2005/8/layout/radial4"/>
    <dgm:cxn modelId="{E072D046-462E-4871-B116-948D1F2ECB4C}" type="presOf" srcId="{3C22704D-AEA0-4775-AA36-7ED3C2B4B666}" destId="{9ADF362D-CEBE-4635-A9EE-78D245EC6832}" srcOrd="0" destOrd="0" presId="urn:microsoft.com/office/officeart/2005/8/layout/radial4"/>
    <dgm:cxn modelId="{D79914F1-0EFD-4F4C-908E-407C999160AD}" type="presOf" srcId="{4711C5C5-AFB5-4F25-A1AF-340BF0749B3A}" destId="{BFFDD8BD-77AF-4B66-BD0C-71823CDC4D40}" srcOrd="0" destOrd="0" presId="urn:microsoft.com/office/officeart/2005/8/layout/radial4"/>
    <dgm:cxn modelId="{F2CD8025-BE0C-4B73-85B5-73E27BAFF2CB}" type="presOf" srcId="{AF6CCDFF-9E6C-400E-A92C-1755A7877561}" destId="{A32DB97B-2BDC-4D1A-BB17-40FCE5FAD0CE}" srcOrd="0" destOrd="0" presId="urn:microsoft.com/office/officeart/2005/8/layout/radial4"/>
    <dgm:cxn modelId="{C04C1168-73C1-437E-B21B-670A82AFC0F2}" type="presOf" srcId="{7CA4FCC7-7C57-4F64-A2A7-EFCB2FF33800}" destId="{6AF8EA1D-5AD9-4E76-945F-DF03B6398FCC}" srcOrd="0" destOrd="0" presId="urn:microsoft.com/office/officeart/2005/8/layout/radial4"/>
    <dgm:cxn modelId="{48C64D10-608D-4550-87E3-1C064580497A}" type="presParOf" srcId="{49F7AA3E-51E1-4D33-B531-1E871B7A5BBB}" destId="{A1312E45-0E90-42D4-A319-088D1E8BD5E4}" srcOrd="0" destOrd="0" presId="urn:microsoft.com/office/officeart/2005/8/layout/radial4"/>
    <dgm:cxn modelId="{4A0ED026-64DC-4BA1-BA41-7A13FAB33EBF}" type="presParOf" srcId="{49F7AA3E-51E1-4D33-B531-1E871B7A5BBB}" destId="{CB5352A2-640F-4C1C-8DD2-0A81F54767B6}" srcOrd="1" destOrd="0" presId="urn:microsoft.com/office/officeart/2005/8/layout/radial4"/>
    <dgm:cxn modelId="{4DB60C41-6514-45E5-85D4-B10B221C5BDB}" type="presParOf" srcId="{49F7AA3E-51E1-4D33-B531-1E871B7A5BBB}" destId="{03989CB4-B64D-49D2-B676-153A0DFB0B47}" srcOrd="2" destOrd="0" presId="urn:microsoft.com/office/officeart/2005/8/layout/radial4"/>
    <dgm:cxn modelId="{76E4E5A4-158C-463B-8C55-11AA0948E106}" type="presParOf" srcId="{49F7AA3E-51E1-4D33-B531-1E871B7A5BBB}" destId="{EDA8276F-E6C1-4568-9E0B-8D09A7F0A999}" srcOrd="3" destOrd="0" presId="urn:microsoft.com/office/officeart/2005/8/layout/radial4"/>
    <dgm:cxn modelId="{F4F67864-4026-49A4-A0A6-008F158D6125}" type="presParOf" srcId="{49F7AA3E-51E1-4D33-B531-1E871B7A5BBB}" destId="{A0A54CC6-750E-476D-A736-398F890B937A}" srcOrd="4" destOrd="0" presId="urn:microsoft.com/office/officeart/2005/8/layout/radial4"/>
    <dgm:cxn modelId="{4160B011-1EE2-43A8-A7C1-13294F309C13}" type="presParOf" srcId="{49F7AA3E-51E1-4D33-B531-1E871B7A5BBB}" destId="{BFFDD8BD-77AF-4B66-BD0C-71823CDC4D40}" srcOrd="5" destOrd="0" presId="urn:microsoft.com/office/officeart/2005/8/layout/radial4"/>
    <dgm:cxn modelId="{D1ADFBFF-72F7-4391-B1BF-DB6D0A91860B}" type="presParOf" srcId="{49F7AA3E-51E1-4D33-B531-1E871B7A5BBB}" destId="{B1E1D2D3-2022-46AE-8F0D-6B9D4B596458}" srcOrd="6" destOrd="0" presId="urn:microsoft.com/office/officeart/2005/8/layout/radial4"/>
    <dgm:cxn modelId="{92F0FD80-045C-4E34-B615-1028E5E0B8FB}" type="presParOf" srcId="{49F7AA3E-51E1-4D33-B531-1E871B7A5BBB}" destId="{E3D7915C-2D19-43F5-89EC-CF78B5EE62CD}" srcOrd="7" destOrd="0" presId="urn:microsoft.com/office/officeart/2005/8/layout/radial4"/>
    <dgm:cxn modelId="{7DA6BD3B-3F04-4AB6-8A7E-C2F59DB6573B}" type="presParOf" srcId="{49F7AA3E-51E1-4D33-B531-1E871B7A5BBB}" destId="{1F4B0D0B-9A13-40C5-AD5D-97197AB2C1D3}" srcOrd="8" destOrd="0" presId="urn:microsoft.com/office/officeart/2005/8/layout/radial4"/>
    <dgm:cxn modelId="{F8B49F57-C23B-4D50-AC60-BD0920DE46E8}" type="presParOf" srcId="{49F7AA3E-51E1-4D33-B531-1E871B7A5BBB}" destId="{1A42A662-C7DC-4A1E-81FE-EA266BB7D3B7}" srcOrd="9" destOrd="0" presId="urn:microsoft.com/office/officeart/2005/8/layout/radial4"/>
    <dgm:cxn modelId="{29121A32-F828-4614-94DF-AAED8432117A}" type="presParOf" srcId="{49F7AA3E-51E1-4D33-B531-1E871B7A5BBB}" destId="{9EF0A3C4-5AC5-45EE-8117-8885B5976E91}" srcOrd="10" destOrd="0" presId="urn:microsoft.com/office/officeart/2005/8/layout/radial4"/>
    <dgm:cxn modelId="{2168FB77-071C-455D-86CF-744D9FE14CA5}" type="presParOf" srcId="{49F7AA3E-51E1-4D33-B531-1E871B7A5BBB}" destId="{9ADF362D-CEBE-4635-A9EE-78D245EC6832}" srcOrd="11" destOrd="0" presId="urn:microsoft.com/office/officeart/2005/8/layout/radial4"/>
    <dgm:cxn modelId="{58383FDD-10B9-4326-865B-58689209CFDE}" type="presParOf" srcId="{49F7AA3E-51E1-4D33-B531-1E871B7A5BBB}" destId="{336BAB92-3872-4320-BDFB-DB789FD8F4FD}" srcOrd="12" destOrd="0" presId="urn:microsoft.com/office/officeart/2005/8/layout/radial4"/>
    <dgm:cxn modelId="{50E35EBC-F062-453C-8F65-73C4A8D77FDA}" type="presParOf" srcId="{49F7AA3E-51E1-4D33-B531-1E871B7A5BBB}" destId="{6AF8EA1D-5AD9-4E76-945F-DF03B6398FCC}" srcOrd="13" destOrd="0" presId="urn:microsoft.com/office/officeart/2005/8/layout/radial4"/>
    <dgm:cxn modelId="{F4C9311E-E217-4930-A626-7AB7D23B2812}" type="presParOf" srcId="{49F7AA3E-51E1-4D33-B531-1E871B7A5BBB}" destId="{A32DB97B-2BDC-4D1A-BB17-40FCE5FAD0CE}" srcOrd="14"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32A024F-CBAE-4E1D-9014-FC30B62EA7CD}"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79BD90ED-3A36-4CE5-9255-6A8EADD1B517}">
      <dgm:prSet custT="1"/>
      <dgm:spPr/>
      <dgm:t>
        <a:bodyPr/>
        <a:lstStyle/>
        <a:p>
          <a:pPr rtl="0"/>
          <a:r>
            <a:rPr lang="zh-CN" altLang="en-US" sz="1600" b="1" baseline="0" dirty="0" smtClean="0">
              <a:effectLst>
                <a:outerShdw blurRad="38100" dist="38100" dir="2700000" algn="tl">
                  <a:srgbClr val="000000">
                    <a:alpha val="43137"/>
                  </a:srgbClr>
                </a:outerShdw>
              </a:effectLst>
            </a:rPr>
            <a:t> 各层相对独立。可以将一个难以处理的复杂问题分解为若干个较容易处理的更小一些的问题。这样，整个问题的复杂程度就降低了。</a:t>
          </a:r>
          <a:endParaRPr lang="zh-CN" altLang="en-US" sz="1600" b="1" dirty="0">
            <a:effectLst>
              <a:outerShdw blurRad="38100" dist="38100" dir="2700000" algn="tl">
                <a:srgbClr val="000000">
                  <a:alpha val="43137"/>
                </a:srgbClr>
              </a:outerShdw>
            </a:effectLst>
          </a:endParaRPr>
        </a:p>
      </dgm:t>
    </dgm:pt>
    <dgm:pt modelId="{96BF0B7B-D358-43AC-A6D4-A4D4320BC948}" cxnId="{A325CFA8-D09D-4EE0-9A69-E81E9DB7B378}" type="parTrans">
      <dgm:prSet/>
      <dgm:spPr/>
      <dgm:t>
        <a:bodyPr/>
        <a:lstStyle/>
        <a:p>
          <a:endParaRPr lang="zh-CN" altLang="en-US" sz="2800" b="1">
            <a:effectLst>
              <a:outerShdw blurRad="38100" dist="38100" dir="2700000" algn="tl">
                <a:srgbClr val="000000">
                  <a:alpha val="43137"/>
                </a:srgbClr>
              </a:outerShdw>
            </a:effectLst>
          </a:endParaRPr>
        </a:p>
      </dgm:t>
    </dgm:pt>
    <dgm:pt modelId="{ACCCA5D5-24D5-47DF-B513-05983193BB44}" cxnId="{A325CFA8-D09D-4EE0-9A69-E81E9DB7B378}" type="sibTrans">
      <dgm:prSet/>
      <dgm:spPr/>
      <dgm:t>
        <a:bodyPr/>
        <a:lstStyle/>
        <a:p>
          <a:endParaRPr lang="zh-CN" altLang="en-US" sz="2800" b="1">
            <a:effectLst>
              <a:outerShdw blurRad="38100" dist="38100" dir="2700000" algn="tl">
                <a:srgbClr val="000000">
                  <a:alpha val="43137"/>
                </a:srgbClr>
              </a:outerShdw>
            </a:effectLst>
          </a:endParaRPr>
        </a:p>
      </dgm:t>
    </dgm:pt>
    <dgm:pt modelId="{A4BD4161-181D-471F-BEE3-5CB8726EBEF1}">
      <dgm:prSet custT="1"/>
      <dgm:spPr/>
      <dgm:t>
        <a:bodyPr/>
        <a:lstStyle/>
        <a:p>
          <a:pPr rtl="0"/>
          <a:r>
            <a:rPr lang="zh-CN" altLang="en-US" sz="1600" b="1" baseline="0" dirty="0" smtClean="0">
              <a:effectLst>
                <a:outerShdw blurRad="38100" dist="38100" dir="2700000" algn="tl">
                  <a:srgbClr val="000000">
                    <a:alpha val="43137"/>
                  </a:srgbClr>
                </a:outerShdw>
              </a:effectLst>
            </a:rPr>
            <a:t>灵活性好。当任何一层发生变化时，只要层间接口关系保持不变，那么在这层以上的或以下的各层均不受影响。</a:t>
          </a:r>
          <a:endParaRPr lang="zh-CN" altLang="en-US" sz="1600" b="1" dirty="0">
            <a:effectLst>
              <a:outerShdw blurRad="38100" dist="38100" dir="2700000" algn="tl">
                <a:srgbClr val="000000">
                  <a:alpha val="43137"/>
                </a:srgbClr>
              </a:outerShdw>
            </a:effectLst>
          </a:endParaRPr>
        </a:p>
      </dgm:t>
    </dgm:pt>
    <dgm:pt modelId="{2244C213-2F5D-4F9A-AB06-18CFA88D9675}" cxnId="{EFB50E9A-37F4-4DA7-B502-CE68CC7932CB}" type="parTrans">
      <dgm:prSet/>
      <dgm:spPr/>
      <dgm:t>
        <a:bodyPr/>
        <a:lstStyle/>
        <a:p>
          <a:endParaRPr lang="zh-CN" altLang="en-US" sz="2800" b="1">
            <a:effectLst>
              <a:outerShdw blurRad="38100" dist="38100" dir="2700000" algn="tl">
                <a:srgbClr val="000000">
                  <a:alpha val="43137"/>
                </a:srgbClr>
              </a:outerShdw>
            </a:effectLst>
          </a:endParaRPr>
        </a:p>
      </dgm:t>
    </dgm:pt>
    <dgm:pt modelId="{B5CDAFB0-237A-4E1C-A090-A8185CA01C96}" cxnId="{EFB50E9A-37F4-4DA7-B502-CE68CC7932CB}" type="sibTrans">
      <dgm:prSet/>
      <dgm:spPr/>
      <dgm:t>
        <a:bodyPr/>
        <a:lstStyle/>
        <a:p>
          <a:endParaRPr lang="zh-CN" altLang="en-US" sz="2800" b="1">
            <a:effectLst>
              <a:outerShdw blurRad="38100" dist="38100" dir="2700000" algn="tl">
                <a:srgbClr val="000000">
                  <a:alpha val="43137"/>
                </a:srgbClr>
              </a:outerShdw>
            </a:effectLst>
          </a:endParaRPr>
        </a:p>
      </dgm:t>
    </dgm:pt>
    <dgm:pt modelId="{4D42FAB9-EBC0-4F28-9545-2C488A687D68}">
      <dgm:prSet custT="1"/>
      <dgm:spPr/>
      <dgm:t>
        <a:bodyPr/>
        <a:lstStyle/>
        <a:p>
          <a:pPr rtl="0"/>
          <a:r>
            <a:rPr lang="zh-CN" altLang="en-US" sz="1600" b="1" baseline="0" dirty="0" smtClean="0">
              <a:effectLst>
                <a:outerShdw blurRad="38100" dist="38100" dir="2700000" algn="tl">
                  <a:srgbClr val="000000">
                    <a:alpha val="43137"/>
                  </a:srgbClr>
                </a:outerShdw>
              </a:effectLst>
            </a:rPr>
            <a:t>结构上可分割开。各层都可以采用最合适的技术来实现。</a:t>
          </a:r>
          <a:endParaRPr lang="zh-CN" altLang="en-US" sz="1600" b="1" dirty="0">
            <a:effectLst>
              <a:outerShdw blurRad="38100" dist="38100" dir="2700000" algn="tl">
                <a:srgbClr val="000000">
                  <a:alpha val="43137"/>
                </a:srgbClr>
              </a:outerShdw>
            </a:effectLst>
          </a:endParaRPr>
        </a:p>
      </dgm:t>
    </dgm:pt>
    <dgm:pt modelId="{53C737C2-681B-4150-8A14-3DD0E1D081AA}" cxnId="{99D485B1-B49F-4A86-8B81-444E9D4F710E}" type="parTrans">
      <dgm:prSet/>
      <dgm:spPr/>
      <dgm:t>
        <a:bodyPr/>
        <a:lstStyle/>
        <a:p>
          <a:endParaRPr lang="zh-CN" altLang="en-US" sz="2800" b="1">
            <a:effectLst>
              <a:outerShdw blurRad="38100" dist="38100" dir="2700000" algn="tl">
                <a:srgbClr val="000000">
                  <a:alpha val="43137"/>
                </a:srgbClr>
              </a:outerShdw>
            </a:effectLst>
          </a:endParaRPr>
        </a:p>
      </dgm:t>
    </dgm:pt>
    <dgm:pt modelId="{566062F4-426E-4A29-9B81-BA27AEDC458F}" cxnId="{99D485B1-B49F-4A86-8B81-444E9D4F710E}" type="sibTrans">
      <dgm:prSet/>
      <dgm:spPr/>
      <dgm:t>
        <a:bodyPr/>
        <a:lstStyle/>
        <a:p>
          <a:endParaRPr lang="zh-CN" altLang="en-US" sz="2800" b="1">
            <a:effectLst>
              <a:outerShdw blurRad="38100" dist="38100" dir="2700000" algn="tl">
                <a:srgbClr val="000000">
                  <a:alpha val="43137"/>
                </a:srgbClr>
              </a:outerShdw>
            </a:effectLst>
          </a:endParaRPr>
        </a:p>
      </dgm:t>
    </dgm:pt>
    <dgm:pt modelId="{EF386042-B3CD-4A42-B7E1-734025FDDFE3}">
      <dgm:prSet custT="1"/>
      <dgm:spPr/>
      <dgm:t>
        <a:bodyPr/>
        <a:lstStyle/>
        <a:p>
          <a:pPr rtl="0"/>
          <a:r>
            <a:rPr lang="zh-CN" altLang="en-US" sz="1600" b="1" baseline="0" dirty="0" smtClean="0">
              <a:effectLst>
                <a:outerShdw blurRad="38100" dist="38100" dir="2700000" algn="tl">
                  <a:srgbClr val="000000">
                    <a:alpha val="43137"/>
                  </a:srgbClr>
                </a:outerShdw>
              </a:effectLst>
            </a:rPr>
            <a:t>易于实现和维护。因为整个系统已被分解成为若干个相对独立的子系统。</a:t>
          </a:r>
          <a:endParaRPr lang="zh-CN" altLang="en-US" sz="1600" b="1" dirty="0">
            <a:effectLst>
              <a:outerShdw blurRad="38100" dist="38100" dir="2700000" algn="tl">
                <a:srgbClr val="000000">
                  <a:alpha val="43137"/>
                </a:srgbClr>
              </a:outerShdw>
            </a:effectLst>
          </a:endParaRPr>
        </a:p>
      </dgm:t>
    </dgm:pt>
    <dgm:pt modelId="{840B6F78-29F3-4798-B4BB-75B691A5C754}" cxnId="{1A0B37A2-20D5-4659-BEF5-3A781B1C5A94}" type="parTrans">
      <dgm:prSet/>
      <dgm:spPr/>
      <dgm:t>
        <a:bodyPr/>
        <a:lstStyle/>
        <a:p>
          <a:endParaRPr lang="zh-CN" altLang="en-US" sz="2800" b="1">
            <a:effectLst>
              <a:outerShdw blurRad="38100" dist="38100" dir="2700000" algn="tl">
                <a:srgbClr val="000000">
                  <a:alpha val="43137"/>
                </a:srgbClr>
              </a:outerShdw>
            </a:effectLst>
          </a:endParaRPr>
        </a:p>
      </dgm:t>
    </dgm:pt>
    <dgm:pt modelId="{07D771B4-A06B-408D-BE15-1C6ED73442F9}" cxnId="{1A0B37A2-20D5-4659-BEF5-3A781B1C5A94}" type="sibTrans">
      <dgm:prSet/>
      <dgm:spPr/>
      <dgm:t>
        <a:bodyPr/>
        <a:lstStyle/>
        <a:p>
          <a:endParaRPr lang="zh-CN" altLang="en-US" sz="2800" b="1">
            <a:effectLst>
              <a:outerShdw blurRad="38100" dist="38100" dir="2700000" algn="tl">
                <a:srgbClr val="000000">
                  <a:alpha val="43137"/>
                </a:srgbClr>
              </a:outerShdw>
            </a:effectLst>
          </a:endParaRPr>
        </a:p>
      </dgm:t>
    </dgm:pt>
    <dgm:pt modelId="{67F92321-1A66-49AF-A17B-B28DB9ECC2BD}">
      <dgm:prSet custT="1"/>
      <dgm:spPr/>
      <dgm:t>
        <a:bodyPr/>
        <a:lstStyle/>
        <a:p>
          <a:pPr rtl="0"/>
          <a:r>
            <a:rPr lang="zh-CN" altLang="en-US" sz="1600" b="1" baseline="0" dirty="0" smtClean="0">
              <a:effectLst>
                <a:outerShdw blurRad="38100" dist="38100" dir="2700000" algn="tl">
                  <a:srgbClr val="000000">
                    <a:alpha val="43137"/>
                  </a:srgbClr>
                </a:outerShdw>
              </a:effectLst>
            </a:rPr>
            <a:t>能促进标准化工作。因为每一层的功能及其所提供的服务都已有了精确的说明。</a:t>
          </a:r>
          <a:endParaRPr lang="zh-CN" altLang="en-US" sz="1600" b="1" dirty="0">
            <a:effectLst>
              <a:outerShdw blurRad="38100" dist="38100" dir="2700000" algn="tl">
                <a:srgbClr val="000000">
                  <a:alpha val="43137"/>
                </a:srgbClr>
              </a:outerShdw>
            </a:effectLst>
          </a:endParaRPr>
        </a:p>
      </dgm:t>
    </dgm:pt>
    <dgm:pt modelId="{35DA2BCE-3929-4065-8C70-F91D6F3F2E5C}" cxnId="{779922E4-2DCC-472B-86FB-DDEAC59BB4C8}" type="parTrans">
      <dgm:prSet/>
      <dgm:spPr/>
      <dgm:t>
        <a:bodyPr/>
        <a:lstStyle/>
        <a:p>
          <a:endParaRPr lang="zh-CN" altLang="en-US" sz="2800" b="1">
            <a:effectLst>
              <a:outerShdw blurRad="38100" dist="38100" dir="2700000" algn="tl">
                <a:srgbClr val="000000">
                  <a:alpha val="43137"/>
                </a:srgbClr>
              </a:outerShdw>
            </a:effectLst>
          </a:endParaRPr>
        </a:p>
      </dgm:t>
    </dgm:pt>
    <dgm:pt modelId="{95BED946-ABAC-4A87-9A1F-35F2A835C772}" cxnId="{779922E4-2DCC-472B-86FB-DDEAC59BB4C8}" type="sibTrans">
      <dgm:prSet/>
      <dgm:spPr/>
      <dgm:t>
        <a:bodyPr/>
        <a:lstStyle/>
        <a:p>
          <a:endParaRPr lang="zh-CN" altLang="en-US" sz="2800" b="1">
            <a:effectLst>
              <a:outerShdw blurRad="38100" dist="38100" dir="2700000" algn="tl">
                <a:srgbClr val="000000">
                  <a:alpha val="43137"/>
                </a:srgbClr>
              </a:outerShdw>
            </a:effectLst>
          </a:endParaRPr>
        </a:p>
      </dgm:t>
    </dgm:pt>
    <dgm:pt modelId="{F843C090-9459-4F4F-8D20-CC46CD866026}" type="pres">
      <dgm:prSet presAssocID="{032A024F-CBAE-4E1D-9014-FC30B62EA7CD}" presName="Name0" presStyleCnt="0">
        <dgm:presLayoutVars>
          <dgm:chMax val="7"/>
          <dgm:chPref val="7"/>
          <dgm:dir/>
        </dgm:presLayoutVars>
      </dgm:prSet>
      <dgm:spPr/>
      <dgm:t>
        <a:bodyPr/>
        <a:lstStyle/>
        <a:p>
          <a:endParaRPr lang="zh-CN" altLang="en-US"/>
        </a:p>
      </dgm:t>
    </dgm:pt>
    <dgm:pt modelId="{77BBAAEF-82FA-4BFF-BB7E-A1C2CB5E0ECC}" type="pres">
      <dgm:prSet presAssocID="{032A024F-CBAE-4E1D-9014-FC30B62EA7CD}" presName="Name1" presStyleCnt="0"/>
      <dgm:spPr/>
    </dgm:pt>
    <dgm:pt modelId="{5CC691D4-8BF9-4EEE-8A68-DE08AE316C46}" type="pres">
      <dgm:prSet presAssocID="{032A024F-CBAE-4E1D-9014-FC30B62EA7CD}" presName="cycle" presStyleCnt="0"/>
      <dgm:spPr/>
    </dgm:pt>
    <dgm:pt modelId="{ACE79CB4-4B30-497C-86DE-CE5ACB5E241F}" type="pres">
      <dgm:prSet presAssocID="{032A024F-CBAE-4E1D-9014-FC30B62EA7CD}" presName="srcNode" presStyleLbl="node1" presStyleIdx="0" presStyleCnt="5"/>
      <dgm:spPr/>
    </dgm:pt>
    <dgm:pt modelId="{F2F54611-2DAE-462F-9264-692C188DFB26}" type="pres">
      <dgm:prSet presAssocID="{032A024F-CBAE-4E1D-9014-FC30B62EA7CD}" presName="conn" presStyleLbl="parChTrans1D2" presStyleIdx="0" presStyleCnt="1"/>
      <dgm:spPr/>
      <dgm:t>
        <a:bodyPr/>
        <a:lstStyle/>
        <a:p>
          <a:endParaRPr lang="zh-CN" altLang="en-US"/>
        </a:p>
      </dgm:t>
    </dgm:pt>
    <dgm:pt modelId="{C47918AB-B9EA-44A4-897F-881FC7245D20}" type="pres">
      <dgm:prSet presAssocID="{032A024F-CBAE-4E1D-9014-FC30B62EA7CD}" presName="extraNode" presStyleLbl="node1" presStyleIdx="0" presStyleCnt="5"/>
      <dgm:spPr/>
    </dgm:pt>
    <dgm:pt modelId="{6C86EF22-ED89-49BE-AF6D-D818CAEDBEE3}" type="pres">
      <dgm:prSet presAssocID="{032A024F-CBAE-4E1D-9014-FC30B62EA7CD}" presName="dstNode" presStyleLbl="node1" presStyleIdx="0" presStyleCnt="5"/>
      <dgm:spPr/>
    </dgm:pt>
    <dgm:pt modelId="{67BD6537-90CE-40AA-A3D7-6C09D084787E}" type="pres">
      <dgm:prSet presAssocID="{79BD90ED-3A36-4CE5-9255-6A8EADD1B517}" presName="text_1" presStyleLbl="node1" presStyleIdx="0" presStyleCnt="5">
        <dgm:presLayoutVars>
          <dgm:bulletEnabled val="1"/>
        </dgm:presLayoutVars>
      </dgm:prSet>
      <dgm:spPr/>
      <dgm:t>
        <a:bodyPr/>
        <a:lstStyle/>
        <a:p>
          <a:endParaRPr lang="zh-CN" altLang="en-US"/>
        </a:p>
      </dgm:t>
    </dgm:pt>
    <dgm:pt modelId="{78EB01CC-79B2-4BBD-9E39-E4CDEA0F5BD5}" type="pres">
      <dgm:prSet presAssocID="{79BD90ED-3A36-4CE5-9255-6A8EADD1B517}" presName="accent_1" presStyleCnt="0"/>
      <dgm:spPr/>
    </dgm:pt>
    <dgm:pt modelId="{36EBB020-12C9-4905-B4BD-15D3C4B72742}" type="pres">
      <dgm:prSet presAssocID="{79BD90ED-3A36-4CE5-9255-6A8EADD1B517}" presName="accentRepeatNode" presStyleLbl="solidFgAcc1" presStyleIdx="0" presStyleCnt="5"/>
      <dgm:spPr>
        <a:solidFill>
          <a:srgbClr val="00B050"/>
        </a:solidFill>
      </dgm:spPr>
    </dgm:pt>
    <dgm:pt modelId="{F0A1F589-E943-465D-80AC-301EE6FF0FAD}" type="pres">
      <dgm:prSet presAssocID="{A4BD4161-181D-471F-BEE3-5CB8726EBEF1}" presName="text_2" presStyleLbl="node1" presStyleIdx="1" presStyleCnt="5">
        <dgm:presLayoutVars>
          <dgm:bulletEnabled val="1"/>
        </dgm:presLayoutVars>
      </dgm:prSet>
      <dgm:spPr/>
      <dgm:t>
        <a:bodyPr/>
        <a:lstStyle/>
        <a:p>
          <a:endParaRPr lang="zh-CN" altLang="en-US"/>
        </a:p>
      </dgm:t>
    </dgm:pt>
    <dgm:pt modelId="{204507D8-F70A-429A-8699-20227595D34C}" type="pres">
      <dgm:prSet presAssocID="{A4BD4161-181D-471F-BEE3-5CB8726EBEF1}" presName="accent_2" presStyleCnt="0"/>
      <dgm:spPr/>
    </dgm:pt>
    <dgm:pt modelId="{BC7B2DC2-6326-4CCC-A5BD-D82B2715FEF5}" type="pres">
      <dgm:prSet presAssocID="{A4BD4161-181D-471F-BEE3-5CB8726EBEF1}" presName="accentRepeatNode" presStyleLbl="solidFgAcc1" presStyleIdx="1" presStyleCnt="5"/>
      <dgm:spPr>
        <a:solidFill>
          <a:srgbClr val="00B0F0"/>
        </a:solidFill>
      </dgm:spPr>
    </dgm:pt>
    <dgm:pt modelId="{E400EA1D-F762-40F5-B67C-986A35D25A0A}" type="pres">
      <dgm:prSet presAssocID="{4D42FAB9-EBC0-4F28-9545-2C488A687D68}" presName="text_3" presStyleLbl="node1" presStyleIdx="2" presStyleCnt="5">
        <dgm:presLayoutVars>
          <dgm:bulletEnabled val="1"/>
        </dgm:presLayoutVars>
      </dgm:prSet>
      <dgm:spPr/>
      <dgm:t>
        <a:bodyPr/>
        <a:lstStyle/>
        <a:p>
          <a:endParaRPr lang="zh-CN" altLang="en-US"/>
        </a:p>
      </dgm:t>
    </dgm:pt>
    <dgm:pt modelId="{9205CE03-FB49-421A-A9EE-855D093F2AD5}" type="pres">
      <dgm:prSet presAssocID="{4D42FAB9-EBC0-4F28-9545-2C488A687D68}" presName="accent_3" presStyleCnt="0"/>
      <dgm:spPr/>
    </dgm:pt>
    <dgm:pt modelId="{8A99AF13-6051-45F9-9C5D-9A11D8C55348}" type="pres">
      <dgm:prSet presAssocID="{4D42FAB9-EBC0-4F28-9545-2C488A687D68}" presName="accentRepeatNode" presStyleLbl="solidFgAcc1" presStyleIdx="2" presStyleCnt="5"/>
      <dgm:spPr>
        <a:solidFill>
          <a:srgbClr val="002060"/>
        </a:solidFill>
      </dgm:spPr>
    </dgm:pt>
    <dgm:pt modelId="{604E2F72-F0E1-4C0C-B565-FF43965A4B65}" type="pres">
      <dgm:prSet presAssocID="{EF386042-B3CD-4A42-B7E1-734025FDDFE3}" presName="text_4" presStyleLbl="node1" presStyleIdx="3" presStyleCnt="5">
        <dgm:presLayoutVars>
          <dgm:bulletEnabled val="1"/>
        </dgm:presLayoutVars>
      </dgm:prSet>
      <dgm:spPr/>
      <dgm:t>
        <a:bodyPr/>
        <a:lstStyle/>
        <a:p>
          <a:endParaRPr lang="zh-CN" altLang="en-US"/>
        </a:p>
      </dgm:t>
    </dgm:pt>
    <dgm:pt modelId="{446B6C05-2C88-4C91-B4C8-9BC908D45248}" type="pres">
      <dgm:prSet presAssocID="{EF386042-B3CD-4A42-B7E1-734025FDDFE3}" presName="accent_4" presStyleCnt="0"/>
      <dgm:spPr/>
    </dgm:pt>
    <dgm:pt modelId="{3CBC8687-2174-4D7D-82F3-01CEC256EA8D}" type="pres">
      <dgm:prSet presAssocID="{EF386042-B3CD-4A42-B7E1-734025FDDFE3}" presName="accentRepeatNode" presStyleLbl="solidFgAcc1" presStyleIdx="3" presStyleCnt="5"/>
      <dgm:spPr>
        <a:solidFill>
          <a:srgbClr val="7030A0"/>
        </a:solidFill>
      </dgm:spPr>
    </dgm:pt>
    <dgm:pt modelId="{3BF79B70-1639-4547-8C1A-93100877F3B3}" type="pres">
      <dgm:prSet presAssocID="{67F92321-1A66-49AF-A17B-B28DB9ECC2BD}" presName="text_5" presStyleLbl="node1" presStyleIdx="4" presStyleCnt="5">
        <dgm:presLayoutVars>
          <dgm:bulletEnabled val="1"/>
        </dgm:presLayoutVars>
      </dgm:prSet>
      <dgm:spPr/>
      <dgm:t>
        <a:bodyPr/>
        <a:lstStyle/>
        <a:p>
          <a:endParaRPr lang="zh-CN" altLang="en-US"/>
        </a:p>
      </dgm:t>
    </dgm:pt>
    <dgm:pt modelId="{47116190-8E59-43AD-A81D-6900B12D43FF}" type="pres">
      <dgm:prSet presAssocID="{67F92321-1A66-49AF-A17B-B28DB9ECC2BD}" presName="accent_5" presStyleCnt="0"/>
      <dgm:spPr/>
    </dgm:pt>
    <dgm:pt modelId="{621367C4-53FF-4233-9271-D5962048B3CF}" type="pres">
      <dgm:prSet presAssocID="{67F92321-1A66-49AF-A17B-B28DB9ECC2BD}" presName="accentRepeatNode" presStyleLbl="solidFgAcc1" presStyleIdx="4" presStyleCnt="5"/>
      <dgm:spPr>
        <a:solidFill>
          <a:srgbClr val="FFFF00"/>
        </a:solidFill>
      </dgm:spPr>
    </dgm:pt>
  </dgm:ptLst>
  <dgm:cxnLst>
    <dgm:cxn modelId="{729A79C2-0A31-44F0-920B-34F96C72F0D6}" type="presOf" srcId="{032A024F-CBAE-4E1D-9014-FC30B62EA7CD}" destId="{F843C090-9459-4F4F-8D20-CC46CD866026}" srcOrd="0" destOrd="0" presId="urn:microsoft.com/office/officeart/2008/layout/VerticalCurvedList"/>
    <dgm:cxn modelId="{D9BCCD15-5A0C-4649-A2C7-DCC95F591EFD}" type="presOf" srcId="{4D42FAB9-EBC0-4F28-9545-2C488A687D68}" destId="{E400EA1D-F762-40F5-B67C-986A35D25A0A}" srcOrd="0" destOrd="0" presId="urn:microsoft.com/office/officeart/2008/layout/VerticalCurvedList"/>
    <dgm:cxn modelId="{467C581F-ED75-47D6-B4D2-1C18C6F5B43A}" type="presOf" srcId="{EF386042-B3CD-4A42-B7E1-734025FDDFE3}" destId="{604E2F72-F0E1-4C0C-B565-FF43965A4B65}" srcOrd="0" destOrd="0" presId="urn:microsoft.com/office/officeart/2008/layout/VerticalCurvedList"/>
    <dgm:cxn modelId="{BB7C4A7A-AB4C-4F2C-B917-D9EC1A464FD8}" type="presOf" srcId="{67F92321-1A66-49AF-A17B-B28DB9ECC2BD}" destId="{3BF79B70-1639-4547-8C1A-93100877F3B3}" srcOrd="0" destOrd="0" presId="urn:microsoft.com/office/officeart/2008/layout/VerticalCurvedList"/>
    <dgm:cxn modelId="{99D485B1-B49F-4A86-8B81-444E9D4F710E}" srcId="{032A024F-CBAE-4E1D-9014-FC30B62EA7CD}" destId="{4D42FAB9-EBC0-4F28-9545-2C488A687D68}" srcOrd="2" destOrd="0" parTransId="{53C737C2-681B-4150-8A14-3DD0E1D081AA}" sibTransId="{566062F4-426E-4A29-9B81-BA27AEDC458F}"/>
    <dgm:cxn modelId="{8A02A0E1-01D6-44DE-8752-44B76C1ABA86}" type="presOf" srcId="{ACCCA5D5-24D5-47DF-B513-05983193BB44}" destId="{F2F54611-2DAE-462F-9264-692C188DFB26}" srcOrd="0" destOrd="0" presId="urn:microsoft.com/office/officeart/2008/layout/VerticalCurvedList"/>
    <dgm:cxn modelId="{EFB50E9A-37F4-4DA7-B502-CE68CC7932CB}" srcId="{032A024F-CBAE-4E1D-9014-FC30B62EA7CD}" destId="{A4BD4161-181D-471F-BEE3-5CB8726EBEF1}" srcOrd="1" destOrd="0" parTransId="{2244C213-2F5D-4F9A-AB06-18CFA88D9675}" sibTransId="{B5CDAFB0-237A-4E1C-A090-A8185CA01C96}"/>
    <dgm:cxn modelId="{EEE54E53-7BAB-475A-9BFA-DA927B61D48D}" type="presOf" srcId="{79BD90ED-3A36-4CE5-9255-6A8EADD1B517}" destId="{67BD6537-90CE-40AA-A3D7-6C09D084787E}" srcOrd="0" destOrd="0" presId="urn:microsoft.com/office/officeart/2008/layout/VerticalCurvedList"/>
    <dgm:cxn modelId="{A325CFA8-D09D-4EE0-9A69-E81E9DB7B378}" srcId="{032A024F-CBAE-4E1D-9014-FC30B62EA7CD}" destId="{79BD90ED-3A36-4CE5-9255-6A8EADD1B517}" srcOrd="0" destOrd="0" parTransId="{96BF0B7B-D358-43AC-A6D4-A4D4320BC948}" sibTransId="{ACCCA5D5-24D5-47DF-B513-05983193BB44}"/>
    <dgm:cxn modelId="{1A0B37A2-20D5-4659-BEF5-3A781B1C5A94}" srcId="{032A024F-CBAE-4E1D-9014-FC30B62EA7CD}" destId="{EF386042-B3CD-4A42-B7E1-734025FDDFE3}" srcOrd="3" destOrd="0" parTransId="{840B6F78-29F3-4798-B4BB-75B691A5C754}" sibTransId="{07D771B4-A06B-408D-BE15-1C6ED73442F9}"/>
    <dgm:cxn modelId="{EB7A455E-9303-4CA7-88ED-6E807EA3AB7A}" type="presOf" srcId="{A4BD4161-181D-471F-BEE3-5CB8726EBEF1}" destId="{F0A1F589-E943-465D-80AC-301EE6FF0FAD}" srcOrd="0" destOrd="0" presId="urn:microsoft.com/office/officeart/2008/layout/VerticalCurvedList"/>
    <dgm:cxn modelId="{779922E4-2DCC-472B-86FB-DDEAC59BB4C8}" srcId="{032A024F-CBAE-4E1D-9014-FC30B62EA7CD}" destId="{67F92321-1A66-49AF-A17B-B28DB9ECC2BD}" srcOrd="4" destOrd="0" parTransId="{35DA2BCE-3929-4065-8C70-F91D6F3F2E5C}" sibTransId="{95BED946-ABAC-4A87-9A1F-35F2A835C772}"/>
    <dgm:cxn modelId="{37835C95-F80A-4777-B983-F1D03670EED6}" type="presParOf" srcId="{F843C090-9459-4F4F-8D20-CC46CD866026}" destId="{77BBAAEF-82FA-4BFF-BB7E-A1C2CB5E0ECC}" srcOrd="0" destOrd="0" presId="urn:microsoft.com/office/officeart/2008/layout/VerticalCurvedList"/>
    <dgm:cxn modelId="{CCFF57DE-66F9-49EC-9734-17B2E3CDA084}" type="presParOf" srcId="{77BBAAEF-82FA-4BFF-BB7E-A1C2CB5E0ECC}" destId="{5CC691D4-8BF9-4EEE-8A68-DE08AE316C46}" srcOrd="0" destOrd="0" presId="urn:microsoft.com/office/officeart/2008/layout/VerticalCurvedList"/>
    <dgm:cxn modelId="{237967A1-074E-4196-9419-E02991BA3C0C}" type="presParOf" srcId="{5CC691D4-8BF9-4EEE-8A68-DE08AE316C46}" destId="{ACE79CB4-4B30-497C-86DE-CE5ACB5E241F}" srcOrd="0" destOrd="0" presId="urn:microsoft.com/office/officeart/2008/layout/VerticalCurvedList"/>
    <dgm:cxn modelId="{1145FD29-1B26-48B6-B319-25FF8C572963}" type="presParOf" srcId="{5CC691D4-8BF9-4EEE-8A68-DE08AE316C46}" destId="{F2F54611-2DAE-462F-9264-692C188DFB26}" srcOrd="1" destOrd="0" presId="urn:microsoft.com/office/officeart/2008/layout/VerticalCurvedList"/>
    <dgm:cxn modelId="{1FAE7A9C-0AAC-4CD4-B076-BAC5AFE35726}" type="presParOf" srcId="{5CC691D4-8BF9-4EEE-8A68-DE08AE316C46}" destId="{C47918AB-B9EA-44A4-897F-881FC7245D20}" srcOrd="2" destOrd="0" presId="urn:microsoft.com/office/officeart/2008/layout/VerticalCurvedList"/>
    <dgm:cxn modelId="{F483EFD8-56CB-4C04-8BDF-6D0F7182AF42}" type="presParOf" srcId="{5CC691D4-8BF9-4EEE-8A68-DE08AE316C46}" destId="{6C86EF22-ED89-49BE-AF6D-D818CAEDBEE3}" srcOrd="3" destOrd="0" presId="urn:microsoft.com/office/officeart/2008/layout/VerticalCurvedList"/>
    <dgm:cxn modelId="{012A56AE-5D5D-4717-ADAD-8EAB44B66B5A}" type="presParOf" srcId="{77BBAAEF-82FA-4BFF-BB7E-A1C2CB5E0ECC}" destId="{67BD6537-90CE-40AA-A3D7-6C09D084787E}" srcOrd="1" destOrd="0" presId="urn:microsoft.com/office/officeart/2008/layout/VerticalCurvedList"/>
    <dgm:cxn modelId="{332A5FCC-00A5-41D9-BECE-A9F5B3FE7CF0}" type="presParOf" srcId="{77BBAAEF-82FA-4BFF-BB7E-A1C2CB5E0ECC}" destId="{78EB01CC-79B2-4BBD-9E39-E4CDEA0F5BD5}" srcOrd="2" destOrd="0" presId="urn:microsoft.com/office/officeart/2008/layout/VerticalCurvedList"/>
    <dgm:cxn modelId="{D232425B-90A2-4D5D-B5B1-12F75CAC6E88}" type="presParOf" srcId="{78EB01CC-79B2-4BBD-9E39-E4CDEA0F5BD5}" destId="{36EBB020-12C9-4905-B4BD-15D3C4B72742}" srcOrd="0" destOrd="0" presId="urn:microsoft.com/office/officeart/2008/layout/VerticalCurvedList"/>
    <dgm:cxn modelId="{94C34DCA-2DBD-477C-9F3D-691D57D17D09}" type="presParOf" srcId="{77BBAAEF-82FA-4BFF-BB7E-A1C2CB5E0ECC}" destId="{F0A1F589-E943-465D-80AC-301EE6FF0FAD}" srcOrd="3" destOrd="0" presId="urn:microsoft.com/office/officeart/2008/layout/VerticalCurvedList"/>
    <dgm:cxn modelId="{ACFE8C7A-55C8-4C2A-A86E-845EE9D9DF02}" type="presParOf" srcId="{77BBAAEF-82FA-4BFF-BB7E-A1C2CB5E0ECC}" destId="{204507D8-F70A-429A-8699-20227595D34C}" srcOrd="4" destOrd="0" presId="urn:microsoft.com/office/officeart/2008/layout/VerticalCurvedList"/>
    <dgm:cxn modelId="{3EC84BAE-F465-4F8A-81A7-A817247D4B2A}" type="presParOf" srcId="{204507D8-F70A-429A-8699-20227595D34C}" destId="{BC7B2DC2-6326-4CCC-A5BD-D82B2715FEF5}" srcOrd="0" destOrd="0" presId="urn:microsoft.com/office/officeart/2008/layout/VerticalCurvedList"/>
    <dgm:cxn modelId="{205E5B56-91CD-4249-B33F-5770F75C65C4}" type="presParOf" srcId="{77BBAAEF-82FA-4BFF-BB7E-A1C2CB5E0ECC}" destId="{E400EA1D-F762-40F5-B67C-986A35D25A0A}" srcOrd="5" destOrd="0" presId="urn:microsoft.com/office/officeart/2008/layout/VerticalCurvedList"/>
    <dgm:cxn modelId="{92D46A38-D09A-4168-807D-1A2AA739EEC4}" type="presParOf" srcId="{77BBAAEF-82FA-4BFF-BB7E-A1C2CB5E0ECC}" destId="{9205CE03-FB49-421A-A9EE-855D093F2AD5}" srcOrd="6" destOrd="0" presId="urn:microsoft.com/office/officeart/2008/layout/VerticalCurvedList"/>
    <dgm:cxn modelId="{650BDCFB-6760-4A80-9787-9CC469F8EC55}" type="presParOf" srcId="{9205CE03-FB49-421A-A9EE-855D093F2AD5}" destId="{8A99AF13-6051-45F9-9C5D-9A11D8C55348}" srcOrd="0" destOrd="0" presId="urn:microsoft.com/office/officeart/2008/layout/VerticalCurvedList"/>
    <dgm:cxn modelId="{616AAF77-742C-44F1-85EC-20B699D9FC06}" type="presParOf" srcId="{77BBAAEF-82FA-4BFF-BB7E-A1C2CB5E0ECC}" destId="{604E2F72-F0E1-4C0C-B565-FF43965A4B65}" srcOrd="7" destOrd="0" presId="urn:microsoft.com/office/officeart/2008/layout/VerticalCurvedList"/>
    <dgm:cxn modelId="{64A24D42-A6BF-40F2-B033-F8F0BE25ACC1}" type="presParOf" srcId="{77BBAAEF-82FA-4BFF-BB7E-A1C2CB5E0ECC}" destId="{446B6C05-2C88-4C91-B4C8-9BC908D45248}" srcOrd="8" destOrd="0" presId="urn:microsoft.com/office/officeart/2008/layout/VerticalCurvedList"/>
    <dgm:cxn modelId="{31AD6D1A-45F6-4A59-97DB-87B1F47E4562}" type="presParOf" srcId="{446B6C05-2C88-4C91-B4C8-9BC908D45248}" destId="{3CBC8687-2174-4D7D-82F3-01CEC256EA8D}" srcOrd="0" destOrd="0" presId="urn:microsoft.com/office/officeart/2008/layout/VerticalCurvedList"/>
    <dgm:cxn modelId="{FBD263C0-4EDA-4E92-A303-CC0C8AB0C0AC}" type="presParOf" srcId="{77BBAAEF-82FA-4BFF-BB7E-A1C2CB5E0ECC}" destId="{3BF79B70-1639-4547-8C1A-93100877F3B3}" srcOrd="9" destOrd="0" presId="urn:microsoft.com/office/officeart/2008/layout/VerticalCurvedList"/>
    <dgm:cxn modelId="{B8019962-4AB5-444A-B647-9D72D11C78B1}" type="presParOf" srcId="{77BBAAEF-82FA-4BFF-BB7E-A1C2CB5E0ECC}" destId="{47116190-8E59-43AD-A81D-6900B12D43FF}" srcOrd="10" destOrd="0" presId="urn:microsoft.com/office/officeart/2008/layout/VerticalCurvedList"/>
    <dgm:cxn modelId="{3034CF48-E4D8-4B2D-AEA8-444FB2CC0847}" type="presParOf" srcId="{47116190-8E59-43AD-A81D-6900B12D43FF}" destId="{621367C4-53FF-4233-9271-D5962048B3CF}" srcOrd="0" destOrd="0" presId="urn:microsoft.com/office/officeart/2008/layout/VerticalCurv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BA69311-CFDB-40BD-A2D8-4A5059A81BFA}"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dgm:spPr/>
      <dgm:t>
        <a:bodyPr/>
        <a:lstStyle/>
        <a:p>
          <a:pPr rtl="0"/>
          <a:r>
            <a:rPr lang="en-US" altLang="zh-CN" b="1" dirty="0" smtClean="0"/>
            <a:t>1.</a:t>
          </a:r>
          <a:r>
            <a:rPr lang="zh-CN" altLang="en-US" dirty="0" smtClean="0"/>
            <a:t>虚拟化技术</a:t>
          </a:r>
          <a:endParaRPr lang="zh-CN"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dgm:spPr/>
      <dgm:t>
        <a:bodyPr/>
        <a:lstStyle/>
        <a:p>
          <a:pPr rtl="0"/>
          <a:r>
            <a:rPr lang="en-US" altLang="zh-CN" b="1" dirty="0" smtClean="0"/>
            <a:t>2.</a:t>
          </a:r>
          <a:r>
            <a:rPr lang="zh-CN" altLang="en-US" dirty="0" smtClean="0"/>
            <a:t>动态可扩展</a:t>
          </a:r>
          <a:endParaRPr lang="zh-CN"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dgm:spPr/>
      <dgm:t>
        <a:bodyPr/>
        <a:lstStyle/>
        <a:p>
          <a:pPr rtl="0"/>
          <a:r>
            <a:rPr lang="en-US" altLang="zh-CN" b="1" dirty="0" smtClean="0"/>
            <a:t>3.</a:t>
          </a:r>
          <a:r>
            <a:rPr lang="zh-CN" altLang="en-US" dirty="0" smtClean="0"/>
            <a:t>按需部署</a:t>
          </a:r>
          <a:endParaRPr lang="zh-CN"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F16629F9-F470-4C69-8825-38F296D95733}">
      <dgm:prSet/>
      <dgm:spPr/>
      <dgm:t>
        <a:bodyPr/>
        <a:lstStyle/>
        <a:p>
          <a:pPr rtl="0"/>
          <a:r>
            <a:rPr lang="en-US" altLang="zh-CN" b="1" dirty="0" smtClean="0"/>
            <a:t>4.</a:t>
          </a:r>
          <a:r>
            <a:rPr lang="zh-CN" altLang="en-US" dirty="0" smtClean="0"/>
            <a:t>灵活性高</a:t>
          </a:r>
          <a:endParaRPr lang="zh-CN" dirty="0"/>
        </a:p>
      </dgm:t>
    </dgm:pt>
    <dgm:pt modelId="{EEF0DEA7-E3FA-4C6A-90AE-3C12BBCD4334}" cxnId="{1827FE5C-7396-49A7-847E-21EC6E833E4B}" type="parTrans">
      <dgm:prSet/>
      <dgm:spPr/>
      <dgm:t>
        <a:bodyPr/>
        <a:lstStyle/>
        <a:p>
          <a:endParaRPr lang="zh-CN" altLang="en-US"/>
        </a:p>
      </dgm:t>
    </dgm:pt>
    <dgm:pt modelId="{5F58BAE2-173C-45CB-8412-D69B682F5E5E}" cxnId="{1827FE5C-7396-49A7-847E-21EC6E833E4B}" type="sibTrans">
      <dgm:prSet/>
      <dgm:spPr/>
      <dgm:t>
        <a:bodyPr/>
        <a:lstStyle/>
        <a:p>
          <a:endParaRPr lang="zh-CN" altLang="en-US"/>
        </a:p>
      </dgm:t>
    </dgm:pt>
    <dgm:pt modelId="{D3B25113-2BDA-4D2C-B342-0475DD1A7179}">
      <dgm:prSet/>
      <dgm:spPr/>
      <dgm:t>
        <a:bodyPr/>
        <a:lstStyle/>
        <a:p>
          <a:pPr rtl="0"/>
          <a:r>
            <a:rPr lang="en-US" altLang="zh-CN" b="1" dirty="0" smtClean="0"/>
            <a:t>5.</a:t>
          </a:r>
          <a:r>
            <a:rPr lang="zh-CN" altLang="en-US" dirty="0" smtClean="0"/>
            <a:t>可靠性高</a:t>
          </a:r>
          <a:endParaRPr lang="zh-CN" dirty="0"/>
        </a:p>
      </dgm:t>
    </dgm:pt>
    <dgm:pt modelId="{A8F46154-A013-4F62-8C63-6D61F21C3C7D}" cxnId="{BDF23577-13AF-4D7C-8041-4A07B88085A5}" type="parTrans">
      <dgm:prSet/>
      <dgm:spPr/>
      <dgm:t>
        <a:bodyPr/>
        <a:lstStyle/>
        <a:p>
          <a:endParaRPr lang="zh-CN" altLang="en-US"/>
        </a:p>
      </dgm:t>
    </dgm:pt>
    <dgm:pt modelId="{BBFD66BB-A751-4193-A56B-AFF913C9BE62}" cxnId="{BDF23577-13AF-4D7C-8041-4A07B88085A5}" type="sibTrans">
      <dgm:prSet/>
      <dgm:spPr/>
      <dgm:t>
        <a:bodyPr/>
        <a:lstStyle/>
        <a:p>
          <a:endParaRPr lang="zh-CN" altLang="en-US"/>
        </a:p>
      </dgm:t>
    </dgm:pt>
    <dgm:pt modelId="{E1D65543-A42E-4D1D-AA92-A872F31E3AC0}">
      <dgm:prSet/>
      <dgm:spPr/>
      <dgm:t>
        <a:bodyPr/>
        <a:lstStyle/>
        <a:p>
          <a:pPr rtl="0"/>
          <a:r>
            <a:rPr lang="en-US" altLang="zh-CN" b="1" dirty="0" smtClean="0"/>
            <a:t>6.</a:t>
          </a:r>
          <a:r>
            <a:rPr lang="zh-CN" altLang="en-US" dirty="0" smtClean="0"/>
            <a:t>性价比高</a:t>
          </a:r>
          <a:endParaRPr lang="zh-CN" dirty="0"/>
        </a:p>
      </dgm:t>
    </dgm:pt>
    <dgm:pt modelId="{3C22704D-AEA0-4775-AA36-7ED3C2B4B666}" cxnId="{2B2F0E3B-28A5-4BA9-9B0A-33A879228527}" type="parTrans">
      <dgm:prSet/>
      <dgm:spPr/>
      <dgm:t>
        <a:bodyPr/>
        <a:lstStyle/>
        <a:p>
          <a:endParaRPr lang="zh-CN" altLang="en-US"/>
        </a:p>
      </dgm:t>
    </dgm:pt>
    <dgm:pt modelId="{B8F599FC-C732-4CB1-A76D-387DB41EABB6}" cxnId="{2B2F0E3B-28A5-4BA9-9B0A-33A879228527}" type="sibTrans">
      <dgm:prSet/>
      <dgm:spPr/>
      <dgm:t>
        <a:bodyPr/>
        <a:lstStyle/>
        <a:p>
          <a:endParaRPr lang="zh-CN" altLang="en-US"/>
        </a:p>
      </dgm:t>
    </dgm:pt>
    <dgm:pt modelId="{AF6CCDFF-9E6C-400E-A92C-1755A7877561}">
      <dgm:prSet/>
      <dgm:spPr/>
      <dgm:t>
        <a:bodyPr/>
        <a:lstStyle/>
        <a:p>
          <a:pPr rtl="0"/>
          <a:r>
            <a:rPr lang="en-US" altLang="zh-CN" b="1" dirty="0" smtClean="0"/>
            <a:t>7.</a:t>
          </a:r>
          <a:r>
            <a:rPr lang="zh-CN" altLang="en-US" dirty="0" smtClean="0"/>
            <a:t>可扩展性</a:t>
          </a:r>
          <a:endParaRPr lang="zh-CN" dirty="0"/>
        </a:p>
      </dgm:t>
    </dgm:pt>
    <dgm:pt modelId="{7CA4FCC7-7C57-4F64-A2A7-EFCB2FF33800}" cxnId="{B1637B94-55FC-449B-B854-4562C103F0D3}" type="parTrans">
      <dgm:prSet/>
      <dgm:spPr/>
      <dgm:t>
        <a:bodyPr/>
        <a:lstStyle/>
        <a:p>
          <a:endParaRPr lang="zh-CN" altLang="en-US"/>
        </a:p>
      </dgm:t>
    </dgm:pt>
    <dgm:pt modelId="{19915A77-25E7-46C7-9EEB-ED9A9A738B5D}" cxnId="{B1637B94-55FC-449B-B854-4562C103F0D3}" type="sibTrans">
      <dgm:prSet/>
      <dgm:spPr/>
      <dgm:t>
        <a:bodyPr/>
        <a:lstStyle/>
        <a:p>
          <a:endParaRPr lang="zh-CN" altLang="en-US"/>
        </a:p>
      </dgm:t>
    </dgm:pt>
    <dgm:pt modelId="{4BC691B0-B544-4515-A115-D7DBF6409515}">
      <dgm:prSet/>
      <dgm:spPr/>
      <dgm:t>
        <a:bodyPr/>
        <a:lstStyle/>
        <a:p>
          <a:pPr rtl="0"/>
          <a:r>
            <a:rPr lang="zh-CN" altLang="en-US" b="1" dirty="0" smtClean="0">
              <a:effectLst>
                <a:outerShdw blurRad="38100" dist="38100" dir="2700000" algn="tl">
                  <a:srgbClr val="000000">
                    <a:alpha val="43137"/>
                  </a:srgbClr>
                </a:outerShdw>
              </a:effectLst>
            </a:rPr>
            <a:t>云计算优势与特点</a:t>
          </a:r>
          <a:endParaRPr lang="zh-CN" b="1" dirty="0">
            <a:effectLst>
              <a:outerShdw blurRad="38100" dist="38100" dir="2700000" algn="tl">
                <a:srgbClr val="000000">
                  <a:alpha val="43137"/>
                </a:srgbClr>
              </a:outerShdw>
            </a:effectLst>
          </a:endParaRPr>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49F7AA3E-51E1-4D33-B531-1E871B7A5BBB}" type="pres">
      <dgm:prSet presAssocID="{3BA69311-CFDB-40BD-A2D8-4A5059A81BFA}" presName="cycle" presStyleCnt="0">
        <dgm:presLayoutVars>
          <dgm:chMax val="1"/>
          <dgm:dir/>
          <dgm:animLvl val="ctr"/>
          <dgm:resizeHandles val="exact"/>
        </dgm:presLayoutVars>
      </dgm:prSet>
      <dgm:spPr/>
      <dgm:t>
        <a:bodyPr/>
        <a:lstStyle/>
        <a:p>
          <a:endParaRPr lang="zh-CN" altLang="en-US"/>
        </a:p>
      </dgm:t>
    </dgm:pt>
    <dgm:pt modelId="{A1312E45-0E90-42D4-A319-088D1E8BD5E4}" type="pres">
      <dgm:prSet presAssocID="{4BC691B0-B544-4515-A115-D7DBF6409515}" presName="centerShape" presStyleLbl="node0" presStyleIdx="0" presStyleCnt="1"/>
      <dgm:spPr/>
      <dgm:t>
        <a:bodyPr/>
        <a:lstStyle/>
        <a:p>
          <a:endParaRPr lang="zh-CN" altLang="en-US"/>
        </a:p>
      </dgm:t>
    </dgm:pt>
    <dgm:pt modelId="{CB5352A2-640F-4C1C-8DD2-0A81F54767B6}" type="pres">
      <dgm:prSet presAssocID="{F7552F8B-E499-4DA9-AD7C-E3B7E69C713E}" presName="parTrans" presStyleLbl="bgSibTrans2D1" presStyleIdx="0" presStyleCnt="7"/>
      <dgm:spPr/>
      <dgm:t>
        <a:bodyPr/>
        <a:lstStyle/>
        <a:p>
          <a:endParaRPr lang="zh-CN" altLang="en-US"/>
        </a:p>
      </dgm:t>
    </dgm:pt>
    <dgm:pt modelId="{03989CB4-B64D-49D2-B676-153A0DFB0B47}" type="pres">
      <dgm:prSet presAssocID="{A651934C-0024-4B15-A4CD-7C5A4C06042A}" presName="node" presStyleLbl="node1" presStyleIdx="0" presStyleCnt="7">
        <dgm:presLayoutVars>
          <dgm:bulletEnabled val="1"/>
        </dgm:presLayoutVars>
      </dgm:prSet>
      <dgm:spPr/>
      <dgm:t>
        <a:bodyPr/>
        <a:lstStyle/>
        <a:p>
          <a:endParaRPr lang="zh-CN" altLang="en-US"/>
        </a:p>
      </dgm:t>
    </dgm:pt>
    <dgm:pt modelId="{EDA8276F-E6C1-4568-9E0B-8D09A7F0A999}" type="pres">
      <dgm:prSet presAssocID="{D25C93D7-5D37-4866-8DB5-280BB9FE90CE}" presName="parTrans" presStyleLbl="bgSibTrans2D1" presStyleIdx="1" presStyleCnt="7"/>
      <dgm:spPr/>
      <dgm:t>
        <a:bodyPr/>
        <a:lstStyle/>
        <a:p>
          <a:endParaRPr lang="zh-CN" altLang="en-US"/>
        </a:p>
      </dgm:t>
    </dgm:pt>
    <dgm:pt modelId="{A0A54CC6-750E-476D-A736-398F890B937A}" type="pres">
      <dgm:prSet presAssocID="{50D99395-8E64-4658-965D-36CDE70BA698}" presName="node" presStyleLbl="node1" presStyleIdx="1" presStyleCnt="7">
        <dgm:presLayoutVars>
          <dgm:bulletEnabled val="1"/>
        </dgm:presLayoutVars>
      </dgm:prSet>
      <dgm:spPr/>
      <dgm:t>
        <a:bodyPr/>
        <a:lstStyle/>
        <a:p>
          <a:endParaRPr lang="zh-CN" altLang="en-US"/>
        </a:p>
      </dgm:t>
    </dgm:pt>
    <dgm:pt modelId="{BFFDD8BD-77AF-4B66-BD0C-71823CDC4D40}" type="pres">
      <dgm:prSet presAssocID="{4711C5C5-AFB5-4F25-A1AF-340BF0749B3A}" presName="parTrans" presStyleLbl="bgSibTrans2D1" presStyleIdx="2" presStyleCnt="7"/>
      <dgm:spPr/>
      <dgm:t>
        <a:bodyPr/>
        <a:lstStyle/>
        <a:p>
          <a:endParaRPr lang="zh-CN" altLang="en-US"/>
        </a:p>
      </dgm:t>
    </dgm:pt>
    <dgm:pt modelId="{B1E1D2D3-2022-46AE-8F0D-6B9D4B596458}" type="pres">
      <dgm:prSet presAssocID="{9C94D297-61BA-4E38-A228-DFE70405A161}" presName="node" presStyleLbl="node1" presStyleIdx="2" presStyleCnt="7">
        <dgm:presLayoutVars>
          <dgm:bulletEnabled val="1"/>
        </dgm:presLayoutVars>
      </dgm:prSet>
      <dgm:spPr/>
      <dgm:t>
        <a:bodyPr/>
        <a:lstStyle/>
        <a:p>
          <a:endParaRPr lang="zh-CN" altLang="en-US"/>
        </a:p>
      </dgm:t>
    </dgm:pt>
    <dgm:pt modelId="{E3D7915C-2D19-43F5-89EC-CF78B5EE62CD}" type="pres">
      <dgm:prSet presAssocID="{EEF0DEA7-E3FA-4C6A-90AE-3C12BBCD4334}" presName="parTrans" presStyleLbl="bgSibTrans2D1" presStyleIdx="3" presStyleCnt="7"/>
      <dgm:spPr/>
      <dgm:t>
        <a:bodyPr/>
        <a:lstStyle/>
        <a:p>
          <a:endParaRPr lang="zh-CN" altLang="en-US"/>
        </a:p>
      </dgm:t>
    </dgm:pt>
    <dgm:pt modelId="{1F4B0D0B-9A13-40C5-AD5D-97197AB2C1D3}" type="pres">
      <dgm:prSet presAssocID="{F16629F9-F470-4C69-8825-38F296D95733}" presName="node" presStyleLbl="node1" presStyleIdx="3" presStyleCnt="7">
        <dgm:presLayoutVars>
          <dgm:bulletEnabled val="1"/>
        </dgm:presLayoutVars>
      </dgm:prSet>
      <dgm:spPr/>
      <dgm:t>
        <a:bodyPr/>
        <a:lstStyle/>
        <a:p>
          <a:endParaRPr lang="zh-CN" altLang="en-US"/>
        </a:p>
      </dgm:t>
    </dgm:pt>
    <dgm:pt modelId="{1A42A662-C7DC-4A1E-81FE-EA266BB7D3B7}" type="pres">
      <dgm:prSet presAssocID="{A8F46154-A013-4F62-8C63-6D61F21C3C7D}" presName="parTrans" presStyleLbl="bgSibTrans2D1" presStyleIdx="4" presStyleCnt="7"/>
      <dgm:spPr/>
      <dgm:t>
        <a:bodyPr/>
        <a:lstStyle/>
        <a:p>
          <a:endParaRPr lang="zh-CN" altLang="en-US"/>
        </a:p>
      </dgm:t>
    </dgm:pt>
    <dgm:pt modelId="{9EF0A3C4-5AC5-45EE-8117-8885B5976E91}" type="pres">
      <dgm:prSet presAssocID="{D3B25113-2BDA-4D2C-B342-0475DD1A7179}" presName="node" presStyleLbl="node1" presStyleIdx="4" presStyleCnt="7">
        <dgm:presLayoutVars>
          <dgm:bulletEnabled val="1"/>
        </dgm:presLayoutVars>
      </dgm:prSet>
      <dgm:spPr/>
      <dgm:t>
        <a:bodyPr/>
        <a:lstStyle/>
        <a:p>
          <a:endParaRPr lang="zh-CN" altLang="en-US"/>
        </a:p>
      </dgm:t>
    </dgm:pt>
    <dgm:pt modelId="{9ADF362D-CEBE-4635-A9EE-78D245EC6832}" type="pres">
      <dgm:prSet presAssocID="{3C22704D-AEA0-4775-AA36-7ED3C2B4B666}" presName="parTrans" presStyleLbl="bgSibTrans2D1" presStyleIdx="5" presStyleCnt="7"/>
      <dgm:spPr/>
      <dgm:t>
        <a:bodyPr/>
        <a:lstStyle/>
        <a:p>
          <a:endParaRPr lang="zh-CN" altLang="en-US"/>
        </a:p>
      </dgm:t>
    </dgm:pt>
    <dgm:pt modelId="{336BAB92-3872-4320-BDFB-DB789FD8F4FD}" type="pres">
      <dgm:prSet presAssocID="{E1D65543-A42E-4D1D-AA92-A872F31E3AC0}" presName="node" presStyleLbl="node1" presStyleIdx="5" presStyleCnt="7">
        <dgm:presLayoutVars>
          <dgm:bulletEnabled val="1"/>
        </dgm:presLayoutVars>
      </dgm:prSet>
      <dgm:spPr/>
      <dgm:t>
        <a:bodyPr/>
        <a:lstStyle/>
        <a:p>
          <a:endParaRPr lang="zh-CN" altLang="en-US"/>
        </a:p>
      </dgm:t>
    </dgm:pt>
    <dgm:pt modelId="{6AF8EA1D-5AD9-4E76-945F-DF03B6398FCC}" type="pres">
      <dgm:prSet presAssocID="{7CA4FCC7-7C57-4F64-A2A7-EFCB2FF33800}" presName="parTrans" presStyleLbl="bgSibTrans2D1" presStyleIdx="6" presStyleCnt="7"/>
      <dgm:spPr/>
      <dgm:t>
        <a:bodyPr/>
        <a:lstStyle/>
        <a:p>
          <a:endParaRPr lang="zh-CN" altLang="en-US"/>
        </a:p>
      </dgm:t>
    </dgm:pt>
    <dgm:pt modelId="{A32DB97B-2BDC-4D1A-BB17-40FCE5FAD0CE}" type="pres">
      <dgm:prSet presAssocID="{AF6CCDFF-9E6C-400E-A92C-1755A7877561}" presName="node" presStyleLbl="node1" presStyleIdx="6" presStyleCnt="7">
        <dgm:presLayoutVars>
          <dgm:bulletEnabled val="1"/>
        </dgm:presLayoutVars>
      </dgm:prSet>
      <dgm:spPr/>
      <dgm:t>
        <a:bodyPr/>
        <a:lstStyle/>
        <a:p>
          <a:endParaRPr lang="zh-CN" altLang="en-US"/>
        </a:p>
      </dgm:t>
    </dgm:pt>
  </dgm:ptLst>
  <dgm:cxnLst>
    <dgm:cxn modelId="{B1637B94-55FC-449B-B854-4562C103F0D3}" srcId="{4BC691B0-B544-4515-A115-D7DBF6409515}" destId="{AF6CCDFF-9E6C-400E-A92C-1755A7877561}" srcOrd="6" destOrd="0" parTransId="{7CA4FCC7-7C57-4F64-A2A7-EFCB2FF33800}" sibTransId="{19915A77-25E7-46C7-9EEB-ED9A9A738B5D}"/>
    <dgm:cxn modelId="{34F5A23E-241E-4970-A1B6-CA010AED2F78}" type="presOf" srcId="{A651934C-0024-4B15-A4CD-7C5A4C06042A}" destId="{03989CB4-B64D-49D2-B676-153A0DFB0B47}" srcOrd="0" destOrd="0" presId="urn:microsoft.com/office/officeart/2005/8/layout/radial4"/>
    <dgm:cxn modelId="{2B2F0E3B-28A5-4BA9-9B0A-33A879228527}" srcId="{4BC691B0-B544-4515-A115-D7DBF6409515}" destId="{E1D65543-A42E-4D1D-AA92-A872F31E3AC0}" srcOrd="5" destOrd="0" parTransId="{3C22704D-AEA0-4775-AA36-7ED3C2B4B666}" sibTransId="{B8F599FC-C732-4CB1-A76D-387DB41EABB6}"/>
    <dgm:cxn modelId="{9357377F-89A3-44D1-9EDE-223E23032576}" type="presOf" srcId="{9C94D297-61BA-4E38-A228-DFE70405A161}" destId="{B1E1D2D3-2022-46AE-8F0D-6B9D4B596458}" srcOrd="0" destOrd="0" presId="urn:microsoft.com/office/officeart/2005/8/layout/radial4"/>
    <dgm:cxn modelId="{86D4881F-912E-4AE6-9BA3-F105F357AC94}" srcId="{3BA69311-CFDB-40BD-A2D8-4A5059A81BFA}" destId="{4BC691B0-B544-4515-A115-D7DBF6409515}" srcOrd="0" destOrd="0" parTransId="{0F8825B6-4109-4594-B66C-A67D294E51D3}" sibTransId="{CA44B34C-2E66-4CD0-A236-55F2435BEB97}"/>
    <dgm:cxn modelId="{7A9FC083-C73A-4D0A-9412-A7CB58ACCAC6}" type="presOf" srcId="{4BC691B0-B544-4515-A115-D7DBF6409515}" destId="{A1312E45-0E90-42D4-A319-088D1E8BD5E4}" srcOrd="0" destOrd="0" presId="urn:microsoft.com/office/officeart/2005/8/layout/radial4"/>
    <dgm:cxn modelId="{43B66FFF-3B96-4680-8FBE-57F68C55C32C}" type="presOf" srcId="{D3B25113-2BDA-4D2C-B342-0475DD1A7179}" destId="{9EF0A3C4-5AC5-45EE-8117-8885B5976E91}" srcOrd="0" destOrd="0" presId="urn:microsoft.com/office/officeart/2005/8/layout/radial4"/>
    <dgm:cxn modelId="{118269B4-C8D1-4197-AD9A-85A51B7FA527}" type="presOf" srcId="{AF6CCDFF-9E6C-400E-A92C-1755A7877561}" destId="{A32DB97B-2BDC-4D1A-BB17-40FCE5FAD0CE}" srcOrd="0" destOrd="0" presId="urn:microsoft.com/office/officeart/2005/8/layout/radial4"/>
    <dgm:cxn modelId="{994AD248-8EAA-4074-8FC7-68A59DCFC12B}" type="presOf" srcId="{4711C5C5-AFB5-4F25-A1AF-340BF0749B3A}" destId="{BFFDD8BD-77AF-4B66-BD0C-71823CDC4D40}" srcOrd="0" destOrd="0" presId="urn:microsoft.com/office/officeart/2005/8/layout/radial4"/>
    <dgm:cxn modelId="{2C2C772B-7BD1-4091-8F6A-D4131F795C7A}" type="presOf" srcId="{EEF0DEA7-E3FA-4C6A-90AE-3C12BBCD4334}" destId="{E3D7915C-2D19-43F5-89EC-CF78B5EE62CD}" srcOrd="0" destOrd="0" presId="urn:microsoft.com/office/officeart/2005/8/layout/radial4"/>
    <dgm:cxn modelId="{2C72661F-8DB1-4F87-B557-17DD00F306F0}" type="presOf" srcId="{7CA4FCC7-7C57-4F64-A2A7-EFCB2FF33800}" destId="{6AF8EA1D-5AD9-4E76-945F-DF03B6398FCC}" srcOrd="0" destOrd="0" presId="urn:microsoft.com/office/officeart/2005/8/layout/radial4"/>
    <dgm:cxn modelId="{8796DF53-559A-49E8-BBBB-A946A11B795E}" type="presOf" srcId="{F16629F9-F470-4C69-8825-38F296D95733}" destId="{1F4B0D0B-9A13-40C5-AD5D-97197AB2C1D3}" srcOrd="0" destOrd="0" presId="urn:microsoft.com/office/officeart/2005/8/layout/radial4"/>
    <dgm:cxn modelId="{4330F5A5-DE00-4C4E-AD70-06025340EAB8}" srcId="{4BC691B0-B544-4515-A115-D7DBF6409515}" destId="{9C94D297-61BA-4E38-A228-DFE70405A161}" srcOrd="2" destOrd="0" parTransId="{4711C5C5-AFB5-4F25-A1AF-340BF0749B3A}" sibTransId="{42E1B696-4824-4997-9B3C-7A9809EEF0C0}"/>
    <dgm:cxn modelId="{3AABA3A9-0EE5-41E8-B9E7-FB401FCD1004}" type="presOf" srcId="{E1D65543-A42E-4D1D-AA92-A872F31E3AC0}" destId="{336BAB92-3872-4320-BDFB-DB789FD8F4FD}" srcOrd="0" destOrd="0" presId="urn:microsoft.com/office/officeart/2005/8/layout/radial4"/>
    <dgm:cxn modelId="{08D64C45-BE89-4343-93D4-43F3D4F82C7A}" type="presOf" srcId="{3C22704D-AEA0-4775-AA36-7ED3C2B4B666}" destId="{9ADF362D-CEBE-4635-A9EE-78D245EC6832}" srcOrd="0" destOrd="0" presId="urn:microsoft.com/office/officeart/2005/8/layout/radial4"/>
    <dgm:cxn modelId="{1827FE5C-7396-49A7-847E-21EC6E833E4B}" srcId="{4BC691B0-B544-4515-A115-D7DBF6409515}" destId="{F16629F9-F470-4C69-8825-38F296D95733}" srcOrd="3" destOrd="0" parTransId="{EEF0DEA7-E3FA-4C6A-90AE-3C12BBCD4334}" sibTransId="{5F58BAE2-173C-45CB-8412-D69B682F5E5E}"/>
    <dgm:cxn modelId="{EF9F50A8-20D4-4EC9-A4B4-4CF766A2AD40}" srcId="{4BC691B0-B544-4515-A115-D7DBF6409515}" destId="{A651934C-0024-4B15-A4CD-7C5A4C06042A}" srcOrd="0" destOrd="0" parTransId="{F7552F8B-E499-4DA9-AD7C-E3B7E69C713E}" sibTransId="{BA8E9852-F898-44D2-97C4-EFFD9A4095DC}"/>
    <dgm:cxn modelId="{FCF149E9-DC31-4696-95FF-B1E516798FB6}" type="presOf" srcId="{F7552F8B-E499-4DA9-AD7C-E3B7E69C713E}" destId="{CB5352A2-640F-4C1C-8DD2-0A81F54767B6}" srcOrd="0" destOrd="0" presId="urn:microsoft.com/office/officeart/2005/8/layout/radial4"/>
    <dgm:cxn modelId="{22E1DF66-4044-4634-8F7A-06A58C04534B}" type="presOf" srcId="{A8F46154-A013-4F62-8C63-6D61F21C3C7D}" destId="{1A42A662-C7DC-4A1E-81FE-EA266BB7D3B7}" srcOrd="0" destOrd="0" presId="urn:microsoft.com/office/officeart/2005/8/layout/radial4"/>
    <dgm:cxn modelId="{BDF23577-13AF-4D7C-8041-4A07B88085A5}" srcId="{4BC691B0-B544-4515-A115-D7DBF6409515}" destId="{D3B25113-2BDA-4D2C-B342-0475DD1A7179}" srcOrd="4" destOrd="0" parTransId="{A8F46154-A013-4F62-8C63-6D61F21C3C7D}" sibTransId="{BBFD66BB-A751-4193-A56B-AFF913C9BE62}"/>
    <dgm:cxn modelId="{6C956FDE-2452-4C7B-935E-F820788C534C}" type="presOf" srcId="{3BA69311-CFDB-40BD-A2D8-4A5059A81BFA}" destId="{49F7AA3E-51E1-4D33-B531-1E871B7A5BBB}" srcOrd="0" destOrd="0" presId="urn:microsoft.com/office/officeart/2005/8/layout/radial4"/>
    <dgm:cxn modelId="{B37E059B-642D-494E-97C5-6EB132D8888C}" type="presOf" srcId="{50D99395-8E64-4658-965D-36CDE70BA698}" destId="{A0A54CC6-750E-476D-A736-398F890B937A}" srcOrd="0" destOrd="0" presId="urn:microsoft.com/office/officeart/2005/8/layout/radial4"/>
    <dgm:cxn modelId="{FAE24063-FF63-47B5-B1CA-B70AD443740A}" srcId="{4BC691B0-B544-4515-A115-D7DBF6409515}" destId="{50D99395-8E64-4658-965D-36CDE70BA698}" srcOrd="1" destOrd="0" parTransId="{D25C93D7-5D37-4866-8DB5-280BB9FE90CE}" sibTransId="{4D5AE3F9-F9A3-46B9-B97A-0C3705B4B8FC}"/>
    <dgm:cxn modelId="{8727A281-B1E3-4ED9-BEDB-62A1CEDAC927}" type="presOf" srcId="{D25C93D7-5D37-4866-8DB5-280BB9FE90CE}" destId="{EDA8276F-E6C1-4568-9E0B-8D09A7F0A999}" srcOrd="0" destOrd="0" presId="urn:microsoft.com/office/officeart/2005/8/layout/radial4"/>
    <dgm:cxn modelId="{D19C68FF-AC97-4AF5-A88D-20FCF2925F48}" type="presParOf" srcId="{49F7AA3E-51E1-4D33-B531-1E871B7A5BBB}" destId="{A1312E45-0E90-42D4-A319-088D1E8BD5E4}" srcOrd="0" destOrd="0" presId="urn:microsoft.com/office/officeart/2005/8/layout/radial4"/>
    <dgm:cxn modelId="{85F97204-2743-4C02-A555-9DE5258A1958}" type="presParOf" srcId="{49F7AA3E-51E1-4D33-B531-1E871B7A5BBB}" destId="{CB5352A2-640F-4C1C-8DD2-0A81F54767B6}" srcOrd="1" destOrd="0" presId="urn:microsoft.com/office/officeart/2005/8/layout/radial4"/>
    <dgm:cxn modelId="{2726A4C7-AE73-4FA7-810D-525DE38884AA}" type="presParOf" srcId="{49F7AA3E-51E1-4D33-B531-1E871B7A5BBB}" destId="{03989CB4-B64D-49D2-B676-153A0DFB0B47}" srcOrd="2" destOrd="0" presId="urn:microsoft.com/office/officeart/2005/8/layout/radial4"/>
    <dgm:cxn modelId="{C9AD794F-2903-475E-B5DB-FAC3A7633618}" type="presParOf" srcId="{49F7AA3E-51E1-4D33-B531-1E871B7A5BBB}" destId="{EDA8276F-E6C1-4568-9E0B-8D09A7F0A999}" srcOrd="3" destOrd="0" presId="urn:microsoft.com/office/officeart/2005/8/layout/radial4"/>
    <dgm:cxn modelId="{5609CFD5-03A6-4FFE-9DD7-9F149A84E9D2}" type="presParOf" srcId="{49F7AA3E-51E1-4D33-B531-1E871B7A5BBB}" destId="{A0A54CC6-750E-476D-A736-398F890B937A}" srcOrd="4" destOrd="0" presId="urn:microsoft.com/office/officeart/2005/8/layout/radial4"/>
    <dgm:cxn modelId="{FA10E02C-F013-43AD-996C-B3D914363981}" type="presParOf" srcId="{49F7AA3E-51E1-4D33-B531-1E871B7A5BBB}" destId="{BFFDD8BD-77AF-4B66-BD0C-71823CDC4D40}" srcOrd="5" destOrd="0" presId="urn:microsoft.com/office/officeart/2005/8/layout/radial4"/>
    <dgm:cxn modelId="{8D0F122B-1BBA-482E-853B-73CAFBB4A8DE}" type="presParOf" srcId="{49F7AA3E-51E1-4D33-B531-1E871B7A5BBB}" destId="{B1E1D2D3-2022-46AE-8F0D-6B9D4B596458}" srcOrd="6" destOrd="0" presId="urn:microsoft.com/office/officeart/2005/8/layout/radial4"/>
    <dgm:cxn modelId="{9747D994-9FD5-4E1C-A5F5-0F6C6D02AAF3}" type="presParOf" srcId="{49F7AA3E-51E1-4D33-B531-1E871B7A5BBB}" destId="{E3D7915C-2D19-43F5-89EC-CF78B5EE62CD}" srcOrd="7" destOrd="0" presId="urn:microsoft.com/office/officeart/2005/8/layout/radial4"/>
    <dgm:cxn modelId="{03FEE4D9-EA77-4DDA-8F06-320F9B2E6747}" type="presParOf" srcId="{49F7AA3E-51E1-4D33-B531-1E871B7A5BBB}" destId="{1F4B0D0B-9A13-40C5-AD5D-97197AB2C1D3}" srcOrd="8" destOrd="0" presId="urn:microsoft.com/office/officeart/2005/8/layout/radial4"/>
    <dgm:cxn modelId="{9833E885-D5D4-4482-912C-03941D7FCA92}" type="presParOf" srcId="{49F7AA3E-51E1-4D33-B531-1E871B7A5BBB}" destId="{1A42A662-C7DC-4A1E-81FE-EA266BB7D3B7}" srcOrd="9" destOrd="0" presId="urn:microsoft.com/office/officeart/2005/8/layout/radial4"/>
    <dgm:cxn modelId="{2BC5F721-8FF9-41E6-99CA-ACDC71A48A9E}" type="presParOf" srcId="{49F7AA3E-51E1-4D33-B531-1E871B7A5BBB}" destId="{9EF0A3C4-5AC5-45EE-8117-8885B5976E91}" srcOrd="10" destOrd="0" presId="urn:microsoft.com/office/officeart/2005/8/layout/radial4"/>
    <dgm:cxn modelId="{77CED60F-4300-4678-93D5-3B5010B7D73A}" type="presParOf" srcId="{49F7AA3E-51E1-4D33-B531-1E871B7A5BBB}" destId="{9ADF362D-CEBE-4635-A9EE-78D245EC6832}" srcOrd="11" destOrd="0" presId="urn:microsoft.com/office/officeart/2005/8/layout/radial4"/>
    <dgm:cxn modelId="{EE5F6FE6-A155-4E6F-B8D6-378A78BA94F3}" type="presParOf" srcId="{49F7AA3E-51E1-4D33-B531-1E871B7A5BBB}" destId="{336BAB92-3872-4320-BDFB-DB789FD8F4FD}" srcOrd="12" destOrd="0" presId="urn:microsoft.com/office/officeart/2005/8/layout/radial4"/>
    <dgm:cxn modelId="{D728DE59-02C2-4678-9A2F-8C274BBA89DF}" type="presParOf" srcId="{49F7AA3E-51E1-4D33-B531-1E871B7A5BBB}" destId="{6AF8EA1D-5AD9-4E76-945F-DF03B6398FCC}" srcOrd="13" destOrd="0" presId="urn:microsoft.com/office/officeart/2005/8/layout/radial4"/>
    <dgm:cxn modelId="{89426D94-9C1C-4862-B2F7-503917A93640}" type="presParOf" srcId="{49F7AA3E-51E1-4D33-B531-1E871B7A5BBB}" destId="{A32DB97B-2BDC-4D1A-BB17-40FCE5FAD0CE}" srcOrd="14"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A69311-CFDB-40BD-A2D8-4A5059A81BFA}" type="doc">
      <dgm:prSet loTypeId="urn:microsoft.com/office/officeart/2008/layout/HorizontalMultiLevelHierarchy" loCatId="hierarchy"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dgm:spPr/>
      <dgm:t>
        <a:bodyPr/>
        <a:lstStyle/>
        <a:p>
          <a:pPr algn="l" rtl="0"/>
          <a:r>
            <a:rPr lang="en-US" altLang="zh-CN" b="1" dirty="0" smtClean="0"/>
            <a:t>1.</a:t>
          </a:r>
          <a:r>
            <a:rPr lang="zh-CN" altLang="en-US" b="1" dirty="0" smtClean="0"/>
            <a:t>基础设施即服务（</a:t>
          </a:r>
          <a:r>
            <a:rPr lang="en-US" altLang="zh-CN" b="1" dirty="0" err="1" smtClean="0"/>
            <a:t>IaaS</a:t>
          </a:r>
          <a:r>
            <a:rPr lang="en-US" altLang="zh-CN" b="1" dirty="0" smtClean="0"/>
            <a:t>)</a:t>
          </a:r>
          <a:endParaRPr lang="zh-CN" b="1"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dgm:spPr/>
      <dgm:t>
        <a:bodyPr/>
        <a:lstStyle/>
        <a:p>
          <a:pPr algn="l" rtl="0"/>
          <a:r>
            <a:rPr lang="en-US" altLang="zh-CN" b="1" dirty="0" smtClean="0"/>
            <a:t>2.</a:t>
          </a:r>
          <a:r>
            <a:rPr lang="zh-CN" altLang="en-US" b="1" dirty="0" smtClean="0"/>
            <a:t>平台即服务</a:t>
          </a:r>
          <a:r>
            <a:rPr lang="en-US" altLang="zh-CN" b="1" dirty="0" smtClean="0"/>
            <a:t>(</a:t>
          </a:r>
          <a:r>
            <a:rPr lang="en-US" b="1" dirty="0" err="1" smtClean="0"/>
            <a:t>PaaS</a:t>
          </a:r>
          <a:r>
            <a:rPr lang="en-US" b="1" dirty="0" smtClean="0"/>
            <a:t>)</a:t>
          </a:r>
          <a:endParaRPr lang="zh-CN" b="1"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dgm:spPr/>
      <dgm:t>
        <a:bodyPr/>
        <a:lstStyle/>
        <a:p>
          <a:pPr algn="l" rtl="0"/>
          <a:r>
            <a:rPr lang="en-US" altLang="zh-CN" b="1" dirty="0" smtClean="0"/>
            <a:t>3.</a:t>
          </a:r>
          <a:r>
            <a:rPr lang="zh-CN" altLang="en-US" b="1" dirty="0" smtClean="0"/>
            <a:t>软件即服务</a:t>
          </a:r>
          <a:r>
            <a:rPr lang="en-US" altLang="zh-CN" b="1" dirty="0" smtClean="0"/>
            <a:t>(</a:t>
          </a:r>
          <a:r>
            <a:rPr lang="en-US" b="1" dirty="0" err="1" smtClean="0"/>
            <a:t>SaaS</a:t>
          </a:r>
          <a:r>
            <a:rPr lang="en-US" b="1" dirty="0" smtClean="0"/>
            <a:t>)</a:t>
          </a:r>
          <a:endParaRPr lang="zh-CN" b="1"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4BC691B0-B544-4515-A115-D7DBF6409515}">
      <dgm:prSet/>
      <dgm:spPr/>
      <dgm:t>
        <a:bodyPr vert="vert"/>
        <a:lstStyle/>
        <a:p>
          <a:pPr rtl="0"/>
          <a:r>
            <a:rPr lang="zh-CN" altLang="en-US" b="1" dirty="0" smtClean="0">
              <a:effectLst>
                <a:outerShdw blurRad="38100" dist="38100" dir="2700000" algn="tl">
                  <a:srgbClr val="000000">
                    <a:alpha val="43137"/>
                  </a:srgbClr>
                </a:outerShdw>
              </a:effectLst>
            </a:rPr>
            <a:t>云计算服务类型</a:t>
          </a:r>
          <a:endParaRPr lang="zh-CN" b="1" dirty="0">
            <a:effectLst>
              <a:outerShdw blurRad="38100" dist="38100" dir="2700000" algn="tl">
                <a:srgbClr val="000000">
                  <a:alpha val="43137"/>
                </a:srgbClr>
              </a:outerShdw>
            </a:effectLst>
          </a:endParaRPr>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D16C1F9B-81D1-4E18-9F62-33117BE9372E}" type="pres">
      <dgm:prSet presAssocID="{3BA69311-CFDB-40BD-A2D8-4A5059A81BFA}" presName="Name0" presStyleCnt="0">
        <dgm:presLayoutVars>
          <dgm:chPref val="1"/>
          <dgm:dir/>
          <dgm:animOne val="branch"/>
          <dgm:animLvl val="lvl"/>
          <dgm:resizeHandles val="exact"/>
        </dgm:presLayoutVars>
      </dgm:prSet>
      <dgm:spPr/>
      <dgm:t>
        <a:bodyPr/>
        <a:lstStyle/>
        <a:p>
          <a:endParaRPr lang="zh-CN" altLang="en-US"/>
        </a:p>
      </dgm:t>
    </dgm:pt>
    <dgm:pt modelId="{CAEE168B-58F6-4699-B06D-3DF419E4B498}" type="pres">
      <dgm:prSet presAssocID="{4BC691B0-B544-4515-A115-D7DBF6409515}" presName="root1" presStyleCnt="0"/>
      <dgm:spPr/>
    </dgm:pt>
    <dgm:pt modelId="{929B04F2-09CC-4AD6-B545-393AA15B3768}" type="pres">
      <dgm:prSet presAssocID="{4BC691B0-B544-4515-A115-D7DBF6409515}" presName="LevelOneTextNode" presStyleLbl="node0" presStyleIdx="0" presStyleCnt="1">
        <dgm:presLayoutVars>
          <dgm:chPref val="3"/>
        </dgm:presLayoutVars>
      </dgm:prSet>
      <dgm:spPr/>
      <dgm:t>
        <a:bodyPr/>
        <a:lstStyle/>
        <a:p>
          <a:endParaRPr lang="zh-CN" altLang="en-US"/>
        </a:p>
      </dgm:t>
    </dgm:pt>
    <dgm:pt modelId="{8659BE48-3252-4EDE-9C3F-39F5481CDD3B}" type="pres">
      <dgm:prSet presAssocID="{4BC691B0-B544-4515-A115-D7DBF6409515}" presName="level2hierChild" presStyleCnt="0"/>
      <dgm:spPr/>
    </dgm:pt>
    <dgm:pt modelId="{86568F1C-FB15-4FC6-9128-FF82D43F4E77}" type="pres">
      <dgm:prSet presAssocID="{F7552F8B-E499-4DA9-AD7C-E3B7E69C713E}" presName="conn2-1" presStyleLbl="parChTrans1D2" presStyleIdx="0" presStyleCnt="3"/>
      <dgm:spPr/>
      <dgm:t>
        <a:bodyPr/>
        <a:lstStyle/>
        <a:p>
          <a:endParaRPr lang="zh-CN" altLang="en-US"/>
        </a:p>
      </dgm:t>
    </dgm:pt>
    <dgm:pt modelId="{8AEBF808-DEA1-4E97-91DA-05BB10E524DC}" type="pres">
      <dgm:prSet presAssocID="{F7552F8B-E499-4DA9-AD7C-E3B7E69C713E}" presName="connTx" presStyleLbl="parChTrans1D2" presStyleIdx="0" presStyleCnt="3"/>
      <dgm:spPr/>
      <dgm:t>
        <a:bodyPr/>
        <a:lstStyle/>
        <a:p>
          <a:endParaRPr lang="zh-CN" altLang="en-US"/>
        </a:p>
      </dgm:t>
    </dgm:pt>
    <dgm:pt modelId="{655A3A7E-F4BC-49CE-A517-7BD1B1797554}" type="pres">
      <dgm:prSet presAssocID="{A651934C-0024-4B15-A4CD-7C5A4C06042A}" presName="root2" presStyleCnt="0"/>
      <dgm:spPr/>
    </dgm:pt>
    <dgm:pt modelId="{643A493D-45CB-40C0-B7A2-A60358BC1C0A}" type="pres">
      <dgm:prSet presAssocID="{A651934C-0024-4B15-A4CD-7C5A4C06042A}" presName="LevelTwoTextNode" presStyleLbl="node2" presStyleIdx="0" presStyleCnt="3" custScaleX="167119">
        <dgm:presLayoutVars>
          <dgm:chPref val="3"/>
        </dgm:presLayoutVars>
      </dgm:prSet>
      <dgm:spPr/>
      <dgm:t>
        <a:bodyPr/>
        <a:lstStyle/>
        <a:p>
          <a:endParaRPr lang="zh-CN" altLang="en-US"/>
        </a:p>
      </dgm:t>
    </dgm:pt>
    <dgm:pt modelId="{F39EB550-80B7-4753-B391-5D46C581C5E9}" type="pres">
      <dgm:prSet presAssocID="{A651934C-0024-4B15-A4CD-7C5A4C06042A}" presName="level3hierChild" presStyleCnt="0"/>
      <dgm:spPr/>
    </dgm:pt>
    <dgm:pt modelId="{9A8B03AA-3C26-4BB3-A5A8-9740D51E323E}" type="pres">
      <dgm:prSet presAssocID="{D25C93D7-5D37-4866-8DB5-280BB9FE90CE}" presName="conn2-1" presStyleLbl="parChTrans1D2" presStyleIdx="1" presStyleCnt="3"/>
      <dgm:spPr/>
      <dgm:t>
        <a:bodyPr/>
        <a:lstStyle/>
        <a:p>
          <a:endParaRPr lang="zh-CN" altLang="en-US"/>
        </a:p>
      </dgm:t>
    </dgm:pt>
    <dgm:pt modelId="{288D103B-0B17-486C-B957-B4945369A091}" type="pres">
      <dgm:prSet presAssocID="{D25C93D7-5D37-4866-8DB5-280BB9FE90CE}" presName="connTx" presStyleLbl="parChTrans1D2" presStyleIdx="1" presStyleCnt="3"/>
      <dgm:spPr/>
      <dgm:t>
        <a:bodyPr/>
        <a:lstStyle/>
        <a:p>
          <a:endParaRPr lang="zh-CN" altLang="en-US"/>
        </a:p>
      </dgm:t>
    </dgm:pt>
    <dgm:pt modelId="{D1BEEBF7-3D50-4792-954B-AA9CB2D57CF0}" type="pres">
      <dgm:prSet presAssocID="{50D99395-8E64-4658-965D-36CDE70BA698}" presName="root2" presStyleCnt="0"/>
      <dgm:spPr/>
    </dgm:pt>
    <dgm:pt modelId="{8FB0B16C-29FF-4C34-B039-71925113CDE1}" type="pres">
      <dgm:prSet presAssocID="{50D99395-8E64-4658-965D-36CDE70BA698}" presName="LevelTwoTextNode" presStyleLbl="node2" presStyleIdx="1" presStyleCnt="3" custScaleX="167119">
        <dgm:presLayoutVars>
          <dgm:chPref val="3"/>
        </dgm:presLayoutVars>
      </dgm:prSet>
      <dgm:spPr/>
      <dgm:t>
        <a:bodyPr/>
        <a:lstStyle/>
        <a:p>
          <a:endParaRPr lang="zh-CN" altLang="en-US"/>
        </a:p>
      </dgm:t>
    </dgm:pt>
    <dgm:pt modelId="{489A9F83-ADE3-4059-996F-5CE8A1055629}" type="pres">
      <dgm:prSet presAssocID="{50D99395-8E64-4658-965D-36CDE70BA698}" presName="level3hierChild" presStyleCnt="0"/>
      <dgm:spPr/>
    </dgm:pt>
    <dgm:pt modelId="{C861F734-DDD9-4057-B5D4-3EBEA38E1BBD}" type="pres">
      <dgm:prSet presAssocID="{4711C5C5-AFB5-4F25-A1AF-340BF0749B3A}" presName="conn2-1" presStyleLbl="parChTrans1D2" presStyleIdx="2" presStyleCnt="3"/>
      <dgm:spPr/>
      <dgm:t>
        <a:bodyPr/>
        <a:lstStyle/>
        <a:p>
          <a:endParaRPr lang="zh-CN" altLang="en-US"/>
        </a:p>
      </dgm:t>
    </dgm:pt>
    <dgm:pt modelId="{04496BA9-9B27-4379-BBF2-9D371E3F7B5D}" type="pres">
      <dgm:prSet presAssocID="{4711C5C5-AFB5-4F25-A1AF-340BF0749B3A}" presName="connTx" presStyleLbl="parChTrans1D2" presStyleIdx="2" presStyleCnt="3"/>
      <dgm:spPr/>
      <dgm:t>
        <a:bodyPr/>
        <a:lstStyle/>
        <a:p>
          <a:endParaRPr lang="zh-CN" altLang="en-US"/>
        </a:p>
      </dgm:t>
    </dgm:pt>
    <dgm:pt modelId="{6AFF977A-3F29-4AED-AB44-2BD676876962}" type="pres">
      <dgm:prSet presAssocID="{9C94D297-61BA-4E38-A228-DFE70405A161}" presName="root2" presStyleCnt="0"/>
      <dgm:spPr/>
    </dgm:pt>
    <dgm:pt modelId="{4A314C05-C43A-4079-A6BF-71BDFC2F8787}" type="pres">
      <dgm:prSet presAssocID="{9C94D297-61BA-4E38-A228-DFE70405A161}" presName="LevelTwoTextNode" presStyleLbl="node2" presStyleIdx="2" presStyleCnt="3" custScaleX="168116">
        <dgm:presLayoutVars>
          <dgm:chPref val="3"/>
        </dgm:presLayoutVars>
      </dgm:prSet>
      <dgm:spPr/>
      <dgm:t>
        <a:bodyPr/>
        <a:lstStyle/>
        <a:p>
          <a:endParaRPr lang="zh-CN" altLang="en-US"/>
        </a:p>
      </dgm:t>
    </dgm:pt>
    <dgm:pt modelId="{74B1456E-3FD8-49D0-9017-FE4C4F01FD53}" type="pres">
      <dgm:prSet presAssocID="{9C94D297-61BA-4E38-A228-DFE70405A161}" presName="level3hierChild" presStyleCnt="0"/>
      <dgm:spPr/>
    </dgm:pt>
  </dgm:ptLst>
  <dgm:cxnLst>
    <dgm:cxn modelId="{DD2DABDD-CAAE-49E3-AC19-EFB899710A79}" type="presOf" srcId="{4BC691B0-B544-4515-A115-D7DBF6409515}" destId="{929B04F2-09CC-4AD6-B545-393AA15B3768}" srcOrd="0" destOrd="0" presId="urn:microsoft.com/office/officeart/2008/layout/HorizontalMultiLevelHierarchy"/>
    <dgm:cxn modelId="{7916249E-8A5E-467C-87C6-CBF10B755FE9}" type="presOf" srcId="{F7552F8B-E499-4DA9-AD7C-E3B7E69C713E}" destId="{8AEBF808-DEA1-4E97-91DA-05BB10E524DC}" srcOrd="1" destOrd="0" presId="urn:microsoft.com/office/officeart/2008/layout/HorizontalMultiLevelHierarchy"/>
    <dgm:cxn modelId="{EF9F50A8-20D4-4EC9-A4B4-4CF766A2AD40}" srcId="{4BC691B0-B544-4515-A115-D7DBF6409515}" destId="{A651934C-0024-4B15-A4CD-7C5A4C06042A}" srcOrd="0" destOrd="0" parTransId="{F7552F8B-E499-4DA9-AD7C-E3B7E69C713E}" sibTransId="{BA8E9852-F898-44D2-97C4-EFFD9A4095DC}"/>
    <dgm:cxn modelId="{4330F5A5-DE00-4C4E-AD70-06025340EAB8}" srcId="{4BC691B0-B544-4515-A115-D7DBF6409515}" destId="{9C94D297-61BA-4E38-A228-DFE70405A161}" srcOrd="2" destOrd="0" parTransId="{4711C5C5-AFB5-4F25-A1AF-340BF0749B3A}" sibTransId="{42E1B696-4824-4997-9B3C-7A9809EEF0C0}"/>
    <dgm:cxn modelId="{B74E6D28-38B0-46C1-B2CA-D74D2B6424C0}" type="presOf" srcId="{4711C5C5-AFB5-4F25-A1AF-340BF0749B3A}" destId="{C861F734-DDD9-4057-B5D4-3EBEA38E1BBD}" srcOrd="0" destOrd="0" presId="urn:microsoft.com/office/officeart/2008/layout/HorizontalMultiLevelHierarchy"/>
    <dgm:cxn modelId="{86D4881F-912E-4AE6-9BA3-F105F357AC94}" srcId="{3BA69311-CFDB-40BD-A2D8-4A5059A81BFA}" destId="{4BC691B0-B544-4515-A115-D7DBF6409515}" srcOrd="0" destOrd="0" parTransId="{0F8825B6-4109-4594-B66C-A67D294E51D3}" sibTransId="{CA44B34C-2E66-4CD0-A236-55F2435BEB97}"/>
    <dgm:cxn modelId="{B44B2426-43A9-4717-9795-4CAD08A496CB}" type="presOf" srcId="{50D99395-8E64-4658-965D-36CDE70BA698}" destId="{8FB0B16C-29FF-4C34-B039-71925113CDE1}" srcOrd="0" destOrd="0" presId="urn:microsoft.com/office/officeart/2008/layout/HorizontalMultiLevelHierarchy"/>
    <dgm:cxn modelId="{0FE74586-08D6-4C66-85B8-6E0B29E12A49}" type="presOf" srcId="{D25C93D7-5D37-4866-8DB5-280BB9FE90CE}" destId="{288D103B-0B17-486C-B957-B4945369A091}" srcOrd="1" destOrd="0" presId="urn:microsoft.com/office/officeart/2008/layout/HorizontalMultiLevelHierarchy"/>
    <dgm:cxn modelId="{F6650EAB-4895-42E8-9912-5B5D847F6062}" type="presOf" srcId="{3BA69311-CFDB-40BD-A2D8-4A5059A81BFA}" destId="{D16C1F9B-81D1-4E18-9F62-33117BE9372E}" srcOrd="0" destOrd="0" presId="urn:microsoft.com/office/officeart/2008/layout/HorizontalMultiLevelHierarchy"/>
    <dgm:cxn modelId="{482342F6-9F36-455C-9015-15F399227E4D}" type="presOf" srcId="{D25C93D7-5D37-4866-8DB5-280BB9FE90CE}" destId="{9A8B03AA-3C26-4BB3-A5A8-9740D51E323E}" srcOrd="0" destOrd="0" presId="urn:microsoft.com/office/officeart/2008/layout/HorizontalMultiLevelHierarchy"/>
    <dgm:cxn modelId="{9BE12AD0-3A96-4DCC-B9AB-9178CD4401CF}" type="presOf" srcId="{A651934C-0024-4B15-A4CD-7C5A4C06042A}" destId="{643A493D-45CB-40C0-B7A2-A60358BC1C0A}" srcOrd="0" destOrd="0" presId="urn:microsoft.com/office/officeart/2008/layout/HorizontalMultiLevelHierarchy"/>
    <dgm:cxn modelId="{FAE24063-FF63-47B5-B1CA-B70AD443740A}" srcId="{4BC691B0-B544-4515-A115-D7DBF6409515}" destId="{50D99395-8E64-4658-965D-36CDE70BA698}" srcOrd="1" destOrd="0" parTransId="{D25C93D7-5D37-4866-8DB5-280BB9FE90CE}" sibTransId="{4D5AE3F9-F9A3-46B9-B97A-0C3705B4B8FC}"/>
    <dgm:cxn modelId="{03A57C01-1A9A-441C-98DB-F64C5F13A1AC}" type="presOf" srcId="{4711C5C5-AFB5-4F25-A1AF-340BF0749B3A}" destId="{04496BA9-9B27-4379-BBF2-9D371E3F7B5D}" srcOrd="1" destOrd="0" presId="urn:microsoft.com/office/officeart/2008/layout/HorizontalMultiLevelHierarchy"/>
    <dgm:cxn modelId="{C00E3CC3-6C6F-4145-9D87-4EBB7CE053F2}" type="presOf" srcId="{F7552F8B-E499-4DA9-AD7C-E3B7E69C713E}" destId="{86568F1C-FB15-4FC6-9128-FF82D43F4E77}" srcOrd="0" destOrd="0" presId="urn:microsoft.com/office/officeart/2008/layout/HorizontalMultiLevelHierarchy"/>
    <dgm:cxn modelId="{D4CCEF94-31BD-42F6-A784-9F43487C3866}" type="presOf" srcId="{9C94D297-61BA-4E38-A228-DFE70405A161}" destId="{4A314C05-C43A-4079-A6BF-71BDFC2F8787}" srcOrd="0" destOrd="0" presId="urn:microsoft.com/office/officeart/2008/layout/HorizontalMultiLevelHierarchy"/>
    <dgm:cxn modelId="{B7F70E2D-80EE-4B27-AC83-E4AE430F0A6B}" type="presParOf" srcId="{D16C1F9B-81D1-4E18-9F62-33117BE9372E}" destId="{CAEE168B-58F6-4699-B06D-3DF419E4B498}" srcOrd="0" destOrd="0" presId="urn:microsoft.com/office/officeart/2008/layout/HorizontalMultiLevelHierarchy"/>
    <dgm:cxn modelId="{CCE36371-96F5-460C-96B4-46CA5071C8E6}" type="presParOf" srcId="{CAEE168B-58F6-4699-B06D-3DF419E4B498}" destId="{929B04F2-09CC-4AD6-B545-393AA15B3768}" srcOrd="0" destOrd="0" presId="urn:microsoft.com/office/officeart/2008/layout/HorizontalMultiLevelHierarchy"/>
    <dgm:cxn modelId="{BD680361-1C06-41D0-8940-5FE7A546C578}" type="presParOf" srcId="{CAEE168B-58F6-4699-B06D-3DF419E4B498}" destId="{8659BE48-3252-4EDE-9C3F-39F5481CDD3B}" srcOrd="1" destOrd="0" presId="urn:microsoft.com/office/officeart/2008/layout/HorizontalMultiLevelHierarchy"/>
    <dgm:cxn modelId="{83B92CE1-F5E3-4634-81DB-8C405E787E2C}" type="presParOf" srcId="{8659BE48-3252-4EDE-9C3F-39F5481CDD3B}" destId="{86568F1C-FB15-4FC6-9128-FF82D43F4E77}" srcOrd="0" destOrd="0" presId="urn:microsoft.com/office/officeart/2008/layout/HorizontalMultiLevelHierarchy"/>
    <dgm:cxn modelId="{B4A05A77-6BEB-4083-8179-1136251DC6C3}" type="presParOf" srcId="{86568F1C-FB15-4FC6-9128-FF82D43F4E77}" destId="{8AEBF808-DEA1-4E97-91DA-05BB10E524DC}" srcOrd="0" destOrd="0" presId="urn:microsoft.com/office/officeart/2008/layout/HorizontalMultiLevelHierarchy"/>
    <dgm:cxn modelId="{731274E6-C5A4-44F6-868A-6FB69BB13C02}" type="presParOf" srcId="{8659BE48-3252-4EDE-9C3F-39F5481CDD3B}" destId="{655A3A7E-F4BC-49CE-A517-7BD1B1797554}" srcOrd="1" destOrd="0" presId="urn:microsoft.com/office/officeart/2008/layout/HorizontalMultiLevelHierarchy"/>
    <dgm:cxn modelId="{C97BDD42-641F-4F39-B792-318456AA19BE}" type="presParOf" srcId="{655A3A7E-F4BC-49CE-A517-7BD1B1797554}" destId="{643A493D-45CB-40C0-B7A2-A60358BC1C0A}" srcOrd="0" destOrd="0" presId="urn:microsoft.com/office/officeart/2008/layout/HorizontalMultiLevelHierarchy"/>
    <dgm:cxn modelId="{2703B2A5-DD36-49FD-B7A2-81752BD2FEB3}" type="presParOf" srcId="{655A3A7E-F4BC-49CE-A517-7BD1B1797554}" destId="{F39EB550-80B7-4753-B391-5D46C581C5E9}" srcOrd="1" destOrd="0" presId="urn:microsoft.com/office/officeart/2008/layout/HorizontalMultiLevelHierarchy"/>
    <dgm:cxn modelId="{266B8043-8071-41C4-8075-F15E972BCE94}" type="presParOf" srcId="{8659BE48-3252-4EDE-9C3F-39F5481CDD3B}" destId="{9A8B03AA-3C26-4BB3-A5A8-9740D51E323E}" srcOrd="2" destOrd="0" presId="urn:microsoft.com/office/officeart/2008/layout/HorizontalMultiLevelHierarchy"/>
    <dgm:cxn modelId="{9D531CE3-842E-4264-BB23-EE6B0288E591}" type="presParOf" srcId="{9A8B03AA-3C26-4BB3-A5A8-9740D51E323E}" destId="{288D103B-0B17-486C-B957-B4945369A091}" srcOrd="0" destOrd="0" presId="urn:microsoft.com/office/officeart/2008/layout/HorizontalMultiLevelHierarchy"/>
    <dgm:cxn modelId="{3AC11150-9098-4F0E-8F33-9526578CAD7E}" type="presParOf" srcId="{8659BE48-3252-4EDE-9C3F-39F5481CDD3B}" destId="{D1BEEBF7-3D50-4792-954B-AA9CB2D57CF0}" srcOrd="3" destOrd="0" presId="urn:microsoft.com/office/officeart/2008/layout/HorizontalMultiLevelHierarchy"/>
    <dgm:cxn modelId="{0E17A0B0-AF0D-4DF5-AFC9-2AAC1435AE23}" type="presParOf" srcId="{D1BEEBF7-3D50-4792-954B-AA9CB2D57CF0}" destId="{8FB0B16C-29FF-4C34-B039-71925113CDE1}" srcOrd="0" destOrd="0" presId="urn:microsoft.com/office/officeart/2008/layout/HorizontalMultiLevelHierarchy"/>
    <dgm:cxn modelId="{3DF89EB5-43D0-4ED2-8729-F1BB46A440AB}" type="presParOf" srcId="{D1BEEBF7-3D50-4792-954B-AA9CB2D57CF0}" destId="{489A9F83-ADE3-4059-996F-5CE8A1055629}" srcOrd="1" destOrd="0" presId="urn:microsoft.com/office/officeart/2008/layout/HorizontalMultiLevelHierarchy"/>
    <dgm:cxn modelId="{4A77E37C-23AD-4614-A8FE-0AEC8E55932C}" type="presParOf" srcId="{8659BE48-3252-4EDE-9C3F-39F5481CDD3B}" destId="{C861F734-DDD9-4057-B5D4-3EBEA38E1BBD}" srcOrd="4" destOrd="0" presId="urn:microsoft.com/office/officeart/2008/layout/HorizontalMultiLevelHierarchy"/>
    <dgm:cxn modelId="{6B6E83F7-BCE1-4D37-8927-B01981E349AB}" type="presParOf" srcId="{C861F734-DDD9-4057-B5D4-3EBEA38E1BBD}" destId="{04496BA9-9B27-4379-BBF2-9D371E3F7B5D}" srcOrd="0" destOrd="0" presId="urn:microsoft.com/office/officeart/2008/layout/HorizontalMultiLevelHierarchy"/>
    <dgm:cxn modelId="{3B8FBFD0-0040-4ABA-8F24-7EBE136FE55A}" type="presParOf" srcId="{8659BE48-3252-4EDE-9C3F-39F5481CDD3B}" destId="{6AFF977A-3F29-4AED-AB44-2BD676876962}" srcOrd="5" destOrd="0" presId="urn:microsoft.com/office/officeart/2008/layout/HorizontalMultiLevelHierarchy"/>
    <dgm:cxn modelId="{D69B3360-9A6C-4A95-BE49-2BBA9DDFF61E}" type="presParOf" srcId="{6AFF977A-3F29-4AED-AB44-2BD676876962}" destId="{4A314C05-C43A-4079-A6BF-71BDFC2F8787}" srcOrd="0" destOrd="0" presId="urn:microsoft.com/office/officeart/2008/layout/HorizontalMultiLevelHierarchy"/>
    <dgm:cxn modelId="{AE167456-2A7D-414E-8191-711D5BBB36FF}" type="presParOf" srcId="{6AFF977A-3F29-4AED-AB44-2BD676876962}" destId="{74B1456E-3FD8-49D0-9017-FE4C4F01FD53}" srcOrd="1" destOrd="0" presId="urn:microsoft.com/office/officeart/2008/layout/HorizontalMultiLevelHierarchy"/>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A69311-CFDB-40BD-A2D8-4A5059A81BFA}" type="doc">
      <dgm:prSet loTypeId="urn:microsoft.com/office/officeart/2009/3/layout/CircleRelationship"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dgm:spPr/>
      <dgm:t>
        <a:bodyPr/>
        <a:lstStyle/>
        <a:p>
          <a:pPr algn="l" rtl="0"/>
          <a:r>
            <a:rPr lang="en-US" altLang="zh-CN" b="1" dirty="0" smtClean="0"/>
            <a:t>1.</a:t>
          </a:r>
          <a:r>
            <a:rPr lang="zh-CN" altLang="en-US" b="1" dirty="0" smtClean="0"/>
            <a:t>组建方式自由</a:t>
          </a:r>
          <a:endParaRPr lang="zh-CN" b="1"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dgm:spPr/>
      <dgm:t>
        <a:bodyPr/>
        <a:lstStyle/>
        <a:p>
          <a:pPr algn="l" rtl="0"/>
          <a:r>
            <a:rPr lang="en-US" altLang="zh-CN" b="1" dirty="0" smtClean="0"/>
            <a:t>2.</a:t>
          </a:r>
          <a:r>
            <a:rPr lang="zh-CN" altLang="en-US" b="1" dirty="0" smtClean="0"/>
            <a:t>网络拓扑结构的不确定性</a:t>
          </a:r>
          <a:endParaRPr lang="zh-CN" b="1"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dgm:spPr/>
      <dgm:t>
        <a:bodyPr/>
        <a:lstStyle/>
        <a:p>
          <a:pPr algn="l" rtl="0"/>
          <a:r>
            <a:rPr lang="en-US" altLang="zh-CN" b="1" dirty="0" smtClean="0"/>
            <a:t>3.</a:t>
          </a:r>
          <a:r>
            <a:rPr lang="zh-CN" altLang="en-US" b="1" dirty="0" smtClean="0"/>
            <a:t>控制方式不集中</a:t>
          </a:r>
          <a:endParaRPr lang="zh-CN" b="1"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4BC691B0-B544-4515-A115-D7DBF6409515}">
      <dgm:prSet custT="1"/>
      <dgm:spPr/>
      <dgm:t>
        <a:bodyPr vert="horz"/>
        <a:lstStyle/>
        <a:p>
          <a:pPr rtl="0"/>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无线传感器网络特点</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41C2C520-9769-4A3B-AC23-98BCA81F2F55}">
      <dgm:prSet/>
      <dgm:spPr/>
      <dgm:t>
        <a:bodyPr/>
        <a:lstStyle/>
        <a:p>
          <a:pPr algn="l" rtl="0"/>
          <a:r>
            <a:rPr lang="en-US" altLang="zh-CN" b="1" smtClean="0"/>
            <a:t>4.</a:t>
          </a:r>
          <a:r>
            <a:rPr lang="zh-CN" altLang="en-US" b="1" smtClean="0"/>
            <a:t>安全性不高</a:t>
          </a:r>
          <a:endParaRPr lang="zh-CN" b="1" dirty="0"/>
        </a:p>
      </dgm:t>
    </dgm:pt>
    <dgm:pt modelId="{7B10A891-A8D0-4653-9887-9618705AFF4A}" cxnId="{9BD25102-5D74-473B-9E45-F6B7991D21D1}" type="parTrans">
      <dgm:prSet/>
      <dgm:spPr/>
      <dgm:t>
        <a:bodyPr/>
        <a:lstStyle/>
        <a:p>
          <a:endParaRPr lang="zh-CN" altLang="en-US"/>
        </a:p>
      </dgm:t>
    </dgm:pt>
    <dgm:pt modelId="{73E3CDE0-D12B-4380-8704-BE977373BAB5}" cxnId="{9BD25102-5D74-473B-9E45-F6B7991D21D1}" type="sibTrans">
      <dgm:prSet/>
      <dgm:spPr/>
      <dgm:t>
        <a:bodyPr/>
        <a:lstStyle/>
        <a:p>
          <a:endParaRPr lang="zh-CN" altLang="en-US"/>
        </a:p>
      </dgm:t>
    </dgm:pt>
    <dgm:pt modelId="{0826B69C-7D49-4B80-979F-A6B15300FCAA}" type="pres">
      <dgm:prSet presAssocID="{3BA69311-CFDB-40BD-A2D8-4A5059A81BFA}" presName="Name0" presStyleCnt="0">
        <dgm:presLayoutVars>
          <dgm:chMax val="1"/>
          <dgm:chPref val="1"/>
        </dgm:presLayoutVars>
      </dgm:prSet>
      <dgm:spPr/>
      <dgm:t>
        <a:bodyPr/>
        <a:lstStyle/>
        <a:p>
          <a:endParaRPr lang="zh-CN" altLang="en-US"/>
        </a:p>
      </dgm:t>
    </dgm:pt>
    <dgm:pt modelId="{60B85E35-559A-48BE-89AA-F8EE7D2CC012}" type="pres">
      <dgm:prSet presAssocID="{4BC691B0-B544-4515-A115-D7DBF6409515}" presName="Parent" presStyleLbl="node0" presStyleIdx="0" presStyleCnt="1">
        <dgm:presLayoutVars>
          <dgm:chMax val="5"/>
          <dgm:chPref val="5"/>
        </dgm:presLayoutVars>
      </dgm:prSet>
      <dgm:spPr/>
      <dgm:t>
        <a:bodyPr/>
        <a:lstStyle/>
        <a:p>
          <a:endParaRPr lang="zh-CN" altLang="en-US"/>
        </a:p>
      </dgm:t>
    </dgm:pt>
    <dgm:pt modelId="{577CD1E5-713E-4B73-9F71-8D1A009A6019}" type="pres">
      <dgm:prSet presAssocID="{4BC691B0-B544-4515-A115-D7DBF6409515}" presName="Accent1" presStyleLbl="node1" presStyleIdx="0" presStyleCnt="17"/>
      <dgm:spPr/>
    </dgm:pt>
    <dgm:pt modelId="{0FD38BC8-3424-4554-BA75-991E2318834A}" type="pres">
      <dgm:prSet presAssocID="{4BC691B0-B544-4515-A115-D7DBF6409515}" presName="Accent2" presStyleLbl="node1" presStyleIdx="1" presStyleCnt="17"/>
      <dgm:spPr/>
    </dgm:pt>
    <dgm:pt modelId="{14ACC21A-E7A3-4755-A5BC-7C5438AA6DF4}" type="pres">
      <dgm:prSet presAssocID="{4BC691B0-B544-4515-A115-D7DBF6409515}" presName="Accent3" presStyleLbl="node1" presStyleIdx="2" presStyleCnt="17"/>
      <dgm:spPr/>
    </dgm:pt>
    <dgm:pt modelId="{4EFC9E60-B4D8-4C57-AA72-9BA5B2EFC17F}" type="pres">
      <dgm:prSet presAssocID="{4BC691B0-B544-4515-A115-D7DBF6409515}" presName="Accent4" presStyleLbl="node1" presStyleIdx="3" presStyleCnt="17"/>
      <dgm:spPr/>
    </dgm:pt>
    <dgm:pt modelId="{0FA94BF5-A3C0-4957-8E10-C4FCB9EA5F17}" type="pres">
      <dgm:prSet presAssocID="{4BC691B0-B544-4515-A115-D7DBF6409515}" presName="Accent5" presStyleLbl="node1" presStyleIdx="4" presStyleCnt="17"/>
      <dgm:spPr/>
    </dgm:pt>
    <dgm:pt modelId="{BE8CBE65-6F35-49B7-890F-65D2C81DB591}" type="pres">
      <dgm:prSet presAssocID="{4BC691B0-B544-4515-A115-D7DBF6409515}" presName="Accent6" presStyleLbl="node1" presStyleIdx="5" presStyleCnt="17"/>
      <dgm:spPr/>
    </dgm:pt>
    <dgm:pt modelId="{08ECCBE9-5559-4EF7-A0D8-14BDBE02597E}" type="pres">
      <dgm:prSet presAssocID="{A651934C-0024-4B15-A4CD-7C5A4C06042A}" presName="Child1" presStyleLbl="node1" presStyleIdx="6" presStyleCnt="17">
        <dgm:presLayoutVars>
          <dgm:chMax val="0"/>
          <dgm:chPref val="0"/>
        </dgm:presLayoutVars>
      </dgm:prSet>
      <dgm:spPr/>
      <dgm:t>
        <a:bodyPr/>
        <a:lstStyle/>
        <a:p>
          <a:endParaRPr lang="zh-CN" altLang="en-US"/>
        </a:p>
      </dgm:t>
    </dgm:pt>
    <dgm:pt modelId="{9BD1C436-2611-4E53-8D87-210BB50366C5}" type="pres">
      <dgm:prSet presAssocID="{A651934C-0024-4B15-A4CD-7C5A4C06042A}" presName="Accent7" presStyleCnt="0"/>
      <dgm:spPr/>
    </dgm:pt>
    <dgm:pt modelId="{26F0F4C5-A0D4-41B3-99BD-6BB967B67D07}" type="pres">
      <dgm:prSet presAssocID="{A651934C-0024-4B15-A4CD-7C5A4C06042A}" presName="AccentHold1" presStyleLbl="node1" presStyleIdx="7" presStyleCnt="17"/>
      <dgm:spPr/>
    </dgm:pt>
    <dgm:pt modelId="{A54B5BEE-9C61-41D7-A2FD-4E6048A98CC9}" type="pres">
      <dgm:prSet presAssocID="{A651934C-0024-4B15-A4CD-7C5A4C06042A}" presName="Accent8" presStyleCnt="0"/>
      <dgm:spPr/>
    </dgm:pt>
    <dgm:pt modelId="{FD8C387F-F676-42C7-987A-0B2B6B9BE17C}" type="pres">
      <dgm:prSet presAssocID="{A651934C-0024-4B15-A4CD-7C5A4C06042A}" presName="AccentHold2" presStyleLbl="node1" presStyleIdx="8" presStyleCnt="17"/>
      <dgm:spPr/>
    </dgm:pt>
    <dgm:pt modelId="{9CD1D20E-5BF2-4F2E-B958-A278E0CFE568}" type="pres">
      <dgm:prSet presAssocID="{50D99395-8E64-4658-965D-36CDE70BA698}" presName="Child2" presStyleLbl="node1" presStyleIdx="9" presStyleCnt="17">
        <dgm:presLayoutVars>
          <dgm:chMax val="0"/>
          <dgm:chPref val="0"/>
        </dgm:presLayoutVars>
      </dgm:prSet>
      <dgm:spPr/>
      <dgm:t>
        <a:bodyPr/>
        <a:lstStyle/>
        <a:p>
          <a:endParaRPr lang="zh-CN" altLang="en-US"/>
        </a:p>
      </dgm:t>
    </dgm:pt>
    <dgm:pt modelId="{B30A2E34-4C1A-4A3C-90AE-9ABA92C84C98}" type="pres">
      <dgm:prSet presAssocID="{50D99395-8E64-4658-965D-36CDE70BA698}" presName="Accent9" presStyleCnt="0"/>
      <dgm:spPr/>
    </dgm:pt>
    <dgm:pt modelId="{EDD234E8-F43F-4D5F-BEE3-A56D5AEF5CAF}" type="pres">
      <dgm:prSet presAssocID="{50D99395-8E64-4658-965D-36CDE70BA698}" presName="AccentHold1" presStyleLbl="node1" presStyleIdx="10" presStyleCnt="17"/>
      <dgm:spPr/>
    </dgm:pt>
    <dgm:pt modelId="{5A95C3DA-416B-473B-81D3-A5BD0A00F27B}" type="pres">
      <dgm:prSet presAssocID="{50D99395-8E64-4658-965D-36CDE70BA698}" presName="Accent10" presStyleCnt="0"/>
      <dgm:spPr/>
    </dgm:pt>
    <dgm:pt modelId="{1F22C88F-28F5-48C5-9E15-1CA90CF90E9F}" type="pres">
      <dgm:prSet presAssocID="{50D99395-8E64-4658-965D-36CDE70BA698}" presName="AccentHold2" presStyleLbl="node1" presStyleIdx="11" presStyleCnt="17"/>
      <dgm:spPr/>
    </dgm:pt>
    <dgm:pt modelId="{C3B681A2-B8EC-4410-9E87-4B8A3210762B}" type="pres">
      <dgm:prSet presAssocID="{50D99395-8E64-4658-965D-36CDE70BA698}" presName="Accent11" presStyleCnt="0"/>
      <dgm:spPr/>
    </dgm:pt>
    <dgm:pt modelId="{5D8BC81E-9B25-4453-A96E-ACB5177D51F9}" type="pres">
      <dgm:prSet presAssocID="{50D99395-8E64-4658-965D-36CDE70BA698}" presName="AccentHold3" presStyleLbl="node1" presStyleIdx="12" presStyleCnt="17"/>
      <dgm:spPr/>
    </dgm:pt>
    <dgm:pt modelId="{357F3FEB-0D63-4A65-A665-2F5328EBEF46}" type="pres">
      <dgm:prSet presAssocID="{9C94D297-61BA-4E38-A228-DFE70405A161}" presName="Child3" presStyleLbl="node1" presStyleIdx="13" presStyleCnt="17">
        <dgm:presLayoutVars>
          <dgm:chMax val="0"/>
          <dgm:chPref val="0"/>
        </dgm:presLayoutVars>
      </dgm:prSet>
      <dgm:spPr/>
      <dgm:t>
        <a:bodyPr/>
        <a:lstStyle/>
        <a:p>
          <a:endParaRPr lang="zh-CN" altLang="en-US"/>
        </a:p>
      </dgm:t>
    </dgm:pt>
    <dgm:pt modelId="{3E483B19-FD53-4166-93EB-B9B8F8BB1CEC}" type="pres">
      <dgm:prSet presAssocID="{9C94D297-61BA-4E38-A228-DFE70405A161}" presName="Accent12" presStyleCnt="0"/>
      <dgm:spPr/>
    </dgm:pt>
    <dgm:pt modelId="{1EB32A1E-C3E2-47F5-BF60-E8F2176476C4}" type="pres">
      <dgm:prSet presAssocID="{9C94D297-61BA-4E38-A228-DFE70405A161}" presName="AccentHold1" presStyleLbl="node1" presStyleIdx="14" presStyleCnt="17"/>
      <dgm:spPr/>
    </dgm:pt>
    <dgm:pt modelId="{3BE0A9E7-9312-4A30-8F2F-5AF7F5BD5FB7}" type="pres">
      <dgm:prSet presAssocID="{41C2C520-9769-4A3B-AC23-98BCA81F2F55}" presName="Child4" presStyleLbl="node1" presStyleIdx="15" presStyleCnt="17">
        <dgm:presLayoutVars>
          <dgm:chMax val="0"/>
          <dgm:chPref val="0"/>
        </dgm:presLayoutVars>
      </dgm:prSet>
      <dgm:spPr/>
      <dgm:t>
        <a:bodyPr/>
        <a:lstStyle/>
        <a:p>
          <a:endParaRPr lang="zh-CN" altLang="en-US"/>
        </a:p>
      </dgm:t>
    </dgm:pt>
    <dgm:pt modelId="{36474D5B-8C7D-4D24-B076-ED510F266D02}" type="pres">
      <dgm:prSet presAssocID="{41C2C520-9769-4A3B-AC23-98BCA81F2F55}" presName="Accent13" presStyleCnt="0"/>
      <dgm:spPr/>
    </dgm:pt>
    <dgm:pt modelId="{C1F43AEA-091E-46D5-A67C-79C67219B40C}" type="pres">
      <dgm:prSet presAssocID="{41C2C520-9769-4A3B-AC23-98BCA81F2F55}" presName="AccentHold1" presStyleLbl="node1" presStyleIdx="16" presStyleCnt="17"/>
      <dgm:spPr/>
    </dgm:pt>
  </dgm:ptLst>
  <dgm:cxnLst>
    <dgm:cxn modelId="{9AC9E35A-215D-47AD-B664-8EF6CEC54069}" type="presOf" srcId="{9C94D297-61BA-4E38-A228-DFE70405A161}" destId="{357F3FEB-0D63-4A65-A665-2F5328EBEF46}" srcOrd="0" destOrd="0" presId="urn:microsoft.com/office/officeart/2009/3/layout/CircleRelationship"/>
    <dgm:cxn modelId="{EF9F50A8-20D4-4EC9-A4B4-4CF766A2AD40}" srcId="{4BC691B0-B544-4515-A115-D7DBF6409515}" destId="{A651934C-0024-4B15-A4CD-7C5A4C06042A}" srcOrd="0" destOrd="0" parTransId="{F7552F8B-E499-4DA9-AD7C-E3B7E69C713E}" sibTransId="{BA8E9852-F898-44D2-97C4-EFFD9A4095DC}"/>
    <dgm:cxn modelId="{9BD25102-5D74-473B-9E45-F6B7991D21D1}" srcId="{4BC691B0-B544-4515-A115-D7DBF6409515}" destId="{41C2C520-9769-4A3B-AC23-98BCA81F2F55}" srcOrd="3" destOrd="0" parTransId="{7B10A891-A8D0-4653-9887-9618705AFF4A}" sibTransId="{73E3CDE0-D12B-4380-8704-BE977373BAB5}"/>
    <dgm:cxn modelId="{0E2DAD16-AB26-42DE-B645-625A104830C0}" type="presOf" srcId="{4BC691B0-B544-4515-A115-D7DBF6409515}" destId="{60B85E35-559A-48BE-89AA-F8EE7D2CC012}" srcOrd="0" destOrd="0" presId="urn:microsoft.com/office/officeart/2009/3/layout/CircleRelationship"/>
    <dgm:cxn modelId="{F67A895C-94A8-4FE7-B58F-6B932A63609E}" type="presOf" srcId="{3BA69311-CFDB-40BD-A2D8-4A5059A81BFA}" destId="{0826B69C-7D49-4B80-979F-A6B15300FCAA}" srcOrd="0" destOrd="0" presId="urn:microsoft.com/office/officeart/2009/3/layout/CircleRelationship"/>
    <dgm:cxn modelId="{4330F5A5-DE00-4C4E-AD70-06025340EAB8}" srcId="{4BC691B0-B544-4515-A115-D7DBF6409515}" destId="{9C94D297-61BA-4E38-A228-DFE70405A161}" srcOrd="2" destOrd="0" parTransId="{4711C5C5-AFB5-4F25-A1AF-340BF0749B3A}" sibTransId="{42E1B696-4824-4997-9B3C-7A9809EEF0C0}"/>
    <dgm:cxn modelId="{86D4881F-912E-4AE6-9BA3-F105F357AC94}" srcId="{3BA69311-CFDB-40BD-A2D8-4A5059A81BFA}" destId="{4BC691B0-B544-4515-A115-D7DBF6409515}" srcOrd="0" destOrd="0" parTransId="{0F8825B6-4109-4594-B66C-A67D294E51D3}" sibTransId="{CA44B34C-2E66-4CD0-A236-55F2435BEB97}"/>
    <dgm:cxn modelId="{711D1BA6-94CB-4B82-B1B1-3C3D8FAAF62E}" type="presOf" srcId="{50D99395-8E64-4658-965D-36CDE70BA698}" destId="{9CD1D20E-5BF2-4F2E-B958-A278E0CFE568}" srcOrd="0" destOrd="0" presId="urn:microsoft.com/office/officeart/2009/3/layout/CircleRelationship"/>
    <dgm:cxn modelId="{1DD93F51-2835-4152-B9ED-698867B73EC0}" type="presOf" srcId="{41C2C520-9769-4A3B-AC23-98BCA81F2F55}" destId="{3BE0A9E7-9312-4A30-8F2F-5AF7F5BD5FB7}" srcOrd="0" destOrd="0" presId="urn:microsoft.com/office/officeart/2009/3/layout/CircleRelationship"/>
    <dgm:cxn modelId="{FAE24063-FF63-47B5-B1CA-B70AD443740A}" srcId="{4BC691B0-B544-4515-A115-D7DBF6409515}" destId="{50D99395-8E64-4658-965D-36CDE70BA698}" srcOrd="1" destOrd="0" parTransId="{D25C93D7-5D37-4866-8DB5-280BB9FE90CE}" sibTransId="{4D5AE3F9-F9A3-46B9-B97A-0C3705B4B8FC}"/>
    <dgm:cxn modelId="{5BE6AB0A-EA56-472A-8534-66F4688CEF9C}" type="presOf" srcId="{A651934C-0024-4B15-A4CD-7C5A4C06042A}" destId="{08ECCBE9-5559-4EF7-A0D8-14BDBE02597E}" srcOrd="0" destOrd="0" presId="urn:microsoft.com/office/officeart/2009/3/layout/CircleRelationship"/>
    <dgm:cxn modelId="{B6D7A2F5-7367-40EC-AF44-2F9F69FE1455}" type="presParOf" srcId="{0826B69C-7D49-4B80-979F-A6B15300FCAA}" destId="{60B85E35-559A-48BE-89AA-F8EE7D2CC012}" srcOrd="0" destOrd="0" presId="urn:microsoft.com/office/officeart/2009/3/layout/CircleRelationship"/>
    <dgm:cxn modelId="{F5C4972D-2D4C-4FB4-8A9A-49B2F2272745}" type="presParOf" srcId="{0826B69C-7D49-4B80-979F-A6B15300FCAA}" destId="{577CD1E5-713E-4B73-9F71-8D1A009A6019}" srcOrd="1" destOrd="0" presId="urn:microsoft.com/office/officeart/2009/3/layout/CircleRelationship"/>
    <dgm:cxn modelId="{39E8CDB8-5551-42E8-91FF-5D454E2C7EF5}" type="presParOf" srcId="{0826B69C-7D49-4B80-979F-A6B15300FCAA}" destId="{0FD38BC8-3424-4554-BA75-991E2318834A}" srcOrd="2" destOrd="0" presId="urn:microsoft.com/office/officeart/2009/3/layout/CircleRelationship"/>
    <dgm:cxn modelId="{12A1D69C-6A63-4ACC-A879-AFAE56B87EEF}" type="presParOf" srcId="{0826B69C-7D49-4B80-979F-A6B15300FCAA}" destId="{14ACC21A-E7A3-4755-A5BC-7C5438AA6DF4}" srcOrd="3" destOrd="0" presId="urn:microsoft.com/office/officeart/2009/3/layout/CircleRelationship"/>
    <dgm:cxn modelId="{6154BF52-7BD9-4696-9087-C50B68C1F2C8}" type="presParOf" srcId="{0826B69C-7D49-4B80-979F-A6B15300FCAA}" destId="{4EFC9E60-B4D8-4C57-AA72-9BA5B2EFC17F}" srcOrd="4" destOrd="0" presId="urn:microsoft.com/office/officeart/2009/3/layout/CircleRelationship"/>
    <dgm:cxn modelId="{147F9DB2-68B4-45AF-B4D0-F255578D54C0}" type="presParOf" srcId="{0826B69C-7D49-4B80-979F-A6B15300FCAA}" destId="{0FA94BF5-A3C0-4957-8E10-C4FCB9EA5F17}" srcOrd="5" destOrd="0" presId="urn:microsoft.com/office/officeart/2009/3/layout/CircleRelationship"/>
    <dgm:cxn modelId="{B181BACA-AED6-4600-8053-F0BB1BBA3D7B}" type="presParOf" srcId="{0826B69C-7D49-4B80-979F-A6B15300FCAA}" destId="{BE8CBE65-6F35-49B7-890F-65D2C81DB591}" srcOrd="6" destOrd="0" presId="urn:microsoft.com/office/officeart/2009/3/layout/CircleRelationship"/>
    <dgm:cxn modelId="{EE3B1415-6195-4834-84A5-B55DB7BB8C9C}" type="presParOf" srcId="{0826B69C-7D49-4B80-979F-A6B15300FCAA}" destId="{08ECCBE9-5559-4EF7-A0D8-14BDBE02597E}" srcOrd="7" destOrd="0" presId="urn:microsoft.com/office/officeart/2009/3/layout/CircleRelationship"/>
    <dgm:cxn modelId="{974351E9-A3C5-4EC8-BB62-FCC37FFB404F}" type="presParOf" srcId="{0826B69C-7D49-4B80-979F-A6B15300FCAA}" destId="{9BD1C436-2611-4E53-8D87-210BB50366C5}" srcOrd="8" destOrd="0" presId="urn:microsoft.com/office/officeart/2009/3/layout/CircleRelationship"/>
    <dgm:cxn modelId="{C253F8BA-495B-4C29-8CDE-843C856403EE}" type="presParOf" srcId="{9BD1C436-2611-4E53-8D87-210BB50366C5}" destId="{26F0F4C5-A0D4-41B3-99BD-6BB967B67D07}" srcOrd="0" destOrd="0" presId="urn:microsoft.com/office/officeart/2009/3/layout/CircleRelationship"/>
    <dgm:cxn modelId="{EDC20EEA-4180-4657-8DCE-271DD0C40890}" type="presParOf" srcId="{0826B69C-7D49-4B80-979F-A6B15300FCAA}" destId="{A54B5BEE-9C61-41D7-A2FD-4E6048A98CC9}" srcOrd="9" destOrd="0" presId="urn:microsoft.com/office/officeart/2009/3/layout/CircleRelationship"/>
    <dgm:cxn modelId="{9022FCC1-37B9-46E8-8E2A-A34A2AE84099}" type="presParOf" srcId="{A54B5BEE-9C61-41D7-A2FD-4E6048A98CC9}" destId="{FD8C387F-F676-42C7-987A-0B2B6B9BE17C}" srcOrd="0" destOrd="0" presId="urn:microsoft.com/office/officeart/2009/3/layout/CircleRelationship"/>
    <dgm:cxn modelId="{30777CC4-4CA0-47D1-98F9-A1DA7A5EC49E}" type="presParOf" srcId="{0826B69C-7D49-4B80-979F-A6B15300FCAA}" destId="{9CD1D20E-5BF2-4F2E-B958-A278E0CFE568}" srcOrd="10" destOrd="0" presId="urn:microsoft.com/office/officeart/2009/3/layout/CircleRelationship"/>
    <dgm:cxn modelId="{CA7916C3-D3AD-4AEF-A112-A0A65A40CD55}" type="presParOf" srcId="{0826B69C-7D49-4B80-979F-A6B15300FCAA}" destId="{B30A2E34-4C1A-4A3C-90AE-9ABA92C84C98}" srcOrd="11" destOrd="0" presId="urn:microsoft.com/office/officeart/2009/3/layout/CircleRelationship"/>
    <dgm:cxn modelId="{DE77CA9F-0353-4993-893F-68E6D8DC4C08}" type="presParOf" srcId="{B30A2E34-4C1A-4A3C-90AE-9ABA92C84C98}" destId="{EDD234E8-F43F-4D5F-BEE3-A56D5AEF5CAF}" srcOrd="0" destOrd="0" presId="urn:microsoft.com/office/officeart/2009/3/layout/CircleRelationship"/>
    <dgm:cxn modelId="{E61030BA-1FBA-4BC1-8DA3-4D43D3CF6C25}" type="presParOf" srcId="{0826B69C-7D49-4B80-979F-A6B15300FCAA}" destId="{5A95C3DA-416B-473B-81D3-A5BD0A00F27B}" srcOrd="12" destOrd="0" presId="urn:microsoft.com/office/officeart/2009/3/layout/CircleRelationship"/>
    <dgm:cxn modelId="{BC80EE94-5F39-454E-AA46-351891738E2C}" type="presParOf" srcId="{5A95C3DA-416B-473B-81D3-A5BD0A00F27B}" destId="{1F22C88F-28F5-48C5-9E15-1CA90CF90E9F}" srcOrd="0" destOrd="0" presId="urn:microsoft.com/office/officeart/2009/3/layout/CircleRelationship"/>
    <dgm:cxn modelId="{5E95A6CE-E4F3-4866-8BDB-2EBA284E1505}" type="presParOf" srcId="{0826B69C-7D49-4B80-979F-A6B15300FCAA}" destId="{C3B681A2-B8EC-4410-9E87-4B8A3210762B}" srcOrd="13" destOrd="0" presId="urn:microsoft.com/office/officeart/2009/3/layout/CircleRelationship"/>
    <dgm:cxn modelId="{1779D411-0BC8-4519-98BB-ED0B97AD5D8E}" type="presParOf" srcId="{C3B681A2-B8EC-4410-9E87-4B8A3210762B}" destId="{5D8BC81E-9B25-4453-A96E-ACB5177D51F9}" srcOrd="0" destOrd="0" presId="urn:microsoft.com/office/officeart/2009/3/layout/CircleRelationship"/>
    <dgm:cxn modelId="{4559BCA7-49BF-4185-BFBE-6CA7E49B1DC2}" type="presParOf" srcId="{0826B69C-7D49-4B80-979F-A6B15300FCAA}" destId="{357F3FEB-0D63-4A65-A665-2F5328EBEF46}" srcOrd="14" destOrd="0" presId="urn:microsoft.com/office/officeart/2009/3/layout/CircleRelationship"/>
    <dgm:cxn modelId="{565EBEF8-F350-4385-97D1-6E678B6384C8}" type="presParOf" srcId="{0826B69C-7D49-4B80-979F-A6B15300FCAA}" destId="{3E483B19-FD53-4166-93EB-B9B8F8BB1CEC}" srcOrd="15" destOrd="0" presId="urn:microsoft.com/office/officeart/2009/3/layout/CircleRelationship"/>
    <dgm:cxn modelId="{D76F3A0E-39AE-443F-A225-769358E91AFA}" type="presParOf" srcId="{3E483B19-FD53-4166-93EB-B9B8F8BB1CEC}" destId="{1EB32A1E-C3E2-47F5-BF60-E8F2176476C4}" srcOrd="0" destOrd="0" presId="urn:microsoft.com/office/officeart/2009/3/layout/CircleRelationship"/>
    <dgm:cxn modelId="{B03B4477-BC0B-4841-A393-F6339BB69FC7}" type="presParOf" srcId="{0826B69C-7D49-4B80-979F-A6B15300FCAA}" destId="{3BE0A9E7-9312-4A30-8F2F-5AF7F5BD5FB7}" srcOrd="16" destOrd="0" presId="urn:microsoft.com/office/officeart/2009/3/layout/CircleRelationship"/>
    <dgm:cxn modelId="{EE22CA32-6B38-4085-A1B3-08C3BB4AE5F9}" type="presParOf" srcId="{0826B69C-7D49-4B80-979F-A6B15300FCAA}" destId="{36474D5B-8C7D-4D24-B076-ED510F266D02}" srcOrd="17" destOrd="0" presId="urn:microsoft.com/office/officeart/2009/3/layout/CircleRelationship"/>
    <dgm:cxn modelId="{FF229044-A837-4714-A380-64B2AAA06E4D}" type="presParOf" srcId="{36474D5B-8C7D-4D24-B076-ED510F266D02}" destId="{C1F43AEA-091E-46D5-A67C-79C67219B40C}" srcOrd="0" destOrd="0" presId="urn:microsoft.com/office/officeart/2009/3/layout/CircleRelationship"/>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BA69311-CFDB-40BD-A2D8-4A5059A81BFA}" type="doc">
      <dgm:prSet loTypeId="urn:microsoft.com/office/officeart/2005/8/layout/hierarchy4"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l" rtl="0"/>
          <a:r>
            <a:rPr lang="en-US" altLang="zh-CN" sz="5400" b="1" dirty="0" smtClean="0"/>
            <a:t>1.</a:t>
          </a:r>
          <a:r>
            <a:rPr lang="zh-CN" altLang="en-US" sz="5400" dirty="0" smtClean="0"/>
            <a:t>节点</a:t>
          </a:r>
          <a:endParaRPr lang="zh-CN" sz="5400" b="1"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custT="1"/>
      <dgm:spPr/>
      <dgm:t>
        <a:bodyPr/>
        <a:lstStyle/>
        <a:p>
          <a:pPr algn="l" rtl="0"/>
          <a:r>
            <a:rPr lang="en-US" altLang="zh-CN" sz="4800" b="1" dirty="0" smtClean="0"/>
            <a:t>2.</a:t>
          </a:r>
          <a:r>
            <a:rPr lang="zh-CN" altLang="en-US" sz="4800" dirty="0" smtClean="0"/>
            <a:t>传感网络</a:t>
          </a:r>
          <a:endParaRPr lang="zh-CN" sz="4800" b="1"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custT="1"/>
      <dgm:spPr/>
      <dgm:t>
        <a:bodyPr/>
        <a:lstStyle/>
        <a:p>
          <a:pPr algn="l" rtl="0"/>
          <a:r>
            <a:rPr lang="en-US" altLang="zh-CN" sz="5400" b="1" dirty="0" smtClean="0"/>
            <a:t>3.</a:t>
          </a:r>
          <a:r>
            <a:rPr lang="zh-CN" altLang="en-US" sz="5400" dirty="0" smtClean="0"/>
            <a:t>用户</a:t>
          </a:r>
          <a:endParaRPr lang="zh-CN" sz="5400" b="1"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4BC691B0-B544-4515-A115-D7DBF6409515}">
      <dgm:prSet custT="1"/>
      <dgm:spPr/>
      <dgm:t>
        <a:bodyPr vert="horz"/>
        <a:lstStyle/>
        <a:p>
          <a:pPr rtl="0"/>
          <a:r>
            <a:rPr lang="zh-CN" altLang="en-US" sz="54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a:t>
          </a:r>
          <a:r>
            <a:rPr lang="zh-CN" altLang="en-US" sz="5400" b="1" dirty="0" smtClean="0"/>
            <a:t>组成结构</a:t>
          </a:r>
          <a:endParaRPr lang="zh-CN" altLang="en-US" sz="5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10DB71E0-E611-4938-AF39-ABCABDCCBC70}" type="pres">
      <dgm:prSet presAssocID="{3BA69311-CFDB-40BD-A2D8-4A5059A81BFA}" presName="Name0" presStyleCnt="0">
        <dgm:presLayoutVars>
          <dgm:chPref val="1"/>
          <dgm:dir/>
          <dgm:animOne val="branch"/>
          <dgm:animLvl val="lvl"/>
          <dgm:resizeHandles/>
        </dgm:presLayoutVars>
      </dgm:prSet>
      <dgm:spPr/>
      <dgm:t>
        <a:bodyPr/>
        <a:lstStyle/>
        <a:p>
          <a:endParaRPr lang="zh-CN" altLang="en-US"/>
        </a:p>
      </dgm:t>
    </dgm:pt>
    <dgm:pt modelId="{9D0D33E5-2990-4E39-A8F5-A919FF2D84B7}" type="pres">
      <dgm:prSet presAssocID="{4BC691B0-B544-4515-A115-D7DBF6409515}" presName="vertOne" presStyleCnt="0"/>
      <dgm:spPr/>
    </dgm:pt>
    <dgm:pt modelId="{161366F0-35AD-47CA-B115-C388760333CF}" type="pres">
      <dgm:prSet presAssocID="{4BC691B0-B544-4515-A115-D7DBF6409515}" presName="txOne" presStyleLbl="node0" presStyleIdx="0" presStyleCnt="1">
        <dgm:presLayoutVars>
          <dgm:chPref val="3"/>
        </dgm:presLayoutVars>
      </dgm:prSet>
      <dgm:spPr/>
      <dgm:t>
        <a:bodyPr/>
        <a:lstStyle/>
        <a:p>
          <a:endParaRPr lang="zh-CN" altLang="en-US"/>
        </a:p>
      </dgm:t>
    </dgm:pt>
    <dgm:pt modelId="{78EBAEA5-A6A5-4FC4-AA14-654FB55D4BFC}" type="pres">
      <dgm:prSet presAssocID="{4BC691B0-B544-4515-A115-D7DBF6409515}" presName="parTransOne" presStyleCnt="0"/>
      <dgm:spPr/>
    </dgm:pt>
    <dgm:pt modelId="{23AACD84-5C35-4A8B-BCFC-2E7CAA63346E}" type="pres">
      <dgm:prSet presAssocID="{4BC691B0-B544-4515-A115-D7DBF6409515}" presName="horzOne" presStyleCnt="0"/>
      <dgm:spPr/>
    </dgm:pt>
    <dgm:pt modelId="{36F0743E-0048-4C03-A605-5682F621AB22}" type="pres">
      <dgm:prSet presAssocID="{A651934C-0024-4B15-A4CD-7C5A4C06042A}" presName="vertTwo" presStyleCnt="0"/>
      <dgm:spPr/>
    </dgm:pt>
    <dgm:pt modelId="{3218FA72-0238-4B6C-9D50-42533EC3F4AC}" type="pres">
      <dgm:prSet presAssocID="{A651934C-0024-4B15-A4CD-7C5A4C06042A}" presName="txTwo" presStyleLbl="node2" presStyleIdx="0" presStyleCnt="3">
        <dgm:presLayoutVars>
          <dgm:chPref val="3"/>
        </dgm:presLayoutVars>
      </dgm:prSet>
      <dgm:spPr/>
      <dgm:t>
        <a:bodyPr/>
        <a:lstStyle/>
        <a:p>
          <a:endParaRPr lang="zh-CN" altLang="en-US"/>
        </a:p>
      </dgm:t>
    </dgm:pt>
    <dgm:pt modelId="{DA10F52F-BF3D-4D8F-B5B9-56AB468F40B6}" type="pres">
      <dgm:prSet presAssocID="{A651934C-0024-4B15-A4CD-7C5A4C06042A}" presName="horzTwo" presStyleCnt="0"/>
      <dgm:spPr/>
    </dgm:pt>
    <dgm:pt modelId="{0604F3C3-5159-4A87-8902-22AAEFA0E643}" type="pres">
      <dgm:prSet presAssocID="{BA8E9852-F898-44D2-97C4-EFFD9A4095DC}" presName="sibSpaceTwo" presStyleCnt="0"/>
      <dgm:spPr/>
    </dgm:pt>
    <dgm:pt modelId="{E9070DE1-7957-4FDC-9D05-1FA37C9DCADC}" type="pres">
      <dgm:prSet presAssocID="{50D99395-8E64-4658-965D-36CDE70BA698}" presName="vertTwo" presStyleCnt="0"/>
      <dgm:spPr/>
    </dgm:pt>
    <dgm:pt modelId="{87B4FFE8-9860-4B8C-9818-1D1A0214B4FC}" type="pres">
      <dgm:prSet presAssocID="{50D99395-8E64-4658-965D-36CDE70BA698}" presName="txTwo" presStyleLbl="node2" presStyleIdx="1" presStyleCnt="3">
        <dgm:presLayoutVars>
          <dgm:chPref val="3"/>
        </dgm:presLayoutVars>
      </dgm:prSet>
      <dgm:spPr/>
      <dgm:t>
        <a:bodyPr/>
        <a:lstStyle/>
        <a:p>
          <a:endParaRPr lang="zh-CN" altLang="en-US"/>
        </a:p>
      </dgm:t>
    </dgm:pt>
    <dgm:pt modelId="{809EF90C-38BB-479D-B5B4-3DEEA8F3651A}" type="pres">
      <dgm:prSet presAssocID="{50D99395-8E64-4658-965D-36CDE70BA698}" presName="horzTwo" presStyleCnt="0"/>
      <dgm:spPr/>
    </dgm:pt>
    <dgm:pt modelId="{BDFA7D3B-5139-450C-959A-9A87606426EC}" type="pres">
      <dgm:prSet presAssocID="{4D5AE3F9-F9A3-46B9-B97A-0C3705B4B8FC}" presName="sibSpaceTwo" presStyleCnt="0"/>
      <dgm:spPr/>
    </dgm:pt>
    <dgm:pt modelId="{91E3F0CF-B078-48E5-8607-5F44F49BD211}" type="pres">
      <dgm:prSet presAssocID="{9C94D297-61BA-4E38-A228-DFE70405A161}" presName="vertTwo" presStyleCnt="0"/>
      <dgm:spPr/>
    </dgm:pt>
    <dgm:pt modelId="{88DCE10C-5C34-4BFA-A3C3-1C073AEBEAC6}" type="pres">
      <dgm:prSet presAssocID="{9C94D297-61BA-4E38-A228-DFE70405A161}" presName="txTwo" presStyleLbl="node2" presStyleIdx="2" presStyleCnt="3">
        <dgm:presLayoutVars>
          <dgm:chPref val="3"/>
        </dgm:presLayoutVars>
      </dgm:prSet>
      <dgm:spPr/>
      <dgm:t>
        <a:bodyPr/>
        <a:lstStyle/>
        <a:p>
          <a:endParaRPr lang="zh-CN" altLang="en-US"/>
        </a:p>
      </dgm:t>
    </dgm:pt>
    <dgm:pt modelId="{5FA92432-B4DB-4B79-8EA7-872A4C941F60}" type="pres">
      <dgm:prSet presAssocID="{9C94D297-61BA-4E38-A228-DFE70405A161}" presName="horzTwo" presStyleCnt="0"/>
      <dgm:spPr/>
    </dgm:pt>
  </dgm:ptLst>
  <dgm:cxnLst>
    <dgm:cxn modelId="{F9153B8C-50E1-47DD-B13E-A7E19CB1E769}" type="presOf" srcId="{9C94D297-61BA-4E38-A228-DFE70405A161}" destId="{88DCE10C-5C34-4BFA-A3C3-1C073AEBEAC6}" srcOrd="0" destOrd="0" presId="urn:microsoft.com/office/officeart/2005/8/layout/hierarchy4"/>
    <dgm:cxn modelId="{86D4881F-912E-4AE6-9BA3-F105F357AC94}" srcId="{3BA69311-CFDB-40BD-A2D8-4A5059A81BFA}" destId="{4BC691B0-B544-4515-A115-D7DBF6409515}" srcOrd="0" destOrd="0" parTransId="{0F8825B6-4109-4594-B66C-A67D294E51D3}" sibTransId="{CA44B34C-2E66-4CD0-A236-55F2435BEB97}"/>
    <dgm:cxn modelId="{819508A8-FBEC-4FAD-8F29-78AFA5619AE7}" type="presOf" srcId="{4BC691B0-B544-4515-A115-D7DBF6409515}" destId="{161366F0-35AD-47CA-B115-C388760333CF}" srcOrd="0" destOrd="0" presId="urn:microsoft.com/office/officeart/2005/8/layout/hierarchy4"/>
    <dgm:cxn modelId="{4330F5A5-DE00-4C4E-AD70-06025340EAB8}" srcId="{4BC691B0-B544-4515-A115-D7DBF6409515}" destId="{9C94D297-61BA-4E38-A228-DFE70405A161}" srcOrd="2" destOrd="0" parTransId="{4711C5C5-AFB5-4F25-A1AF-340BF0749B3A}" sibTransId="{42E1B696-4824-4997-9B3C-7A9809EEF0C0}"/>
    <dgm:cxn modelId="{0F490449-2341-4774-9EBD-3EC71D9DEF54}" type="presOf" srcId="{50D99395-8E64-4658-965D-36CDE70BA698}" destId="{87B4FFE8-9860-4B8C-9818-1D1A0214B4FC}" srcOrd="0" destOrd="0" presId="urn:microsoft.com/office/officeart/2005/8/layout/hierarchy4"/>
    <dgm:cxn modelId="{EF9F50A8-20D4-4EC9-A4B4-4CF766A2AD40}" srcId="{4BC691B0-B544-4515-A115-D7DBF6409515}" destId="{A651934C-0024-4B15-A4CD-7C5A4C06042A}" srcOrd="0" destOrd="0" parTransId="{F7552F8B-E499-4DA9-AD7C-E3B7E69C713E}" sibTransId="{BA8E9852-F898-44D2-97C4-EFFD9A4095DC}"/>
    <dgm:cxn modelId="{225C17BC-2120-4A6D-B0C4-C93FA9944881}" type="presOf" srcId="{3BA69311-CFDB-40BD-A2D8-4A5059A81BFA}" destId="{10DB71E0-E611-4938-AF39-ABCABDCCBC70}" srcOrd="0" destOrd="0" presId="urn:microsoft.com/office/officeart/2005/8/layout/hierarchy4"/>
    <dgm:cxn modelId="{FAE24063-FF63-47B5-B1CA-B70AD443740A}" srcId="{4BC691B0-B544-4515-A115-D7DBF6409515}" destId="{50D99395-8E64-4658-965D-36CDE70BA698}" srcOrd="1" destOrd="0" parTransId="{D25C93D7-5D37-4866-8DB5-280BB9FE90CE}" sibTransId="{4D5AE3F9-F9A3-46B9-B97A-0C3705B4B8FC}"/>
    <dgm:cxn modelId="{5D09C192-418C-425D-A817-03B65DF94E06}" type="presOf" srcId="{A651934C-0024-4B15-A4CD-7C5A4C06042A}" destId="{3218FA72-0238-4B6C-9D50-42533EC3F4AC}" srcOrd="0" destOrd="0" presId="urn:microsoft.com/office/officeart/2005/8/layout/hierarchy4"/>
    <dgm:cxn modelId="{D98B4A06-8290-4D14-9381-7F0094A13E2D}" type="presParOf" srcId="{10DB71E0-E611-4938-AF39-ABCABDCCBC70}" destId="{9D0D33E5-2990-4E39-A8F5-A919FF2D84B7}" srcOrd="0" destOrd="0" presId="urn:microsoft.com/office/officeart/2005/8/layout/hierarchy4"/>
    <dgm:cxn modelId="{9D0AC8FF-5FF2-43DA-9DC0-C1ABD0173ADA}" type="presParOf" srcId="{9D0D33E5-2990-4E39-A8F5-A919FF2D84B7}" destId="{161366F0-35AD-47CA-B115-C388760333CF}" srcOrd="0" destOrd="0" presId="urn:microsoft.com/office/officeart/2005/8/layout/hierarchy4"/>
    <dgm:cxn modelId="{B1C84E2E-2904-4B34-82D0-0E21E1DA9166}" type="presParOf" srcId="{9D0D33E5-2990-4E39-A8F5-A919FF2D84B7}" destId="{78EBAEA5-A6A5-4FC4-AA14-654FB55D4BFC}" srcOrd="1" destOrd="0" presId="urn:microsoft.com/office/officeart/2005/8/layout/hierarchy4"/>
    <dgm:cxn modelId="{A3C83C33-5671-49CB-9C5E-8F7E48D0F62F}" type="presParOf" srcId="{9D0D33E5-2990-4E39-A8F5-A919FF2D84B7}" destId="{23AACD84-5C35-4A8B-BCFC-2E7CAA63346E}" srcOrd="2" destOrd="0" presId="urn:microsoft.com/office/officeart/2005/8/layout/hierarchy4"/>
    <dgm:cxn modelId="{5A79FE2D-4C0D-4363-9CCD-328A7B001E36}" type="presParOf" srcId="{23AACD84-5C35-4A8B-BCFC-2E7CAA63346E}" destId="{36F0743E-0048-4C03-A605-5682F621AB22}" srcOrd="0" destOrd="0" presId="urn:microsoft.com/office/officeart/2005/8/layout/hierarchy4"/>
    <dgm:cxn modelId="{CA7DED5E-192F-4697-9C67-6A47AD3A553F}" type="presParOf" srcId="{36F0743E-0048-4C03-A605-5682F621AB22}" destId="{3218FA72-0238-4B6C-9D50-42533EC3F4AC}" srcOrd="0" destOrd="0" presId="urn:microsoft.com/office/officeart/2005/8/layout/hierarchy4"/>
    <dgm:cxn modelId="{484E51CE-C36C-459A-B302-AE047DA93675}" type="presParOf" srcId="{36F0743E-0048-4C03-A605-5682F621AB22}" destId="{DA10F52F-BF3D-4D8F-B5B9-56AB468F40B6}" srcOrd="1" destOrd="0" presId="urn:microsoft.com/office/officeart/2005/8/layout/hierarchy4"/>
    <dgm:cxn modelId="{6FE5916C-03E3-48A2-AD91-76F357FAE9E8}" type="presParOf" srcId="{23AACD84-5C35-4A8B-BCFC-2E7CAA63346E}" destId="{0604F3C3-5159-4A87-8902-22AAEFA0E643}" srcOrd="1" destOrd="0" presId="urn:microsoft.com/office/officeart/2005/8/layout/hierarchy4"/>
    <dgm:cxn modelId="{2F559FF0-A226-4D61-97AA-41CCE2958E36}" type="presParOf" srcId="{23AACD84-5C35-4A8B-BCFC-2E7CAA63346E}" destId="{E9070DE1-7957-4FDC-9D05-1FA37C9DCADC}" srcOrd="2" destOrd="0" presId="urn:microsoft.com/office/officeart/2005/8/layout/hierarchy4"/>
    <dgm:cxn modelId="{27A7DF4C-959B-4643-879D-D67788704E96}" type="presParOf" srcId="{E9070DE1-7957-4FDC-9D05-1FA37C9DCADC}" destId="{87B4FFE8-9860-4B8C-9818-1D1A0214B4FC}" srcOrd="0" destOrd="0" presId="urn:microsoft.com/office/officeart/2005/8/layout/hierarchy4"/>
    <dgm:cxn modelId="{D3B768D5-7E25-492A-B612-6E3AD426D3C3}" type="presParOf" srcId="{E9070DE1-7957-4FDC-9D05-1FA37C9DCADC}" destId="{809EF90C-38BB-479D-B5B4-3DEEA8F3651A}" srcOrd="1" destOrd="0" presId="urn:microsoft.com/office/officeart/2005/8/layout/hierarchy4"/>
    <dgm:cxn modelId="{ABAFC1C3-441E-402C-BE03-B80DA5434229}" type="presParOf" srcId="{23AACD84-5C35-4A8B-BCFC-2E7CAA63346E}" destId="{BDFA7D3B-5139-450C-959A-9A87606426EC}" srcOrd="3" destOrd="0" presId="urn:microsoft.com/office/officeart/2005/8/layout/hierarchy4"/>
    <dgm:cxn modelId="{837C94F8-3BBB-4F55-AEA0-DC8B035066B5}" type="presParOf" srcId="{23AACD84-5C35-4A8B-BCFC-2E7CAA63346E}" destId="{91E3F0CF-B078-48E5-8607-5F44F49BD211}" srcOrd="4" destOrd="0" presId="urn:microsoft.com/office/officeart/2005/8/layout/hierarchy4"/>
    <dgm:cxn modelId="{C3480CFF-72DF-4916-AF7E-F5687F66B7CA}" type="presParOf" srcId="{91E3F0CF-B078-48E5-8607-5F44F49BD211}" destId="{88DCE10C-5C34-4BFA-A3C3-1C073AEBEAC6}" srcOrd="0" destOrd="0" presId="urn:microsoft.com/office/officeart/2005/8/layout/hierarchy4"/>
    <dgm:cxn modelId="{F82EB3C1-2090-4AF7-A433-1024A7BF2C32}" type="presParOf" srcId="{91E3F0CF-B078-48E5-8607-5F44F49BD211}" destId="{5FA92432-B4DB-4B79-8EA7-872A4C941F60}" srcOrd="1" destOrd="0" presId="urn:microsoft.com/office/officeart/2005/8/layout/hierarchy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BA69311-CFDB-40BD-A2D8-4A5059A81BFA}"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dgm:spPr/>
      <dgm:t>
        <a:bodyPr/>
        <a:lstStyle/>
        <a:p>
          <a:pPr algn="l" rtl="0"/>
          <a:r>
            <a:rPr lang="en-US" altLang="zh-CN" b="1" dirty="0" smtClean="0"/>
            <a:t>1.</a:t>
          </a:r>
          <a:r>
            <a:rPr lang="zh-CN" altLang="en-US" dirty="0" smtClean="0"/>
            <a:t>数据机密性</a:t>
          </a:r>
          <a:endParaRPr lang="zh-CN" b="1"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dgm:spPr/>
      <dgm:t>
        <a:bodyPr/>
        <a:lstStyle/>
        <a:p>
          <a:pPr algn="l" rtl="0"/>
          <a:r>
            <a:rPr lang="en-US" altLang="zh-CN" b="1" dirty="0" smtClean="0"/>
            <a:t>2.</a:t>
          </a:r>
          <a:r>
            <a:rPr lang="zh-CN" altLang="en-US" dirty="0" smtClean="0"/>
            <a:t>数据完整性</a:t>
          </a:r>
          <a:endParaRPr lang="zh-CN" b="1"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dgm:spPr/>
      <dgm:t>
        <a:bodyPr/>
        <a:lstStyle/>
        <a:p>
          <a:pPr algn="l" rtl="0"/>
          <a:r>
            <a:rPr lang="en-US" altLang="zh-CN" b="1" dirty="0" smtClean="0"/>
            <a:t>3.</a:t>
          </a:r>
          <a:r>
            <a:rPr lang="zh-CN" altLang="en-US" dirty="0" smtClean="0"/>
            <a:t>数据新鲜性</a:t>
          </a:r>
          <a:endParaRPr lang="zh-CN" b="1"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4BC691B0-B544-4515-A115-D7DBF6409515}">
      <dgm:prSet custT="1"/>
      <dgm:spPr/>
      <dgm:t>
        <a:bodyPr vert="horz"/>
        <a:lstStyle/>
        <a:p>
          <a:pPr rtl="0"/>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a:t>
          </a:r>
          <a:r>
            <a:rPr lang="zh-CN" altLang="en-US" sz="1800" b="1" dirty="0" smtClean="0"/>
            <a:t>安全需求</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endParaRPr lang="zh-CN" altLang="en-US"/>
        </a:p>
      </dgm:t>
    </dgm:pt>
    <dgm:pt modelId="{CA44B34C-2E66-4CD0-A236-55F2435BEB97}" cxnId="{86D4881F-912E-4AE6-9BA3-F105F357AC94}" type="sibTrans">
      <dgm:prSet/>
      <dgm:spPr/>
      <dgm:t>
        <a:bodyPr/>
        <a:lstStyle/>
        <a:p>
          <a:endParaRPr lang="zh-CN" altLang="en-US"/>
        </a:p>
      </dgm:t>
    </dgm:pt>
    <dgm:pt modelId="{41C2C520-9769-4A3B-AC23-98BCA81F2F55}">
      <dgm:prSet/>
      <dgm:spPr/>
      <dgm:t>
        <a:bodyPr/>
        <a:lstStyle/>
        <a:p>
          <a:pPr algn="l" rtl="0"/>
          <a:r>
            <a:rPr lang="en-US" altLang="zh-CN" b="1" dirty="0" smtClean="0"/>
            <a:t>4.</a:t>
          </a:r>
          <a:r>
            <a:rPr lang="zh-CN" altLang="en-US" dirty="0" smtClean="0"/>
            <a:t>可用性</a:t>
          </a:r>
          <a:endParaRPr lang="zh-CN" b="1" dirty="0"/>
        </a:p>
      </dgm:t>
    </dgm:pt>
    <dgm:pt modelId="{7B10A891-A8D0-4653-9887-9618705AFF4A}" cxnId="{9BD25102-5D74-473B-9E45-F6B7991D21D1}" type="parTrans">
      <dgm:prSet/>
      <dgm:spPr/>
      <dgm:t>
        <a:bodyPr/>
        <a:lstStyle/>
        <a:p>
          <a:endParaRPr lang="zh-CN" altLang="en-US"/>
        </a:p>
      </dgm:t>
    </dgm:pt>
    <dgm:pt modelId="{73E3CDE0-D12B-4380-8704-BE977373BAB5}" cxnId="{9BD25102-5D74-473B-9E45-F6B7991D21D1}" type="sibTrans">
      <dgm:prSet/>
      <dgm:spPr/>
      <dgm:t>
        <a:bodyPr/>
        <a:lstStyle/>
        <a:p>
          <a:endParaRPr lang="zh-CN" altLang="en-US"/>
        </a:p>
      </dgm:t>
    </dgm:pt>
    <dgm:pt modelId="{5E414D89-9C33-4BD9-8F79-812C83CB6E43}">
      <dgm:prSet/>
      <dgm:spPr/>
      <dgm:t>
        <a:bodyPr/>
        <a:lstStyle/>
        <a:p>
          <a:pPr algn="l" rtl="0"/>
          <a:r>
            <a:rPr lang="en-US" altLang="zh-CN" b="1" dirty="0" smtClean="0"/>
            <a:t>5.</a:t>
          </a:r>
          <a:r>
            <a:rPr lang="zh-CN" altLang="en-US" dirty="0" smtClean="0"/>
            <a:t>鲁棒性</a:t>
          </a:r>
          <a:endParaRPr lang="zh-CN" b="1" dirty="0"/>
        </a:p>
      </dgm:t>
    </dgm:pt>
    <dgm:pt modelId="{26240102-21B0-4D22-902E-888E32182B4F}" cxnId="{2E03EE89-D23A-40FB-9FD4-9662BB5CD574}" type="parTrans">
      <dgm:prSet/>
      <dgm:spPr/>
      <dgm:t>
        <a:bodyPr/>
        <a:lstStyle/>
        <a:p>
          <a:endParaRPr lang="zh-CN" altLang="en-US"/>
        </a:p>
      </dgm:t>
    </dgm:pt>
    <dgm:pt modelId="{1E40C210-8DAD-492E-997B-5C8B4B197286}" cxnId="{2E03EE89-D23A-40FB-9FD4-9662BB5CD574}" type="sibTrans">
      <dgm:prSet/>
      <dgm:spPr/>
      <dgm:t>
        <a:bodyPr/>
        <a:lstStyle/>
        <a:p>
          <a:endParaRPr lang="zh-CN" altLang="en-US"/>
        </a:p>
      </dgm:t>
    </dgm:pt>
    <dgm:pt modelId="{567EEFA5-64FD-4430-B55C-3EEDC48C4BB5}">
      <dgm:prSet/>
      <dgm:spPr/>
      <dgm:t>
        <a:bodyPr/>
        <a:lstStyle/>
        <a:p>
          <a:pPr algn="l" rtl="0"/>
          <a:r>
            <a:rPr lang="en-US" altLang="zh-CN" b="1" dirty="0" smtClean="0"/>
            <a:t>6.</a:t>
          </a:r>
          <a:r>
            <a:rPr lang="zh-CN" altLang="en-US" dirty="0" smtClean="0"/>
            <a:t>访问控制</a:t>
          </a:r>
          <a:endParaRPr lang="zh-CN" b="1" dirty="0"/>
        </a:p>
      </dgm:t>
    </dgm:pt>
    <dgm:pt modelId="{94DFFC5B-3E10-468D-B719-292A9C112B0C}" cxnId="{8A9B3249-18DA-4BE1-82EC-FDB0C9604341}" type="parTrans">
      <dgm:prSet/>
      <dgm:spPr/>
      <dgm:t>
        <a:bodyPr/>
        <a:lstStyle/>
        <a:p>
          <a:endParaRPr lang="zh-CN" altLang="en-US"/>
        </a:p>
      </dgm:t>
    </dgm:pt>
    <dgm:pt modelId="{175080D4-035D-467A-8AE2-C95EDE1B6924}" cxnId="{8A9B3249-18DA-4BE1-82EC-FDB0C9604341}" type="sibTrans">
      <dgm:prSet/>
      <dgm:spPr/>
      <dgm:t>
        <a:bodyPr/>
        <a:lstStyle/>
        <a:p>
          <a:endParaRPr lang="zh-CN" altLang="en-US"/>
        </a:p>
      </dgm:t>
    </dgm:pt>
    <dgm:pt modelId="{49F7AA3E-51E1-4D33-B531-1E871B7A5BBB}" type="pres">
      <dgm:prSet presAssocID="{3BA69311-CFDB-40BD-A2D8-4A5059A81BFA}" presName="cycle" presStyleCnt="0">
        <dgm:presLayoutVars>
          <dgm:chMax val="1"/>
          <dgm:dir/>
          <dgm:animLvl val="ctr"/>
          <dgm:resizeHandles val="exact"/>
        </dgm:presLayoutVars>
      </dgm:prSet>
      <dgm:spPr/>
      <dgm:t>
        <a:bodyPr/>
        <a:lstStyle/>
        <a:p>
          <a:endParaRPr lang="zh-CN" altLang="en-US"/>
        </a:p>
      </dgm:t>
    </dgm:pt>
    <dgm:pt modelId="{A1312E45-0E90-42D4-A319-088D1E8BD5E4}" type="pres">
      <dgm:prSet presAssocID="{4BC691B0-B544-4515-A115-D7DBF6409515}" presName="centerShape" presStyleLbl="node0" presStyleIdx="0" presStyleCnt="1"/>
      <dgm:spPr/>
      <dgm:t>
        <a:bodyPr/>
        <a:lstStyle/>
        <a:p>
          <a:endParaRPr lang="zh-CN" altLang="en-US"/>
        </a:p>
      </dgm:t>
    </dgm:pt>
    <dgm:pt modelId="{CB5352A2-640F-4C1C-8DD2-0A81F54767B6}" type="pres">
      <dgm:prSet presAssocID="{F7552F8B-E499-4DA9-AD7C-E3B7E69C713E}" presName="parTrans" presStyleLbl="bgSibTrans2D1" presStyleIdx="0" presStyleCnt="6"/>
      <dgm:spPr/>
      <dgm:t>
        <a:bodyPr/>
        <a:lstStyle/>
        <a:p>
          <a:endParaRPr lang="zh-CN" altLang="en-US"/>
        </a:p>
      </dgm:t>
    </dgm:pt>
    <dgm:pt modelId="{03989CB4-B64D-49D2-B676-153A0DFB0B47}" type="pres">
      <dgm:prSet presAssocID="{A651934C-0024-4B15-A4CD-7C5A4C06042A}" presName="node" presStyleLbl="node1" presStyleIdx="0" presStyleCnt="6">
        <dgm:presLayoutVars>
          <dgm:bulletEnabled val="1"/>
        </dgm:presLayoutVars>
      </dgm:prSet>
      <dgm:spPr/>
      <dgm:t>
        <a:bodyPr/>
        <a:lstStyle/>
        <a:p>
          <a:endParaRPr lang="zh-CN" altLang="en-US"/>
        </a:p>
      </dgm:t>
    </dgm:pt>
    <dgm:pt modelId="{EDA8276F-E6C1-4568-9E0B-8D09A7F0A999}" type="pres">
      <dgm:prSet presAssocID="{D25C93D7-5D37-4866-8DB5-280BB9FE90CE}" presName="parTrans" presStyleLbl="bgSibTrans2D1" presStyleIdx="1" presStyleCnt="6"/>
      <dgm:spPr/>
      <dgm:t>
        <a:bodyPr/>
        <a:lstStyle/>
        <a:p>
          <a:endParaRPr lang="zh-CN" altLang="en-US"/>
        </a:p>
      </dgm:t>
    </dgm:pt>
    <dgm:pt modelId="{A0A54CC6-750E-476D-A736-398F890B937A}" type="pres">
      <dgm:prSet presAssocID="{50D99395-8E64-4658-965D-36CDE70BA698}" presName="node" presStyleLbl="node1" presStyleIdx="1" presStyleCnt="6">
        <dgm:presLayoutVars>
          <dgm:bulletEnabled val="1"/>
        </dgm:presLayoutVars>
      </dgm:prSet>
      <dgm:spPr/>
      <dgm:t>
        <a:bodyPr/>
        <a:lstStyle/>
        <a:p>
          <a:endParaRPr lang="zh-CN" altLang="en-US"/>
        </a:p>
      </dgm:t>
    </dgm:pt>
    <dgm:pt modelId="{BFFDD8BD-77AF-4B66-BD0C-71823CDC4D40}" type="pres">
      <dgm:prSet presAssocID="{4711C5C5-AFB5-4F25-A1AF-340BF0749B3A}" presName="parTrans" presStyleLbl="bgSibTrans2D1" presStyleIdx="2" presStyleCnt="6"/>
      <dgm:spPr/>
      <dgm:t>
        <a:bodyPr/>
        <a:lstStyle/>
        <a:p>
          <a:endParaRPr lang="zh-CN" altLang="en-US"/>
        </a:p>
      </dgm:t>
    </dgm:pt>
    <dgm:pt modelId="{B1E1D2D3-2022-46AE-8F0D-6B9D4B596458}" type="pres">
      <dgm:prSet presAssocID="{9C94D297-61BA-4E38-A228-DFE70405A161}" presName="node" presStyleLbl="node1" presStyleIdx="2" presStyleCnt="6">
        <dgm:presLayoutVars>
          <dgm:bulletEnabled val="1"/>
        </dgm:presLayoutVars>
      </dgm:prSet>
      <dgm:spPr/>
      <dgm:t>
        <a:bodyPr/>
        <a:lstStyle/>
        <a:p>
          <a:endParaRPr lang="zh-CN" altLang="en-US"/>
        </a:p>
      </dgm:t>
    </dgm:pt>
    <dgm:pt modelId="{EC103291-7829-49EB-8C98-D9961A343BC7}" type="pres">
      <dgm:prSet presAssocID="{7B10A891-A8D0-4653-9887-9618705AFF4A}" presName="parTrans" presStyleLbl="bgSibTrans2D1" presStyleIdx="3" presStyleCnt="6"/>
      <dgm:spPr/>
      <dgm:t>
        <a:bodyPr/>
        <a:lstStyle/>
        <a:p>
          <a:endParaRPr lang="zh-CN" altLang="en-US"/>
        </a:p>
      </dgm:t>
    </dgm:pt>
    <dgm:pt modelId="{1BF6543C-566A-4CA1-9E3F-694150D02FC5}" type="pres">
      <dgm:prSet presAssocID="{41C2C520-9769-4A3B-AC23-98BCA81F2F55}" presName="node" presStyleLbl="node1" presStyleIdx="3" presStyleCnt="6">
        <dgm:presLayoutVars>
          <dgm:bulletEnabled val="1"/>
        </dgm:presLayoutVars>
      </dgm:prSet>
      <dgm:spPr/>
      <dgm:t>
        <a:bodyPr/>
        <a:lstStyle/>
        <a:p>
          <a:endParaRPr lang="zh-CN" altLang="en-US"/>
        </a:p>
      </dgm:t>
    </dgm:pt>
    <dgm:pt modelId="{E4DA0CCA-EB65-467F-B379-BE73623D2AD8}" type="pres">
      <dgm:prSet presAssocID="{26240102-21B0-4D22-902E-888E32182B4F}" presName="parTrans" presStyleLbl="bgSibTrans2D1" presStyleIdx="4" presStyleCnt="6"/>
      <dgm:spPr/>
      <dgm:t>
        <a:bodyPr/>
        <a:lstStyle/>
        <a:p>
          <a:endParaRPr lang="zh-CN" altLang="en-US"/>
        </a:p>
      </dgm:t>
    </dgm:pt>
    <dgm:pt modelId="{94938C25-70AC-4BEA-9F01-63E1B9685CC3}" type="pres">
      <dgm:prSet presAssocID="{5E414D89-9C33-4BD9-8F79-812C83CB6E43}" presName="node" presStyleLbl="node1" presStyleIdx="4" presStyleCnt="6">
        <dgm:presLayoutVars>
          <dgm:bulletEnabled val="1"/>
        </dgm:presLayoutVars>
      </dgm:prSet>
      <dgm:spPr/>
      <dgm:t>
        <a:bodyPr/>
        <a:lstStyle/>
        <a:p>
          <a:endParaRPr lang="zh-CN" altLang="en-US"/>
        </a:p>
      </dgm:t>
    </dgm:pt>
    <dgm:pt modelId="{CF3437B9-35C2-49BA-BEB1-76A2B95132A5}" type="pres">
      <dgm:prSet presAssocID="{94DFFC5B-3E10-468D-B719-292A9C112B0C}" presName="parTrans" presStyleLbl="bgSibTrans2D1" presStyleIdx="5" presStyleCnt="6"/>
      <dgm:spPr/>
      <dgm:t>
        <a:bodyPr/>
        <a:lstStyle/>
        <a:p>
          <a:endParaRPr lang="zh-CN" altLang="en-US"/>
        </a:p>
      </dgm:t>
    </dgm:pt>
    <dgm:pt modelId="{B841E1B2-AF23-48DC-ACE0-9D767AA162A2}" type="pres">
      <dgm:prSet presAssocID="{567EEFA5-64FD-4430-B55C-3EEDC48C4BB5}" presName="node" presStyleLbl="node1" presStyleIdx="5" presStyleCnt="6">
        <dgm:presLayoutVars>
          <dgm:bulletEnabled val="1"/>
        </dgm:presLayoutVars>
      </dgm:prSet>
      <dgm:spPr/>
      <dgm:t>
        <a:bodyPr/>
        <a:lstStyle/>
        <a:p>
          <a:endParaRPr lang="zh-CN" altLang="en-US"/>
        </a:p>
      </dgm:t>
    </dgm:pt>
  </dgm:ptLst>
  <dgm:cxnLst>
    <dgm:cxn modelId="{2C61815D-182C-4F99-8396-3EC54AFAC4FB}" type="presOf" srcId="{4711C5C5-AFB5-4F25-A1AF-340BF0749B3A}" destId="{BFFDD8BD-77AF-4B66-BD0C-71823CDC4D40}" srcOrd="0" destOrd="0" presId="urn:microsoft.com/office/officeart/2005/8/layout/radial4"/>
    <dgm:cxn modelId="{BAD2025F-79F8-4490-B70C-15F966DC0AAC}" type="presOf" srcId="{4BC691B0-B544-4515-A115-D7DBF6409515}" destId="{A1312E45-0E90-42D4-A319-088D1E8BD5E4}" srcOrd="0" destOrd="0" presId="urn:microsoft.com/office/officeart/2005/8/layout/radial4"/>
    <dgm:cxn modelId="{0793266B-F793-4B45-8131-539F33AC2A91}" type="presOf" srcId="{26240102-21B0-4D22-902E-888E32182B4F}" destId="{E4DA0CCA-EB65-467F-B379-BE73623D2AD8}" srcOrd="0" destOrd="0" presId="urn:microsoft.com/office/officeart/2005/8/layout/radial4"/>
    <dgm:cxn modelId="{8A9B3249-18DA-4BE1-82EC-FDB0C9604341}" srcId="{4BC691B0-B544-4515-A115-D7DBF6409515}" destId="{567EEFA5-64FD-4430-B55C-3EEDC48C4BB5}" srcOrd="5" destOrd="0" parTransId="{94DFFC5B-3E10-468D-B719-292A9C112B0C}" sibTransId="{175080D4-035D-467A-8AE2-C95EDE1B6924}"/>
    <dgm:cxn modelId="{7E2B467C-C64F-4666-BC66-8B0B870156ED}" type="presOf" srcId="{7B10A891-A8D0-4653-9887-9618705AFF4A}" destId="{EC103291-7829-49EB-8C98-D9961A343BC7}" srcOrd="0" destOrd="0" presId="urn:microsoft.com/office/officeart/2005/8/layout/radial4"/>
    <dgm:cxn modelId="{86D4881F-912E-4AE6-9BA3-F105F357AC94}" srcId="{3BA69311-CFDB-40BD-A2D8-4A5059A81BFA}" destId="{4BC691B0-B544-4515-A115-D7DBF6409515}" srcOrd="0" destOrd="0" parTransId="{0F8825B6-4109-4594-B66C-A67D294E51D3}" sibTransId="{CA44B34C-2E66-4CD0-A236-55F2435BEB97}"/>
    <dgm:cxn modelId="{1DA61B3C-B417-461B-9740-7CBA3D164A82}" type="presOf" srcId="{F7552F8B-E499-4DA9-AD7C-E3B7E69C713E}" destId="{CB5352A2-640F-4C1C-8DD2-0A81F54767B6}" srcOrd="0" destOrd="0" presId="urn:microsoft.com/office/officeart/2005/8/layout/radial4"/>
    <dgm:cxn modelId="{359B594D-BEF2-4063-AA00-0100CA4C6A20}" type="presOf" srcId="{567EEFA5-64FD-4430-B55C-3EEDC48C4BB5}" destId="{B841E1B2-AF23-48DC-ACE0-9D767AA162A2}" srcOrd="0" destOrd="0" presId="urn:microsoft.com/office/officeart/2005/8/layout/radial4"/>
    <dgm:cxn modelId="{BC0181B1-0311-4BFF-8290-BEEF2495567B}" type="presOf" srcId="{A651934C-0024-4B15-A4CD-7C5A4C06042A}" destId="{03989CB4-B64D-49D2-B676-153A0DFB0B47}" srcOrd="0" destOrd="0" presId="urn:microsoft.com/office/officeart/2005/8/layout/radial4"/>
    <dgm:cxn modelId="{C86E3A54-57BB-4396-9448-B4671F213729}" type="presOf" srcId="{D25C93D7-5D37-4866-8DB5-280BB9FE90CE}" destId="{EDA8276F-E6C1-4568-9E0B-8D09A7F0A999}" srcOrd="0" destOrd="0" presId="urn:microsoft.com/office/officeart/2005/8/layout/radial4"/>
    <dgm:cxn modelId="{CFDE0817-57D6-40D2-9A8A-63CA1A08D642}" type="presOf" srcId="{50D99395-8E64-4658-965D-36CDE70BA698}" destId="{A0A54CC6-750E-476D-A736-398F890B937A}" srcOrd="0" destOrd="0" presId="urn:microsoft.com/office/officeart/2005/8/layout/radial4"/>
    <dgm:cxn modelId="{1E089C14-158E-4C4A-BDC9-23BDE79EDA04}" type="presOf" srcId="{41C2C520-9769-4A3B-AC23-98BCA81F2F55}" destId="{1BF6543C-566A-4CA1-9E3F-694150D02FC5}" srcOrd="0" destOrd="0" presId="urn:microsoft.com/office/officeart/2005/8/layout/radial4"/>
    <dgm:cxn modelId="{4330F5A5-DE00-4C4E-AD70-06025340EAB8}" srcId="{4BC691B0-B544-4515-A115-D7DBF6409515}" destId="{9C94D297-61BA-4E38-A228-DFE70405A161}" srcOrd="2" destOrd="0" parTransId="{4711C5C5-AFB5-4F25-A1AF-340BF0749B3A}" sibTransId="{42E1B696-4824-4997-9B3C-7A9809EEF0C0}"/>
    <dgm:cxn modelId="{1C4B208B-67E3-491F-88AE-AEF103A743CF}" type="presOf" srcId="{5E414D89-9C33-4BD9-8F79-812C83CB6E43}" destId="{94938C25-70AC-4BEA-9F01-63E1B9685CC3}" srcOrd="0" destOrd="0" presId="urn:microsoft.com/office/officeart/2005/8/layout/radial4"/>
    <dgm:cxn modelId="{EF9F50A8-20D4-4EC9-A4B4-4CF766A2AD40}" srcId="{4BC691B0-B544-4515-A115-D7DBF6409515}" destId="{A651934C-0024-4B15-A4CD-7C5A4C06042A}" srcOrd="0" destOrd="0" parTransId="{F7552F8B-E499-4DA9-AD7C-E3B7E69C713E}" sibTransId="{BA8E9852-F898-44D2-97C4-EFFD9A4095DC}"/>
    <dgm:cxn modelId="{7D925E48-7C15-4FF1-8040-571CB67EB44C}" type="presOf" srcId="{9C94D297-61BA-4E38-A228-DFE70405A161}" destId="{B1E1D2D3-2022-46AE-8F0D-6B9D4B596458}" srcOrd="0" destOrd="0" presId="urn:microsoft.com/office/officeart/2005/8/layout/radial4"/>
    <dgm:cxn modelId="{BC726C08-C7D7-4531-8E01-EA2068D45FAD}" type="presOf" srcId="{3BA69311-CFDB-40BD-A2D8-4A5059A81BFA}" destId="{49F7AA3E-51E1-4D33-B531-1E871B7A5BBB}" srcOrd="0" destOrd="0" presId="urn:microsoft.com/office/officeart/2005/8/layout/radial4"/>
    <dgm:cxn modelId="{2E03EE89-D23A-40FB-9FD4-9662BB5CD574}" srcId="{4BC691B0-B544-4515-A115-D7DBF6409515}" destId="{5E414D89-9C33-4BD9-8F79-812C83CB6E43}" srcOrd="4" destOrd="0" parTransId="{26240102-21B0-4D22-902E-888E32182B4F}" sibTransId="{1E40C210-8DAD-492E-997B-5C8B4B197286}"/>
    <dgm:cxn modelId="{FAE24063-FF63-47B5-B1CA-B70AD443740A}" srcId="{4BC691B0-B544-4515-A115-D7DBF6409515}" destId="{50D99395-8E64-4658-965D-36CDE70BA698}" srcOrd="1" destOrd="0" parTransId="{D25C93D7-5D37-4866-8DB5-280BB9FE90CE}" sibTransId="{4D5AE3F9-F9A3-46B9-B97A-0C3705B4B8FC}"/>
    <dgm:cxn modelId="{95CB9A7B-4A56-48A7-B453-3752ACD2607D}" type="presOf" srcId="{94DFFC5B-3E10-468D-B719-292A9C112B0C}" destId="{CF3437B9-35C2-49BA-BEB1-76A2B95132A5}" srcOrd="0" destOrd="0" presId="urn:microsoft.com/office/officeart/2005/8/layout/radial4"/>
    <dgm:cxn modelId="{9BD25102-5D74-473B-9E45-F6B7991D21D1}" srcId="{4BC691B0-B544-4515-A115-D7DBF6409515}" destId="{41C2C520-9769-4A3B-AC23-98BCA81F2F55}" srcOrd="3" destOrd="0" parTransId="{7B10A891-A8D0-4653-9887-9618705AFF4A}" sibTransId="{73E3CDE0-D12B-4380-8704-BE977373BAB5}"/>
    <dgm:cxn modelId="{03F5A1B5-0A3E-4C7C-BCCC-14EA0E2197EB}" type="presParOf" srcId="{49F7AA3E-51E1-4D33-B531-1E871B7A5BBB}" destId="{A1312E45-0E90-42D4-A319-088D1E8BD5E4}" srcOrd="0" destOrd="0" presId="urn:microsoft.com/office/officeart/2005/8/layout/radial4"/>
    <dgm:cxn modelId="{51F7BA0A-5EAA-4275-B318-CAD000B4087B}" type="presParOf" srcId="{49F7AA3E-51E1-4D33-B531-1E871B7A5BBB}" destId="{CB5352A2-640F-4C1C-8DD2-0A81F54767B6}" srcOrd="1" destOrd="0" presId="urn:microsoft.com/office/officeart/2005/8/layout/radial4"/>
    <dgm:cxn modelId="{FA5EB936-3589-46F5-B2C0-813DDFAC7ACD}" type="presParOf" srcId="{49F7AA3E-51E1-4D33-B531-1E871B7A5BBB}" destId="{03989CB4-B64D-49D2-B676-153A0DFB0B47}" srcOrd="2" destOrd="0" presId="urn:microsoft.com/office/officeart/2005/8/layout/radial4"/>
    <dgm:cxn modelId="{F48B4C2C-4422-4228-B523-ACE042B19444}" type="presParOf" srcId="{49F7AA3E-51E1-4D33-B531-1E871B7A5BBB}" destId="{EDA8276F-E6C1-4568-9E0B-8D09A7F0A999}" srcOrd="3" destOrd="0" presId="urn:microsoft.com/office/officeart/2005/8/layout/radial4"/>
    <dgm:cxn modelId="{CE61A009-5E54-4EF5-B9E3-FFDB8051C1C4}" type="presParOf" srcId="{49F7AA3E-51E1-4D33-B531-1E871B7A5BBB}" destId="{A0A54CC6-750E-476D-A736-398F890B937A}" srcOrd="4" destOrd="0" presId="urn:microsoft.com/office/officeart/2005/8/layout/radial4"/>
    <dgm:cxn modelId="{C90AA405-1FEE-4A40-930E-12E4FE0632F3}" type="presParOf" srcId="{49F7AA3E-51E1-4D33-B531-1E871B7A5BBB}" destId="{BFFDD8BD-77AF-4B66-BD0C-71823CDC4D40}" srcOrd="5" destOrd="0" presId="urn:microsoft.com/office/officeart/2005/8/layout/radial4"/>
    <dgm:cxn modelId="{694F4724-4859-4D77-8E2E-7A9DC5655599}" type="presParOf" srcId="{49F7AA3E-51E1-4D33-B531-1E871B7A5BBB}" destId="{B1E1D2D3-2022-46AE-8F0D-6B9D4B596458}" srcOrd="6" destOrd="0" presId="urn:microsoft.com/office/officeart/2005/8/layout/radial4"/>
    <dgm:cxn modelId="{6B7F66CC-6513-436C-A459-E92003A4FF2A}" type="presParOf" srcId="{49F7AA3E-51E1-4D33-B531-1E871B7A5BBB}" destId="{EC103291-7829-49EB-8C98-D9961A343BC7}" srcOrd="7" destOrd="0" presId="urn:microsoft.com/office/officeart/2005/8/layout/radial4"/>
    <dgm:cxn modelId="{819D874A-B01A-4EBD-BC3D-971E83A63B1C}" type="presParOf" srcId="{49F7AA3E-51E1-4D33-B531-1E871B7A5BBB}" destId="{1BF6543C-566A-4CA1-9E3F-694150D02FC5}" srcOrd="8" destOrd="0" presId="urn:microsoft.com/office/officeart/2005/8/layout/radial4"/>
    <dgm:cxn modelId="{0E81E541-8528-4A80-BEB5-3547FF59FCB6}" type="presParOf" srcId="{49F7AA3E-51E1-4D33-B531-1E871B7A5BBB}" destId="{E4DA0CCA-EB65-467F-B379-BE73623D2AD8}" srcOrd="9" destOrd="0" presId="urn:microsoft.com/office/officeart/2005/8/layout/radial4"/>
    <dgm:cxn modelId="{EA93C621-57FC-4162-9709-3BDA85E77E4A}" type="presParOf" srcId="{49F7AA3E-51E1-4D33-B531-1E871B7A5BBB}" destId="{94938C25-70AC-4BEA-9F01-63E1B9685CC3}" srcOrd="10" destOrd="0" presId="urn:microsoft.com/office/officeart/2005/8/layout/radial4"/>
    <dgm:cxn modelId="{C6631CCF-797C-486B-A3C8-001BE1050A4A}" type="presParOf" srcId="{49F7AA3E-51E1-4D33-B531-1E871B7A5BBB}" destId="{CF3437B9-35C2-49BA-BEB1-76A2B95132A5}" srcOrd="11" destOrd="0" presId="urn:microsoft.com/office/officeart/2005/8/layout/radial4"/>
    <dgm:cxn modelId="{607CC8B0-CE18-4529-A066-A774C7EE1AF6}" type="presParOf" srcId="{49F7AA3E-51E1-4D33-B531-1E871B7A5BBB}" destId="{B841E1B2-AF23-48DC-ACE0-9D767AA162A2}" srcOrd="12"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BA69311-CFDB-40BD-A2D8-4A5059A81BFA}" type="doc">
      <dgm:prSet loTypeId="relationship"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l" rtl="0"/>
          <a:r>
            <a:rPr lang="zh-CN" altLang="en-US" sz="2800" b="0" dirty="0" smtClean="0">
              <a:solidFill>
                <a:srgbClr val="0070C0"/>
              </a:solidFill>
              <a:latin typeface="微软雅黑" panose="020B0503020204020204" pitchFamily="34" charset="-122"/>
              <a:ea typeface="微软雅黑" panose="020B0503020204020204" pitchFamily="34" charset="-122"/>
            </a:rPr>
            <a:t>物理层：</a:t>
          </a:r>
          <a:r>
            <a:rPr lang="zh-CN" altLang="en-US" sz="2800" dirty="0" smtClean="0"/>
            <a:t>主要的攻击方法为拥塞攻击和物理破坏。</a:t>
          </a:r>
          <a:endParaRPr lang="zh-CN" sz="2800" b="1" dirty="0"/>
        </a:p>
      </dgm:t>
    </dgm:pt>
    <dgm:pt modelId="{F7552F8B-E499-4DA9-AD7C-E3B7E69C713E}" cxnId="{EF9F50A8-20D4-4EC9-A4B4-4CF766A2AD40}" type="parTrans">
      <dgm:prSet/>
      <dgm:spPr/>
      <dgm:t>
        <a:bodyPr/>
        <a:lstStyle/>
        <a:p>
          <a:endParaRPr lang="zh-CN" altLang="en-US"/>
        </a:p>
      </dgm:t>
    </dgm:pt>
    <dgm:pt modelId="{BA8E9852-F898-44D2-97C4-EFFD9A4095DC}" cxnId="{EF9F50A8-20D4-4EC9-A4B4-4CF766A2AD40}" type="sibTrans">
      <dgm:prSet/>
      <dgm:spPr/>
      <dgm:t>
        <a:bodyPr/>
        <a:lstStyle/>
        <a:p>
          <a:endParaRPr lang="zh-CN" altLang="en-US"/>
        </a:p>
      </dgm:t>
    </dgm:pt>
    <dgm:pt modelId="{50D99395-8E64-4658-965D-36CDE70BA698}">
      <dgm:prSet custT="1"/>
      <dgm:spPr/>
      <dgm:t>
        <a:bodyPr/>
        <a:lstStyle/>
        <a:p>
          <a:pPr algn="l" rtl="0"/>
          <a:r>
            <a:rPr lang="zh-CN" altLang="en-US" sz="2800" b="0" dirty="0" smtClean="0">
              <a:solidFill>
                <a:srgbClr val="0070C0"/>
              </a:solidFill>
              <a:latin typeface="微软雅黑" panose="020B0503020204020204" pitchFamily="34" charset="-122"/>
              <a:ea typeface="微软雅黑" panose="020B0503020204020204" pitchFamily="34" charset="-122"/>
            </a:rPr>
            <a:t>链路层：</a:t>
          </a:r>
          <a:r>
            <a:rPr lang="zh-CN" altLang="en-US" sz="2800" dirty="0" smtClean="0"/>
            <a:t>主要的攻击方法为碰撞攻击、耗尽攻击和非公平竞争。</a:t>
          </a:r>
          <a:endParaRPr lang="zh-CN" sz="2800" b="1" dirty="0"/>
        </a:p>
      </dgm:t>
    </dgm:pt>
    <dgm:pt modelId="{D25C93D7-5D37-4866-8DB5-280BB9FE90CE}" cxnId="{FAE24063-FF63-47B5-B1CA-B70AD443740A}" type="parTrans">
      <dgm:prSet/>
      <dgm:spPr/>
      <dgm:t>
        <a:bodyPr/>
        <a:lstStyle/>
        <a:p>
          <a:endParaRPr lang="zh-CN" altLang="en-US"/>
        </a:p>
      </dgm:t>
    </dgm:pt>
    <dgm:pt modelId="{4D5AE3F9-F9A3-46B9-B97A-0C3705B4B8FC}" cxnId="{FAE24063-FF63-47B5-B1CA-B70AD443740A}" type="sibTrans">
      <dgm:prSet/>
      <dgm:spPr/>
      <dgm:t>
        <a:bodyPr/>
        <a:lstStyle/>
        <a:p>
          <a:endParaRPr lang="zh-CN" altLang="en-US"/>
        </a:p>
      </dgm:t>
    </dgm:pt>
    <dgm:pt modelId="{9C94D297-61BA-4E38-A228-DFE70405A161}">
      <dgm:prSet custT="1"/>
      <dgm:spPr/>
      <dgm:t>
        <a:bodyPr/>
        <a:lstStyle/>
        <a:p>
          <a:pPr algn="l" rtl="0"/>
          <a:r>
            <a:rPr lang="zh-CN" altLang="en-US" sz="2800" b="0" dirty="0" smtClean="0">
              <a:solidFill>
                <a:srgbClr val="0070C0"/>
              </a:solidFill>
              <a:latin typeface="微软雅黑" panose="020B0503020204020204" pitchFamily="34" charset="-122"/>
              <a:ea typeface="微软雅黑" panose="020B0503020204020204" pitchFamily="34" charset="-122"/>
            </a:rPr>
            <a:t>网络层：</a:t>
          </a:r>
          <a:r>
            <a:rPr lang="zh-CN" altLang="en-US" sz="2800" dirty="0" smtClean="0"/>
            <a:t>主要的攻击方法为丢弃和贪婪破坏、方向误导攻击、黑洞攻击和汇聚节点攻击。</a:t>
          </a:r>
          <a:endParaRPr lang="zh-CN" sz="2800" b="1" dirty="0"/>
        </a:p>
      </dgm:t>
    </dgm:pt>
    <dgm:pt modelId="{4711C5C5-AFB5-4F25-A1AF-340BF0749B3A}" cxnId="{4330F5A5-DE00-4C4E-AD70-06025340EAB8}" type="parTrans">
      <dgm:prSet/>
      <dgm:spPr/>
      <dgm:t>
        <a:bodyPr/>
        <a:lstStyle/>
        <a:p>
          <a:endParaRPr lang="zh-CN" altLang="en-US"/>
        </a:p>
      </dgm:t>
    </dgm:pt>
    <dgm:pt modelId="{42E1B696-4824-4997-9B3C-7A9809EEF0C0}" cxnId="{4330F5A5-DE00-4C4E-AD70-06025340EAB8}" type="sibTrans">
      <dgm:prSet/>
      <dgm:spPr/>
      <dgm:t>
        <a:bodyPr/>
        <a:lstStyle/>
        <a:p>
          <a:endParaRPr lang="zh-CN" altLang="en-US"/>
        </a:p>
      </dgm:t>
    </dgm:pt>
    <dgm:pt modelId="{41C2C520-9769-4A3B-AC23-98BCA81F2F55}">
      <dgm:prSet custT="1"/>
      <dgm:spPr/>
      <dgm:t>
        <a:bodyPr/>
        <a:lstStyle/>
        <a:p>
          <a:pPr algn="l" rtl="0"/>
          <a:r>
            <a:rPr lang="zh-CN" altLang="en-US" sz="2800" b="0" dirty="0" smtClean="0">
              <a:solidFill>
                <a:srgbClr val="0070C0"/>
              </a:solidFill>
              <a:latin typeface="微软雅黑" panose="020B0503020204020204" pitchFamily="34" charset="-122"/>
              <a:ea typeface="微软雅黑" panose="020B0503020204020204" pitchFamily="34" charset="-122"/>
            </a:rPr>
            <a:t>传输层：</a:t>
          </a:r>
          <a:r>
            <a:rPr lang="zh-CN" altLang="en-US" sz="2800" dirty="0" smtClean="0"/>
            <a:t>主要的攻击方法为泛洪攻击和同步破坏攻击。</a:t>
          </a:r>
          <a:endParaRPr lang="zh-CN" sz="2800" b="1" dirty="0"/>
        </a:p>
      </dgm:t>
    </dgm:pt>
    <dgm:pt modelId="{7B10A891-A8D0-4653-9887-9618705AFF4A}" cxnId="{9BD25102-5D74-473B-9E45-F6B7991D21D1}" type="parTrans">
      <dgm:prSet/>
      <dgm:spPr/>
      <dgm:t>
        <a:bodyPr/>
        <a:lstStyle/>
        <a:p>
          <a:endParaRPr lang="zh-CN" altLang="en-US"/>
        </a:p>
      </dgm:t>
    </dgm:pt>
    <dgm:pt modelId="{73E3CDE0-D12B-4380-8704-BE977373BAB5}" cxnId="{9BD25102-5D74-473B-9E45-F6B7991D21D1}" type="sibTrans">
      <dgm:prSet/>
      <dgm:spPr/>
      <dgm:t>
        <a:bodyPr/>
        <a:lstStyle/>
        <a:p>
          <a:endParaRPr lang="zh-CN" altLang="en-US"/>
        </a:p>
      </dgm:t>
    </dgm:pt>
    <dgm:pt modelId="{4BC691B0-B544-4515-A115-D7DBF6409515}">
      <dgm:prSet custT="1"/>
      <dgm:spPr/>
      <dgm:t>
        <a:bodyPr vert="horz"/>
        <a:lstStyle/>
        <a:p>
          <a:pPr rtl="0">
            <a:spcAft>
              <a:spcPts val="0"/>
            </a:spcAft>
          </a:pPr>
          <a:r>
            <a:rPr lang="zh-CN" altLang="en-US" sz="3200" b="0" dirty="0" smtClean="0">
              <a:solidFill>
                <a:schemeClr val="bg1"/>
              </a:solidFill>
              <a:effectLst/>
              <a:latin typeface="微软雅黑" panose="020B0503020204020204" pitchFamily="34" charset="-122"/>
              <a:ea typeface="微软雅黑" panose="020B0503020204020204" pitchFamily="34" charset="-122"/>
            </a:rPr>
            <a:t>无线传感器网络</a:t>
          </a:r>
          <a:r>
            <a:rPr lang="zh-CN" altLang="en-US" sz="3200" b="0" dirty="0" smtClean="0">
              <a:solidFill>
                <a:schemeClr val="bg1"/>
              </a:solidFill>
              <a:effectLst/>
            </a:rPr>
            <a:t>威胁</a:t>
          </a:r>
          <a:endParaRPr lang="zh-CN" altLang="en-US" sz="3200" b="0" dirty="0">
            <a:solidFill>
              <a:schemeClr val="bg1"/>
            </a:solidFill>
            <a:effectLst/>
            <a:latin typeface="微软雅黑" panose="020B0503020204020204" pitchFamily="34" charset="-122"/>
            <a:ea typeface="微软雅黑" panose="020B0503020204020204" pitchFamily="34" charset="-122"/>
          </a:endParaRPr>
        </a:p>
      </dgm:t>
    </dgm:pt>
    <dgm:pt modelId="{CA44B34C-2E66-4CD0-A236-55F2435BEB97}" cxnId="{86D4881F-912E-4AE6-9BA3-F105F357AC94}" type="sibTrans">
      <dgm:prSet/>
      <dgm:spPr/>
      <dgm:t>
        <a:bodyPr/>
        <a:lstStyle/>
        <a:p>
          <a:endParaRPr lang="zh-CN" altLang="en-US"/>
        </a:p>
      </dgm:t>
    </dgm:pt>
    <dgm:pt modelId="{0F8825B6-4109-4594-B66C-A67D294E51D3}" cxnId="{86D4881F-912E-4AE6-9BA3-F105F357AC94}" type="parTrans">
      <dgm:prSet/>
      <dgm:spPr/>
      <dgm:t>
        <a:bodyPr/>
        <a:lstStyle/>
        <a:p>
          <a:endParaRPr lang="zh-CN" altLang="en-US"/>
        </a:p>
      </dgm:t>
    </dgm:pt>
    <dgm:pt modelId="{056173BA-2861-45AF-944D-3B94851E8EF1}" type="pres">
      <dgm:prSet presAssocID="{3BA69311-CFDB-40BD-A2D8-4A5059A81BFA}" presName="Name0" presStyleCnt="0">
        <dgm:presLayoutVars>
          <dgm:chMax val="7"/>
          <dgm:dir/>
          <dgm:animLvl val="lvl"/>
          <dgm:resizeHandles val="exact"/>
        </dgm:presLayoutVars>
      </dgm:prSet>
      <dgm:spPr/>
      <dgm:t>
        <a:bodyPr/>
        <a:lstStyle/>
        <a:p>
          <a:endParaRPr lang="zh-CN" altLang="en-US"/>
        </a:p>
      </dgm:t>
    </dgm:pt>
    <dgm:pt modelId="{A49399BF-B49B-4EF6-83EB-60624E584F18}" type="pres">
      <dgm:prSet presAssocID="{4BC691B0-B544-4515-A115-D7DBF6409515}" presName="circle1" presStyleLbl="node1" presStyleIdx="0" presStyleCnt="1"/>
      <dgm:spPr/>
    </dgm:pt>
    <dgm:pt modelId="{8C416138-C622-4445-B1A3-BDE4968C6039}" type="pres">
      <dgm:prSet presAssocID="{4BC691B0-B544-4515-A115-D7DBF6409515}" presName="space" presStyleCnt="0"/>
      <dgm:spPr/>
    </dgm:pt>
    <dgm:pt modelId="{C884E43A-4508-4E15-875B-396237E4F767}" type="pres">
      <dgm:prSet presAssocID="{4BC691B0-B544-4515-A115-D7DBF6409515}" presName="rect1" presStyleLbl="alignAcc1" presStyleIdx="0" presStyleCnt="1" custAng="0" custScaleX="126542" custScaleY="100000" custLinFactNeighborX="-861" custLinFactNeighborY="-15043"/>
      <dgm:spPr/>
      <dgm:t>
        <a:bodyPr/>
        <a:lstStyle/>
        <a:p>
          <a:endParaRPr lang="zh-CN" altLang="en-US"/>
        </a:p>
      </dgm:t>
    </dgm:pt>
    <dgm:pt modelId="{0C412370-5AA4-4C60-80FD-DF3AD992E147}" type="pres">
      <dgm:prSet presAssocID="{4BC691B0-B544-4515-A115-D7DBF6409515}" presName="rect1ParTx" presStyleLbl="alignAcc1" presStyleIdx="0" presStyleCnt="1">
        <dgm:presLayoutVars>
          <dgm:chMax val="1"/>
          <dgm:bulletEnabled val="1"/>
        </dgm:presLayoutVars>
      </dgm:prSet>
      <dgm:spPr/>
      <dgm:t>
        <a:bodyPr/>
        <a:lstStyle/>
        <a:p>
          <a:endParaRPr lang="zh-CN" altLang="en-US"/>
        </a:p>
      </dgm:t>
    </dgm:pt>
    <dgm:pt modelId="{2B45794D-529D-4971-A0D4-A688584D0F05}" type="pres">
      <dgm:prSet presAssocID="{4BC691B0-B544-4515-A115-D7DBF6409515}" presName="rect1ChTx" presStyleLbl="alignAcc1" presStyleIdx="0" presStyleCnt="1" custScaleX="199277" custLinFactNeighborX="-25746" custLinFactNeighborY="311">
        <dgm:presLayoutVars>
          <dgm:bulletEnabled val="1"/>
        </dgm:presLayoutVars>
      </dgm:prSet>
      <dgm:spPr/>
      <dgm:t>
        <a:bodyPr/>
        <a:lstStyle/>
        <a:p>
          <a:endParaRPr lang="zh-CN" altLang="en-US"/>
        </a:p>
      </dgm:t>
    </dgm:pt>
  </dgm:ptLst>
  <dgm:cxnLst>
    <dgm:cxn modelId="{11D3864D-BB7B-40F0-8300-E36801B359DE}" type="presOf" srcId="{4BC691B0-B544-4515-A115-D7DBF6409515}" destId="{C884E43A-4508-4E15-875B-396237E4F767}" srcOrd="0" destOrd="0" presId="urn:microsoft.com/office/officeart/2005/8/layout/target3"/>
    <dgm:cxn modelId="{E8BC3057-BEC7-4FC4-B8D6-9006D9962F22}" type="presOf" srcId="{4BC691B0-B544-4515-A115-D7DBF6409515}" destId="{0C412370-5AA4-4C60-80FD-DF3AD992E147}" srcOrd="1" destOrd="0" presId="urn:microsoft.com/office/officeart/2005/8/layout/target3"/>
    <dgm:cxn modelId="{2AF003CF-C406-4982-A70E-036E1866E1DC}" type="presOf" srcId="{3BA69311-CFDB-40BD-A2D8-4A5059A81BFA}" destId="{056173BA-2861-45AF-944D-3B94851E8EF1}" srcOrd="0" destOrd="0" presId="urn:microsoft.com/office/officeart/2005/8/layout/target3"/>
    <dgm:cxn modelId="{86D4881F-912E-4AE6-9BA3-F105F357AC94}" srcId="{3BA69311-CFDB-40BD-A2D8-4A5059A81BFA}" destId="{4BC691B0-B544-4515-A115-D7DBF6409515}" srcOrd="0" destOrd="0" parTransId="{0F8825B6-4109-4594-B66C-A67D294E51D3}" sibTransId="{CA44B34C-2E66-4CD0-A236-55F2435BEB97}"/>
    <dgm:cxn modelId="{A68457D8-4407-437F-9071-9444DD4BF63A}" type="presOf" srcId="{50D99395-8E64-4658-965D-36CDE70BA698}" destId="{2B45794D-529D-4971-A0D4-A688584D0F05}" srcOrd="0" destOrd="1" presId="urn:microsoft.com/office/officeart/2005/8/layout/target3"/>
    <dgm:cxn modelId="{4330F5A5-DE00-4C4E-AD70-06025340EAB8}" srcId="{4BC691B0-B544-4515-A115-D7DBF6409515}" destId="{9C94D297-61BA-4E38-A228-DFE70405A161}" srcOrd="2" destOrd="0" parTransId="{4711C5C5-AFB5-4F25-A1AF-340BF0749B3A}" sibTransId="{42E1B696-4824-4997-9B3C-7A9809EEF0C0}"/>
    <dgm:cxn modelId="{EF9F50A8-20D4-4EC9-A4B4-4CF766A2AD40}" srcId="{4BC691B0-B544-4515-A115-D7DBF6409515}" destId="{A651934C-0024-4B15-A4CD-7C5A4C06042A}" srcOrd="0" destOrd="0" parTransId="{F7552F8B-E499-4DA9-AD7C-E3B7E69C713E}" sibTransId="{BA8E9852-F898-44D2-97C4-EFFD9A4095DC}"/>
    <dgm:cxn modelId="{61509C3D-AAEC-449E-AA25-EB55FFBB7EAE}" type="presOf" srcId="{A651934C-0024-4B15-A4CD-7C5A4C06042A}" destId="{2B45794D-529D-4971-A0D4-A688584D0F05}" srcOrd="0" destOrd="0" presId="urn:microsoft.com/office/officeart/2005/8/layout/target3"/>
    <dgm:cxn modelId="{C5BAD2F7-3488-4501-B4BB-68E63D21CF2C}" type="presOf" srcId="{41C2C520-9769-4A3B-AC23-98BCA81F2F55}" destId="{2B45794D-529D-4971-A0D4-A688584D0F05}" srcOrd="0" destOrd="3" presId="urn:microsoft.com/office/officeart/2005/8/layout/target3"/>
    <dgm:cxn modelId="{FAE24063-FF63-47B5-B1CA-B70AD443740A}" srcId="{4BC691B0-B544-4515-A115-D7DBF6409515}" destId="{50D99395-8E64-4658-965D-36CDE70BA698}" srcOrd="1" destOrd="0" parTransId="{D25C93D7-5D37-4866-8DB5-280BB9FE90CE}" sibTransId="{4D5AE3F9-F9A3-46B9-B97A-0C3705B4B8FC}"/>
    <dgm:cxn modelId="{094AB7DE-9BBE-474D-8024-A6A704E7438B}" type="presOf" srcId="{9C94D297-61BA-4E38-A228-DFE70405A161}" destId="{2B45794D-529D-4971-A0D4-A688584D0F05}" srcOrd="0" destOrd="2" presId="urn:microsoft.com/office/officeart/2005/8/layout/target3"/>
    <dgm:cxn modelId="{9BD25102-5D74-473B-9E45-F6B7991D21D1}" srcId="{4BC691B0-B544-4515-A115-D7DBF6409515}" destId="{41C2C520-9769-4A3B-AC23-98BCA81F2F55}" srcOrd="3" destOrd="0" parTransId="{7B10A891-A8D0-4653-9887-9618705AFF4A}" sibTransId="{73E3CDE0-D12B-4380-8704-BE977373BAB5}"/>
    <dgm:cxn modelId="{65105637-8CF6-4BB0-9046-25F7D9F5D055}" type="presParOf" srcId="{056173BA-2861-45AF-944D-3B94851E8EF1}" destId="{A49399BF-B49B-4EF6-83EB-60624E584F18}" srcOrd="0" destOrd="0" presId="urn:microsoft.com/office/officeart/2005/8/layout/target3"/>
    <dgm:cxn modelId="{EC2FBD8F-66F3-482E-9666-C9B4D58490CC}" type="presParOf" srcId="{056173BA-2861-45AF-944D-3B94851E8EF1}" destId="{8C416138-C622-4445-B1A3-BDE4968C6039}" srcOrd="1" destOrd="0" presId="urn:microsoft.com/office/officeart/2005/8/layout/target3"/>
    <dgm:cxn modelId="{57F2AC92-9A6B-4F8B-B6E1-55F25CD1CD6E}" type="presParOf" srcId="{056173BA-2861-45AF-944D-3B94851E8EF1}" destId="{C884E43A-4508-4E15-875B-396237E4F767}" srcOrd="2" destOrd="0" presId="urn:microsoft.com/office/officeart/2005/8/layout/target3"/>
    <dgm:cxn modelId="{74CBFE28-8D17-40C6-9727-DA52CB7C8506}" type="presParOf" srcId="{056173BA-2861-45AF-944D-3B94851E8EF1}" destId="{0C412370-5AA4-4C60-80FD-DF3AD992E147}" srcOrd="3" destOrd="0" presId="urn:microsoft.com/office/officeart/2005/8/layout/target3"/>
    <dgm:cxn modelId="{8298F85F-49CF-468C-ABD9-99AFFC5C8C04}" type="presParOf" srcId="{056173BA-2861-45AF-944D-3B94851E8EF1}" destId="{2B45794D-529D-4971-A0D4-A688584D0F05}" srcOrd="4" destOrd="0" presId="urn:microsoft.com/office/officeart/2005/8/layout/targe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BA69311-CFDB-40BD-A2D8-4A5059A81BFA}" type="doc">
      <dgm:prSet loTypeId="urn:microsoft.com/office/officeart/2005/8/layout/radial6"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ctr" rtl="0"/>
          <a:r>
            <a:rPr lang="en-US" altLang="zh-CN" sz="2000" b="1" dirty="0" smtClean="0"/>
            <a:t>1.</a:t>
          </a:r>
          <a:r>
            <a:rPr lang="zh-CN" altLang="en-US" sz="2000" b="1" dirty="0" smtClean="0"/>
            <a:t>混沌加密技术</a:t>
          </a:r>
          <a:endParaRPr lang="zh-CN" sz="2000" b="1" dirty="0"/>
        </a:p>
      </dgm:t>
    </dgm:pt>
    <dgm:pt modelId="{F7552F8B-E499-4DA9-AD7C-E3B7E69C713E}" cxnId="{EF9F50A8-20D4-4EC9-A4B4-4CF766A2AD40}" type="parTrans">
      <dgm:prSet/>
      <dgm:spPr/>
      <dgm:t>
        <a:bodyPr/>
        <a:lstStyle/>
        <a:p>
          <a:pPr algn="ctr"/>
          <a:endParaRPr lang="zh-CN" altLang="en-US"/>
        </a:p>
      </dgm:t>
    </dgm:pt>
    <dgm:pt modelId="{BA8E9852-F898-44D2-97C4-EFFD9A4095DC}" cxnId="{EF9F50A8-20D4-4EC9-A4B4-4CF766A2AD40}" type="sibTrans">
      <dgm:prSet/>
      <dgm:spPr/>
      <dgm:t>
        <a:bodyPr/>
        <a:lstStyle/>
        <a:p>
          <a:pPr algn="ctr"/>
          <a:endParaRPr lang="zh-CN" altLang="en-US"/>
        </a:p>
      </dgm:t>
    </dgm:pt>
    <dgm:pt modelId="{50D99395-8E64-4658-965D-36CDE70BA698}">
      <dgm:prSet custT="1"/>
      <dgm:spPr/>
      <dgm:t>
        <a:bodyPr/>
        <a:lstStyle/>
        <a:p>
          <a:pPr algn="ctr" rtl="0"/>
          <a:r>
            <a:rPr lang="en-US" altLang="zh-CN" sz="2000" b="1" dirty="0" smtClean="0"/>
            <a:t>2.</a:t>
          </a:r>
          <a:r>
            <a:rPr lang="zh-CN" altLang="en-US" sz="2000" b="1" dirty="0" smtClean="0"/>
            <a:t>密钥管理协议</a:t>
          </a:r>
          <a:endParaRPr lang="zh-CN" sz="2000" b="1" dirty="0"/>
        </a:p>
      </dgm:t>
    </dgm:pt>
    <dgm:pt modelId="{D25C93D7-5D37-4866-8DB5-280BB9FE90CE}" cxnId="{FAE24063-FF63-47B5-B1CA-B70AD443740A}" type="parTrans">
      <dgm:prSet/>
      <dgm:spPr/>
      <dgm:t>
        <a:bodyPr/>
        <a:lstStyle/>
        <a:p>
          <a:pPr algn="ctr"/>
          <a:endParaRPr lang="zh-CN" altLang="en-US"/>
        </a:p>
      </dgm:t>
    </dgm:pt>
    <dgm:pt modelId="{4D5AE3F9-F9A3-46B9-B97A-0C3705B4B8FC}" cxnId="{FAE24063-FF63-47B5-B1CA-B70AD443740A}" type="sibTrans">
      <dgm:prSet/>
      <dgm:spPr/>
      <dgm:t>
        <a:bodyPr/>
        <a:lstStyle/>
        <a:p>
          <a:pPr algn="ctr"/>
          <a:endParaRPr lang="zh-CN" altLang="en-US"/>
        </a:p>
      </dgm:t>
    </dgm:pt>
    <dgm:pt modelId="{9C94D297-61BA-4E38-A228-DFE70405A161}">
      <dgm:prSet custT="1"/>
      <dgm:spPr/>
      <dgm:t>
        <a:bodyPr/>
        <a:lstStyle/>
        <a:p>
          <a:pPr algn="ctr" rtl="0"/>
          <a:r>
            <a:rPr lang="en-US" altLang="zh-CN" sz="1800" b="1" dirty="0" smtClean="0"/>
            <a:t>3.</a:t>
          </a:r>
          <a:r>
            <a:rPr lang="zh-CN" altLang="en-US" sz="1800" b="1" dirty="0" smtClean="0"/>
            <a:t>数字水印认证技术</a:t>
          </a:r>
          <a:endParaRPr lang="zh-CN" sz="1800" b="1" dirty="0"/>
        </a:p>
      </dgm:t>
    </dgm:pt>
    <dgm:pt modelId="{4711C5C5-AFB5-4F25-A1AF-340BF0749B3A}" cxnId="{4330F5A5-DE00-4C4E-AD70-06025340EAB8}" type="parTrans">
      <dgm:prSet/>
      <dgm:spPr/>
      <dgm:t>
        <a:bodyPr/>
        <a:lstStyle/>
        <a:p>
          <a:pPr algn="ctr"/>
          <a:endParaRPr lang="zh-CN" altLang="en-US"/>
        </a:p>
      </dgm:t>
    </dgm:pt>
    <dgm:pt modelId="{42E1B696-4824-4997-9B3C-7A9809EEF0C0}" cxnId="{4330F5A5-DE00-4C4E-AD70-06025340EAB8}" type="sibTrans">
      <dgm:prSet/>
      <dgm:spPr/>
      <dgm:t>
        <a:bodyPr/>
        <a:lstStyle/>
        <a:p>
          <a:pPr algn="ctr"/>
          <a:endParaRPr lang="zh-CN" altLang="en-US"/>
        </a:p>
      </dgm:t>
    </dgm:pt>
    <dgm:pt modelId="{4BC691B0-B544-4515-A115-D7DBF6409515}">
      <dgm:prSet custT="1"/>
      <dgm:spPr/>
      <dgm:t>
        <a:bodyPr vert="horz"/>
        <a:lstStyle/>
        <a:p>
          <a:pPr algn="ctr" rtl="0"/>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无线传感器网络关键技术</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pPr algn="ctr"/>
          <a:endParaRPr lang="zh-CN" altLang="en-US"/>
        </a:p>
      </dgm:t>
    </dgm:pt>
    <dgm:pt modelId="{CA44B34C-2E66-4CD0-A236-55F2435BEB97}" cxnId="{86D4881F-912E-4AE6-9BA3-F105F357AC94}" type="sibTrans">
      <dgm:prSet/>
      <dgm:spPr/>
      <dgm:t>
        <a:bodyPr/>
        <a:lstStyle/>
        <a:p>
          <a:pPr algn="ctr"/>
          <a:endParaRPr lang="zh-CN" altLang="en-US"/>
        </a:p>
      </dgm:t>
    </dgm:pt>
    <dgm:pt modelId="{41C2C520-9769-4A3B-AC23-98BCA81F2F55}">
      <dgm:prSet custT="1"/>
      <dgm:spPr/>
      <dgm:t>
        <a:bodyPr/>
        <a:lstStyle/>
        <a:p>
          <a:pPr algn="ctr" rtl="0"/>
          <a:r>
            <a:rPr lang="en-US" altLang="zh-CN" sz="1800" b="1" dirty="0" smtClean="0"/>
            <a:t>4.</a:t>
          </a:r>
          <a:r>
            <a:rPr lang="zh-CN" altLang="en-US" sz="1800" b="1" dirty="0" smtClean="0"/>
            <a:t>防火墙技术</a:t>
          </a:r>
          <a:endParaRPr lang="zh-CN" sz="1800" b="1" dirty="0"/>
        </a:p>
      </dgm:t>
    </dgm:pt>
    <dgm:pt modelId="{7B10A891-A8D0-4653-9887-9618705AFF4A}" cxnId="{9BD25102-5D74-473B-9E45-F6B7991D21D1}" type="parTrans">
      <dgm:prSet/>
      <dgm:spPr/>
      <dgm:t>
        <a:bodyPr/>
        <a:lstStyle/>
        <a:p>
          <a:pPr algn="ctr"/>
          <a:endParaRPr lang="zh-CN" altLang="en-US"/>
        </a:p>
      </dgm:t>
    </dgm:pt>
    <dgm:pt modelId="{73E3CDE0-D12B-4380-8704-BE977373BAB5}" cxnId="{9BD25102-5D74-473B-9E45-F6B7991D21D1}" type="sibTrans">
      <dgm:prSet/>
      <dgm:spPr/>
      <dgm:t>
        <a:bodyPr/>
        <a:lstStyle/>
        <a:p>
          <a:pPr algn="ctr"/>
          <a:endParaRPr lang="zh-CN" altLang="en-US"/>
        </a:p>
      </dgm:t>
    </dgm:pt>
    <dgm:pt modelId="{DDCD1229-5D6D-4FC4-A691-A928F68FD9D1}" type="pres">
      <dgm:prSet presAssocID="{3BA69311-CFDB-40BD-A2D8-4A5059A81BFA}" presName="Name0" presStyleCnt="0">
        <dgm:presLayoutVars>
          <dgm:chMax val="1"/>
          <dgm:dir/>
          <dgm:animLvl val="ctr"/>
          <dgm:resizeHandles val="exact"/>
        </dgm:presLayoutVars>
      </dgm:prSet>
      <dgm:spPr/>
      <dgm:t>
        <a:bodyPr/>
        <a:lstStyle/>
        <a:p>
          <a:endParaRPr lang="zh-CN" altLang="en-US"/>
        </a:p>
      </dgm:t>
    </dgm:pt>
    <dgm:pt modelId="{02CB1303-EC2C-477C-9FC6-0D3461905EE3}" type="pres">
      <dgm:prSet presAssocID="{4BC691B0-B544-4515-A115-D7DBF6409515}" presName="centerShape" presStyleLbl="node0" presStyleIdx="0" presStyleCnt="1"/>
      <dgm:spPr/>
      <dgm:t>
        <a:bodyPr/>
        <a:lstStyle/>
        <a:p>
          <a:endParaRPr lang="zh-CN" altLang="en-US"/>
        </a:p>
      </dgm:t>
    </dgm:pt>
    <dgm:pt modelId="{4D0BA3E8-88AB-430B-981B-F1624155B06B}" type="pres">
      <dgm:prSet presAssocID="{A651934C-0024-4B15-A4CD-7C5A4C06042A}" presName="node" presStyleLbl="node1" presStyleIdx="0" presStyleCnt="4">
        <dgm:presLayoutVars>
          <dgm:bulletEnabled val="1"/>
        </dgm:presLayoutVars>
      </dgm:prSet>
      <dgm:spPr/>
      <dgm:t>
        <a:bodyPr/>
        <a:lstStyle/>
        <a:p>
          <a:endParaRPr lang="zh-CN" altLang="en-US"/>
        </a:p>
      </dgm:t>
    </dgm:pt>
    <dgm:pt modelId="{4CCA9E48-A4CB-4005-BAE7-3E28D94ED9C1}" type="pres">
      <dgm:prSet presAssocID="{A651934C-0024-4B15-A4CD-7C5A4C06042A}" presName="dummy" presStyleCnt="0"/>
      <dgm:spPr/>
    </dgm:pt>
    <dgm:pt modelId="{C63F3BB7-C2AD-452A-AC2B-C2BEC123EFC0}" type="pres">
      <dgm:prSet presAssocID="{BA8E9852-F898-44D2-97C4-EFFD9A4095DC}" presName="sibTrans" presStyleLbl="sibTrans2D1" presStyleIdx="0" presStyleCnt="4"/>
      <dgm:spPr/>
      <dgm:t>
        <a:bodyPr/>
        <a:lstStyle/>
        <a:p>
          <a:endParaRPr lang="zh-CN" altLang="en-US"/>
        </a:p>
      </dgm:t>
    </dgm:pt>
    <dgm:pt modelId="{6B04A3E0-0E0B-4C82-8352-D25A9DA5F0E7}" type="pres">
      <dgm:prSet presAssocID="{50D99395-8E64-4658-965D-36CDE70BA698}" presName="node" presStyleLbl="node1" presStyleIdx="1" presStyleCnt="4">
        <dgm:presLayoutVars>
          <dgm:bulletEnabled val="1"/>
        </dgm:presLayoutVars>
      </dgm:prSet>
      <dgm:spPr/>
      <dgm:t>
        <a:bodyPr/>
        <a:lstStyle/>
        <a:p>
          <a:endParaRPr lang="zh-CN" altLang="en-US"/>
        </a:p>
      </dgm:t>
    </dgm:pt>
    <dgm:pt modelId="{91755B9C-96C0-4C00-92FF-743CC10F26B7}" type="pres">
      <dgm:prSet presAssocID="{50D99395-8E64-4658-965D-36CDE70BA698}" presName="dummy" presStyleCnt="0"/>
      <dgm:spPr/>
    </dgm:pt>
    <dgm:pt modelId="{C77BCB91-AA1D-4649-9570-49E903DB4DD2}" type="pres">
      <dgm:prSet presAssocID="{4D5AE3F9-F9A3-46B9-B97A-0C3705B4B8FC}" presName="sibTrans" presStyleLbl="sibTrans2D1" presStyleIdx="1" presStyleCnt="4"/>
      <dgm:spPr/>
      <dgm:t>
        <a:bodyPr/>
        <a:lstStyle/>
        <a:p>
          <a:endParaRPr lang="zh-CN" altLang="en-US"/>
        </a:p>
      </dgm:t>
    </dgm:pt>
    <dgm:pt modelId="{59438D1C-FC7C-43F7-941A-ED84904898A7}" type="pres">
      <dgm:prSet presAssocID="{9C94D297-61BA-4E38-A228-DFE70405A161}" presName="node" presStyleLbl="node1" presStyleIdx="2" presStyleCnt="4">
        <dgm:presLayoutVars>
          <dgm:bulletEnabled val="1"/>
        </dgm:presLayoutVars>
      </dgm:prSet>
      <dgm:spPr/>
      <dgm:t>
        <a:bodyPr/>
        <a:lstStyle/>
        <a:p>
          <a:endParaRPr lang="zh-CN" altLang="en-US"/>
        </a:p>
      </dgm:t>
    </dgm:pt>
    <dgm:pt modelId="{B16BBE36-6DDC-4A42-8AD5-2EC4D807EC31}" type="pres">
      <dgm:prSet presAssocID="{9C94D297-61BA-4E38-A228-DFE70405A161}" presName="dummy" presStyleCnt="0"/>
      <dgm:spPr/>
    </dgm:pt>
    <dgm:pt modelId="{A489478D-6B18-4BEF-AA6D-444E24D66A38}" type="pres">
      <dgm:prSet presAssocID="{42E1B696-4824-4997-9B3C-7A9809EEF0C0}" presName="sibTrans" presStyleLbl="sibTrans2D1" presStyleIdx="2" presStyleCnt="4"/>
      <dgm:spPr/>
      <dgm:t>
        <a:bodyPr/>
        <a:lstStyle/>
        <a:p>
          <a:endParaRPr lang="zh-CN" altLang="en-US"/>
        </a:p>
      </dgm:t>
    </dgm:pt>
    <dgm:pt modelId="{280AA16E-E468-4A25-AA13-0A030EAF9DA2}" type="pres">
      <dgm:prSet presAssocID="{41C2C520-9769-4A3B-AC23-98BCA81F2F55}" presName="node" presStyleLbl="node1" presStyleIdx="3" presStyleCnt="4">
        <dgm:presLayoutVars>
          <dgm:bulletEnabled val="1"/>
        </dgm:presLayoutVars>
      </dgm:prSet>
      <dgm:spPr/>
      <dgm:t>
        <a:bodyPr/>
        <a:lstStyle/>
        <a:p>
          <a:endParaRPr lang="zh-CN" altLang="en-US"/>
        </a:p>
      </dgm:t>
    </dgm:pt>
    <dgm:pt modelId="{1A960820-7B97-47FF-ADC6-ED1D8397C893}" type="pres">
      <dgm:prSet presAssocID="{41C2C520-9769-4A3B-AC23-98BCA81F2F55}" presName="dummy" presStyleCnt="0"/>
      <dgm:spPr/>
    </dgm:pt>
    <dgm:pt modelId="{C50A8A9A-5D61-4294-AF98-575B9E6B1333}" type="pres">
      <dgm:prSet presAssocID="{73E3CDE0-D12B-4380-8704-BE977373BAB5}" presName="sibTrans" presStyleLbl="sibTrans2D1" presStyleIdx="3" presStyleCnt="4"/>
      <dgm:spPr/>
      <dgm:t>
        <a:bodyPr/>
        <a:lstStyle/>
        <a:p>
          <a:endParaRPr lang="zh-CN" altLang="en-US"/>
        </a:p>
      </dgm:t>
    </dgm:pt>
  </dgm:ptLst>
  <dgm:cxnLst>
    <dgm:cxn modelId="{6E07C020-2582-49E2-8883-881E1DA79266}" type="presOf" srcId="{9C94D297-61BA-4E38-A228-DFE70405A161}" destId="{59438D1C-FC7C-43F7-941A-ED84904898A7}" srcOrd="0" destOrd="0" presId="urn:microsoft.com/office/officeart/2005/8/layout/radial6"/>
    <dgm:cxn modelId="{1BE1C5E3-D322-4B8A-AE68-46E5478BB56F}" type="presOf" srcId="{50D99395-8E64-4658-965D-36CDE70BA698}" destId="{6B04A3E0-0E0B-4C82-8352-D25A9DA5F0E7}" srcOrd="0" destOrd="0" presId="urn:microsoft.com/office/officeart/2005/8/layout/radial6"/>
    <dgm:cxn modelId="{86D4881F-912E-4AE6-9BA3-F105F357AC94}" srcId="{3BA69311-CFDB-40BD-A2D8-4A5059A81BFA}" destId="{4BC691B0-B544-4515-A115-D7DBF6409515}" srcOrd="0" destOrd="0" parTransId="{0F8825B6-4109-4594-B66C-A67D294E51D3}" sibTransId="{CA44B34C-2E66-4CD0-A236-55F2435BEB97}"/>
    <dgm:cxn modelId="{89FCA27D-58DB-451C-A089-A3715D4FAC41}" type="presOf" srcId="{3BA69311-CFDB-40BD-A2D8-4A5059A81BFA}" destId="{DDCD1229-5D6D-4FC4-A691-A928F68FD9D1}" srcOrd="0" destOrd="0" presId="urn:microsoft.com/office/officeart/2005/8/layout/radial6"/>
    <dgm:cxn modelId="{4330F5A5-DE00-4C4E-AD70-06025340EAB8}" srcId="{4BC691B0-B544-4515-A115-D7DBF6409515}" destId="{9C94D297-61BA-4E38-A228-DFE70405A161}" srcOrd="2" destOrd="0" parTransId="{4711C5C5-AFB5-4F25-A1AF-340BF0749B3A}" sibTransId="{42E1B696-4824-4997-9B3C-7A9809EEF0C0}"/>
    <dgm:cxn modelId="{5A7B6238-344E-4D92-BD90-8C3531317BAD}" type="presOf" srcId="{4D5AE3F9-F9A3-46B9-B97A-0C3705B4B8FC}" destId="{C77BCB91-AA1D-4649-9570-49E903DB4DD2}" srcOrd="0" destOrd="0" presId="urn:microsoft.com/office/officeart/2005/8/layout/radial6"/>
    <dgm:cxn modelId="{EF9F50A8-20D4-4EC9-A4B4-4CF766A2AD40}" srcId="{4BC691B0-B544-4515-A115-D7DBF6409515}" destId="{A651934C-0024-4B15-A4CD-7C5A4C06042A}" srcOrd="0" destOrd="0" parTransId="{F7552F8B-E499-4DA9-AD7C-E3B7E69C713E}" sibTransId="{BA8E9852-F898-44D2-97C4-EFFD9A4095DC}"/>
    <dgm:cxn modelId="{FB762EBD-5652-4969-9FEE-F1F4DA248DBD}" type="presOf" srcId="{42E1B696-4824-4997-9B3C-7A9809EEF0C0}" destId="{A489478D-6B18-4BEF-AA6D-444E24D66A38}" srcOrd="0" destOrd="0" presId="urn:microsoft.com/office/officeart/2005/8/layout/radial6"/>
    <dgm:cxn modelId="{C2D6B8BA-FA78-4A54-A8CE-F0559C2584F3}" type="presOf" srcId="{A651934C-0024-4B15-A4CD-7C5A4C06042A}" destId="{4D0BA3E8-88AB-430B-981B-F1624155B06B}" srcOrd="0" destOrd="0" presId="urn:microsoft.com/office/officeart/2005/8/layout/radial6"/>
    <dgm:cxn modelId="{2C4A4D96-9DFB-4C3A-B45A-CF72D4B9C861}" type="presOf" srcId="{BA8E9852-F898-44D2-97C4-EFFD9A4095DC}" destId="{C63F3BB7-C2AD-452A-AC2B-C2BEC123EFC0}" srcOrd="0" destOrd="0" presId="urn:microsoft.com/office/officeart/2005/8/layout/radial6"/>
    <dgm:cxn modelId="{C2D65A03-7F59-49A0-96EE-37097EDC0F29}" type="presOf" srcId="{41C2C520-9769-4A3B-AC23-98BCA81F2F55}" destId="{280AA16E-E468-4A25-AA13-0A030EAF9DA2}" srcOrd="0" destOrd="0" presId="urn:microsoft.com/office/officeart/2005/8/layout/radial6"/>
    <dgm:cxn modelId="{839355E7-5DEC-4304-8EE0-EBF891258044}" type="presOf" srcId="{73E3CDE0-D12B-4380-8704-BE977373BAB5}" destId="{C50A8A9A-5D61-4294-AF98-575B9E6B1333}" srcOrd="0" destOrd="0" presId="urn:microsoft.com/office/officeart/2005/8/layout/radial6"/>
    <dgm:cxn modelId="{FAE24063-FF63-47B5-B1CA-B70AD443740A}" srcId="{4BC691B0-B544-4515-A115-D7DBF6409515}" destId="{50D99395-8E64-4658-965D-36CDE70BA698}" srcOrd="1" destOrd="0" parTransId="{D25C93D7-5D37-4866-8DB5-280BB9FE90CE}" sibTransId="{4D5AE3F9-F9A3-46B9-B97A-0C3705B4B8FC}"/>
    <dgm:cxn modelId="{871645B2-9E78-495F-81B3-4F961B43EF04}" type="presOf" srcId="{4BC691B0-B544-4515-A115-D7DBF6409515}" destId="{02CB1303-EC2C-477C-9FC6-0D3461905EE3}" srcOrd="0" destOrd="0" presId="urn:microsoft.com/office/officeart/2005/8/layout/radial6"/>
    <dgm:cxn modelId="{9BD25102-5D74-473B-9E45-F6B7991D21D1}" srcId="{4BC691B0-B544-4515-A115-D7DBF6409515}" destId="{41C2C520-9769-4A3B-AC23-98BCA81F2F55}" srcOrd="3" destOrd="0" parTransId="{7B10A891-A8D0-4653-9887-9618705AFF4A}" sibTransId="{73E3CDE0-D12B-4380-8704-BE977373BAB5}"/>
    <dgm:cxn modelId="{730829AC-BCD3-4632-B18A-E69EE816180E}" type="presParOf" srcId="{DDCD1229-5D6D-4FC4-A691-A928F68FD9D1}" destId="{02CB1303-EC2C-477C-9FC6-0D3461905EE3}" srcOrd="0" destOrd="0" presId="urn:microsoft.com/office/officeart/2005/8/layout/radial6"/>
    <dgm:cxn modelId="{155387AB-7BAD-4D0A-9C0C-710376D643CA}" type="presParOf" srcId="{DDCD1229-5D6D-4FC4-A691-A928F68FD9D1}" destId="{4D0BA3E8-88AB-430B-981B-F1624155B06B}" srcOrd="1" destOrd="0" presId="urn:microsoft.com/office/officeart/2005/8/layout/radial6"/>
    <dgm:cxn modelId="{056FB03F-D73D-43E0-97A8-E9056C837226}" type="presParOf" srcId="{DDCD1229-5D6D-4FC4-A691-A928F68FD9D1}" destId="{4CCA9E48-A4CB-4005-BAE7-3E28D94ED9C1}" srcOrd="2" destOrd="0" presId="urn:microsoft.com/office/officeart/2005/8/layout/radial6"/>
    <dgm:cxn modelId="{D8372FDB-1DE1-48CB-A919-BFC2ECDD2C10}" type="presParOf" srcId="{DDCD1229-5D6D-4FC4-A691-A928F68FD9D1}" destId="{C63F3BB7-C2AD-452A-AC2B-C2BEC123EFC0}" srcOrd="3" destOrd="0" presId="urn:microsoft.com/office/officeart/2005/8/layout/radial6"/>
    <dgm:cxn modelId="{934A63F8-4967-4395-BCB3-16C5C77625F3}" type="presParOf" srcId="{DDCD1229-5D6D-4FC4-A691-A928F68FD9D1}" destId="{6B04A3E0-0E0B-4C82-8352-D25A9DA5F0E7}" srcOrd="4" destOrd="0" presId="urn:microsoft.com/office/officeart/2005/8/layout/radial6"/>
    <dgm:cxn modelId="{2C970031-13B2-42C0-A3D6-5310BDD6E10A}" type="presParOf" srcId="{DDCD1229-5D6D-4FC4-A691-A928F68FD9D1}" destId="{91755B9C-96C0-4C00-92FF-743CC10F26B7}" srcOrd="5" destOrd="0" presId="urn:microsoft.com/office/officeart/2005/8/layout/radial6"/>
    <dgm:cxn modelId="{2E10E962-7FCD-401E-8943-7FAE312734EC}" type="presParOf" srcId="{DDCD1229-5D6D-4FC4-A691-A928F68FD9D1}" destId="{C77BCB91-AA1D-4649-9570-49E903DB4DD2}" srcOrd="6" destOrd="0" presId="urn:microsoft.com/office/officeart/2005/8/layout/radial6"/>
    <dgm:cxn modelId="{BCC9D50A-1AE3-4CB5-83C5-FF87C823E8D7}" type="presParOf" srcId="{DDCD1229-5D6D-4FC4-A691-A928F68FD9D1}" destId="{59438D1C-FC7C-43F7-941A-ED84904898A7}" srcOrd="7" destOrd="0" presId="urn:microsoft.com/office/officeart/2005/8/layout/radial6"/>
    <dgm:cxn modelId="{BB864ADC-E849-4ECF-95F1-3DF1CA4E2696}" type="presParOf" srcId="{DDCD1229-5D6D-4FC4-A691-A928F68FD9D1}" destId="{B16BBE36-6DDC-4A42-8AD5-2EC4D807EC31}" srcOrd="8" destOrd="0" presId="urn:microsoft.com/office/officeart/2005/8/layout/radial6"/>
    <dgm:cxn modelId="{E392E530-6860-4DEA-AD64-AEFE3D6E72AA}" type="presParOf" srcId="{DDCD1229-5D6D-4FC4-A691-A928F68FD9D1}" destId="{A489478D-6B18-4BEF-AA6D-444E24D66A38}" srcOrd="9" destOrd="0" presId="urn:microsoft.com/office/officeart/2005/8/layout/radial6"/>
    <dgm:cxn modelId="{6DD63628-2F38-4FE0-8691-3F664316F8DB}" type="presParOf" srcId="{DDCD1229-5D6D-4FC4-A691-A928F68FD9D1}" destId="{280AA16E-E468-4A25-AA13-0A030EAF9DA2}" srcOrd="10" destOrd="0" presId="urn:microsoft.com/office/officeart/2005/8/layout/radial6"/>
    <dgm:cxn modelId="{197A0339-0272-42FB-AD47-47D1825EFF15}" type="presParOf" srcId="{DDCD1229-5D6D-4FC4-A691-A928F68FD9D1}" destId="{1A960820-7B97-47FF-ADC6-ED1D8397C893}" srcOrd="11" destOrd="0" presId="urn:microsoft.com/office/officeart/2005/8/layout/radial6"/>
    <dgm:cxn modelId="{7C09DB1D-2625-46C0-8637-5AC60E440ED5}" type="presParOf" srcId="{DDCD1229-5D6D-4FC4-A691-A928F68FD9D1}" destId="{C50A8A9A-5D61-4294-AF98-575B9E6B1333}" srcOrd="12" destOrd="0" presId="urn:microsoft.com/office/officeart/2005/8/layout/radial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BA69311-CFDB-40BD-A2D8-4A5059A81BFA}" type="doc">
      <dgm:prSet loTypeId="urn:microsoft.com/office/officeart/2005/8/layout/hList3" loCatId="list"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ctr" rtl="0"/>
          <a:r>
            <a:rPr lang="en-US" altLang="zh-CN" sz="2000" b="1" dirty="0" smtClean="0"/>
            <a:t>1.</a:t>
          </a:r>
          <a:r>
            <a:rPr lang="zh-CN" altLang="en-US" sz="2000" b="1" dirty="0" smtClean="0"/>
            <a:t>无线传感器在电气自动化中的应用</a:t>
          </a:r>
          <a:endParaRPr lang="zh-CN" sz="2000" b="1" dirty="0"/>
        </a:p>
      </dgm:t>
    </dgm:pt>
    <dgm:pt modelId="{F7552F8B-E499-4DA9-AD7C-E3B7E69C713E}" cxnId="{EF9F50A8-20D4-4EC9-A4B4-4CF766A2AD40}" type="parTrans">
      <dgm:prSet/>
      <dgm:spPr/>
      <dgm:t>
        <a:bodyPr/>
        <a:lstStyle/>
        <a:p>
          <a:pPr algn="ctr"/>
          <a:endParaRPr lang="zh-CN" altLang="en-US"/>
        </a:p>
      </dgm:t>
    </dgm:pt>
    <dgm:pt modelId="{BA8E9852-F898-44D2-97C4-EFFD9A4095DC}" cxnId="{EF9F50A8-20D4-4EC9-A4B4-4CF766A2AD40}" type="sibTrans">
      <dgm:prSet/>
      <dgm:spPr/>
      <dgm:t>
        <a:bodyPr/>
        <a:lstStyle/>
        <a:p>
          <a:pPr algn="ctr"/>
          <a:endParaRPr lang="zh-CN" altLang="en-US"/>
        </a:p>
      </dgm:t>
    </dgm:pt>
    <dgm:pt modelId="{50D99395-8E64-4658-965D-36CDE70BA698}">
      <dgm:prSet custT="1"/>
      <dgm:spPr/>
      <dgm:t>
        <a:bodyPr/>
        <a:lstStyle/>
        <a:p>
          <a:pPr algn="ctr" rtl="0"/>
          <a:r>
            <a:rPr lang="en-US" altLang="zh-CN" sz="2000" b="1" dirty="0" smtClean="0"/>
            <a:t>2.</a:t>
          </a:r>
          <a:r>
            <a:rPr lang="zh-CN" altLang="en-US" sz="2000" b="1" dirty="0" smtClean="0"/>
            <a:t>无线传感技术在进行监测工作中的应用</a:t>
          </a:r>
          <a:endParaRPr lang="zh-CN" sz="2000" b="1" dirty="0"/>
        </a:p>
      </dgm:t>
    </dgm:pt>
    <dgm:pt modelId="{D25C93D7-5D37-4866-8DB5-280BB9FE90CE}" cxnId="{FAE24063-FF63-47B5-B1CA-B70AD443740A}" type="parTrans">
      <dgm:prSet/>
      <dgm:spPr/>
      <dgm:t>
        <a:bodyPr/>
        <a:lstStyle/>
        <a:p>
          <a:pPr algn="ctr"/>
          <a:endParaRPr lang="zh-CN" altLang="en-US"/>
        </a:p>
      </dgm:t>
    </dgm:pt>
    <dgm:pt modelId="{4D5AE3F9-F9A3-46B9-B97A-0C3705B4B8FC}" cxnId="{FAE24063-FF63-47B5-B1CA-B70AD443740A}" type="sibTrans">
      <dgm:prSet/>
      <dgm:spPr/>
      <dgm:t>
        <a:bodyPr/>
        <a:lstStyle/>
        <a:p>
          <a:pPr algn="ctr"/>
          <a:endParaRPr lang="zh-CN" altLang="en-US"/>
        </a:p>
      </dgm:t>
    </dgm:pt>
    <dgm:pt modelId="{9C94D297-61BA-4E38-A228-DFE70405A161}">
      <dgm:prSet custT="1"/>
      <dgm:spPr/>
      <dgm:t>
        <a:bodyPr/>
        <a:lstStyle/>
        <a:p>
          <a:pPr algn="ctr" rtl="0"/>
          <a:r>
            <a:rPr lang="en-US" altLang="zh-CN" sz="2000" b="1" dirty="0" smtClean="0"/>
            <a:t>3.</a:t>
          </a:r>
          <a:r>
            <a:rPr lang="zh-CN" altLang="en-US" sz="2000" b="1" dirty="0" smtClean="0"/>
            <a:t>无线传感技术在进行定位中的应用</a:t>
          </a:r>
          <a:endParaRPr lang="zh-CN" sz="2000" b="1" dirty="0"/>
        </a:p>
      </dgm:t>
    </dgm:pt>
    <dgm:pt modelId="{4711C5C5-AFB5-4F25-A1AF-340BF0749B3A}" cxnId="{4330F5A5-DE00-4C4E-AD70-06025340EAB8}" type="parTrans">
      <dgm:prSet/>
      <dgm:spPr/>
      <dgm:t>
        <a:bodyPr/>
        <a:lstStyle/>
        <a:p>
          <a:pPr algn="ctr"/>
          <a:endParaRPr lang="zh-CN" altLang="en-US"/>
        </a:p>
      </dgm:t>
    </dgm:pt>
    <dgm:pt modelId="{42E1B696-4824-4997-9B3C-7A9809EEF0C0}" cxnId="{4330F5A5-DE00-4C4E-AD70-06025340EAB8}" type="sibTrans">
      <dgm:prSet/>
      <dgm:spPr/>
      <dgm:t>
        <a:bodyPr/>
        <a:lstStyle/>
        <a:p>
          <a:pPr algn="ctr"/>
          <a:endParaRPr lang="zh-CN" altLang="en-US"/>
        </a:p>
      </dgm:t>
    </dgm:pt>
    <dgm:pt modelId="{4BC691B0-B544-4515-A115-D7DBF6409515}">
      <dgm:prSet custT="1"/>
      <dgm:spPr/>
      <dgm:t>
        <a:bodyPr vert="horz"/>
        <a:lstStyle/>
        <a:p>
          <a:pPr algn="ctr" rtl="0"/>
          <a:r>
            <a:rPr lang="zh-CN" altLang="en-US" sz="3600" b="1" dirty="0" smtClean="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无线传感器网络应用范围</a:t>
          </a:r>
          <a:endParaRPr lang="zh-CN" altLang="en-US" sz="36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pPr algn="ctr"/>
          <a:endParaRPr lang="zh-CN" altLang="en-US"/>
        </a:p>
      </dgm:t>
    </dgm:pt>
    <dgm:pt modelId="{CA44B34C-2E66-4CD0-A236-55F2435BEB97}" cxnId="{86D4881F-912E-4AE6-9BA3-F105F357AC94}" type="sibTrans">
      <dgm:prSet/>
      <dgm:spPr/>
      <dgm:t>
        <a:bodyPr/>
        <a:lstStyle/>
        <a:p>
          <a:pPr algn="ctr"/>
          <a:endParaRPr lang="zh-CN" altLang="en-US"/>
        </a:p>
      </dgm:t>
    </dgm:pt>
    <dgm:pt modelId="{6147A9B3-42D7-42A0-B3EF-FBAAA148BE9C}" type="pres">
      <dgm:prSet presAssocID="{3BA69311-CFDB-40BD-A2D8-4A5059A81BFA}" presName="composite" presStyleCnt="0">
        <dgm:presLayoutVars>
          <dgm:chMax val="1"/>
          <dgm:dir/>
          <dgm:resizeHandles val="exact"/>
        </dgm:presLayoutVars>
      </dgm:prSet>
      <dgm:spPr/>
      <dgm:t>
        <a:bodyPr/>
        <a:lstStyle/>
        <a:p>
          <a:endParaRPr lang="zh-CN" altLang="en-US"/>
        </a:p>
      </dgm:t>
    </dgm:pt>
    <dgm:pt modelId="{2E0D80C6-7DCD-4389-87FC-9BAE85C56641}" type="pres">
      <dgm:prSet presAssocID="{4BC691B0-B544-4515-A115-D7DBF6409515}" presName="roof" presStyleLbl="dkBgShp" presStyleIdx="0" presStyleCnt="2" custLinFactNeighborX="-32346" custLinFactNeighborY="-1036"/>
      <dgm:spPr/>
      <dgm:t>
        <a:bodyPr/>
        <a:lstStyle/>
        <a:p>
          <a:endParaRPr lang="zh-CN" altLang="en-US"/>
        </a:p>
      </dgm:t>
    </dgm:pt>
    <dgm:pt modelId="{CCF73DD5-5EDE-45A7-A4E6-1F0009EDB4BD}" type="pres">
      <dgm:prSet presAssocID="{4BC691B0-B544-4515-A115-D7DBF6409515}" presName="pillars" presStyleCnt="0"/>
      <dgm:spPr/>
    </dgm:pt>
    <dgm:pt modelId="{FAE59F92-F3C5-455A-84F5-2155286D21A1}" type="pres">
      <dgm:prSet presAssocID="{4BC691B0-B544-4515-A115-D7DBF6409515}" presName="pillar1" presStyleLbl="node1" presStyleIdx="0" presStyleCnt="3">
        <dgm:presLayoutVars>
          <dgm:bulletEnabled val="1"/>
        </dgm:presLayoutVars>
      </dgm:prSet>
      <dgm:spPr/>
      <dgm:t>
        <a:bodyPr/>
        <a:lstStyle/>
        <a:p>
          <a:endParaRPr lang="zh-CN" altLang="en-US"/>
        </a:p>
      </dgm:t>
    </dgm:pt>
    <dgm:pt modelId="{4286E909-FE47-4B87-A62E-95FA5AC0C592}" type="pres">
      <dgm:prSet presAssocID="{50D99395-8E64-4658-965D-36CDE70BA698}" presName="pillarX" presStyleLbl="node1" presStyleIdx="1" presStyleCnt="3">
        <dgm:presLayoutVars>
          <dgm:bulletEnabled val="1"/>
        </dgm:presLayoutVars>
      </dgm:prSet>
      <dgm:spPr/>
      <dgm:t>
        <a:bodyPr/>
        <a:lstStyle/>
        <a:p>
          <a:endParaRPr lang="zh-CN" altLang="en-US"/>
        </a:p>
      </dgm:t>
    </dgm:pt>
    <dgm:pt modelId="{C7E5BB0B-192E-4C1F-8CA0-1F5C6591E4A8}" type="pres">
      <dgm:prSet presAssocID="{9C94D297-61BA-4E38-A228-DFE70405A161}" presName="pillarX" presStyleLbl="node1" presStyleIdx="2" presStyleCnt="3">
        <dgm:presLayoutVars>
          <dgm:bulletEnabled val="1"/>
        </dgm:presLayoutVars>
      </dgm:prSet>
      <dgm:spPr/>
      <dgm:t>
        <a:bodyPr/>
        <a:lstStyle/>
        <a:p>
          <a:endParaRPr lang="zh-CN" altLang="en-US"/>
        </a:p>
      </dgm:t>
    </dgm:pt>
    <dgm:pt modelId="{58A9C9B2-8261-4D60-A709-0768767A6D43}" type="pres">
      <dgm:prSet presAssocID="{4BC691B0-B544-4515-A115-D7DBF6409515}" presName="base" presStyleLbl="dkBgShp" presStyleIdx="1" presStyleCnt="2"/>
      <dgm:spPr/>
    </dgm:pt>
  </dgm:ptLst>
  <dgm:cxnLst>
    <dgm:cxn modelId="{370272E8-5D84-48CD-9976-FFBBCE557522}" type="presOf" srcId="{3BA69311-CFDB-40BD-A2D8-4A5059A81BFA}" destId="{6147A9B3-42D7-42A0-B3EF-FBAAA148BE9C}" srcOrd="0" destOrd="0" presId="urn:microsoft.com/office/officeart/2005/8/layout/hList3"/>
    <dgm:cxn modelId="{4330F5A5-DE00-4C4E-AD70-06025340EAB8}" srcId="{4BC691B0-B544-4515-A115-D7DBF6409515}" destId="{9C94D297-61BA-4E38-A228-DFE70405A161}" srcOrd="2" destOrd="0" parTransId="{4711C5C5-AFB5-4F25-A1AF-340BF0749B3A}" sibTransId="{42E1B696-4824-4997-9B3C-7A9809EEF0C0}"/>
    <dgm:cxn modelId="{C868AB91-4D95-4D3C-B69A-F4A63CE56AB8}" type="presOf" srcId="{4BC691B0-B544-4515-A115-D7DBF6409515}" destId="{2E0D80C6-7DCD-4389-87FC-9BAE85C56641}" srcOrd="0" destOrd="0" presId="urn:microsoft.com/office/officeart/2005/8/layout/hList3"/>
    <dgm:cxn modelId="{65CAE8BC-1DF8-4C08-9151-09335AFFA8F4}" type="presOf" srcId="{50D99395-8E64-4658-965D-36CDE70BA698}" destId="{4286E909-FE47-4B87-A62E-95FA5AC0C592}" srcOrd="0" destOrd="0" presId="urn:microsoft.com/office/officeart/2005/8/layout/hList3"/>
    <dgm:cxn modelId="{86EC0755-A960-4050-B165-A1007B847C12}" type="presOf" srcId="{A651934C-0024-4B15-A4CD-7C5A4C06042A}" destId="{FAE59F92-F3C5-455A-84F5-2155286D21A1}" srcOrd="0" destOrd="0" presId="urn:microsoft.com/office/officeart/2005/8/layout/hList3"/>
    <dgm:cxn modelId="{FAE24063-FF63-47B5-B1CA-B70AD443740A}" srcId="{4BC691B0-B544-4515-A115-D7DBF6409515}" destId="{50D99395-8E64-4658-965D-36CDE70BA698}" srcOrd="1" destOrd="0" parTransId="{D25C93D7-5D37-4866-8DB5-280BB9FE90CE}" sibTransId="{4D5AE3F9-F9A3-46B9-B97A-0C3705B4B8FC}"/>
    <dgm:cxn modelId="{03835C65-3A71-40CE-8962-BC899170B524}" type="presOf" srcId="{9C94D297-61BA-4E38-A228-DFE70405A161}" destId="{C7E5BB0B-192E-4C1F-8CA0-1F5C6591E4A8}" srcOrd="0" destOrd="0" presId="urn:microsoft.com/office/officeart/2005/8/layout/hList3"/>
    <dgm:cxn modelId="{86D4881F-912E-4AE6-9BA3-F105F357AC94}" srcId="{3BA69311-CFDB-40BD-A2D8-4A5059A81BFA}" destId="{4BC691B0-B544-4515-A115-D7DBF6409515}" srcOrd="0" destOrd="0" parTransId="{0F8825B6-4109-4594-B66C-A67D294E51D3}" sibTransId="{CA44B34C-2E66-4CD0-A236-55F2435BEB97}"/>
    <dgm:cxn modelId="{EF9F50A8-20D4-4EC9-A4B4-4CF766A2AD40}" srcId="{4BC691B0-B544-4515-A115-D7DBF6409515}" destId="{A651934C-0024-4B15-A4CD-7C5A4C06042A}" srcOrd="0" destOrd="0" parTransId="{F7552F8B-E499-4DA9-AD7C-E3B7E69C713E}" sibTransId="{BA8E9852-F898-44D2-97C4-EFFD9A4095DC}"/>
    <dgm:cxn modelId="{70A5F640-BE86-4A6E-B001-00D5D959D3FE}" type="presParOf" srcId="{6147A9B3-42D7-42A0-B3EF-FBAAA148BE9C}" destId="{2E0D80C6-7DCD-4389-87FC-9BAE85C56641}" srcOrd="0" destOrd="0" presId="urn:microsoft.com/office/officeart/2005/8/layout/hList3"/>
    <dgm:cxn modelId="{DB7A6D9A-2FFD-4551-A1C2-A62F4E0DDE3B}" type="presParOf" srcId="{6147A9B3-42D7-42A0-B3EF-FBAAA148BE9C}" destId="{CCF73DD5-5EDE-45A7-A4E6-1F0009EDB4BD}" srcOrd="1" destOrd="0" presId="urn:microsoft.com/office/officeart/2005/8/layout/hList3"/>
    <dgm:cxn modelId="{8464C3BD-7FC3-4B8B-BB3E-E75068694F44}" type="presParOf" srcId="{CCF73DD5-5EDE-45A7-A4E6-1F0009EDB4BD}" destId="{FAE59F92-F3C5-455A-84F5-2155286D21A1}" srcOrd="0" destOrd="0" presId="urn:microsoft.com/office/officeart/2005/8/layout/hList3"/>
    <dgm:cxn modelId="{1751348B-CBA3-45E9-8789-26CB0CAD6F6A}" type="presParOf" srcId="{CCF73DD5-5EDE-45A7-A4E6-1F0009EDB4BD}" destId="{4286E909-FE47-4B87-A62E-95FA5AC0C592}" srcOrd="1" destOrd="0" presId="urn:microsoft.com/office/officeart/2005/8/layout/hList3"/>
    <dgm:cxn modelId="{D483F1AF-2D59-40C6-BF55-043C0029B55C}" type="presParOf" srcId="{CCF73DD5-5EDE-45A7-A4E6-1F0009EDB4BD}" destId="{C7E5BB0B-192E-4C1F-8CA0-1F5C6591E4A8}" srcOrd="2" destOrd="0" presId="urn:microsoft.com/office/officeart/2005/8/layout/hList3"/>
    <dgm:cxn modelId="{EFA4F70D-EEED-43B1-98C3-758A59973CF6}" type="presParOf" srcId="{6147A9B3-42D7-42A0-B3EF-FBAAA148BE9C}" destId="{58A9C9B2-8261-4D60-A709-0768767A6D43}" srcOrd="2" destOrd="0" presId="urn:microsoft.com/office/officeart/2005/8/layout/h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BA69311-CFDB-40BD-A2D8-4A5059A81BFA}" type="doc">
      <dgm:prSet loTypeId="urn:microsoft.com/office/officeart/2005/8/layout/radial5"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ctr" rtl="0"/>
          <a:r>
            <a:rPr lang="en-US" altLang="zh-CN" sz="2000" b="1" dirty="0" smtClean="0"/>
            <a:t>1.</a:t>
          </a:r>
          <a:r>
            <a:rPr lang="zh-CN" altLang="en-US" sz="2000" dirty="0" smtClean="0"/>
            <a:t>射频识别技术</a:t>
          </a:r>
          <a:endParaRPr lang="zh-CN" sz="2000" b="1" dirty="0"/>
        </a:p>
      </dgm:t>
    </dgm:pt>
    <dgm:pt modelId="{F7552F8B-E499-4DA9-AD7C-E3B7E69C713E}" cxnId="{EF9F50A8-20D4-4EC9-A4B4-4CF766A2AD40}" type="parTrans">
      <dgm:prSet/>
      <dgm:spPr/>
      <dgm:t>
        <a:bodyPr/>
        <a:lstStyle/>
        <a:p>
          <a:pPr algn="ctr"/>
          <a:endParaRPr lang="zh-CN" altLang="en-US"/>
        </a:p>
      </dgm:t>
    </dgm:pt>
    <dgm:pt modelId="{BA8E9852-F898-44D2-97C4-EFFD9A4095DC}" cxnId="{EF9F50A8-20D4-4EC9-A4B4-4CF766A2AD40}" type="sibTrans">
      <dgm:prSet/>
      <dgm:spPr/>
      <dgm:t>
        <a:bodyPr/>
        <a:lstStyle/>
        <a:p>
          <a:pPr algn="ctr"/>
          <a:endParaRPr lang="zh-CN" altLang="en-US"/>
        </a:p>
      </dgm:t>
    </dgm:pt>
    <dgm:pt modelId="{50D99395-8E64-4658-965D-36CDE70BA698}">
      <dgm:prSet custT="1"/>
      <dgm:spPr/>
      <dgm:t>
        <a:bodyPr/>
        <a:lstStyle/>
        <a:p>
          <a:pPr algn="ctr" rtl="0"/>
          <a:r>
            <a:rPr lang="en-US" altLang="zh-CN" sz="2000" b="1" dirty="0" smtClean="0"/>
            <a:t>2.</a:t>
          </a:r>
          <a:r>
            <a:rPr lang="zh-CN" altLang="en-US" sz="2000" dirty="0" smtClean="0"/>
            <a:t>传感网</a:t>
          </a:r>
          <a:endParaRPr lang="zh-CN" sz="2000" b="1" dirty="0"/>
        </a:p>
      </dgm:t>
    </dgm:pt>
    <dgm:pt modelId="{D25C93D7-5D37-4866-8DB5-280BB9FE90CE}" cxnId="{FAE24063-FF63-47B5-B1CA-B70AD443740A}" type="parTrans">
      <dgm:prSet/>
      <dgm:spPr/>
      <dgm:t>
        <a:bodyPr/>
        <a:lstStyle/>
        <a:p>
          <a:pPr algn="ctr"/>
          <a:endParaRPr lang="zh-CN" altLang="en-US"/>
        </a:p>
      </dgm:t>
    </dgm:pt>
    <dgm:pt modelId="{4D5AE3F9-F9A3-46B9-B97A-0C3705B4B8FC}" cxnId="{FAE24063-FF63-47B5-B1CA-B70AD443740A}" type="sibTrans">
      <dgm:prSet/>
      <dgm:spPr/>
      <dgm:t>
        <a:bodyPr/>
        <a:lstStyle/>
        <a:p>
          <a:pPr algn="ctr"/>
          <a:endParaRPr lang="zh-CN" altLang="en-US"/>
        </a:p>
      </dgm:t>
    </dgm:pt>
    <dgm:pt modelId="{9C94D297-61BA-4E38-A228-DFE70405A161}">
      <dgm:prSet custT="1"/>
      <dgm:spPr/>
      <dgm:t>
        <a:bodyPr/>
        <a:lstStyle/>
        <a:p>
          <a:pPr algn="ctr" rtl="0"/>
          <a:r>
            <a:rPr lang="en-US" altLang="zh-CN" sz="1800" b="1" dirty="0" smtClean="0"/>
            <a:t>3.</a:t>
          </a:r>
          <a:r>
            <a:rPr lang="en-US" sz="1800" dirty="0" smtClean="0"/>
            <a:t>M2M</a:t>
          </a:r>
          <a:r>
            <a:rPr lang="zh-CN" altLang="en-US" sz="1800" dirty="0" smtClean="0"/>
            <a:t>系统框架</a:t>
          </a:r>
          <a:endParaRPr lang="zh-CN" sz="1800" b="1" dirty="0"/>
        </a:p>
      </dgm:t>
    </dgm:pt>
    <dgm:pt modelId="{4711C5C5-AFB5-4F25-A1AF-340BF0749B3A}" cxnId="{4330F5A5-DE00-4C4E-AD70-06025340EAB8}" type="parTrans">
      <dgm:prSet/>
      <dgm:spPr/>
      <dgm:t>
        <a:bodyPr/>
        <a:lstStyle/>
        <a:p>
          <a:pPr algn="ctr"/>
          <a:endParaRPr lang="zh-CN" altLang="en-US"/>
        </a:p>
      </dgm:t>
    </dgm:pt>
    <dgm:pt modelId="{42E1B696-4824-4997-9B3C-7A9809EEF0C0}" cxnId="{4330F5A5-DE00-4C4E-AD70-06025340EAB8}" type="sibTrans">
      <dgm:prSet/>
      <dgm:spPr/>
      <dgm:t>
        <a:bodyPr/>
        <a:lstStyle/>
        <a:p>
          <a:pPr algn="ctr"/>
          <a:endParaRPr lang="zh-CN" altLang="en-US"/>
        </a:p>
      </dgm:t>
    </dgm:pt>
    <dgm:pt modelId="{4BC691B0-B544-4515-A115-D7DBF6409515}">
      <dgm:prSet custT="1"/>
      <dgm:spPr/>
      <dgm:t>
        <a:bodyPr vert="horz"/>
        <a:lstStyle/>
        <a:p>
          <a:pPr algn="ctr" rtl="0"/>
          <a:r>
            <a:rPr lang="zh-CN" altLang="en-US" sz="1800" b="1" dirty="0" smtClean="0"/>
            <a:t>物联网关键技术</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pPr algn="ctr"/>
          <a:endParaRPr lang="zh-CN" altLang="en-US"/>
        </a:p>
      </dgm:t>
    </dgm:pt>
    <dgm:pt modelId="{CA44B34C-2E66-4CD0-A236-55F2435BEB97}" cxnId="{86D4881F-912E-4AE6-9BA3-F105F357AC94}" type="sibTrans">
      <dgm:prSet/>
      <dgm:spPr/>
      <dgm:t>
        <a:bodyPr/>
        <a:lstStyle/>
        <a:p>
          <a:pPr algn="ctr"/>
          <a:endParaRPr lang="zh-CN" altLang="en-US"/>
        </a:p>
      </dgm:t>
    </dgm:pt>
    <dgm:pt modelId="{41C2C520-9769-4A3B-AC23-98BCA81F2F55}">
      <dgm:prSet custT="1"/>
      <dgm:spPr/>
      <dgm:t>
        <a:bodyPr/>
        <a:lstStyle/>
        <a:p>
          <a:pPr algn="ctr" rtl="0"/>
          <a:r>
            <a:rPr lang="en-US" altLang="zh-CN" sz="1800" b="1" dirty="0" smtClean="0"/>
            <a:t>4.</a:t>
          </a:r>
          <a:r>
            <a:rPr lang="zh-CN" altLang="en-US" sz="1800" dirty="0" smtClean="0"/>
            <a:t>云计算</a:t>
          </a:r>
          <a:endParaRPr lang="zh-CN" sz="1800" b="1" dirty="0"/>
        </a:p>
      </dgm:t>
    </dgm:pt>
    <dgm:pt modelId="{7B10A891-A8D0-4653-9887-9618705AFF4A}" cxnId="{9BD25102-5D74-473B-9E45-F6B7991D21D1}" type="parTrans">
      <dgm:prSet/>
      <dgm:spPr/>
      <dgm:t>
        <a:bodyPr/>
        <a:lstStyle/>
        <a:p>
          <a:pPr algn="ctr"/>
          <a:endParaRPr lang="zh-CN" altLang="en-US"/>
        </a:p>
      </dgm:t>
    </dgm:pt>
    <dgm:pt modelId="{73E3CDE0-D12B-4380-8704-BE977373BAB5}" cxnId="{9BD25102-5D74-473B-9E45-F6B7991D21D1}" type="sibTrans">
      <dgm:prSet/>
      <dgm:spPr/>
      <dgm:t>
        <a:bodyPr/>
        <a:lstStyle/>
        <a:p>
          <a:pPr algn="ctr"/>
          <a:endParaRPr lang="zh-CN" altLang="en-US"/>
        </a:p>
      </dgm:t>
    </dgm:pt>
    <dgm:pt modelId="{5FFAEF46-4B7F-4921-9C12-6DE892FCB73F}" type="pres">
      <dgm:prSet presAssocID="{3BA69311-CFDB-40BD-A2D8-4A5059A81BFA}" presName="Name0" presStyleCnt="0">
        <dgm:presLayoutVars>
          <dgm:chMax val="1"/>
          <dgm:dir/>
          <dgm:animLvl val="ctr"/>
          <dgm:resizeHandles val="exact"/>
        </dgm:presLayoutVars>
      </dgm:prSet>
      <dgm:spPr/>
      <dgm:t>
        <a:bodyPr/>
        <a:lstStyle/>
        <a:p>
          <a:endParaRPr lang="zh-CN" altLang="en-US"/>
        </a:p>
      </dgm:t>
    </dgm:pt>
    <dgm:pt modelId="{70BF4FFC-C967-420D-8B83-F6697BC004DB}" type="pres">
      <dgm:prSet presAssocID="{4BC691B0-B544-4515-A115-D7DBF6409515}" presName="centerShape" presStyleLbl="node0" presStyleIdx="0" presStyleCnt="1"/>
      <dgm:spPr/>
      <dgm:t>
        <a:bodyPr/>
        <a:lstStyle/>
        <a:p>
          <a:endParaRPr lang="zh-CN" altLang="en-US"/>
        </a:p>
      </dgm:t>
    </dgm:pt>
    <dgm:pt modelId="{D0011AAA-24FC-4FBA-998A-FE82C4A87111}" type="pres">
      <dgm:prSet presAssocID="{F7552F8B-E499-4DA9-AD7C-E3B7E69C713E}" presName="parTrans" presStyleLbl="sibTrans2D1" presStyleIdx="0" presStyleCnt="4"/>
      <dgm:spPr/>
      <dgm:t>
        <a:bodyPr/>
        <a:lstStyle/>
        <a:p>
          <a:endParaRPr lang="zh-CN" altLang="en-US"/>
        </a:p>
      </dgm:t>
    </dgm:pt>
    <dgm:pt modelId="{548EAB55-132B-4666-83B4-A6BA53E5D336}" type="pres">
      <dgm:prSet presAssocID="{F7552F8B-E499-4DA9-AD7C-E3B7E69C713E}" presName="connectorText" presStyleLbl="sibTrans2D1" presStyleIdx="0" presStyleCnt="4"/>
      <dgm:spPr/>
      <dgm:t>
        <a:bodyPr/>
        <a:lstStyle/>
        <a:p>
          <a:endParaRPr lang="zh-CN" altLang="en-US"/>
        </a:p>
      </dgm:t>
    </dgm:pt>
    <dgm:pt modelId="{000D50C9-2C8D-4AEF-8F5D-ACA2B9EF11C5}" type="pres">
      <dgm:prSet presAssocID="{A651934C-0024-4B15-A4CD-7C5A4C06042A}" presName="node" presStyleLbl="node1" presStyleIdx="0" presStyleCnt="4">
        <dgm:presLayoutVars>
          <dgm:bulletEnabled val="1"/>
        </dgm:presLayoutVars>
      </dgm:prSet>
      <dgm:spPr/>
      <dgm:t>
        <a:bodyPr/>
        <a:lstStyle/>
        <a:p>
          <a:endParaRPr lang="zh-CN" altLang="en-US"/>
        </a:p>
      </dgm:t>
    </dgm:pt>
    <dgm:pt modelId="{97870B56-8F14-4CB6-86FA-42CBC67C5391}" type="pres">
      <dgm:prSet presAssocID="{D25C93D7-5D37-4866-8DB5-280BB9FE90CE}" presName="parTrans" presStyleLbl="sibTrans2D1" presStyleIdx="1" presStyleCnt="4"/>
      <dgm:spPr/>
      <dgm:t>
        <a:bodyPr/>
        <a:lstStyle/>
        <a:p>
          <a:endParaRPr lang="zh-CN" altLang="en-US"/>
        </a:p>
      </dgm:t>
    </dgm:pt>
    <dgm:pt modelId="{E58E9924-DC06-47DC-9C06-26AC33F7F15A}" type="pres">
      <dgm:prSet presAssocID="{D25C93D7-5D37-4866-8DB5-280BB9FE90CE}" presName="connectorText" presStyleLbl="sibTrans2D1" presStyleIdx="1" presStyleCnt="4"/>
      <dgm:spPr/>
      <dgm:t>
        <a:bodyPr/>
        <a:lstStyle/>
        <a:p>
          <a:endParaRPr lang="zh-CN" altLang="en-US"/>
        </a:p>
      </dgm:t>
    </dgm:pt>
    <dgm:pt modelId="{F5940658-C4FC-43C8-95EE-EA9F804AA1FE}" type="pres">
      <dgm:prSet presAssocID="{50D99395-8E64-4658-965D-36CDE70BA698}" presName="node" presStyleLbl="node1" presStyleIdx="1" presStyleCnt="4">
        <dgm:presLayoutVars>
          <dgm:bulletEnabled val="1"/>
        </dgm:presLayoutVars>
      </dgm:prSet>
      <dgm:spPr/>
      <dgm:t>
        <a:bodyPr/>
        <a:lstStyle/>
        <a:p>
          <a:endParaRPr lang="zh-CN" altLang="en-US"/>
        </a:p>
      </dgm:t>
    </dgm:pt>
    <dgm:pt modelId="{DFBF5792-B21E-444D-B3A8-635966AA9F10}" type="pres">
      <dgm:prSet presAssocID="{4711C5C5-AFB5-4F25-A1AF-340BF0749B3A}" presName="parTrans" presStyleLbl="sibTrans2D1" presStyleIdx="2" presStyleCnt="4"/>
      <dgm:spPr/>
      <dgm:t>
        <a:bodyPr/>
        <a:lstStyle/>
        <a:p>
          <a:endParaRPr lang="zh-CN" altLang="en-US"/>
        </a:p>
      </dgm:t>
    </dgm:pt>
    <dgm:pt modelId="{27985D8F-9AEA-4975-8639-34F86C0FC2EC}" type="pres">
      <dgm:prSet presAssocID="{4711C5C5-AFB5-4F25-A1AF-340BF0749B3A}" presName="connectorText" presStyleLbl="sibTrans2D1" presStyleIdx="2" presStyleCnt="4"/>
      <dgm:spPr/>
      <dgm:t>
        <a:bodyPr/>
        <a:lstStyle/>
        <a:p>
          <a:endParaRPr lang="zh-CN" altLang="en-US"/>
        </a:p>
      </dgm:t>
    </dgm:pt>
    <dgm:pt modelId="{D8AE3CF3-571C-47AB-8EB2-63E35405C6F7}" type="pres">
      <dgm:prSet presAssocID="{9C94D297-61BA-4E38-A228-DFE70405A161}" presName="node" presStyleLbl="node1" presStyleIdx="2" presStyleCnt="4">
        <dgm:presLayoutVars>
          <dgm:bulletEnabled val="1"/>
        </dgm:presLayoutVars>
      </dgm:prSet>
      <dgm:spPr/>
      <dgm:t>
        <a:bodyPr/>
        <a:lstStyle/>
        <a:p>
          <a:endParaRPr lang="zh-CN" altLang="en-US"/>
        </a:p>
      </dgm:t>
    </dgm:pt>
    <dgm:pt modelId="{B2BB1AD3-DBF0-4E59-BAA0-84844565FABF}" type="pres">
      <dgm:prSet presAssocID="{7B10A891-A8D0-4653-9887-9618705AFF4A}" presName="parTrans" presStyleLbl="sibTrans2D1" presStyleIdx="3" presStyleCnt="4"/>
      <dgm:spPr/>
      <dgm:t>
        <a:bodyPr/>
        <a:lstStyle/>
        <a:p>
          <a:endParaRPr lang="zh-CN" altLang="en-US"/>
        </a:p>
      </dgm:t>
    </dgm:pt>
    <dgm:pt modelId="{59E519A1-23D8-4A18-A612-AD1E1298BFD7}" type="pres">
      <dgm:prSet presAssocID="{7B10A891-A8D0-4653-9887-9618705AFF4A}" presName="connectorText" presStyleLbl="sibTrans2D1" presStyleIdx="3" presStyleCnt="4"/>
      <dgm:spPr/>
      <dgm:t>
        <a:bodyPr/>
        <a:lstStyle/>
        <a:p>
          <a:endParaRPr lang="zh-CN" altLang="en-US"/>
        </a:p>
      </dgm:t>
    </dgm:pt>
    <dgm:pt modelId="{D81655B3-9906-4F40-9FE3-1C31C864BD52}" type="pres">
      <dgm:prSet presAssocID="{41C2C520-9769-4A3B-AC23-98BCA81F2F55}" presName="node" presStyleLbl="node1" presStyleIdx="3" presStyleCnt="4">
        <dgm:presLayoutVars>
          <dgm:bulletEnabled val="1"/>
        </dgm:presLayoutVars>
      </dgm:prSet>
      <dgm:spPr/>
      <dgm:t>
        <a:bodyPr/>
        <a:lstStyle/>
        <a:p>
          <a:endParaRPr lang="zh-CN" altLang="en-US"/>
        </a:p>
      </dgm:t>
    </dgm:pt>
  </dgm:ptLst>
  <dgm:cxnLst>
    <dgm:cxn modelId="{997ED06E-6803-43D9-BEB2-E72362F92A43}" type="presOf" srcId="{4711C5C5-AFB5-4F25-A1AF-340BF0749B3A}" destId="{DFBF5792-B21E-444D-B3A8-635966AA9F10}" srcOrd="0" destOrd="0" presId="urn:microsoft.com/office/officeart/2005/8/layout/radial5"/>
    <dgm:cxn modelId="{F755FD80-046C-404E-95EE-F9A9D3AD45E3}" type="presOf" srcId="{4BC691B0-B544-4515-A115-D7DBF6409515}" destId="{70BF4FFC-C967-420D-8B83-F6697BC004DB}" srcOrd="0" destOrd="0" presId="urn:microsoft.com/office/officeart/2005/8/layout/radial5"/>
    <dgm:cxn modelId="{86D4881F-912E-4AE6-9BA3-F105F357AC94}" srcId="{3BA69311-CFDB-40BD-A2D8-4A5059A81BFA}" destId="{4BC691B0-B544-4515-A115-D7DBF6409515}" srcOrd="0" destOrd="0" parTransId="{0F8825B6-4109-4594-B66C-A67D294E51D3}" sibTransId="{CA44B34C-2E66-4CD0-A236-55F2435BEB97}"/>
    <dgm:cxn modelId="{B7E358B5-F2E7-464D-82F6-DEC1BFED30BC}" type="presOf" srcId="{9C94D297-61BA-4E38-A228-DFE70405A161}" destId="{D8AE3CF3-571C-47AB-8EB2-63E35405C6F7}" srcOrd="0" destOrd="0" presId="urn:microsoft.com/office/officeart/2005/8/layout/radial5"/>
    <dgm:cxn modelId="{FB370C10-8BB8-494B-ABF1-7AFE76CF76C4}" type="presOf" srcId="{41C2C520-9769-4A3B-AC23-98BCA81F2F55}" destId="{D81655B3-9906-4F40-9FE3-1C31C864BD52}" srcOrd="0" destOrd="0" presId="urn:microsoft.com/office/officeart/2005/8/layout/radial5"/>
    <dgm:cxn modelId="{3D4D3AB1-1521-4B25-BE75-C26B14AB1DEF}" type="presOf" srcId="{7B10A891-A8D0-4653-9887-9618705AFF4A}" destId="{59E519A1-23D8-4A18-A612-AD1E1298BFD7}" srcOrd="1" destOrd="0" presId="urn:microsoft.com/office/officeart/2005/8/layout/radial5"/>
    <dgm:cxn modelId="{2BEB3933-BABB-4B9B-B85E-14C2E29F3206}" type="presOf" srcId="{D25C93D7-5D37-4866-8DB5-280BB9FE90CE}" destId="{97870B56-8F14-4CB6-86FA-42CBC67C5391}" srcOrd="0" destOrd="0" presId="urn:microsoft.com/office/officeart/2005/8/layout/radial5"/>
    <dgm:cxn modelId="{2DFE2D36-C726-431F-8D52-3371120D6272}" type="presOf" srcId="{4711C5C5-AFB5-4F25-A1AF-340BF0749B3A}" destId="{27985D8F-9AEA-4975-8639-34F86C0FC2EC}" srcOrd="1" destOrd="0" presId="urn:microsoft.com/office/officeart/2005/8/layout/radial5"/>
    <dgm:cxn modelId="{4330F5A5-DE00-4C4E-AD70-06025340EAB8}" srcId="{4BC691B0-B544-4515-A115-D7DBF6409515}" destId="{9C94D297-61BA-4E38-A228-DFE70405A161}" srcOrd="2" destOrd="0" parTransId="{4711C5C5-AFB5-4F25-A1AF-340BF0749B3A}" sibTransId="{42E1B696-4824-4997-9B3C-7A9809EEF0C0}"/>
    <dgm:cxn modelId="{DE64CD80-F088-4A5A-9D12-DAF04C00C93D}" type="presOf" srcId="{7B10A891-A8D0-4653-9887-9618705AFF4A}" destId="{B2BB1AD3-DBF0-4E59-BAA0-84844565FABF}" srcOrd="0" destOrd="0" presId="urn:microsoft.com/office/officeart/2005/8/layout/radial5"/>
    <dgm:cxn modelId="{7499E163-F2F0-4060-927D-B0C23D4CAD5F}" type="presOf" srcId="{50D99395-8E64-4658-965D-36CDE70BA698}" destId="{F5940658-C4FC-43C8-95EE-EA9F804AA1FE}" srcOrd="0" destOrd="0" presId="urn:microsoft.com/office/officeart/2005/8/layout/radial5"/>
    <dgm:cxn modelId="{28DEA5D5-E62B-4EF7-880B-C42ED8FCD60B}" type="presOf" srcId="{D25C93D7-5D37-4866-8DB5-280BB9FE90CE}" destId="{E58E9924-DC06-47DC-9C06-26AC33F7F15A}" srcOrd="1" destOrd="0" presId="urn:microsoft.com/office/officeart/2005/8/layout/radial5"/>
    <dgm:cxn modelId="{EF9F50A8-20D4-4EC9-A4B4-4CF766A2AD40}" srcId="{4BC691B0-B544-4515-A115-D7DBF6409515}" destId="{A651934C-0024-4B15-A4CD-7C5A4C06042A}" srcOrd="0" destOrd="0" parTransId="{F7552F8B-E499-4DA9-AD7C-E3B7E69C713E}" sibTransId="{BA8E9852-F898-44D2-97C4-EFFD9A4095DC}"/>
    <dgm:cxn modelId="{28689590-EEF6-4DB5-BC92-63AFD0473D87}" type="presOf" srcId="{A651934C-0024-4B15-A4CD-7C5A4C06042A}" destId="{000D50C9-2C8D-4AEF-8F5D-ACA2B9EF11C5}" srcOrd="0" destOrd="0" presId="urn:microsoft.com/office/officeart/2005/8/layout/radial5"/>
    <dgm:cxn modelId="{05EE367F-C0F5-43D8-8F3A-BCC72C124BFB}" type="presOf" srcId="{F7552F8B-E499-4DA9-AD7C-E3B7E69C713E}" destId="{548EAB55-132B-4666-83B4-A6BA53E5D336}" srcOrd="1" destOrd="0" presId="urn:microsoft.com/office/officeart/2005/8/layout/radial5"/>
    <dgm:cxn modelId="{AE80F217-5CB5-472C-B375-2E01DEB2F927}" type="presOf" srcId="{3BA69311-CFDB-40BD-A2D8-4A5059A81BFA}" destId="{5FFAEF46-4B7F-4921-9C12-6DE892FCB73F}" srcOrd="0" destOrd="0" presId="urn:microsoft.com/office/officeart/2005/8/layout/radial5"/>
    <dgm:cxn modelId="{FAE24063-FF63-47B5-B1CA-B70AD443740A}" srcId="{4BC691B0-B544-4515-A115-D7DBF6409515}" destId="{50D99395-8E64-4658-965D-36CDE70BA698}" srcOrd="1" destOrd="0" parTransId="{D25C93D7-5D37-4866-8DB5-280BB9FE90CE}" sibTransId="{4D5AE3F9-F9A3-46B9-B97A-0C3705B4B8FC}"/>
    <dgm:cxn modelId="{08D7950E-9C23-4644-96B4-373BDBDF744A}" type="presOf" srcId="{F7552F8B-E499-4DA9-AD7C-E3B7E69C713E}" destId="{D0011AAA-24FC-4FBA-998A-FE82C4A87111}" srcOrd="0" destOrd="0" presId="urn:microsoft.com/office/officeart/2005/8/layout/radial5"/>
    <dgm:cxn modelId="{9BD25102-5D74-473B-9E45-F6B7991D21D1}" srcId="{4BC691B0-B544-4515-A115-D7DBF6409515}" destId="{41C2C520-9769-4A3B-AC23-98BCA81F2F55}" srcOrd="3" destOrd="0" parTransId="{7B10A891-A8D0-4653-9887-9618705AFF4A}" sibTransId="{73E3CDE0-D12B-4380-8704-BE977373BAB5}"/>
    <dgm:cxn modelId="{71673861-16C0-4065-89FA-F99D5497C9AC}" type="presParOf" srcId="{5FFAEF46-4B7F-4921-9C12-6DE892FCB73F}" destId="{70BF4FFC-C967-420D-8B83-F6697BC004DB}" srcOrd="0" destOrd="0" presId="urn:microsoft.com/office/officeart/2005/8/layout/radial5"/>
    <dgm:cxn modelId="{F3B240F4-2F1E-4D9C-9A20-923D00153172}" type="presParOf" srcId="{5FFAEF46-4B7F-4921-9C12-6DE892FCB73F}" destId="{D0011AAA-24FC-4FBA-998A-FE82C4A87111}" srcOrd="1" destOrd="0" presId="urn:microsoft.com/office/officeart/2005/8/layout/radial5"/>
    <dgm:cxn modelId="{A4F8F0D9-AD2B-4C1D-AC3E-9F89DE920EA8}" type="presParOf" srcId="{D0011AAA-24FC-4FBA-998A-FE82C4A87111}" destId="{548EAB55-132B-4666-83B4-A6BA53E5D336}" srcOrd="0" destOrd="0" presId="urn:microsoft.com/office/officeart/2005/8/layout/radial5"/>
    <dgm:cxn modelId="{5C361236-E497-4430-B014-D8520CE456F1}" type="presParOf" srcId="{5FFAEF46-4B7F-4921-9C12-6DE892FCB73F}" destId="{000D50C9-2C8D-4AEF-8F5D-ACA2B9EF11C5}" srcOrd="2" destOrd="0" presId="urn:microsoft.com/office/officeart/2005/8/layout/radial5"/>
    <dgm:cxn modelId="{E61F099D-949C-47CE-8CA5-0CF86053A96C}" type="presParOf" srcId="{5FFAEF46-4B7F-4921-9C12-6DE892FCB73F}" destId="{97870B56-8F14-4CB6-86FA-42CBC67C5391}" srcOrd="3" destOrd="0" presId="urn:microsoft.com/office/officeart/2005/8/layout/radial5"/>
    <dgm:cxn modelId="{842945AD-F349-41D3-B753-80D71FAA24C9}" type="presParOf" srcId="{97870B56-8F14-4CB6-86FA-42CBC67C5391}" destId="{E58E9924-DC06-47DC-9C06-26AC33F7F15A}" srcOrd="0" destOrd="0" presId="urn:microsoft.com/office/officeart/2005/8/layout/radial5"/>
    <dgm:cxn modelId="{5751666D-3142-469D-B29E-E69E49AACCEF}" type="presParOf" srcId="{5FFAEF46-4B7F-4921-9C12-6DE892FCB73F}" destId="{F5940658-C4FC-43C8-95EE-EA9F804AA1FE}" srcOrd="4" destOrd="0" presId="urn:microsoft.com/office/officeart/2005/8/layout/radial5"/>
    <dgm:cxn modelId="{A7049EDE-5B41-440D-9707-A648391C2681}" type="presParOf" srcId="{5FFAEF46-4B7F-4921-9C12-6DE892FCB73F}" destId="{DFBF5792-B21E-444D-B3A8-635966AA9F10}" srcOrd="5" destOrd="0" presId="urn:microsoft.com/office/officeart/2005/8/layout/radial5"/>
    <dgm:cxn modelId="{4F6D874F-70BA-4CC8-BC33-877901EF3BF5}" type="presParOf" srcId="{DFBF5792-B21E-444D-B3A8-635966AA9F10}" destId="{27985D8F-9AEA-4975-8639-34F86C0FC2EC}" srcOrd="0" destOrd="0" presId="urn:microsoft.com/office/officeart/2005/8/layout/radial5"/>
    <dgm:cxn modelId="{66CDA8D2-D102-4F01-A37F-A08D05B3FCE7}" type="presParOf" srcId="{5FFAEF46-4B7F-4921-9C12-6DE892FCB73F}" destId="{D8AE3CF3-571C-47AB-8EB2-63E35405C6F7}" srcOrd="6" destOrd="0" presId="urn:microsoft.com/office/officeart/2005/8/layout/radial5"/>
    <dgm:cxn modelId="{21C9BE19-68CF-4BCF-A524-A3432019E241}" type="presParOf" srcId="{5FFAEF46-4B7F-4921-9C12-6DE892FCB73F}" destId="{B2BB1AD3-DBF0-4E59-BAA0-84844565FABF}" srcOrd="7" destOrd="0" presId="urn:microsoft.com/office/officeart/2005/8/layout/radial5"/>
    <dgm:cxn modelId="{C4A332A8-BA9E-49D5-B646-F64A3BF57620}" type="presParOf" srcId="{B2BB1AD3-DBF0-4E59-BAA0-84844565FABF}" destId="{59E519A1-23D8-4A18-A612-AD1E1298BFD7}" srcOrd="0" destOrd="0" presId="urn:microsoft.com/office/officeart/2005/8/layout/radial5"/>
    <dgm:cxn modelId="{6DF96D1E-7D9C-4571-99D9-7CDC5F708846}" type="presParOf" srcId="{5FFAEF46-4B7F-4921-9C12-6DE892FCB73F}" destId="{D81655B3-9906-4F40-9FE3-1C31C864BD52}" srcOrd="8"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BA69311-CFDB-40BD-A2D8-4A5059A81BFA}" type="doc">
      <dgm:prSet loTypeId="urn:microsoft.com/office/officeart/2005/8/layout/radial5" loCatId="relationship" qsTypeId="urn:microsoft.com/office/officeart/2005/8/quickstyle/simple1" qsCatId="simple" csTypeId="urn:microsoft.com/office/officeart/2005/8/colors/colorful1" csCatId="colorful" phldr="1"/>
      <dgm:spPr/>
      <dgm:t>
        <a:bodyPr/>
        <a:lstStyle/>
        <a:p>
          <a:endParaRPr lang="zh-CN" altLang="en-US"/>
        </a:p>
      </dgm:t>
    </dgm:pt>
    <dgm:pt modelId="{A651934C-0024-4B15-A4CD-7C5A4C06042A}">
      <dgm:prSet custT="1"/>
      <dgm:spPr/>
      <dgm:t>
        <a:bodyPr/>
        <a:lstStyle/>
        <a:p>
          <a:pPr algn="ctr" rtl="0"/>
          <a:r>
            <a:rPr lang="en-US" altLang="zh-CN" sz="1800" b="1" dirty="0" smtClean="0"/>
            <a:t>1.</a:t>
          </a:r>
          <a:r>
            <a:rPr lang="zh-CN" altLang="en-US" sz="1800" b="1" dirty="0" smtClean="0"/>
            <a:t>智能工业</a:t>
          </a:r>
          <a:endParaRPr lang="zh-CN" sz="1800" b="1" dirty="0"/>
        </a:p>
      </dgm:t>
    </dgm:pt>
    <dgm:pt modelId="{F7552F8B-E499-4DA9-AD7C-E3B7E69C713E}" cxnId="{EF9F50A8-20D4-4EC9-A4B4-4CF766A2AD40}" type="parTrans">
      <dgm:prSet/>
      <dgm:spPr/>
      <dgm:t>
        <a:bodyPr/>
        <a:lstStyle/>
        <a:p>
          <a:pPr algn="ctr"/>
          <a:endParaRPr lang="zh-CN" altLang="en-US"/>
        </a:p>
      </dgm:t>
    </dgm:pt>
    <dgm:pt modelId="{BA8E9852-F898-44D2-97C4-EFFD9A4095DC}" cxnId="{EF9F50A8-20D4-4EC9-A4B4-4CF766A2AD40}" type="sibTrans">
      <dgm:prSet/>
      <dgm:spPr/>
      <dgm:t>
        <a:bodyPr/>
        <a:lstStyle/>
        <a:p>
          <a:pPr algn="ctr"/>
          <a:endParaRPr lang="zh-CN" altLang="en-US"/>
        </a:p>
      </dgm:t>
    </dgm:pt>
    <dgm:pt modelId="{50D99395-8E64-4658-965D-36CDE70BA698}">
      <dgm:prSet custT="1"/>
      <dgm:spPr/>
      <dgm:t>
        <a:bodyPr/>
        <a:lstStyle/>
        <a:p>
          <a:pPr algn="ctr" rtl="0"/>
          <a:r>
            <a:rPr lang="en-US" altLang="zh-CN" sz="1800" b="1" dirty="0" smtClean="0"/>
            <a:t>2.</a:t>
          </a:r>
          <a:r>
            <a:rPr lang="zh-CN" altLang="en-US" sz="1800" b="1" dirty="0" smtClean="0"/>
            <a:t>智能农业</a:t>
          </a:r>
          <a:endParaRPr lang="zh-CN" sz="1800" b="1" dirty="0"/>
        </a:p>
      </dgm:t>
    </dgm:pt>
    <dgm:pt modelId="{D25C93D7-5D37-4866-8DB5-280BB9FE90CE}" cxnId="{FAE24063-FF63-47B5-B1CA-B70AD443740A}" type="parTrans">
      <dgm:prSet/>
      <dgm:spPr/>
      <dgm:t>
        <a:bodyPr/>
        <a:lstStyle/>
        <a:p>
          <a:pPr algn="ctr"/>
          <a:endParaRPr lang="zh-CN" altLang="en-US"/>
        </a:p>
      </dgm:t>
    </dgm:pt>
    <dgm:pt modelId="{4D5AE3F9-F9A3-46B9-B97A-0C3705B4B8FC}" cxnId="{FAE24063-FF63-47B5-B1CA-B70AD443740A}" type="sibTrans">
      <dgm:prSet/>
      <dgm:spPr/>
      <dgm:t>
        <a:bodyPr/>
        <a:lstStyle/>
        <a:p>
          <a:pPr algn="ctr"/>
          <a:endParaRPr lang="zh-CN" altLang="en-US"/>
        </a:p>
      </dgm:t>
    </dgm:pt>
    <dgm:pt modelId="{9C94D297-61BA-4E38-A228-DFE70405A161}">
      <dgm:prSet custT="1"/>
      <dgm:spPr/>
      <dgm:t>
        <a:bodyPr/>
        <a:lstStyle/>
        <a:p>
          <a:pPr algn="ctr" rtl="0"/>
          <a:r>
            <a:rPr lang="en-US" altLang="zh-CN" sz="1800" b="1" dirty="0" smtClean="0"/>
            <a:t>3.</a:t>
          </a:r>
          <a:r>
            <a:rPr lang="zh-CN" altLang="en-US" sz="1800" b="1" dirty="0" smtClean="0"/>
            <a:t>智能环境</a:t>
          </a:r>
          <a:endParaRPr lang="zh-CN" sz="1800" b="1" dirty="0"/>
        </a:p>
      </dgm:t>
    </dgm:pt>
    <dgm:pt modelId="{4711C5C5-AFB5-4F25-A1AF-340BF0749B3A}" cxnId="{4330F5A5-DE00-4C4E-AD70-06025340EAB8}" type="parTrans">
      <dgm:prSet/>
      <dgm:spPr/>
      <dgm:t>
        <a:bodyPr/>
        <a:lstStyle/>
        <a:p>
          <a:pPr algn="ctr"/>
          <a:endParaRPr lang="zh-CN" altLang="en-US"/>
        </a:p>
      </dgm:t>
    </dgm:pt>
    <dgm:pt modelId="{42E1B696-4824-4997-9B3C-7A9809EEF0C0}" cxnId="{4330F5A5-DE00-4C4E-AD70-06025340EAB8}" type="sibTrans">
      <dgm:prSet/>
      <dgm:spPr/>
      <dgm:t>
        <a:bodyPr/>
        <a:lstStyle/>
        <a:p>
          <a:pPr algn="ctr"/>
          <a:endParaRPr lang="zh-CN" altLang="en-US"/>
        </a:p>
      </dgm:t>
    </dgm:pt>
    <dgm:pt modelId="{4BC691B0-B544-4515-A115-D7DBF6409515}">
      <dgm:prSet custT="1"/>
      <dgm:spPr/>
      <dgm:t>
        <a:bodyPr vert="horz"/>
        <a:lstStyle/>
        <a:p>
          <a:pPr algn="ctr" rtl="0"/>
          <a:r>
            <a:rPr lang="zh-CN" altLang="en-US" sz="1800" b="1" dirty="0" smtClean="0">
              <a:solidFill>
                <a:srgbClr val="FFC000"/>
              </a:solidFill>
              <a:effectLst>
                <a:outerShdw blurRad="38100" dist="38100" dir="2700000" algn="tl">
                  <a:srgbClr val="000000">
                    <a:alpha val="43137"/>
                  </a:srgbClr>
                </a:outerShdw>
              </a:effectLst>
            </a:rPr>
            <a:t>物联网应用</a:t>
          </a:r>
          <a:endParaRPr lang="zh-CN" altLang="en-US" sz="1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gm:t>
    </dgm:pt>
    <dgm:pt modelId="{0F8825B6-4109-4594-B66C-A67D294E51D3}" cxnId="{86D4881F-912E-4AE6-9BA3-F105F357AC94}" type="parTrans">
      <dgm:prSet/>
      <dgm:spPr/>
      <dgm:t>
        <a:bodyPr/>
        <a:lstStyle/>
        <a:p>
          <a:pPr algn="ctr"/>
          <a:endParaRPr lang="zh-CN" altLang="en-US"/>
        </a:p>
      </dgm:t>
    </dgm:pt>
    <dgm:pt modelId="{CA44B34C-2E66-4CD0-A236-55F2435BEB97}" cxnId="{86D4881F-912E-4AE6-9BA3-F105F357AC94}" type="sibTrans">
      <dgm:prSet/>
      <dgm:spPr/>
      <dgm:t>
        <a:bodyPr/>
        <a:lstStyle/>
        <a:p>
          <a:pPr algn="ctr"/>
          <a:endParaRPr lang="zh-CN" altLang="en-US"/>
        </a:p>
      </dgm:t>
    </dgm:pt>
    <dgm:pt modelId="{41C2C520-9769-4A3B-AC23-98BCA81F2F55}">
      <dgm:prSet custT="1"/>
      <dgm:spPr/>
      <dgm:t>
        <a:bodyPr/>
        <a:lstStyle/>
        <a:p>
          <a:pPr algn="ctr" rtl="0"/>
          <a:r>
            <a:rPr lang="en-US" altLang="zh-CN" sz="1800" b="1" dirty="0" smtClean="0"/>
            <a:t>4.</a:t>
          </a:r>
          <a:r>
            <a:rPr lang="zh-CN" altLang="en-US" sz="1800" b="1" dirty="0" smtClean="0"/>
            <a:t>智能交通</a:t>
          </a:r>
          <a:endParaRPr lang="zh-CN" sz="1800" b="1" dirty="0"/>
        </a:p>
      </dgm:t>
    </dgm:pt>
    <dgm:pt modelId="{7B10A891-A8D0-4653-9887-9618705AFF4A}" cxnId="{9BD25102-5D74-473B-9E45-F6B7991D21D1}" type="parTrans">
      <dgm:prSet/>
      <dgm:spPr/>
      <dgm:t>
        <a:bodyPr/>
        <a:lstStyle/>
        <a:p>
          <a:pPr algn="ctr"/>
          <a:endParaRPr lang="zh-CN" altLang="en-US"/>
        </a:p>
      </dgm:t>
    </dgm:pt>
    <dgm:pt modelId="{73E3CDE0-D12B-4380-8704-BE977373BAB5}" cxnId="{9BD25102-5D74-473B-9E45-F6B7991D21D1}" type="sibTrans">
      <dgm:prSet/>
      <dgm:spPr/>
      <dgm:t>
        <a:bodyPr/>
        <a:lstStyle/>
        <a:p>
          <a:pPr algn="ctr"/>
          <a:endParaRPr lang="zh-CN" altLang="en-US"/>
        </a:p>
      </dgm:t>
    </dgm:pt>
    <dgm:pt modelId="{98A7DA79-F287-4D90-A1DE-5A2702347D77}">
      <dgm:prSet custT="1"/>
      <dgm:spPr/>
      <dgm:t>
        <a:bodyPr/>
        <a:lstStyle/>
        <a:p>
          <a:pPr algn="ctr" rtl="0"/>
          <a:r>
            <a:rPr lang="en-US" altLang="zh-CN" sz="1800" b="1" dirty="0" smtClean="0"/>
            <a:t>5.</a:t>
          </a:r>
          <a:r>
            <a:rPr lang="zh-CN" altLang="en-US" sz="1800" b="1" dirty="0" smtClean="0"/>
            <a:t>智能物流</a:t>
          </a:r>
          <a:endParaRPr lang="zh-CN" sz="1800" b="1" dirty="0"/>
        </a:p>
      </dgm:t>
    </dgm:pt>
    <dgm:pt modelId="{9BA61516-6903-47BC-BF71-72AF6166E326}" cxnId="{E3D49871-6380-4898-AE0F-1EFD12D7AD44}" type="parTrans">
      <dgm:prSet/>
      <dgm:spPr/>
      <dgm:t>
        <a:bodyPr/>
        <a:lstStyle/>
        <a:p>
          <a:endParaRPr lang="zh-CN" altLang="en-US"/>
        </a:p>
      </dgm:t>
    </dgm:pt>
    <dgm:pt modelId="{66D5D957-F15A-4EB2-A094-7167ADFF9F90}" cxnId="{E3D49871-6380-4898-AE0F-1EFD12D7AD44}" type="sibTrans">
      <dgm:prSet/>
      <dgm:spPr/>
      <dgm:t>
        <a:bodyPr/>
        <a:lstStyle/>
        <a:p>
          <a:endParaRPr lang="zh-CN" altLang="en-US"/>
        </a:p>
      </dgm:t>
    </dgm:pt>
    <dgm:pt modelId="{A2F7039E-9F99-4AB1-8358-8BF90EC5D41A}">
      <dgm:prSet custT="1"/>
      <dgm:spPr/>
      <dgm:t>
        <a:bodyPr/>
        <a:lstStyle/>
        <a:p>
          <a:pPr algn="ctr" rtl="0"/>
          <a:r>
            <a:rPr lang="en-US" altLang="zh-CN" sz="1800" b="1" dirty="0" smtClean="0"/>
            <a:t>6.</a:t>
          </a:r>
          <a:r>
            <a:rPr lang="zh-CN" altLang="en-US" sz="1800" b="1" dirty="0" smtClean="0"/>
            <a:t>智能家居</a:t>
          </a:r>
          <a:endParaRPr lang="zh-CN" sz="1800" b="1" dirty="0"/>
        </a:p>
      </dgm:t>
    </dgm:pt>
    <dgm:pt modelId="{DE844EDB-C2AA-4E12-8B09-477B1CC2A163}" cxnId="{9976CD81-57B2-40B2-A68C-5396FF863BF3}" type="parTrans">
      <dgm:prSet/>
      <dgm:spPr/>
      <dgm:t>
        <a:bodyPr/>
        <a:lstStyle/>
        <a:p>
          <a:endParaRPr lang="zh-CN" altLang="en-US"/>
        </a:p>
      </dgm:t>
    </dgm:pt>
    <dgm:pt modelId="{2EC5DCFB-1EA1-4FBB-A055-825E7D344494}" cxnId="{9976CD81-57B2-40B2-A68C-5396FF863BF3}" type="sibTrans">
      <dgm:prSet/>
      <dgm:spPr/>
      <dgm:t>
        <a:bodyPr/>
        <a:lstStyle/>
        <a:p>
          <a:endParaRPr lang="zh-CN" altLang="en-US"/>
        </a:p>
      </dgm:t>
    </dgm:pt>
    <dgm:pt modelId="{E3812972-69CC-405D-8FE7-6692782C7269}">
      <dgm:prSet custT="1"/>
      <dgm:spPr/>
      <dgm:t>
        <a:bodyPr/>
        <a:lstStyle/>
        <a:p>
          <a:pPr algn="ctr" rtl="0"/>
          <a:r>
            <a:rPr lang="en-US" altLang="zh-CN" sz="1800" b="1" dirty="0" smtClean="0"/>
            <a:t>7.</a:t>
          </a:r>
          <a:r>
            <a:rPr lang="zh-CN" altLang="en-US" sz="1800" b="1" dirty="0" smtClean="0"/>
            <a:t>公共安全</a:t>
          </a:r>
          <a:endParaRPr lang="zh-CN" sz="1800" b="1" dirty="0"/>
        </a:p>
      </dgm:t>
    </dgm:pt>
    <dgm:pt modelId="{944A0F8F-5951-41E6-AF54-FDD4801B0249}" cxnId="{CB61173A-F4F3-43D0-8633-D8D9C3ED4106}" type="parTrans">
      <dgm:prSet/>
      <dgm:spPr/>
      <dgm:t>
        <a:bodyPr/>
        <a:lstStyle/>
        <a:p>
          <a:endParaRPr lang="zh-CN" altLang="en-US"/>
        </a:p>
      </dgm:t>
    </dgm:pt>
    <dgm:pt modelId="{2D5532C0-3475-44B5-94FB-3E9D369E11C7}" cxnId="{CB61173A-F4F3-43D0-8633-D8D9C3ED4106}" type="sibTrans">
      <dgm:prSet/>
      <dgm:spPr/>
      <dgm:t>
        <a:bodyPr/>
        <a:lstStyle/>
        <a:p>
          <a:endParaRPr lang="zh-CN" altLang="en-US"/>
        </a:p>
      </dgm:t>
    </dgm:pt>
    <dgm:pt modelId="{F3431E2F-8721-41FA-9727-40B46A09A597}">
      <dgm:prSet custT="1"/>
      <dgm:spPr/>
      <dgm:t>
        <a:bodyPr/>
        <a:lstStyle/>
        <a:p>
          <a:pPr algn="ctr" rtl="0"/>
          <a:r>
            <a:rPr lang="en-US" altLang="zh-CN" sz="1800" b="1" dirty="0" smtClean="0"/>
            <a:t>8.……</a:t>
          </a:r>
          <a:endParaRPr lang="zh-CN" sz="1800" b="1" dirty="0"/>
        </a:p>
      </dgm:t>
    </dgm:pt>
    <dgm:pt modelId="{8B027587-5A11-413B-BEEE-D1481CC1EFFE}" cxnId="{568454F8-D563-460A-8EA4-51C64424808D}" type="parTrans">
      <dgm:prSet/>
      <dgm:spPr/>
      <dgm:t>
        <a:bodyPr/>
        <a:lstStyle/>
        <a:p>
          <a:endParaRPr lang="zh-CN" altLang="en-US"/>
        </a:p>
      </dgm:t>
    </dgm:pt>
    <dgm:pt modelId="{FAE5D89C-AC02-4D8D-B005-DF81976A5F65}" cxnId="{568454F8-D563-460A-8EA4-51C64424808D}" type="sibTrans">
      <dgm:prSet/>
      <dgm:spPr/>
      <dgm:t>
        <a:bodyPr/>
        <a:lstStyle/>
        <a:p>
          <a:endParaRPr lang="zh-CN" altLang="en-US"/>
        </a:p>
      </dgm:t>
    </dgm:pt>
    <dgm:pt modelId="{5FFAEF46-4B7F-4921-9C12-6DE892FCB73F}" type="pres">
      <dgm:prSet presAssocID="{3BA69311-CFDB-40BD-A2D8-4A5059A81BFA}" presName="Name0" presStyleCnt="0">
        <dgm:presLayoutVars>
          <dgm:chMax val="1"/>
          <dgm:dir/>
          <dgm:animLvl val="ctr"/>
          <dgm:resizeHandles val="exact"/>
        </dgm:presLayoutVars>
      </dgm:prSet>
      <dgm:spPr/>
      <dgm:t>
        <a:bodyPr/>
        <a:lstStyle/>
        <a:p>
          <a:endParaRPr lang="zh-CN" altLang="en-US"/>
        </a:p>
      </dgm:t>
    </dgm:pt>
    <dgm:pt modelId="{70BF4FFC-C967-420D-8B83-F6697BC004DB}" type="pres">
      <dgm:prSet presAssocID="{4BC691B0-B544-4515-A115-D7DBF6409515}" presName="centerShape" presStyleLbl="node0" presStyleIdx="0" presStyleCnt="1"/>
      <dgm:spPr/>
      <dgm:t>
        <a:bodyPr/>
        <a:lstStyle/>
        <a:p>
          <a:endParaRPr lang="zh-CN" altLang="en-US"/>
        </a:p>
      </dgm:t>
    </dgm:pt>
    <dgm:pt modelId="{D0011AAA-24FC-4FBA-998A-FE82C4A87111}" type="pres">
      <dgm:prSet presAssocID="{F7552F8B-E499-4DA9-AD7C-E3B7E69C713E}" presName="parTrans" presStyleLbl="sibTrans2D1" presStyleIdx="0" presStyleCnt="8"/>
      <dgm:spPr/>
      <dgm:t>
        <a:bodyPr/>
        <a:lstStyle/>
        <a:p>
          <a:endParaRPr lang="zh-CN" altLang="en-US"/>
        </a:p>
      </dgm:t>
    </dgm:pt>
    <dgm:pt modelId="{548EAB55-132B-4666-83B4-A6BA53E5D336}" type="pres">
      <dgm:prSet presAssocID="{F7552F8B-E499-4DA9-AD7C-E3B7E69C713E}" presName="connectorText" presStyleLbl="sibTrans2D1" presStyleIdx="0" presStyleCnt="8"/>
      <dgm:spPr/>
      <dgm:t>
        <a:bodyPr/>
        <a:lstStyle/>
        <a:p>
          <a:endParaRPr lang="zh-CN" altLang="en-US"/>
        </a:p>
      </dgm:t>
    </dgm:pt>
    <dgm:pt modelId="{000D50C9-2C8D-4AEF-8F5D-ACA2B9EF11C5}" type="pres">
      <dgm:prSet presAssocID="{A651934C-0024-4B15-A4CD-7C5A4C06042A}" presName="node" presStyleLbl="node1" presStyleIdx="0" presStyleCnt="8">
        <dgm:presLayoutVars>
          <dgm:bulletEnabled val="1"/>
        </dgm:presLayoutVars>
      </dgm:prSet>
      <dgm:spPr/>
      <dgm:t>
        <a:bodyPr/>
        <a:lstStyle/>
        <a:p>
          <a:endParaRPr lang="zh-CN" altLang="en-US"/>
        </a:p>
      </dgm:t>
    </dgm:pt>
    <dgm:pt modelId="{97870B56-8F14-4CB6-86FA-42CBC67C5391}" type="pres">
      <dgm:prSet presAssocID="{D25C93D7-5D37-4866-8DB5-280BB9FE90CE}" presName="parTrans" presStyleLbl="sibTrans2D1" presStyleIdx="1" presStyleCnt="8"/>
      <dgm:spPr/>
      <dgm:t>
        <a:bodyPr/>
        <a:lstStyle/>
        <a:p>
          <a:endParaRPr lang="zh-CN" altLang="en-US"/>
        </a:p>
      </dgm:t>
    </dgm:pt>
    <dgm:pt modelId="{E58E9924-DC06-47DC-9C06-26AC33F7F15A}" type="pres">
      <dgm:prSet presAssocID="{D25C93D7-5D37-4866-8DB5-280BB9FE90CE}" presName="connectorText" presStyleLbl="sibTrans2D1" presStyleIdx="1" presStyleCnt="8"/>
      <dgm:spPr/>
      <dgm:t>
        <a:bodyPr/>
        <a:lstStyle/>
        <a:p>
          <a:endParaRPr lang="zh-CN" altLang="en-US"/>
        </a:p>
      </dgm:t>
    </dgm:pt>
    <dgm:pt modelId="{F5940658-C4FC-43C8-95EE-EA9F804AA1FE}" type="pres">
      <dgm:prSet presAssocID="{50D99395-8E64-4658-965D-36CDE70BA698}" presName="node" presStyleLbl="node1" presStyleIdx="1" presStyleCnt="8">
        <dgm:presLayoutVars>
          <dgm:bulletEnabled val="1"/>
        </dgm:presLayoutVars>
      </dgm:prSet>
      <dgm:spPr/>
      <dgm:t>
        <a:bodyPr/>
        <a:lstStyle/>
        <a:p>
          <a:endParaRPr lang="zh-CN" altLang="en-US"/>
        </a:p>
      </dgm:t>
    </dgm:pt>
    <dgm:pt modelId="{DFBF5792-B21E-444D-B3A8-635966AA9F10}" type="pres">
      <dgm:prSet presAssocID="{4711C5C5-AFB5-4F25-A1AF-340BF0749B3A}" presName="parTrans" presStyleLbl="sibTrans2D1" presStyleIdx="2" presStyleCnt="8"/>
      <dgm:spPr/>
      <dgm:t>
        <a:bodyPr/>
        <a:lstStyle/>
        <a:p>
          <a:endParaRPr lang="zh-CN" altLang="en-US"/>
        </a:p>
      </dgm:t>
    </dgm:pt>
    <dgm:pt modelId="{27985D8F-9AEA-4975-8639-34F86C0FC2EC}" type="pres">
      <dgm:prSet presAssocID="{4711C5C5-AFB5-4F25-A1AF-340BF0749B3A}" presName="connectorText" presStyleLbl="sibTrans2D1" presStyleIdx="2" presStyleCnt="8"/>
      <dgm:spPr/>
      <dgm:t>
        <a:bodyPr/>
        <a:lstStyle/>
        <a:p>
          <a:endParaRPr lang="zh-CN" altLang="en-US"/>
        </a:p>
      </dgm:t>
    </dgm:pt>
    <dgm:pt modelId="{D8AE3CF3-571C-47AB-8EB2-63E35405C6F7}" type="pres">
      <dgm:prSet presAssocID="{9C94D297-61BA-4E38-A228-DFE70405A161}" presName="node" presStyleLbl="node1" presStyleIdx="2" presStyleCnt="8">
        <dgm:presLayoutVars>
          <dgm:bulletEnabled val="1"/>
        </dgm:presLayoutVars>
      </dgm:prSet>
      <dgm:spPr/>
      <dgm:t>
        <a:bodyPr/>
        <a:lstStyle/>
        <a:p>
          <a:endParaRPr lang="zh-CN" altLang="en-US"/>
        </a:p>
      </dgm:t>
    </dgm:pt>
    <dgm:pt modelId="{B2BB1AD3-DBF0-4E59-BAA0-84844565FABF}" type="pres">
      <dgm:prSet presAssocID="{7B10A891-A8D0-4653-9887-9618705AFF4A}" presName="parTrans" presStyleLbl="sibTrans2D1" presStyleIdx="3" presStyleCnt="8"/>
      <dgm:spPr/>
      <dgm:t>
        <a:bodyPr/>
        <a:lstStyle/>
        <a:p>
          <a:endParaRPr lang="zh-CN" altLang="en-US"/>
        </a:p>
      </dgm:t>
    </dgm:pt>
    <dgm:pt modelId="{59E519A1-23D8-4A18-A612-AD1E1298BFD7}" type="pres">
      <dgm:prSet presAssocID="{7B10A891-A8D0-4653-9887-9618705AFF4A}" presName="connectorText" presStyleLbl="sibTrans2D1" presStyleIdx="3" presStyleCnt="8"/>
      <dgm:spPr/>
      <dgm:t>
        <a:bodyPr/>
        <a:lstStyle/>
        <a:p>
          <a:endParaRPr lang="zh-CN" altLang="en-US"/>
        </a:p>
      </dgm:t>
    </dgm:pt>
    <dgm:pt modelId="{D81655B3-9906-4F40-9FE3-1C31C864BD52}" type="pres">
      <dgm:prSet presAssocID="{41C2C520-9769-4A3B-AC23-98BCA81F2F55}" presName="node" presStyleLbl="node1" presStyleIdx="3" presStyleCnt="8">
        <dgm:presLayoutVars>
          <dgm:bulletEnabled val="1"/>
        </dgm:presLayoutVars>
      </dgm:prSet>
      <dgm:spPr/>
      <dgm:t>
        <a:bodyPr/>
        <a:lstStyle/>
        <a:p>
          <a:endParaRPr lang="zh-CN" altLang="en-US"/>
        </a:p>
      </dgm:t>
    </dgm:pt>
    <dgm:pt modelId="{A45EA1FD-42B5-4933-B49B-64AFF20EA441}" type="pres">
      <dgm:prSet presAssocID="{9BA61516-6903-47BC-BF71-72AF6166E326}" presName="parTrans" presStyleLbl="sibTrans2D1" presStyleIdx="4" presStyleCnt="8"/>
      <dgm:spPr/>
      <dgm:t>
        <a:bodyPr/>
        <a:lstStyle/>
        <a:p>
          <a:endParaRPr lang="zh-CN" altLang="en-US"/>
        </a:p>
      </dgm:t>
    </dgm:pt>
    <dgm:pt modelId="{C581B6AE-7A31-4948-8D19-F5030B89BB7C}" type="pres">
      <dgm:prSet presAssocID="{9BA61516-6903-47BC-BF71-72AF6166E326}" presName="connectorText" presStyleLbl="sibTrans2D1" presStyleIdx="4" presStyleCnt="8"/>
      <dgm:spPr/>
      <dgm:t>
        <a:bodyPr/>
        <a:lstStyle/>
        <a:p>
          <a:endParaRPr lang="zh-CN" altLang="en-US"/>
        </a:p>
      </dgm:t>
    </dgm:pt>
    <dgm:pt modelId="{47232F19-7E63-4293-8E12-593B5E87CA23}" type="pres">
      <dgm:prSet presAssocID="{98A7DA79-F287-4D90-A1DE-5A2702347D77}" presName="node" presStyleLbl="node1" presStyleIdx="4" presStyleCnt="8">
        <dgm:presLayoutVars>
          <dgm:bulletEnabled val="1"/>
        </dgm:presLayoutVars>
      </dgm:prSet>
      <dgm:spPr/>
      <dgm:t>
        <a:bodyPr/>
        <a:lstStyle/>
        <a:p>
          <a:endParaRPr lang="zh-CN" altLang="en-US"/>
        </a:p>
      </dgm:t>
    </dgm:pt>
    <dgm:pt modelId="{6FDAFFAE-66A9-4E5E-84AA-C76788A3EF27}" type="pres">
      <dgm:prSet presAssocID="{DE844EDB-C2AA-4E12-8B09-477B1CC2A163}" presName="parTrans" presStyleLbl="sibTrans2D1" presStyleIdx="5" presStyleCnt="8"/>
      <dgm:spPr/>
      <dgm:t>
        <a:bodyPr/>
        <a:lstStyle/>
        <a:p>
          <a:endParaRPr lang="zh-CN" altLang="en-US"/>
        </a:p>
      </dgm:t>
    </dgm:pt>
    <dgm:pt modelId="{F0C0402D-7B5C-4840-8677-1E9BDD4261B4}" type="pres">
      <dgm:prSet presAssocID="{DE844EDB-C2AA-4E12-8B09-477B1CC2A163}" presName="connectorText" presStyleLbl="sibTrans2D1" presStyleIdx="5" presStyleCnt="8"/>
      <dgm:spPr/>
      <dgm:t>
        <a:bodyPr/>
        <a:lstStyle/>
        <a:p>
          <a:endParaRPr lang="zh-CN" altLang="en-US"/>
        </a:p>
      </dgm:t>
    </dgm:pt>
    <dgm:pt modelId="{14450998-7170-4651-9D12-C29E619FEA7E}" type="pres">
      <dgm:prSet presAssocID="{A2F7039E-9F99-4AB1-8358-8BF90EC5D41A}" presName="node" presStyleLbl="node1" presStyleIdx="5" presStyleCnt="8">
        <dgm:presLayoutVars>
          <dgm:bulletEnabled val="1"/>
        </dgm:presLayoutVars>
      </dgm:prSet>
      <dgm:spPr/>
      <dgm:t>
        <a:bodyPr/>
        <a:lstStyle/>
        <a:p>
          <a:endParaRPr lang="zh-CN" altLang="en-US"/>
        </a:p>
      </dgm:t>
    </dgm:pt>
    <dgm:pt modelId="{2807783B-7069-4942-A933-D7E0566D7E5B}" type="pres">
      <dgm:prSet presAssocID="{944A0F8F-5951-41E6-AF54-FDD4801B0249}" presName="parTrans" presStyleLbl="sibTrans2D1" presStyleIdx="6" presStyleCnt="8"/>
      <dgm:spPr/>
      <dgm:t>
        <a:bodyPr/>
        <a:lstStyle/>
        <a:p>
          <a:endParaRPr lang="zh-CN" altLang="en-US"/>
        </a:p>
      </dgm:t>
    </dgm:pt>
    <dgm:pt modelId="{741071DB-B986-4B71-963D-E7FE62C9681E}" type="pres">
      <dgm:prSet presAssocID="{944A0F8F-5951-41E6-AF54-FDD4801B0249}" presName="connectorText" presStyleLbl="sibTrans2D1" presStyleIdx="6" presStyleCnt="8"/>
      <dgm:spPr/>
      <dgm:t>
        <a:bodyPr/>
        <a:lstStyle/>
        <a:p>
          <a:endParaRPr lang="zh-CN" altLang="en-US"/>
        </a:p>
      </dgm:t>
    </dgm:pt>
    <dgm:pt modelId="{6216915F-411B-4871-AA50-BE287CE2FFD2}" type="pres">
      <dgm:prSet presAssocID="{E3812972-69CC-405D-8FE7-6692782C7269}" presName="node" presStyleLbl="node1" presStyleIdx="6" presStyleCnt="8">
        <dgm:presLayoutVars>
          <dgm:bulletEnabled val="1"/>
        </dgm:presLayoutVars>
      </dgm:prSet>
      <dgm:spPr/>
      <dgm:t>
        <a:bodyPr/>
        <a:lstStyle/>
        <a:p>
          <a:endParaRPr lang="zh-CN" altLang="en-US"/>
        </a:p>
      </dgm:t>
    </dgm:pt>
    <dgm:pt modelId="{2C27F69A-96F5-4D81-94BB-ACCFD3D1ACF4}" type="pres">
      <dgm:prSet presAssocID="{8B027587-5A11-413B-BEEE-D1481CC1EFFE}" presName="parTrans" presStyleLbl="sibTrans2D1" presStyleIdx="7" presStyleCnt="8"/>
      <dgm:spPr/>
      <dgm:t>
        <a:bodyPr/>
        <a:lstStyle/>
        <a:p>
          <a:endParaRPr lang="zh-CN" altLang="en-US"/>
        </a:p>
      </dgm:t>
    </dgm:pt>
    <dgm:pt modelId="{8A0F795E-646A-4F5F-9B4B-145FE54C0482}" type="pres">
      <dgm:prSet presAssocID="{8B027587-5A11-413B-BEEE-D1481CC1EFFE}" presName="connectorText" presStyleLbl="sibTrans2D1" presStyleIdx="7" presStyleCnt="8"/>
      <dgm:spPr/>
      <dgm:t>
        <a:bodyPr/>
        <a:lstStyle/>
        <a:p>
          <a:endParaRPr lang="zh-CN" altLang="en-US"/>
        </a:p>
      </dgm:t>
    </dgm:pt>
    <dgm:pt modelId="{BEC222A7-5FA9-4DDB-929B-F126203D6490}" type="pres">
      <dgm:prSet presAssocID="{F3431E2F-8721-41FA-9727-40B46A09A597}" presName="node" presStyleLbl="node1" presStyleIdx="7" presStyleCnt="8">
        <dgm:presLayoutVars>
          <dgm:bulletEnabled val="1"/>
        </dgm:presLayoutVars>
      </dgm:prSet>
      <dgm:spPr/>
      <dgm:t>
        <a:bodyPr/>
        <a:lstStyle/>
        <a:p>
          <a:endParaRPr lang="zh-CN" altLang="en-US"/>
        </a:p>
      </dgm:t>
    </dgm:pt>
  </dgm:ptLst>
  <dgm:cxnLst>
    <dgm:cxn modelId="{9DE737F0-2903-42A6-BE9E-B68D397A06F0}" type="presOf" srcId="{9C94D297-61BA-4E38-A228-DFE70405A161}" destId="{D8AE3CF3-571C-47AB-8EB2-63E35405C6F7}" srcOrd="0" destOrd="0" presId="urn:microsoft.com/office/officeart/2005/8/layout/radial5"/>
    <dgm:cxn modelId="{9976CD81-57B2-40B2-A68C-5396FF863BF3}" srcId="{4BC691B0-B544-4515-A115-D7DBF6409515}" destId="{A2F7039E-9F99-4AB1-8358-8BF90EC5D41A}" srcOrd="5" destOrd="0" parTransId="{DE844EDB-C2AA-4E12-8B09-477B1CC2A163}" sibTransId="{2EC5DCFB-1EA1-4FBB-A055-825E7D344494}"/>
    <dgm:cxn modelId="{9C138008-5761-4C50-86AB-DA5630065A08}" type="presOf" srcId="{D25C93D7-5D37-4866-8DB5-280BB9FE90CE}" destId="{97870B56-8F14-4CB6-86FA-42CBC67C5391}" srcOrd="0" destOrd="0" presId="urn:microsoft.com/office/officeart/2005/8/layout/radial5"/>
    <dgm:cxn modelId="{59DA3549-8D26-40DA-8CF2-7E8883E5A6AB}" type="presOf" srcId="{944A0F8F-5951-41E6-AF54-FDD4801B0249}" destId="{2807783B-7069-4942-A933-D7E0566D7E5B}" srcOrd="0" destOrd="0" presId="urn:microsoft.com/office/officeart/2005/8/layout/radial5"/>
    <dgm:cxn modelId="{FAE24063-FF63-47B5-B1CA-B70AD443740A}" srcId="{4BC691B0-B544-4515-A115-D7DBF6409515}" destId="{50D99395-8E64-4658-965D-36CDE70BA698}" srcOrd="1" destOrd="0" parTransId="{D25C93D7-5D37-4866-8DB5-280BB9FE90CE}" sibTransId="{4D5AE3F9-F9A3-46B9-B97A-0C3705B4B8FC}"/>
    <dgm:cxn modelId="{6A54E285-A077-47A7-AC12-154FFC7CC7F1}" type="presOf" srcId="{7B10A891-A8D0-4653-9887-9618705AFF4A}" destId="{B2BB1AD3-DBF0-4E59-BAA0-84844565FABF}" srcOrd="0" destOrd="0" presId="urn:microsoft.com/office/officeart/2005/8/layout/radial5"/>
    <dgm:cxn modelId="{48980EE6-FDEA-4173-8D98-C611EE55B1E8}" type="presOf" srcId="{50D99395-8E64-4658-965D-36CDE70BA698}" destId="{F5940658-C4FC-43C8-95EE-EA9F804AA1FE}" srcOrd="0" destOrd="0" presId="urn:microsoft.com/office/officeart/2005/8/layout/radial5"/>
    <dgm:cxn modelId="{86D4881F-912E-4AE6-9BA3-F105F357AC94}" srcId="{3BA69311-CFDB-40BD-A2D8-4A5059A81BFA}" destId="{4BC691B0-B544-4515-A115-D7DBF6409515}" srcOrd="0" destOrd="0" parTransId="{0F8825B6-4109-4594-B66C-A67D294E51D3}" sibTransId="{CA44B34C-2E66-4CD0-A236-55F2435BEB97}"/>
    <dgm:cxn modelId="{CDB81A73-57CE-4E44-9F3C-C05F29A0B0D3}" type="presOf" srcId="{7B10A891-A8D0-4653-9887-9618705AFF4A}" destId="{59E519A1-23D8-4A18-A612-AD1E1298BFD7}" srcOrd="1" destOrd="0" presId="urn:microsoft.com/office/officeart/2005/8/layout/radial5"/>
    <dgm:cxn modelId="{6C0435B9-85EA-46AA-99C2-8C6D301F569B}" type="presOf" srcId="{3BA69311-CFDB-40BD-A2D8-4A5059A81BFA}" destId="{5FFAEF46-4B7F-4921-9C12-6DE892FCB73F}" srcOrd="0" destOrd="0" presId="urn:microsoft.com/office/officeart/2005/8/layout/radial5"/>
    <dgm:cxn modelId="{8B4C2097-6622-4A5B-A0D4-63DEED3BB548}" type="presOf" srcId="{DE844EDB-C2AA-4E12-8B09-477B1CC2A163}" destId="{F0C0402D-7B5C-4840-8677-1E9BDD4261B4}" srcOrd="1" destOrd="0" presId="urn:microsoft.com/office/officeart/2005/8/layout/radial5"/>
    <dgm:cxn modelId="{568454F8-D563-460A-8EA4-51C64424808D}" srcId="{4BC691B0-B544-4515-A115-D7DBF6409515}" destId="{F3431E2F-8721-41FA-9727-40B46A09A597}" srcOrd="7" destOrd="0" parTransId="{8B027587-5A11-413B-BEEE-D1481CC1EFFE}" sibTransId="{FAE5D89C-AC02-4D8D-B005-DF81976A5F65}"/>
    <dgm:cxn modelId="{2ECEE418-8948-4042-A550-54531A763A7F}" type="presOf" srcId="{98A7DA79-F287-4D90-A1DE-5A2702347D77}" destId="{47232F19-7E63-4293-8E12-593B5E87CA23}" srcOrd="0" destOrd="0" presId="urn:microsoft.com/office/officeart/2005/8/layout/radial5"/>
    <dgm:cxn modelId="{B0DE4612-D742-4A4F-B6BE-85BB13F21719}" type="presOf" srcId="{A651934C-0024-4B15-A4CD-7C5A4C06042A}" destId="{000D50C9-2C8D-4AEF-8F5D-ACA2B9EF11C5}" srcOrd="0" destOrd="0" presId="urn:microsoft.com/office/officeart/2005/8/layout/radial5"/>
    <dgm:cxn modelId="{1D0FF32B-2A70-4B59-A1FA-4C596C19825E}" type="presOf" srcId="{4711C5C5-AFB5-4F25-A1AF-340BF0749B3A}" destId="{DFBF5792-B21E-444D-B3A8-635966AA9F10}" srcOrd="0" destOrd="0" presId="urn:microsoft.com/office/officeart/2005/8/layout/radial5"/>
    <dgm:cxn modelId="{B3D4802F-0083-4A5F-8886-F4610B68BA82}" type="presOf" srcId="{F7552F8B-E499-4DA9-AD7C-E3B7E69C713E}" destId="{548EAB55-132B-4666-83B4-A6BA53E5D336}" srcOrd="1" destOrd="0" presId="urn:microsoft.com/office/officeart/2005/8/layout/radial5"/>
    <dgm:cxn modelId="{4AA9ECC6-F9B3-4730-9A9F-289AFB8AB44A}" type="presOf" srcId="{9BA61516-6903-47BC-BF71-72AF6166E326}" destId="{C581B6AE-7A31-4948-8D19-F5030B89BB7C}" srcOrd="1" destOrd="0" presId="urn:microsoft.com/office/officeart/2005/8/layout/radial5"/>
    <dgm:cxn modelId="{EFB4AC48-8E1E-411E-877D-A5E6DCBE0055}" type="presOf" srcId="{41C2C520-9769-4A3B-AC23-98BCA81F2F55}" destId="{D81655B3-9906-4F40-9FE3-1C31C864BD52}" srcOrd="0" destOrd="0" presId="urn:microsoft.com/office/officeart/2005/8/layout/radial5"/>
    <dgm:cxn modelId="{35AFC404-18B6-4F25-B782-337EF66E336C}" type="presOf" srcId="{E3812972-69CC-405D-8FE7-6692782C7269}" destId="{6216915F-411B-4871-AA50-BE287CE2FFD2}" srcOrd="0" destOrd="0" presId="urn:microsoft.com/office/officeart/2005/8/layout/radial5"/>
    <dgm:cxn modelId="{4330F5A5-DE00-4C4E-AD70-06025340EAB8}" srcId="{4BC691B0-B544-4515-A115-D7DBF6409515}" destId="{9C94D297-61BA-4E38-A228-DFE70405A161}" srcOrd="2" destOrd="0" parTransId="{4711C5C5-AFB5-4F25-A1AF-340BF0749B3A}" sibTransId="{42E1B696-4824-4997-9B3C-7A9809EEF0C0}"/>
    <dgm:cxn modelId="{E3D49871-6380-4898-AE0F-1EFD12D7AD44}" srcId="{4BC691B0-B544-4515-A115-D7DBF6409515}" destId="{98A7DA79-F287-4D90-A1DE-5A2702347D77}" srcOrd="4" destOrd="0" parTransId="{9BA61516-6903-47BC-BF71-72AF6166E326}" sibTransId="{66D5D957-F15A-4EB2-A094-7167ADFF9F90}"/>
    <dgm:cxn modelId="{95FA33B2-CF18-4955-BBD9-084B228F2A7F}" type="presOf" srcId="{DE844EDB-C2AA-4E12-8B09-477B1CC2A163}" destId="{6FDAFFAE-66A9-4E5E-84AA-C76788A3EF27}" srcOrd="0" destOrd="0" presId="urn:microsoft.com/office/officeart/2005/8/layout/radial5"/>
    <dgm:cxn modelId="{CB61173A-F4F3-43D0-8633-D8D9C3ED4106}" srcId="{4BC691B0-B544-4515-A115-D7DBF6409515}" destId="{E3812972-69CC-405D-8FE7-6692782C7269}" srcOrd="6" destOrd="0" parTransId="{944A0F8F-5951-41E6-AF54-FDD4801B0249}" sibTransId="{2D5532C0-3475-44B5-94FB-3E9D369E11C7}"/>
    <dgm:cxn modelId="{EF9F50A8-20D4-4EC9-A4B4-4CF766A2AD40}" srcId="{4BC691B0-B544-4515-A115-D7DBF6409515}" destId="{A651934C-0024-4B15-A4CD-7C5A4C06042A}" srcOrd="0" destOrd="0" parTransId="{F7552F8B-E499-4DA9-AD7C-E3B7E69C713E}" sibTransId="{BA8E9852-F898-44D2-97C4-EFFD9A4095DC}"/>
    <dgm:cxn modelId="{355AE84A-FD3A-459D-A6F3-D0868D66EFB7}" type="presOf" srcId="{4BC691B0-B544-4515-A115-D7DBF6409515}" destId="{70BF4FFC-C967-420D-8B83-F6697BC004DB}" srcOrd="0" destOrd="0" presId="urn:microsoft.com/office/officeart/2005/8/layout/radial5"/>
    <dgm:cxn modelId="{BAAB7DA8-AA32-4782-BDB8-BBF34AD394D8}" type="presOf" srcId="{8B027587-5A11-413B-BEEE-D1481CC1EFFE}" destId="{2C27F69A-96F5-4D81-94BB-ACCFD3D1ACF4}" srcOrd="0" destOrd="0" presId="urn:microsoft.com/office/officeart/2005/8/layout/radial5"/>
    <dgm:cxn modelId="{9F74C3E1-7BD2-48A3-B6B0-4AA8C055CF23}" type="presOf" srcId="{A2F7039E-9F99-4AB1-8358-8BF90EC5D41A}" destId="{14450998-7170-4651-9D12-C29E619FEA7E}" srcOrd="0" destOrd="0" presId="urn:microsoft.com/office/officeart/2005/8/layout/radial5"/>
    <dgm:cxn modelId="{9BD25102-5D74-473B-9E45-F6B7991D21D1}" srcId="{4BC691B0-B544-4515-A115-D7DBF6409515}" destId="{41C2C520-9769-4A3B-AC23-98BCA81F2F55}" srcOrd="3" destOrd="0" parTransId="{7B10A891-A8D0-4653-9887-9618705AFF4A}" sibTransId="{73E3CDE0-D12B-4380-8704-BE977373BAB5}"/>
    <dgm:cxn modelId="{1FDC6707-8998-4A19-89C7-4D3910B97599}" type="presOf" srcId="{F3431E2F-8721-41FA-9727-40B46A09A597}" destId="{BEC222A7-5FA9-4DDB-929B-F126203D6490}" srcOrd="0" destOrd="0" presId="urn:microsoft.com/office/officeart/2005/8/layout/radial5"/>
    <dgm:cxn modelId="{F3EB4D1E-3622-4943-9B04-B5156069D7FA}" type="presOf" srcId="{D25C93D7-5D37-4866-8DB5-280BB9FE90CE}" destId="{E58E9924-DC06-47DC-9C06-26AC33F7F15A}" srcOrd="1" destOrd="0" presId="urn:microsoft.com/office/officeart/2005/8/layout/radial5"/>
    <dgm:cxn modelId="{24714913-4702-4E74-9BDD-E3C4C40B738D}" type="presOf" srcId="{4711C5C5-AFB5-4F25-A1AF-340BF0749B3A}" destId="{27985D8F-9AEA-4975-8639-34F86C0FC2EC}" srcOrd="1" destOrd="0" presId="urn:microsoft.com/office/officeart/2005/8/layout/radial5"/>
    <dgm:cxn modelId="{BF5FA146-34BD-42F8-A70F-62F57CE7F6F8}" type="presOf" srcId="{944A0F8F-5951-41E6-AF54-FDD4801B0249}" destId="{741071DB-B986-4B71-963D-E7FE62C9681E}" srcOrd="1" destOrd="0" presId="urn:microsoft.com/office/officeart/2005/8/layout/radial5"/>
    <dgm:cxn modelId="{00C6ED59-0436-42C7-BB00-483D965F8CA0}" type="presOf" srcId="{F7552F8B-E499-4DA9-AD7C-E3B7E69C713E}" destId="{D0011AAA-24FC-4FBA-998A-FE82C4A87111}" srcOrd="0" destOrd="0" presId="urn:microsoft.com/office/officeart/2005/8/layout/radial5"/>
    <dgm:cxn modelId="{79A7EE9F-396A-4562-B563-BF1BC5EF2C13}" type="presOf" srcId="{9BA61516-6903-47BC-BF71-72AF6166E326}" destId="{A45EA1FD-42B5-4933-B49B-64AFF20EA441}" srcOrd="0" destOrd="0" presId="urn:microsoft.com/office/officeart/2005/8/layout/radial5"/>
    <dgm:cxn modelId="{A0371724-BD26-4308-AB6A-AB961BB876AF}" type="presOf" srcId="{8B027587-5A11-413B-BEEE-D1481CC1EFFE}" destId="{8A0F795E-646A-4F5F-9B4B-145FE54C0482}" srcOrd="1" destOrd="0" presId="urn:microsoft.com/office/officeart/2005/8/layout/radial5"/>
    <dgm:cxn modelId="{F5FCF465-BE6C-4CE7-A2D2-4889FC6058D8}" type="presParOf" srcId="{5FFAEF46-4B7F-4921-9C12-6DE892FCB73F}" destId="{70BF4FFC-C967-420D-8B83-F6697BC004DB}" srcOrd="0" destOrd="0" presId="urn:microsoft.com/office/officeart/2005/8/layout/radial5"/>
    <dgm:cxn modelId="{AED85D49-2297-473F-AA6E-B692D0E6E569}" type="presParOf" srcId="{5FFAEF46-4B7F-4921-9C12-6DE892FCB73F}" destId="{D0011AAA-24FC-4FBA-998A-FE82C4A87111}" srcOrd="1" destOrd="0" presId="urn:microsoft.com/office/officeart/2005/8/layout/radial5"/>
    <dgm:cxn modelId="{8AD02A30-59FF-4D69-8F68-F36990BA9D67}" type="presParOf" srcId="{D0011AAA-24FC-4FBA-998A-FE82C4A87111}" destId="{548EAB55-132B-4666-83B4-A6BA53E5D336}" srcOrd="0" destOrd="0" presId="urn:microsoft.com/office/officeart/2005/8/layout/radial5"/>
    <dgm:cxn modelId="{226F82CF-931F-4C60-843B-89F788CF84F9}" type="presParOf" srcId="{5FFAEF46-4B7F-4921-9C12-6DE892FCB73F}" destId="{000D50C9-2C8D-4AEF-8F5D-ACA2B9EF11C5}" srcOrd="2" destOrd="0" presId="urn:microsoft.com/office/officeart/2005/8/layout/radial5"/>
    <dgm:cxn modelId="{D54E4FEA-FE3F-440E-AE10-976D3210D927}" type="presParOf" srcId="{5FFAEF46-4B7F-4921-9C12-6DE892FCB73F}" destId="{97870B56-8F14-4CB6-86FA-42CBC67C5391}" srcOrd="3" destOrd="0" presId="urn:microsoft.com/office/officeart/2005/8/layout/radial5"/>
    <dgm:cxn modelId="{7CE166F1-5555-48C2-8184-5FBF73456537}" type="presParOf" srcId="{97870B56-8F14-4CB6-86FA-42CBC67C5391}" destId="{E58E9924-DC06-47DC-9C06-26AC33F7F15A}" srcOrd="0" destOrd="0" presId="urn:microsoft.com/office/officeart/2005/8/layout/radial5"/>
    <dgm:cxn modelId="{55E2C325-19D6-4805-AACA-F059D8E9F465}" type="presParOf" srcId="{5FFAEF46-4B7F-4921-9C12-6DE892FCB73F}" destId="{F5940658-C4FC-43C8-95EE-EA9F804AA1FE}" srcOrd="4" destOrd="0" presId="urn:microsoft.com/office/officeart/2005/8/layout/radial5"/>
    <dgm:cxn modelId="{75CA239B-D06D-4C6B-8234-51F0CEF99812}" type="presParOf" srcId="{5FFAEF46-4B7F-4921-9C12-6DE892FCB73F}" destId="{DFBF5792-B21E-444D-B3A8-635966AA9F10}" srcOrd="5" destOrd="0" presId="urn:microsoft.com/office/officeart/2005/8/layout/radial5"/>
    <dgm:cxn modelId="{235DDBA4-253B-4639-9A5C-52A03BEC1920}" type="presParOf" srcId="{DFBF5792-B21E-444D-B3A8-635966AA9F10}" destId="{27985D8F-9AEA-4975-8639-34F86C0FC2EC}" srcOrd="0" destOrd="0" presId="urn:microsoft.com/office/officeart/2005/8/layout/radial5"/>
    <dgm:cxn modelId="{9969E0C3-50D1-48CF-BDFA-E5E2D2E59906}" type="presParOf" srcId="{5FFAEF46-4B7F-4921-9C12-6DE892FCB73F}" destId="{D8AE3CF3-571C-47AB-8EB2-63E35405C6F7}" srcOrd="6" destOrd="0" presId="urn:microsoft.com/office/officeart/2005/8/layout/radial5"/>
    <dgm:cxn modelId="{4F096225-B1ED-492E-AE9C-C800DC9FE6C6}" type="presParOf" srcId="{5FFAEF46-4B7F-4921-9C12-6DE892FCB73F}" destId="{B2BB1AD3-DBF0-4E59-BAA0-84844565FABF}" srcOrd="7" destOrd="0" presId="urn:microsoft.com/office/officeart/2005/8/layout/radial5"/>
    <dgm:cxn modelId="{C82BE237-EA1B-454E-99C7-50A56B3F4AF7}" type="presParOf" srcId="{B2BB1AD3-DBF0-4E59-BAA0-84844565FABF}" destId="{59E519A1-23D8-4A18-A612-AD1E1298BFD7}" srcOrd="0" destOrd="0" presId="urn:microsoft.com/office/officeart/2005/8/layout/radial5"/>
    <dgm:cxn modelId="{C164FAD0-AA6C-4EF5-B86F-D1B49A6AB8D4}" type="presParOf" srcId="{5FFAEF46-4B7F-4921-9C12-6DE892FCB73F}" destId="{D81655B3-9906-4F40-9FE3-1C31C864BD52}" srcOrd="8" destOrd="0" presId="urn:microsoft.com/office/officeart/2005/8/layout/radial5"/>
    <dgm:cxn modelId="{6FF71EE8-3FA8-4EE5-A874-40D29774BE57}" type="presParOf" srcId="{5FFAEF46-4B7F-4921-9C12-6DE892FCB73F}" destId="{A45EA1FD-42B5-4933-B49B-64AFF20EA441}" srcOrd="9" destOrd="0" presId="urn:microsoft.com/office/officeart/2005/8/layout/radial5"/>
    <dgm:cxn modelId="{A1375241-99DD-492F-B025-F5673378AB69}" type="presParOf" srcId="{A45EA1FD-42B5-4933-B49B-64AFF20EA441}" destId="{C581B6AE-7A31-4948-8D19-F5030B89BB7C}" srcOrd="0" destOrd="0" presId="urn:microsoft.com/office/officeart/2005/8/layout/radial5"/>
    <dgm:cxn modelId="{C9444E23-63E0-4A5B-8D08-5F3C09A9D87D}" type="presParOf" srcId="{5FFAEF46-4B7F-4921-9C12-6DE892FCB73F}" destId="{47232F19-7E63-4293-8E12-593B5E87CA23}" srcOrd="10" destOrd="0" presId="urn:microsoft.com/office/officeart/2005/8/layout/radial5"/>
    <dgm:cxn modelId="{03EBC8B0-3323-4FFA-9331-AD735FE37238}" type="presParOf" srcId="{5FFAEF46-4B7F-4921-9C12-6DE892FCB73F}" destId="{6FDAFFAE-66A9-4E5E-84AA-C76788A3EF27}" srcOrd="11" destOrd="0" presId="urn:microsoft.com/office/officeart/2005/8/layout/radial5"/>
    <dgm:cxn modelId="{1C4BCAE6-0D75-46B4-9523-06B7443D1323}" type="presParOf" srcId="{6FDAFFAE-66A9-4E5E-84AA-C76788A3EF27}" destId="{F0C0402D-7B5C-4840-8677-1E9BDD4261B4}" srcOrd="0" destOrd="0" presId="urn:microsoft.com/office/officeart/2005/8/layout/radial5"/>
    <dgm:cxn modelId="{79C23084-878A-4860-8FBA-2337BCC7C322}" type="presParOf" srcId="{5FFAEF46-4B7F-4921-9C12-6DE892FCB73F}" destId="{14450998-7170-4651-9D12-C29E619FEA7E}" srcOrd="12" destOrd="0" presId="urn:microsoft.com/office/officeart/2005/8/layout/radial5"/>
    <dgm:cxn modelId="{6BD08250-1C2E-441A-A2C0-8A85B2B05379}" type="presParOf" srcId="{5FFAEF46-4B7F-4921-9C12-6DE892FCB73F}" destId="{2807783B-7069-4942-A933-D7E0566D7E5B}" srcOrd="13" destOrd="0" presId="urn:microsoft.com/office/officeart/2005/8/layout/radial5"/>
    <dgm:cxn modelId="{458A250E-08DA-463C-9B5D-08F6DE704376}" type="presParOf" srcId="{2807783B-7069-4942-A933-D7E0566D7E5B}" destId="{741071DB-B986-4B71-963D-E7FE62C9681E}" srcOrd="0" destOrd="0" presId="urn:microsoft.com/office/officeart/2005/8/layout/radial5"/>
    <dgm:cxn modelId="{83864D3F-A1B4-4EF4-A0EA-3A395F111173}" type="presParOf" srcId="{5FFAEF46-4B7F-4921-9C12-6DE892FCB73F}" destId="{6216915F-411B-4871-AA50-BE287CE2FFD2}" srcOrd="14" destOrd="0" presId="urn:microsoft.com/office/officeart/2005/8/layout/radial5"/>
    <dgm:cxn modelId="{CB6C80B2-AEC7-465F-A026-2FD891F97069}" type="presParOf" srcId="{5FFAEF46-4B7F-4921-9C12-6DE892FCB73F}" destId="{2C27F69A-96F5-4D81-94BB-ACCFD3D1ACF4}" srcOrd="15" destOrd="0" presId="urn:microsoft.com/office/officeart/2005/8/layout/radial5"/>
    <dgm:cxn modelId="{8AD8E2F2-8296-4717-BCF0-D9A0ACC64969}" type="presParOf" srcId="{2C27F69A-96F5-4D81-94BB-ACCFD3D1ACF4}" destId="{8A0F795E-646A-4F5F-9B4B-145FE54C0482}" srcOrd="0" destOrd="0" presId="urn:microsoft.com/office/officeart/2005/8/layout/radial5"/>
    <dgm:cxn modelId="{2201F8C9-F09E-4B15-960A-3C54CC58DE5C}" type="presParOf" srcId="{5FFAEF46-4B7F-4921-9C12-6DE892FCB73F}" destId="{BEC222A7-5FA9-4DDB-929B-F126203D6490}" srcOrd="16" destOrd="0" presId="urn:microsoft.com/office/officeart/2005/8/layout/radial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334781"/>
        <a:chOff x="0" y="0"/>
        <a:chExt cx="10954459" cy="4334781"/>
      </a:xfrm>
    </dsp:grpSpPr>
    <dsp:sp modelId="{7D68C96D-4E62-4A00-BB38-5EFF7621F253}">
      <dsp:nvSpPr>
        <dsp:cNvPr id="3" name="矩形 2"/>
        <dsp:cNvSpPr/>
      </dsp:nvSpPr>
      <dsp:spPr bwMode="white">
        <a:xfrm>
          <a:off x="8678" y="235263"/>
          <a:ext cx="5168615"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b="1" baseline="0" smtClean="0">
              <a:latin typeface="微软雅黑" panose="020B0503020204020204" pitchFamily="34" charset="-122"/>
              <a:ea typeface="微软雅黑" panose="020B0503020204020204" pitchFamily="34" charset="-122"/>
            </a:rPr>
            <a:t>硬件</a:t>
          </a:r>
          <a:endParaRPr lang="zh-CN">
            <a:latin typeface="微软雅黑" panose="020B0503020204020204" pitchFamily="34" charset="-122"/>
            <a:ea typeface="微软雅黑" panose="020B0503020204020204" pitchFamily="34" charset="-122"/>
          </a:endParaRPr>
        </a:p>
      </dsp:txBody>
      <dsp:txXfrm>
        <a:off x="8678" y="235263"/>
        <a:ext cx="5168615" cy="604800"/>
      </dsp:txXfrm>
    </dsp:sp>
    <dsp:sp modelId="{5ADAD9AD-BE16-4769-8C28-1E8EA520F676}">
      <dsp:nvSpPr>
        <dsp:cNvPr id="4" name="矩形 3"/>
        <dsp:cNvSpPr/>
      </dsp:nvSpPr>
      <dsp:spPr bwMode="white">
        <a:xfrm>
          <a:off x="0" y="840063"/>
          <a:ext cx="5185971" cy="32594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b="1" dirty="0" smtClean="0">
              <a:solidFill>
                <a:srgbClr val="FF0000"/>
              </a:solidFill>
            </a:rPr>
            <a:t>主机：</a:t>
          </a:r>
          <a:r>
            <a:rPr lang="zh-CN" altLang="en-US" dirty="0" smtClean="0">
              <a:solidFill>
                <a:schemeClr val="dk1"/>
              </a:solidFill>
            </a:rPr>
            <a:t>可独立工作的计算机是计算机网络的核心，也是用户主要的网络资源。</a:t>
          </a:r>
          <a:endParaRPr lang="zh-CN" altLang="en-US" dirty="0">
            <a:solidFill>
              <a:schemeClr val="dk1"/>
            </a:solidFill>
          </a:endParaRPr>
        </a:p>
        <a:p>
          <a:pPr lvl="1">
            <a:lnSpc>
              <a:spcPct val="100000"/>
            </a:lnSpc>
            <a:spcBef>
              <a:spcPct val="0"/>
            </a:spcBef>
            <a:spcAft>
              <a:spcPct val="15000"/>
            </a:spcAft>
            <a:buChar char="•"/>
          </a:pPr>
          <a:r>
            <a:rPr lang="zh-CN" altLang="en-US" b="1" dirty="0" smtClean="0">
              <a:solidFill>
                <a:srgbClr val="FF0000"/>
              </a:solidFill>
            </a:rPr>
            <a:t>网络设备：</a:t>
          </a:r>
          <a:r>
            <a:rPr lang="zh-CN" altLang="en-US" dirty="0" smtClean="0">
              <a:solidFill>
                <a:schemeClr val="dk1"/>
              </a:solidFill>
            </a:rPr>
            <a:t>网卡、调制解调器、集线器、中继器、网桥、交换机、路由器、网关等。</a:t>
          </a:r>
          <a:endParaRPr lang="zh-CN" altLang="en-US" dirty="0">
            <a:solidFill>
              <a:schemeClr val="dk1"/>
            </a:solidFill>
          </a:endParaRPr>
        </a:p>
        <a:p>
          <a:pPr lvl="1">
            <a:lnSpc>
              <a:spcPct val="100000"/>
            </a:lnSpc>
            <a:spcBef>
              <a:spcPct val="0"/>
            </a:spcBef>
            <a:spcAft>
              <a:spcPct val="15000"/>
            </a:spcAft>
            <a:buChar char="•"/>
          </a:pPr>
          <a:r>
            <a:rPr lang="zh-CN" altLang="en-US" b="1" dirty="0" smtClean="0">
              <a:solidFill>
                <a:srgbClr val="FF0000"/>
              </a:solidFill>
            </a:rPr>
            <a:t>传输介质：</a:t>
          </a:r>
          <a:r>
            <a:rPr lang="zh-CN" altLang="en-US" dirty="0" smtClean="0">
              <a:solidFill>
                <a:schemeClr val="dk1"/>
              </a:solidFill>
            </a:rPr>
            <a:t>按其特性可分为有线通信介质和无线通信介质。如双绞线、同轴电缆和光缆；短波、微波、卫星通信和移动通信等。</a:t>
          </a:r>
          <a:endParaRPr lang="zh-CN" altLang="en-US" dirty="0">
            <a:solidFill>
              <a:schemeClr val="dk1"/>
            </a:solidFill>
          </a:endParaRPr>
        </a:p>
      </dsp:txBody>
      <dsp:txXfrm>
        <a:off x="0" y="840063"/>
        <a:ext cx="5185971" cy="3259455"/>
      </dsp:txXfrm>
    </dsp:sp>
    <dsp:sp modelId="{49C6CB4F-3FD1-448B-A3D7-2BDBDAE8878E}">
      <dsp:nvSpPr>
        <dsp:cNvPr id="5" name="矩形 4"/>
        <dsp:cNvSpPr/>
      </dsp:nvSpPr>
      <dsp:spPr bwMode="white">
        <a:xfrm>
          <a:off x="5894382" y="235263"/>
          <a:ext cx="5060077"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b="1" baseline="0" smtClean="0">
              <a:latin typeface="微软雅黑" panose="020B0503020204020204" pitchFamily="34" charset="-122"/>
              <a:ea typeface="微软雅黑" panose="020B0503020204020204" pitchFamily="34" charset="-122"/>
            </a:rPr>
            <a:t>软件</a:t>
          </a:r>
          <a:endParaRPr lang="zh-CN">
            <a:latin typeface="微软雅黑" panose="020B0503020204020204" pitchFamily="34" charset="-122"/>
            <a:ea typeface="微软雅黑" panose="020B0503020204020204" pitchFamily="34" charset="-122"/>
          </a:endParaRPr>
        </a:p>
      </dsp:txBody>
      <dsp:txXfrm>
        <a:off x="5894382" y="235263"/>
        <a:ext cx="5060077" cy="604800"/>
      </dsp:txXfrm>
    </dsp:sp>
    <dsp:sp modelId="{C53A4F57-A2AB-407E-AE16-31E0A2592348}">
      <dsp:nvSpPr>
        <dsp:cNvPr id="6" name="矩形 5"/>
        <dsp:cNvSpPr/>
      </dsp:nvSpPr>
      <dsp:spPr bwMode="white">
        <a:xfrm>
          <a:off x="5894382" y="840063"/>
          <a:ext cx="5060077" cy="32594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b="1" dirty="0" smtClean="0">
              <a:solidFill>
                <a:srgbClr val="FF0000"/>
              </a:solidFill>
            </a:rPr>
            <a:t>网络系统软件：</a:t>
          </a:r>
          <a:r>
            <a:rPr lang="zh-CN" altLang="en-US" dirty="0" smtClean="0">
              <a:solidFill>
                <a:schemeClr val="dk1"/>
              </a:solidFill>
            </a:rPr>
            <a:t>网络系统软件是控制和管理网络运行、提供网络通信、管理和维护共享资源的网络软件。它包括网络操作系统、网络通信和网络协议软件、网络管理软件和网络编程软件等。</a:t>
          </a:r>
          <a:endParaRPr lang="zh-CN" altLang="en-US" dirty="0">
            <a:solidFill>
              <a:schemeClr val="dk1"/>
            </a:solidFill>
          </a:endParaRPr>
        </a:p>
        <a:p>
          <a:pPr lvl="1">
            <a:lnSpc>
              <a:spcPct val="100000"/>
            </a:lnSpc>
            <a:spcBef>
              <a:spcPct val="0"/>
            </a:spcBef>
            <a:spcAft>
              <a:spcPct val="15000"/>
            </a:spcAft>
            <a:buChar char="•"/>
          </a:pPr>
          <a:r>
            <a:rPr lang="zh-CN" altLang="en-US" b="1" dirty="0" smtClean="0">
              <a:solidFill>
                <a:srgbClr val="FF0000"/>
              </a:solidFill>
            </a:rPr>
            <a:t>网络应用软件：</a:t>
          </a:r>
          <a:r>
            <a:rPr lang="zh-CN" altLang="en-US" dirty="0" smtClean="0">
              <a:solidFill>
                <a:schemeClr val="dk1"/>
              </a:solidFill>
            </a:rPr>
            <a:t>网络应用软件一般是指为某一应用目的而开发的网络软件，它为用户提供了一些实际的应用。</a:t>
          </a:r>
          <a:endParaRPr lang="zh-CN" altLang="en-US" dirty="0">
            <a:solidFill>
              <a:schemeClr val="dk1"/>
            </a:solidFill>
          </a:endParaRPr>
        </a:p>
      </dsp:txBody>
      <dsp:txXfrm>
        <a:off x="5894382" y="840063"/>
        <a:ext cx="5060077" cy="3259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186829" cy="4334781"/>
        <a:chOff x="0" y="0"/>
        <a:chExt cx="5186829" cy="4334781"/>
      </a:xfrm>
    </dsp:grpSpPr>
    <dsp:sp modelId="{7D68C96D-4E62-4A00-BB38-5EFF7621F253}">
      <dsp:nvSpPr>
        <dsp:cNvPr id="3" name="矩形 2"/>
        <dsp:cNvSpPr/>
      </dsp:nvSpPr>
      <dsp:spPr bwMode="white">
        <a:xfrm>
          <a:off x="4109" y="124773"/>
          <a:ext cx="2447289"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通信子网</a:t>
          </a:r>
          <a:endParaRPr lang="zh-CN" b="1" dirty="0">
            <a:latin typeface="微软雅黑" panose="020B0503020204020204" pitchFamily="34" charset="-122"/>
            <a:ea typeface="微软雅黑" panose="020B0503020204020204" pitchFamily="34" charset="-122"/>
          </a:endParaRPr>
        </a:p>
      </dsp:txBody>
      <dsp:txXfrm>
        <a:off x="4109" y="124773"/>
        <a:ext cx="2447289" cy="604800"/>
      </dsp:txXfrm>
    </dsp:sp>
    <dsp:sp modelId="{5ADAD9AD-BE16-4769-8C28-1E8EA520F676}">
      <dsp:nvSpPr>
        <dsp:cNvPr id="4" name="矩形 3"/>
        <dsp:cNvSpPr/>
      </dsp:nvSpPr>
      <dsp:spPr bwMode="white">
        <a:xfrm>
          <a:off x="0" y="729573"/>
          <a:ext cx="2455507" cy="348043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dirty="0" smtClean="0">
              <a:solidFill>
                <a:schemeClr val="dk1"/>
              </a:solidFill>
            </a:rPr>
            <a:t>通信子网主要负责网络的数据通信，为网络用户提供数据传输、转接、加工和变换等数据信息处理工作。</a:t>
          </a:r>
          <a:endParaRPr lang="zh-CN" altLang="en-US" dirty="0">
            <a:solidFill>
              <a:schemeClr val="dk1"/>
            </a:solidFill>
          </a:endParaRPr>
        </a:p>
      </dsp:txBody>
      <dsp:txXfrm>
        <a:off x="0" y="729573"/>
        <a:ext cx="2455507" cy="3480435"/>
      </dsp:txXfrm>
    </dsp:sp>
    <dsp:sp modelId="{49C6CB4F-3FD1-448B-A3D7-2BDBDAE8878E}">
      <dsp:nvSpPr>
        <dsp:cNvPr id="5" name="矩形 4"/>
        <dsp:cNvSpPr/>
      </dsp:nvSpPr>
      <dsp:spPr bwMode="white">
        <a:xfrm>
          <a:off x="2790932" y="124773"/>
          <a:ext cx="2395897"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资源子网</a:t>
          </a:r>
          <a:endParaRPr lang="zh-CN" b="1" dirty="0">
            <a:latin typeface="微软雅黑" panose="020B0503020204020204" pitchFamily="34" charset="-122"/>
            <a:ea typeface="微软雅黑" panose="020B0503020204020204" pitchFamily="34" charset="-122"/>
          </a:endParaRPr>
        </a:p>
      </dsp:txBody>
      <dsp:txXfrm>
        <a:off x="2790932" y="124773"/>
        <a:ext cx="2395897" cy="604800"/>
      </dsp:txXfrm>
    </dsp:sp>
    <dsp:sp modelId="{C53A4F57-A2AB-407E-AE16-31E0A2592348}">
      <dsp:nvSpPr>
        <dsp:cNvPr id="6" name="矩形 5"/>
        <dsp:cNvSpPr/>
      </dsp:nvSpPr>
      <dsp:spPr bwMode="white">
        <a:xfrm>
          <a:off x="2790932" y="729573"/>
          <a:ext cx="2395897" cy="348043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dirty="0" smtClean="0">
              <a:solidFill>
                <a:schemeClr val="dk1"/>
              </a:solidFill>
            </a:rPr>
            <a:t>资源子网主要用于网络的数据处理功能，向网络用户提供各种网络资源和网络服务。它主要由主机、终端、</a:t>
          </a:r>
          <a:r>
            <a:rPr lang="en-US" altLang="zh-CN" dirty="0" smtClean="0">
              <a:solidFill>
                <a:schemeClr val="dk1"/>
              </a:solidFill>
            </a:rPr>
            <a:t>I/O</a:t>
          </a:r>
          <a:r>
            <a:rPr lang="zh-CN" altLang="en-US" dirty="0" smtClean="0">
              <a:solidFill>
                <a:schemeClr val="dk1"/>
              </a:solidFill>
            </a:rPr>
            <a:t>设备、各种网络软件和数据资源组成。</a:t>
          </a:r>
          <a:endParaRPr lang="zh-CN" altLang="en-US" dirty="0">
            <a:solidFill>
              <a:schemeClr val="dk1"/>
            </a:solidFill>
          </a:endParaRPr>
        </a:p>
      </dsp:txBody>
      <dsp:txXfrm>
        <a:off x="2790932" y="729573"/>
        <a:ext cx="2395897" cy="3480435"/>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5214442"/>
        <a:chOff x="0" y="0"/>
        <a:chExt cx="10954459" cy="5214442"/>
      </a:xfrm>
    </dsp:grpSpPr>
    <dsp:sp modelId="{B00DC242-0540-49D4-AE6A-F4B2B52E1642}">
      <dsp:nvSpPr>
        <dsp:cNvPr id="3" name="矩形 2"/>
        <dsp:cNvSpPr/>
      </dsp:nvSpPr>
      <dsp:spPr bwMode="white">
        <a:xfrm>
          <a:off x="0" y="84544"/>
          <a:ext cx="2478384"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信息交换</a:t>
          </a:r>
          <a:endParaRPr lang="zh-CN" b="1" baseline="0" dirty="0">
            <a:latin typeface="微软雅黑" panose="020B0503020204020204" pitchFamily="34" charset="-122"/>
            <a:ea typeface="微软雅黑" panose="020B0503020204020204" pitchFamily="34" charset="-122"/>
          </a:endParaRPr>
        </a:p>
      </dsp:txBody>
      <dsp:txXfrm>
        <a:off x="0" y="84544"/>
        <a:ext cx="2478384" cy="604800"/>
      </dsp:txXfrm>
    </dsp:sp>
    <dsp:sp modelId="{81D149E4-84C4-455E-8467-024E4D9C55F3}">
      <dsp:nvSpPr>
        <dsp:cNvPr id="4" name="矩形 3"/>
        <dsp:cNvSpPr/>
      </dsp:nvSpPr>
      <dsp:spPr bwMode="white">
        <a:xfrm>
          <a:off x="0" y="689344"/>
          <a:ext cx="2478384" cy="44405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dirty="0" smtClean="0">
              <a:solidFill>
                <a:schemeClr val="dk1"/>
              </a:solidFill>
            </a:rPr>
            <a:t>网络上的计算机间可进行信息交换。例如，可以利用网络收发电子邮件、发布信息，进行电子商务、远程教育及远程医疗等。</a:t>
          </a:r>
          <a:endParaRPr lang="zh-CN" altLang="en-US" dirty="0">
            <a:solidFill>
              <a:schemeClr val="dk1"/>
            </a:solidFill>
          </a:endParaRPr>
        </a:p>
      </dsp:txBody>
      <dsp:txXfrm>
        <a:off x="0" y="689344"/>
        <a:ext cx="2478384" cy="4440555"/>
      </dsp:txXfrm>
    </dsp:sp>
    <dsp:sp modelId="{0AF9382B-E9AB-4B4D-9C17-2EEDC753367F}">
      <dsp:nvSpPr>
        <dsp:cNvPr id="5" name="矩形 4"/>
        <dsp:cNvSpPr/>
      </dsp:nvSpPr>
      <dsp:spPr bwMode="white">
        <a:xfrm>
          <a:off x="2825358" y="84544"/>
          <a:ext cx="2478384"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资源共享</a:t>
          </a:r>
          <a:endParaRPr lang="zh-CN" b="1" dirty="0">
            <a:latin typeface="微软雅黑" panose="020B0503020204020204" pitchFamily="34" charset="-122"/>
            <a:ea typeface="微软雅黑" panose="020B0503020204020204" pitchFamily="34" charset="-122"/>
          </a:endParaRPr>
        </a:p>
      </dsp:txBody>
      <dsp:txXfrm>
        <a:off x="2825358" y="84544"/>
        <a:ext cx="2478384" cy="604800"/>
      </dsp:txXfrm>
    </dsp:sp>
    <dsp:sp modelId="{1B2B41E8-AA0C-4ACA-9DFD-0DE5100D92A1}">
      <dsp:nvSpPr>
        <dsp:cNvPr id="6" name="矩形 5"/>
        <dsp:cNvSpPr/>
      </dsp:nvSpPr>
      <dsp:spPr bwMode="white">
        <a:xfrm>
          <a:off x="2825358" y="689344"/>
          <a:ext cx="2478384" cy="44405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smtClean="0">
              <a:solidFill>
                <a:schemeClr val="dk1"/>
              </a:solidFill>
            </a:rPr>
            <a:t>用户在网络中，可以不受地理位置的限制，在自己的位置使用网络上的部分或全部资源。</a:t>
          </a:r>
          <a:endParaRPr lang="zh-CN" altLang="en-US">
            <a:solidFill>
              <a:schemeClr val="dk1"/>
            </a:solidFill>
          </a:endParaRPr>
        </a:p>
      </dsp:txBody>
      <dsp:txXfrm>
        <a:off x="2825358" y="689344"/>
        <a:ext cx="2478384" cy="4440555"/>
      </dsp:txXfrm>
    </dsp:sp>
    <dsp:sp modelId="{E9B4B017-F81A-4A66-B176-203884655FCE}">
      <dsp:nvSpPr>
        <dsp:cNvPr id="7" name="矩形 6"/>
        <dsp:cNvSpPr/>
      </dsp:nvSpPr>
      <dsp:spPr bwMode="white">
        <a:xfrm>
          <a:off x="5649502" y="83261"/>
          <a:ext cx="2478384" cy="604800"/>
        </a:xfrm>
        <a:prstGeom prst="rect">
          <a:avLst/>
        </a:prstGeom>
      </dsp:spPr>
      <dsp:style>
        <a:lnRef idx="2">
          <a:schemeClr val="accent1"/>
        </a:lnRef>
        <a:fillRef idx="1">
          <a:schemeClr val="accent1"/>
        </a:fillRef>
        <a:effectRef idx="0">
          <a:scrgbClr r="0" g="0" b="0"/>
        </a:effectRef>
        <a:fontRef idx="minor">
          <a:schemeClr val="lt1"/>
        </a:fontRef>
      </dsp:style>
      <dsp:txBody>
        <a:bodyPr lIns="149352" tIns="85344" rIns="149352" bIns="85344"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分布式处理</a:t>
          </a:r>
          <a:endParaRPr lang="zh-CN" b="1" dirty="0">
            <a:latin typeface="微软雅黑" panose="020B0503020204020204" pitchFamily="34" charset="-122"/>
            <a:ea typeface="微软雅黑" panose="020B0503020204020204" pitchFamily="34" charset="-122"/>
          </a:endParaRPr>
        </a:p>
      </dsp:txBody>
      <dsp:txXfrm>
        <a:off x="5649502" y="83261"/>
        <a:ext cx="2478384" cy="604800"/>
      </dsp:txXfrm>
    </dsp:sp>
    <dsp:sp modelId="{D6AAD90A-C9C0-4EBC-9BB9-8845D0CA0035}">
      <dsp:nvSpPr>
        <dsp:cNvPr id="8" name="矩形 7"/>
        <dsp:cNvSpPr/>
      </dsp:nvSpPr>
      <dsp:spPr bwMode="white">
        <a:xfrm>
          <a:off x="5650716" y="689344"/>
          <a:ext cx="2478384" cy="44405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dirty="0" smtClean="0">
              <a:solidFill>
                <a:schemeClr val="dk1"/>
              </a:solidFill>
            </a:rPr>
            <a:t>在网络操作系统的控制下，使网络中的计算机协同工作，完成仅靠单机无法完成的大型任务。</a:t>
          </a:r>
          <a:endParaRPr lang="zh-CN" altLang="en-US" dirty="0">
            <a:solidFill>
              <a:schemeClr val="dk1"/>
            </a:solidFill>
          </a:endParaRPr>
        </a:p>
      </dsp:txBody>
      <dsp:txXfrm>
        <a:off x="5650716" y="689344"/>
        <a:ext cx="2478384" cy="4440555"/>
      </dsp:txXfrm>
    </dsp:sp>
    <dsp:sp modelId="{56CAB7F6-1469-4B44-A5E9-9C58A3FFE456}">
      <dsp:nvSpPr>
        <dsp:cNvPr id="9" name="矩形 8"/>
        <dsp:cNvSpPr/>
      </dsp:nvSpPr>
      <dsp:spPr bwMode="white">
        <a:xfrm>
          <a:off x="8476075" y="84544"/>
          <a:ext cx="2478384" cy="604800"/>
        </a:xfrm>
        <a:prstGeom prst="rect">
          <a:avLst/>
        </a:prstGeom>
      </dsp:spPr>
      <dsp:style>
        <a:lnRef idx="2">
          <a:schemeClr val="accent1"/>
        </a:lnRef>
        <a:fillRef idx="1">
          <a:schemeClr val="accent1"/>
        </a:fillRef>
        <a:effectRef idx="0">
          <a:scrgbClr r="0" g="0" b="0"/>
        </a:effectRef>
        <a:fontRef idx="minor">
          <a:schemeClr val="lt1"/>
        </a:fontRef>
      </dsp:style>
      <dsp:txBody>
        <a:bodyPr lIns="128016" tIns="73152" rIns="128016" bIns="73152"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rtl="0">
            <a:lnSpc>
              <a:spcPct val="100000"/>
            </a:lnSpc>
            <a:spcBef>
              <a:spcPct val="0"/>
            </a:spcBef>
            <a:spcAft>
              <a:spcPct val="35000"/>
            </a:spcAft>
          </a:pPr>
          <a:r>
            <a:rPr lang="zh-CN" altLang="en-US" sz="1800" b="1" dirty="0" smtClean="0">
              <a:latin typeface="微软雅黑" panose="020B0503020204020204" pitchFamily="34" charset="-122"/>
              <a:ea typeface="微软雅黑" panose="020B0503020204020204" pitchFamily="34" charset="-122"/>
            </a:rPr>
            <a:t>提高可用性及可靠性</a:t>
          </a:r>
          <a:endParaRPr lang="zh-CN" altLang="en-US" sz="1800" b="1" dirty="0">
            <a:latin typeface="微软雅黑" panose="020B0503020204020204" pitchFamily="34" charset="-122"/>
            <a:ea typeface="微软雅黑" panose="020B0503020204020204" pitchFamily="34" charset="-122"/>
          </a:endParaRPr>
        </a:p>
      </dsp:txBody>
      <dsp:txXfrm>
        <a:off x="8476075" y="84544"/>
        <a:ext cx="2478384" cy="604800"/>
      </dsp:txXfrm>
    </dsp:sp>
    <dsp:sp modelId="{8BAFBF49-3E68-49BC-8C9A-CFD3A3C8BE9D}">
      <dsp:nvSpPr>
        <dsp:cNvPr id="10" name="矩形 9"/>
        <dsp:cNvSpPr/>
      </dsp:nvSpPr>
      <dsp:spPr bwMode="white">
        <a:xfrm>
          <a:off x="8476075" y="689344"/>
          <a:ext cx="2478384" cy="44405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12014" tIns="112014" rIns="149352" bIns="168021" anchor="t"/>
        <a:lstStyle>
          <a:lvl1pPr algn="l">
            <a:defRPr sz="2100"/>
          </a:lvl1pPr>
          <a:lvl2pPr marL="228600" indent="-228600" algn="l">
            <a:defRPr sz="2100"/>
          </a:lvl2pPr>
          <a:lvl3pPr marL="457200" indent="-228600" algn="l">
            <a:defRPr sz="2100"/>
          </a:lvl3pPr>
          <a:lvl4pPr marL="685800" indent="-228600" algn="l">
            <a:defRPr sz="2100"/>
          </a:lvl4pPr>
          <a:lvl5pPr marL="914400" indent="-228600" algn="l">
            <a:defRPr sz="2100"/>
          </a:lvl5pPr>
          <a:lvl6pPr marL="1143000" indent="-228600" algn="l">
            <a:defRPr sz="2100"/>
          </a:lvl6pPr>
          <a:lvl7pPr marL="1371600" indent="-228600" algn="l">
            <a:defRPr sz="2100"/>
          </a:lvl7pPr>
          <a:lvl8pPr marL="1600200" indent="-228600" algn="l">
            <a:defRPr sz="2100"/>
          </a:lvl8pPr>
          <a:lvl9pPr marL="1828800" indent="-228600" algn="l">
            <a:defRPr sz="2100"/>
          </a:lvl9pPr>
        </a:lstStyle>
        <a:p>
          <a:pPr lvl="1">
            <a:lnSpc>
              <a:spcPct val="100000"/>
            </a:lnSpc>
            <a:spcBef>
              <a:spcPct val="0"/>
            </a:spcBef>
            <a:spcAft>
              <a:spcPct val="15000"/>
            </a:spcAft>
            <a:buChar char="•"/>
          </a:pPr>
          <a:r>
            <a:rPr lang="zh-CN" altLang="en-US" dirty="0" smtClean="0">
              <a:solidFill>
                <a:schemeClr val="dk1"/>
              </a:solidFill>
            </a:rPr>
            <a:t>网络中的相关主机系统通过网络连接起来后，各主机系统可以彼此互为备份。如果某台主机出现故障，它的任务可由网络中的其它主机代为完成，这就避免了系统瘫痪，提高了系统的可用性及可靠性。</a:t>
          </a:r>
          <a:endParaRPr lang="zh-CN" altLang="en-US" dirty="0">
            <a:solidFill>
              <a:schemeClr val="dk1"/>
            </a:solidFill>
          </a:endParaRPr>
        </a:p>
      </dsp:txBody>
      <dsp:txXfrm>
        <a:off x="8476075" y="689344"/>
        <a:ext cx="2478384" cy="4440555"/>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5214442"/>
        <a:chOff x="0" y="0"/>
        <a:chExt cx="10954459" cy="5214442"/>
      </a:xfrm>
    </dsp:grpSpPr>
    <dsp:sp modelId="{B00DC242-0540-49D4-AE6A-F4B2B52E1642}">
      <dsp:nvSpPr>
        <dsp:cNvPr id="3" name="矩形 2"/>
        <dsp:cNvSpPr/>
      </dsp:nvSpPr>
      <dsp:spPr bwMode="white">
        <a:xfrm>
          <a:off x="0" y="7443"/>
          <a:ext cx="3339774" cy="835200"/>
        </a:xfrm>
        <a:prstGeom prst="rect">
          <a:avLst/>
        </a:prstGeom>
      </dsp:spPr>
      <dsp:style>
        <a:lnRef idx="2">
          <a:schemeClr val="accent1"/>
        </a:lnRef>
        <a:fillRef idx="1">
          <a:schemeClr val="accent1"/>
        </a:fillRef>
        <a:effectRef idx="0">
          <a:scrgbClr r="0" g="0" b="0"/>
        </a:effectRef>
        <a:fontRef idx="minor">
          <a:schemeClr val="lt1"/>
        </a:fontRef>
      </dsp:style>
      <dsp:txBody>
        <a:bodyPr lIns="206248" tIns="117855" rIns="206248" bIns="11785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局域网</a:t>
          </a:r>
          <a:endParaRPr lang="zh-CN" b="1" dirty="0">
            <a:latin typeface="微软雅黑" panose="020B0503020204020204" pitchFamily="34" charset="-122"/>
            <a:ea typeface="微软雅黑" panose="020B0503020204020204" pitchFamily="34" charset="-122"/>
          </a:endParaRPr>
        </a:p>
      </dsp:txBody>
      <dsp:txXfrm>
        <a:off x="0" y="7443"/>
        <a:ext cx="3339774" cy="835200"/>
      </dsp:txXfrm>
    </dsp:sp>
    <dsp:sp modelId="{81D149E4-84C4-455E-8467-024E4D9C55F3}">
      <dsp:nvSpPr>
        <dsp:cNvPr id="4" name="矩形 3"/>
        <dsp:cNvSpPr/>
      </dsp:nvSpPr>
      <dsp:spPr bwMode="white">
        <a:xfrm>
          <a:off x="0" y="842644"/>
          <a:ext cx="3339774" cy="43643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54686" tIns="154686" rIns="206248" bIns="232029"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1">
            <a:lnSpc>
              <a:spcPct val="100000"/>
            </a:lnSpc>
            <a:spcBef>
              <a:spcPct val="0"/>
            </a:spcBef>
            <a:spcAft>
              <a:spcPct val="15000"/>
            </a:spcAft>
            <a:buChar char="•"/>
          </a:pPr>
          <a:r>
            <a:rPr lang="zh-CN" altLang="en-US" dirty="0" smtClean="0">
              <a:solidFill>
                <a:schemeClr val="dk1"/>
              </a:solidFill>
            </a:rPr>
            <a:t>局域网（</a:t>
          </a:r>
          <a:r>
            <a:rPr lang="en-US" altLang="zh-CN" dirty="0" smtClean="0">
              <a:solidFill>
                <a:schemeClr val="dk1"/>
              </a:solidFill>
            </a:rPr>
            <a:t>LAN</a:t>
          </a:r>
          <a:r>
            <a:rPr lang="zh-CN" altLang="en-US" dirty="0" smtClean="0">
              <a:solidFill>
                <a:schemeClr val="dk1"/>
              </a:solidFill>
            </a:rPr>
            <a:t>）是指将较小地理范围内的各种计算机网络设备互连在一起而形成的通信网络。</a:t>
          </a:r>
          <a:endParaRPr lang="zh-CN" altLang="en-US" dirty="0">
            <a:solidFill>
              <a:schemeClr val="dk1"/>
            </a:solidFill>
          </a:endParaRPr>
        </a:p>
      </dsp:txBody>
      <dsp:txXfrm>
        <a:off x="0" y="842644"/>
        <a:ext cx="3339774" cy="4364355"/>
      </dsp:txXfrm>
    </dsp:sp>
    <dsp:sp modelId="{0AF9382B-E9AB-4B4D-9C17-2EEDC753367F}">
      <dsp:nvSpPr>
        <dsp:cNvPr id="5" name="矩形 4"/>
        <dsp:cNvSpPr/>
      </dsp:nvSpPr>
      <dsp:spPr bwMode="white">
        <a:xfrm>
          <a:off x="3807342" y="7443"/>
          <a:ext cx="3339774" cy="835200"/>
        </a:xfrm>
        <a:prstGeom prst="rect">
          <a:avLst/>
        </a:prstGeom>
      </dsp:spPr>
      <dsp:style>
        <a:lnRef idx="2">
          <a:schemeClr val="accent1"/>
        </a:lnRef>
        <a:fillRef idx="1">
          <a:schemeClr val="accent1"/>
        </a:fillRef>
        <a:effectRef idx="0">
          <a:scrgbClr r="0" g="0" b="0"/>
        </a:effectRef>
        <a:fontRef idx="minor">
          <a:schemeClr val="lt1"/>
        </a:fontRef>
      </dsp:style>
      <dsp:txBody>
        <a:bodyPr lIns="206248" tIns="117855" rIns="206248" bIns="11785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城域网</a:t>
          </a:r>
          <a:endParaRPr lang="zh-CN" b="1" dirty="0">
            <a:latin typeface="微软雅黑" panose="020B0503020204020204" pitchFamily="34" charset="-122"/>
            <a:ea typeface="微软雅黑" panose="020B0503020204020204" pitchFamily="34" charset="-122"/>
          </a:endParaRPr>
        </a:p>
      </dsp:txBody>
      <dsp:txXfrm>
        <a:off x="3807342" y="7443"/>
        <a:ext cx="3339774" cy="835200"/>
      </dsp:txXfrm>
    </dsp:sp>
    <dsp:sp modelId="{1B2B41E8-AA0C-4ACA-9DFD-0DE5100D92A1}">
      <dsp:nvSpPr>
        <dsp:cNvPr id="6" name="矩形 5"/>
        <dsp:cNvSpPr/>
      </dsp:nvSpPr>
      <dsp:spPr bwMode="white">
        <a:xfrm>
          <a:off x="3807342" y="842644"/>
          <a:ext cx="3339774" cy="43643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54686" tIns="154686" rIns="206248" bIns="232029"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1">
            <a:lnSpc>
              <a:spcPct val="100000"/>
            </a:lnSpc>
            <a:spcBef>
              <a:spcPct val="0"/>
            </a:spcBef>
            <a:spcAft>
              <a:spcPct val="15000"/>
            </a:spcAft>
            <a:buChar char="•"/>
          </a:pPr>
          <a:r>
            <a:rPr lang="zh-CN" altLang="en-US" dirty="0" smtClean="0">
              <a:solidFill>
                <a:schemeClr val="dk1"/>
              </a:solidFill>
            </a:rPr>
            <a:t>城域网（</a:t>
          </a:r>
          <a:r>
            <a:rPr lang="en-US" altLang="zh-CN" dirty="0" smtClean="0">
              <a:solidFill>
                <a:schemeClr val="dk1"/>
              </a:solidFill>
            </a:rPr>
            <a:t>MAN</a:t>
          </a:r>
          <a:r>
            <a:rPr lang="zh-CN" altLang="en-US" dirty="0" smtClean="0">
              <a:solidFill>
                <a:schemeClr val="dk1"/>
              </a:solidFill>
            </a:rPr>
            <a:t>）是介于局域网和广域网之间的一种高速网络。</a:t>
          </a:r>
          <a:endParaRPr lang="zh-CN" altLang="en-US" dirty="0">
            <a:solidFill>
              <a:schemeClr val="dk1"/>
            </a:solidFill>
          </a:endParaRPr>
        </a:p>
      </dsp:txBody>
      <dsp:txXfrm>
        <a:off x="3807342" y="842644"/>
        <a:ext cx="3339774" cy="4364355"/>
      </dsp:txXfrm>
    </dsp:sp>
    <dsp:sp modelId="{E9B4B017-F81A-4A66-B176-203884655FCE}">
      <dsp:nvSpPr>
        <dsp:cNvPr id="7" name="矩形 6"/>
        <dsp:cNvSpPr/>
      </dsp:nvSpPr>
      <dsp:spPr bwMode="white">
        <a:xfrm>
          <a:off x="7613048" y="5673"/>
          <a:ext cx="3339774" cy="835200"/>
        </a:xfrm>
        <a:prstGeom prst="rect">
          <a:avLst/>
        </a:prstGeom>
      </dsp:spPr>
      <dsp:style>
        <a:lnRef idx="2">
          <a:schemeClr val="accent1"/>
        </a:lnRef>
        <a:fillRef idx="1">
          <a:schemeClr val="accent1"/>
        </a:fillRef>
        <a:effectRef idx="0">
          <a:scrgbClr r="0" g="0" b="0"/>
        </a:effectRef>
        <a:fontRef idx="minor">
          <a:schemeClr val="lt1"/>
        </a:fontRef>
      </dsp:style>
      <dsp:txBody>
        <a:bodyPr lIns="206248" tIns="117855" rIns="206248" bIns="117855" anchor="ctr"/>
        <a:lstStyle>
          <a:lvl1pPr algn="ctr">
            <a:defRPr sz="2900"/>
          </a:lvl1pPr>
          <a:lvl2pPr marL="228600" indent="-228600" algn="ctr">
            <a:defRPr sz="2200"/>
          </a:lvl2pPr>
          <a:lvl3pPr marL="457200" indent="-228600" algn="ctr">
            <a:defRPr sz="2200"/>
          </a:lvl3pPr>
          <a:lvl4pPr marL="685800" indent="-228600" algn="ctr">
            <a:defRPr sz="2200"/>
          </a:lvl4pPr>
          <a:lvl5pPr marL="914400" indent="-228600" algn="ctr">
            <a:defRPr sz="2200"/>
          </a:lvl5pPr>
          <a:lvl6pPr marL="1143000" indent="-228600" algn="ctr">
            <a:defRPr sz="2200"/>
          </a:lvl6pPr>
          <a:lvl7pPr marL="1371600" indent="-228600" algn="ctr">
            <a:defRPr sz="2200"/>
          </a:lvl7pPr>
          <a:lvl8pPr marL="1600200" indent="-228600" algn="ctr">
            <a:defRPr sz="2200"/>
          </a:lvl8pPr>
          <a:lvl9pPr marL="1828800" indent="-228600" algn="ctr">
            <a:defRPr sz="2200"/>
          </a:lvl9pPr>
        </a:lstStyle>
        <a:p>
          <a:pPr lvl="0" rtl="0">
            <a:lnSpc>
              <a:spcPct val="100000"/>
            </a:lnSpc>
            <a:spcBef>
              <a:spcPct val="0"/>
            </a:spcBef>
            <a:spcAft>
              <a:spcPct val="35000"/>
            </a:spcAft>
          </a:pPr>
          <a:r>
            <a:rPr lang="zh-CN" altLang="en-US" b="1" dirty="0" smtClean="0">
              <a:latin typeface="微软雅黑" panose="020B0503020204020204" pitchFamily="34" charset="-122"/>
              <a:ea typeface="微软雅黑" panose="020B0503020204020204" pitchFamily="34" charset="-122"/>
            </a:rPr>
            <a:t>广域网</a:t>
          </a:r>
          <a:endParaRPr lang="zh-CN" b="1" dirty="0">
            <a:latin typeface="微软雅黑" panose="020B0503020204020204" pitchFamily="34" charset="-122"/>
            <a:ea typeface="微软雅黑" panose="020B0503020204020204" pitchFamily="34" charset="-122"/>
          </a:endParaRPr>
        </a:p>
      </dsp:txBody>
      <dsp:txXfrm>
        <a:off x="7613048" y="5673"/>
        <a:ext cx="3339774" cy="835200"/>
      </dsp:txXfrm>
    </dsp:sp>
    <dsp:sp modelId="{D6AAD90A-C9C0-4EBC-9BB9-8845D0CA0035}">
      <dsp:nvSpPr>
        <dsp:cNvPr id="8" name="矩形 7"/>
        <dsp:cNvSpPr/>
      </dsp:nvSpPr>
      <dsp:spPr bwMode="white">
        <a:xfrm>
          <a:off x="7614685" y="842644"/>
          <a:ext cx="3339774" cy="436435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154686" tIns="154686" rIns="206248" bIns="232029" anchor="t"/>
        <a:lstStyle>
          <a:lvl1pPr algn="l">
            <a:defRPr sz="2900"/>
          </a:lvl1pPr>
          <a:lvl2pPr marL="285750" indent="-285750" algn="l">
            <a:defRPr sz="2900"/>
          </a:lvl2pPr>
          <a:lvl3pPr marL="571500" indent="-285750" algn="l">
            <a:defRPr sz="2900"/>
          </a:lvl3pPr>
          <a:lvl4pPr marL="857250" indent="-285750" algn="l">
            <a:defRPr sz="2900"/>
          </a:lvl4pPr>
          <a:lvl5pPr marL="1143000" indent="-285750" algn="l">
            <a:defRPr sz="2900"/>
          </a:lvl5pPr>
          <a:lvl6pPr marL="1428750" indent="-285750" algn="l">
            <a:defRPr sz="2900"/>
          </a:lvl6pPr>
          <a:lvl7pPr marL="1714500" indent="-285750" algn="l">
            <a:defRPr sz="2900"/>
          </a:lvl7pPr>
          <a:lvl8pPr marL="2000250" indent="-285750" algn="l">
            <a:defRPr sz="2900"/>
          </a:lvl8pPr>
          <a:lvl9pPr marL="2286000" indent="-285750" algn="l">
            <a:defRPr sz="2900"/>
          </a:lvl9pPr>
        </a:lstStyle>
        <a:p>
          <a:pPr lvl="1">
            <a:lnSpc>
              <a:spcPct val="100000"/>
            </a:lnSpc>
            <a:spcBef>
              <a:spcPct val="0"/>
            </a:spcBef>
            <a:spcAft>
              <a:spcPct val="15000"/>
            </a:spcAft>
            <a:buChar char="•"/>
          </a:pPr>
          <a:r>
            <a:rPr lang="zh-CN" altLang="en-US" dirty="0" smtClean="0">
              <a:solidFill>
                <a:schemeClr val="dk1"/>
              </a:solidFill>
            </a:rPr>
            <a:t>广域网（</a:t>
          </a:r>
          <a:r>
            <a:rPr lang="en-US" altLang="zh-CN" dirty="0" smtClean="0">
              <a:solidFill>
                <a:schemeClr val="dk1"/>
              </a:solidFill>
            </a:rPr>
            <a:t>WAN</a:t>
          </a:r>
          <a:r>
            <a:rPr lang="zh-CN" altLang="en-US" dirty="0" smtClean="0">
              <a:solidFill>
                <a:schemeClr val="dk1"/>
              </a:solidFill>
            </a:rPr>
            <a:t>）覆盖的范围为数十千米至数千千米。广域网可以覆盖一个国家、地区，或横跨几个洲，形成国际性的远程计算机网络。</a:t>
          </a:r>
          <a:endParaRPr lang="zh-CN" altLang="en-US" dirty="0">
            <a:solidFill>
              <a:schemeClr val="dk1"/>
            </a:solidFill>
          </a:endParaRPr>
        </a:p>
      </dsp:txBody>
      <dsp:txXfrm>
        <a:off x="7614685" y="842644"/>
        <a:ext cx="3339774" cy="4364355"/>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900987" cy="4595318"/>
        <a:chOff x="0" y="0"/>
        <a:chExt cx="7900987" cy="4595318"/>
      </a:xfrm>
    </dsp:grpSpPr>
    <dsp:sp modelId="{2A800C20-06C0-4A3E-B15A-F70FE30896B1}">
      <dsp:nvSpPr>
        <dsp:cNvPr id="4" name="五边形 3"/>
        <dsp:cNvSpPr/>
      </dsp:nvSpPr>
      <dsp:spPr bwMode="white">
        <a:xfrm rot="10800000">
          <a:off x="1565274" y="0"/>
          <a:ext cx="5254156" cy="967435"/>
        </a:xfrm>
        <a:prstGeom prst="homePlate">
          <a:avLst/>
        </a:prstGeom>
      </dsp:spPr>
      <dsp:style>
        <a:lnRef idx="2">
          <a:schemeClr val="lt1"/>
        </a:lnRef>
        <a:fillRef idx="1">
          <a:schemeClr val="accent1"/>
        </a:fillRef>
        <a:effectRef idx="0">
          <a:scrgbClr r="0" g="0" b="0"/>
        </a:effectRef>
        <a:fontRef idx="minor">
          <a:schemeClr val="lt1"/>
        </a:fontRef>
      </dsp:style>
      <dsp:txBody>
        <a:bodyPr rot="10800000" lIns="426612" tIns="87630" rIns="163576"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l" rtl="0">
            <a:lnSpc>
              <a:spcPct val="100000"/>
            </a:lnSpc>
            <a:spcBef>
              <a:spcPct val="0"/>
            </a:spcBef>
            <a:spcAft>
              <a:spcPct val="35000"/>
            </a:spcAft>
          </a:pPr>
          <a:r>
            <a:rPr lang="zh-CN" baseline="0" dirty="0" smtClean="0"/>
            <a:t>分组交换具有多逻辑信道的能力，故中继线的电路利用率高；</a:t>
          </a:r>
          <a:endParaRPr lang="zh-CN" dirty="0"/>
        </a:p>
      </dsp:txBody>
      <dsp:txXfrm rot="10800000">
        <a:off x="1565274" y="0"/>
        <a:ext cx="5254156" cy="967435"/>
      </dsp:txXfrm>
    </dsp:sp>
    <dsp:sp modelId="{6FD37C73-FDA6-4731-AED1-6AAC8AA6612F}">
      <dsp:nvSpPr>
        <dsp:cNvPr id="3" name="椭圆 2"/>
        <dsp:cNvSpPr/>
      </dsp:nvSpPr>
      <dsp:spPr bwMode="white">
        <a:xfrm>
          <a:off x="1081556" y="0"/>
          <a:ext cx="967435" cy="967435"/>
        </a:xfrm>
        <a:prstGeom prst="ellipse">
          <a:avLst/>
        </a:prstGeom>
      </dsp:spPr>
      <dsp:style>
        <a:lnRef idx="2">
          <a:schemeClr val="lt1"/>
        </a:lnRef>
        <a:fillRef idx="1">
          <a:schemeClr val="accent1">
            <a:tint val="50000"/>
          </a:schemeClr>
        </a:fillRef>
        <a:effectRef idx="0">
          <a:scrgbClr r="0" g="0" b="0"/>
        </a:effectRef>
        <a:fontRef idx="minor"/>
      </dsp:style>
      <dsp:txXfrm>
        <a:off x="1081556" y="0"/>
        <a:ext cx="967435" cy="967435"/>
      </dsp:txXfrm>
    </dsp:sp>
    <dsp:sp modelId="{0B41A2E9-4E79-46ED-A2DC-B57CC1C7D9B9}">
      <dsp:nvSpPr>
        <dsp:cNvPr id="6" name="五边形 5"/>
        <dsp:cNvSpPr/>
      </dsp:nvSpPr>
      <dsp:spPr bwMode="white">
        <a:xfrm rot="10800000">
          <a:off x="1565274" y="1209294"/>
          <a:ext cx="5254156" cy="967435"/>
        </a:xfrm>
        <a:prstGeom prst="homePlate">
          <a:avLst/>
        </a:prstGeom>
      </dsp:spPr>
      <dsp:style>
        <a:lnRef idx="2">
          <a:schemeClr val="lt1"/>
        </a:lnRef>
        <a:fillRef idx="1">
          <a:schemeClr val="accent1"/>
        </a:fillRef>
        <a:effectRef idx="0">
          <a:scrgbClr r="0" g="0" b="0"/>
        </a:effectRef>
        <a:fontRef idx="minor">
          <a:schemeClr val="lt1"/>
        </a:fontRef>
      </dsp:style>
      <dsp:txBody>
        <a:bodyPr rot="10800000" lIns="426612" tIns="87630" rIns="163576"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l" rtl="0">
            <a:lnSpc>
              <a:spcPct val="100000"/>
            </a:lnSpc>
            <a:spcBef>
              <a:spcPct val="0"/>
            </a:spcBef>
            <a:spcAft>
              <a:spcPct val="35000"/>
            </a:spcAft>
          </a:pPr>
          <a:r>
            <a:rPr lang="zh-CN" baseline="0" dirty="0" smtClean="0"/>
            <a:t>可实现分组交换网上的不同码型、速率和规程之间的终端互通；</a:t>
          </a:r>
          <a:endParaRPr lang="zh-CN" dirty="0"/>
        </a:p>
      </dsp:txBody>
      <dsp:txXfrm rot="10800000">
        <a:off x="1565274" y="1209294"/>
        <a:ext cx="5254156" cy="967435"/>
      </dsp:txXfrm>
    </dsp:sp>
    <dsp:sp modelId="{4BDE7206-DC87-4855-8B38-FB1C9B2693EC}">
      <dsp:nvSpPr>
        <dsp:cNvPr id="5" name="椭圆 4"/>
        <dsp:cNvSpPr/>
      </dsp:nvSpPr>
      <dsp:spPr bwMode="white">
        <a:xfrm>
          <a:off x="1081556" y="1209294"/>
          <a:ext cx="967435" cy="967435"/>
        </a:xfrm>
        <a:prstGeom prst="ellipse">
          <a:avLst/>
        </a:prstGeom>
      </dsp:spPr>
      <dsp:style>
        <a:lnRef idx="2">
          <a:schemeClr val="lt1"/>
        </a:lnRef>
        <a:fillRef idx="1">
          <a:schemeClr val="accent1">
            <a:tint val="50000"/>
          </a:schemeClr>
        </a:fillRef>
        <a:effectRef idx="0">
          <a:scrgbClr r="0" g="0" b="0"/>
        </a:effectRef>
        <a:fontRef idx="minor"/>
      </dsp:style>
      <dsp:txXfrm>
        <a:off x="1081556" y="1209294"/>
        <a:ext cx="967435" cy="967435"/>
      </dsp:txXfrm>
    </dsp:sp>
    <dsp:sp modelId="{DC189C23-CF8B-45CD-AF9C-FE1C2041C530}">
      <dsp:nvSpPr>
        <dsp:cNvPr id="8" name="五边形 7"/>
        <dsp:cNvSpPr/>
      </dsp:nvSpPr>
      <dsp:spPr bwMode="white">
        <a:xfrm rot="10800000">
          <a:off x="1565274" y="2418588"/>
          <a:ext cx="5254156" cy="967435"/>
        </a:xfrm>
        <a:prstGeom prst="homePlate">
          <a:avLst/>
        </a:prstGeom>
      </dsp:spPr>
      <dsp:style>
        <a:lnRef idx="2">
          <a:schemeClr val="lt1"/>
        </a:lnRef>
        <a:fillRef idx="1">
          <a:schemeClr val="accent1"/>
        </a:fillRef>
        <a:effectRef idx="0">
          <a:scrgbClr r="0" g="0" b="0"/>
        </a:effectRef>
        <a:fontRef idx="minor">
          <a:schemeClr val="lt1"/>
        </a:fontRef>
      </dsp:style>
      <dsp:txBody>
        <a:bodyPr rot="10800000" lIns="426612" tIns="87630" rIns="163576"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l" rtl="0">
            <a:lnSpc>
              <a:spcPct val="100000"/>
            </a:lnSpc>
            <a:spcBef>
              <a:spcPct val="0"/>
            </a:spcBef>
            <a:spcAft>
              <a:spcPct val="35000"/>
            </a:spcAft>
          </a:pPr>
          <a:r>
            <a:rPr lang="zh-CN" baseline="0" dirty="0" smtClean="0"/>
            <a:t>由于分组交换具有差错检测和纠正的能力，故电路传送的误码率极小；</a:t>
          </a:r>
          <a:endParaRPr lang="zh-CN" dirty="0"/>
        </a:p>
      </dsp:txBody>
      <dsp:txXfrm rot="10800000">
        <a:off x="1565274" y="2418588"/>
        <a:ext cx="5254156" cy="967435"/>
      </dsp:txXfrm>
    </dsp:sp>
    <dsp:sp modelId="{148ED859-19DB-4D8A-965A-587B1174FA62}">
      <dsp:nvSpPr>
        <dsp:cNvPr id="7" name="椭圆 6"/>
        <dsp:cNvSpPr/>
      </dsp:nvSpPr>
      <dsp:spPr bwMode="white">
        <a:xfrm>
          <a:off x="1081556" y="2418588"/>
          <a:ext cx="967435" cy="967435"/>
        </a:xfrm>
        <a:prstGeom prst="ellipse">
          <a:avLst/>
        </a:prstGeom>
      </dsp:spPr>
      <dsp:style>
        <a:lnRef idx="2">
          <a:schemeClr val="lt1"/>
        </a:lnRef>
        <a:fillRef idx="1">
          <a:schemeClr val="accent1">
            <a:tint val="50000"/>
          </a:schemeClr>
        </a:fillRef>
        <a:effectRef idx="0">
          <a:scrgbClr r="0" g="0" b="0"/>
        </a:effectRef>
        <a:fontRef idx="minor"/>
      </dsp:style>
      <dsp:txXfrm>
        <a:off x="1081556" y="2418588"/>
        <a:ext cx="967435" cy="967435"/>
      </dsp:txXfrm>
    </dsp:sp>
    <dsp:sp modelId="{83DBB714-841A-41C4-A5E0-5224AFB88C50}">
      <dsp:nvSpPr>
        <dsp:cNvPr id="10" name="五边形 9"/>
        <dsp:cNvSpPr/>
      </dsp:nvSpPr>
      <dsp:spPr bwMode="white">
        <a:xfrm rot="10800000">
          <a:off x="1565274" y="3627883"/>
          <a:ext cx="5254156" cy="967435"/>
        </a:xfrm>
        <a:prstGeom prst="homePlate">
          <a:avLst/>
        </a:prstGeom>
      </dsp:spPr>
      <dsp:style>
        <a:lnRef idx="2">
          <a:schemeClr val="lt1"/>
        </a:lnRef>
        <a:fillRef idx="1">
          <a:schemeClr val="accent1"/>
        </a:fillRef>
        <a:effectRef idx="0">
          <a:scrgbClr r="0" g="0" b="0"/>
        </a:effectRef>
        <a:fontRef idx="minor">
          <a:schemeClr val="lt1"/>
        </a:fontRef>
      </dsp:style>
      <dsp:txBody>
        <a:bodyPr rot="10800000" lIns="426612" tIns="87630" rIns="163576"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gn="l" rtl="0">
            <a:lnSpc>
              <a:spcPct val="100000"/>
            </a:lnSpc>
            <a:spcBef>
              <a:spcPct val="0"/>
            </a:spcBef>
            <a:spcAft>
              <a:spcPct val="35000"/>
            </a:spcAft>
          </a:pPr>
          <a:r>
            <a:rPr lang="zh-CN" baseline="0" dirty="0" smtClean="0"/>
            <a:t>分组交换的网络管理功能强。</a:t>
          </a:r>
          <a:endParaRPr lang="zh-CN" dirty="0"/>
        </a:p>
      </dsp:txBody>
      <dsp:txXfrm rot="10800000">
        <a:off x="1565274" y="3627883"/>
        <a:ext cx="5254156" cy="967435"/>
      </dsp:txXfrm>
    </dsp:sp>
    <dsp:sp modelId="{E62A0419-7857-48A4-B3BA-D32F401CA170}">
      <dsp:nvSpPr>
        <dsp:cNvPr id="9" name="椭圆 8"/>
        <dsp:cNvSpPr/>
      </dsp:nvSpPr>
      <dsp:spPr bwMode="white">
        <a:xfrm>
          <a:off x="1081556" y="3627883"/>
          <a:ext cx="967435" cy="967435"/>
        </a:xfrm>
        <a:prstGeom prst="ellipse">
          <a:avLst/>
        </a:prstGeom>
      </dsp:spPr>
      <dsp:style>
        <a:lnRef idx="2">
          <a:schemeClr val="lt1"/>
        </a:lnRef>
        <a:fillRef idx="1">
          <a:schemeClr val="accent1">
            <a:tint val="50000"/>
          </a:schemeClr>
        </a:fillRef>
        <a:effectRef idx="0">
          <a:scrgbClr r="0" g="0" b="0"/>
        </a:effectRef>
        <a:fontRef idx="minor"/>
      </dsp:style>
      <dsp:txXfrm>
        <a:off x="1081556" y="3627883"/>
        <a:ext cx="967435" cy="967435"/>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921751" cy="5100637"/>
        <a:chOff x="0" y="0"/>
        <a:chExt cx="8921751" cy="5100637"/>
      </a:xfrm>
    </dsp:grpSpPr>
    <dsp:sp modelId="{2CD689B0-D301-4E50-999E-A81AAEF2D3A6}">
      <dsp:nvSpPr>
        <dsp:cNvPr id="3" name="矩形 2"/>
        <dsp:cNvSpPr/>
      </dsp:nvSpPr>
      <dsp:spPr bwMode="white">
        <a:xfrm>
          <a:off x="0" y="62606"/>
          <a:ext cx="2720046" cy="432000"/>
        </a:xfrm>
        <a:prstGeom prst="rect">
          <a:avLst/>
        </a:prstGeom>
      </dsp:spPr>
      <dsp:style>
        <a:lnRef idx="2">
          <a:schemeClr val="accent1"/>
        </a:lnRef>
        <a:fillRef idx="1">
          <a:schemeClr val="accent1"/>
        </a:fillRef>
        <a:effectRef idx="0">
          <a:scrgbClr r="0" g="0" b="0"/>
        </a:effectRef>
        <a:fontRef idx="minor">
          <a:schemeClr val="lt1"/>
        </a:fontRef>
      </dsp:style>
      <dsp:txBody>
        <a:bodyPr lIns="106680" tIns="60960" rIns="106680" bIns="6096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rtl="0">
            <a:lnSpc>
              <a:spcPct val="100000"/>
            </a:lnSpc>
            <a:spcBef>
              <a:spcPct val="0"/>
            </a:spcBef>
            <a:spcAft>
              <a:spcPct val="35000"/>
            </a:spcAft>
          </a:pPr>
          <a:r>
            <a:rPr lang="en-US" b="1" baseline="0" smtClean="0"/>
            <a:t>1.</a:t>
          </a:r>
          <a:r>
            <a:rPr lang="zh-CN" b="1" baseline="0" smtClean="0"/>
            <a:t>电路交换</a:t>
          </a:r>
          <a:endParaRPr lang="zh-CN"/>
        </a:p>
      </dsp:txBody>
      <dsp:txXfrm>
        <a:off x="0" y="62606"/>
        <a:ext cx="2720046" cy="432000"/>
      </dsp:txXfrm>
    </dsp:sp>
    <dsp:sp modelId="{95116E99-1730-4FB2-A088-7EFC0F8715EA}">
      <dsp:nvSpPr>
        <dsp:cNvPr id="4" name="矩形 3"/>
        <dsp:cNvSpPr/>
      </dsp:nvSpPr>
      <dsp:spPr bwMode="white">
        <a:xfrm>
          <a:off x="0" y="494606"/>
          <a:ext cx="2720046" cy="454342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0010" tIns="80010" rIns="106680" bIns="120014" anchor="t"/>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dirty="0" smtClean="0">
              <a:solidFill>
                <a:schemeClr val="dk1"/>
              </a:solidFill>
            </a:rPr>
            <a:t>电路交换就是计算机终端之间通信时，一方发起呼叫，独占一条物理线路。当交换机完成接续，对方收到发起端的信号，双方即可进行通信。在整个通信过程中双方一直占用该电路。它的特点是实时性强，时延小，交换设备成本较低。但同时也带来线路利用率低，电路接续时间长，通信效率低，不同类型终端用户之间不能通信等缺点。电路交换比较适用于信息量大、长报文，经常使用的固定用户之间的通信。</a:t>
          </a:r>
          <a:endParaRPr lang="zh-CN" altLang="en-US" dirty="0">
            <a:solidFill>
              <a:schemeClr val="dk1"/>
            </a:solidFill>
          </a:endParaRPr>
        </a:p>
      </dsp:txBody>
      <dsp:txXfrm>
        <a:off x="0" y="494606"/>
        <a:ext cx="2720046" cy="4543425"/>
      </dsp:txXfrm>
    </dsp:sp>
    <dsp:sp modelId="{798F1418-939D-4085-A05A-75B8C0D20767}">
      <dsp:nvSpPr>
        <dsp:cNvPr id="5" name="矩形 4"/>
        <dsp:cNvSpPr/>
      </dsp:nvSpPr>
      <dsp:spPr bwMode="white">
        <a:xfrm>
          <a:off x="3100852" y="62606"/>
          <a:ext cx="2720046" cy="432000"/>
        </a:xfrm>
        <a:prstGeom prst="rect">
          <a:avLst/>
        </a:prstGeom>
      </dsp:spPr>
      <dsp:style>
        <a:lnRef idx="2">
          <a:schemeClr val="accent1"/>
        </a:lnRef>
        <a:fillRef idx="1">
          <a:schemeClr val="accent1"/>
        </a:fillRef>
        <a:effectRef idx="0">
          <a:scrgbClr r="0" g="0" b="0"/>
        </a:effectRef>
        <a:fontRef idx="minor">
          <a:schemeClr val="lt1"/>
        </a:fontRef>
      </dsp:style>
      <dsp:txBody>
        <a:bodyPr lIns="106680" tIns="60960" rIns="106680" bIns="6096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rtl="0">
            <a:lnSpc>
              <a:spcPct val="100000"/>
            </a:lnSpc>
            <a:spcBef>
              <a:spcPct val="0"/>
            </a:spcBef>
            <a:spcAft>
              <a:spcPct val="35000"/>
            </a:spcAft>
          </a:pPr>
          <a:r>
            <a:rPr lang="en-US" b="1" baseline="0" smtClean="0"/>
            <a:t>2.</a:t>
          </a:r>
          <a:r>
            <a:rPr lang="zh-CN" b="1" baseline="0" smtClean="0"/>
            <a:t>报文交换</a:t>
          </a:r>
          <a:endParaRPr lang="zh-CN"/>
        </a:p>
      </dsp:txBody>
      <dsp:txXfrm>
        <a:off x="3100852" y="62606"/>
        <a:ext cx="2720046" cy="432000"/>
      </dsp:txXfrm>
    </dsp:sp>
    <dsp:sp modelId="{601D61D9-0C1A-428D-8892-C92CDCE79310}">
      <dsp:nvSpPr>
        <dsp:cNvPr id="6" name="矩形 5"/>
        <dsp:cNvSpPr/>
      </dsp:nvSpPr>
      <dsp:spPr bwMode="white">
        <a:xfrm>
          <a:off x="3100852" y="494606"/>
          <a:ext cx="2720046" cy="454342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0010" tIns="80010" rIns="106680" bIns="120014" anchor="t"/>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smtClean="0">
              <a:solidFill>
                <a:schemeClr val="dk1"/>
              </a:solidFill>
            </a:rPr>
            <a:t>将用户的报文存储在交换机的存储器中。当所需要的输出电路空闲时，再将该报文发向接收交换机或终端，它以“存储</a:t>
          </a:r>
          <a:r>
            <a:rPr lang="en-US" altLang="en-US" smtClean="0">
              <a:solidFill>
                <a:schemeClr val="dk1"/>
              </a:solidFill>
            </a:rPr>
            <a:t>——</a:t>
          </a:r>
          <a:r>
            <a:rPr lang="zh-CN" altLang="en-US" smtClean="0">
              <a:solidFill>
                <a:schemeClr val="dk1"/>
              </a:solidFill>
            </a:rPr>
            <a:t>转发”方式在网内传输数据。报文交换的优点是中继电路利用率高，可以多个用户同时在一条线路上传送，可实现不同速率、不同规程的终端间互通。但它的缺点也是显而易见的。以报文为单位进行存储转发，网络传输时延大，且占用大量的交换机内存和外存，不能满足对实时性要求高的用户。报文交换适用于传输的报文较短、实时性要求较低的网络用户之间的通信，如公用电报网。</a:t>
          </a:r>
          <a:endParaRPr lang="zh-CN" altLang="en-US">
            <a:solidFill>
              <a:schemeClr val="dk1"/>
            </a:solidFill>
          </a:endParaRPr>
        </a:p>
      </dsp:txBody>
      <dsp:txXfrm>
        <a:off x="3100852" y="494606"/>
        <a:ext cx="2720046" cy="4543425"/>
      </dsp:txXfrm>
    </dsp:sp>
    <dsp:sp modelId="{5B37FA9D-4C26-42E9-8D98-063081BA327D}">
      <dsp:nvSpPr>
        <dsp:cNvPr id="7" name="矩形 6"/>
        <dsp:cNvSpPr/>
      </dsp:nvSpPr>
      <dsp:spPr bwMode="white">
        <a:xfrm>
          <a:off x="6201705" y="62606"/>
          <a:ext cx="2720046" cy="432000"/>
        </a:xfrm>
        <a:prstGeom prst="rect">
          <a:avLst/>
        </a:prstGeom>
      </dsp:spPr>
      <dsp:style>
        <a:lnRef idx="2">
          <a:schemeClr val="accent1"/>
        </a:lnRef>
        <a:fillRef idx="1">
          <a:schemeClr val="accent1"/>
        </a:fillRef>
        <a:effectRef idx="0">
          <a:scrgbClr r="0" g="0" b="0"/>
        </a:effectRef>
        <a:fontRef idx="minor">
          <a:schemeClr val="lt1"/>
        </a:fontRef>
      </dsp:style>
      <dsp:txBody>
        <a:bodyPr lIns="106680" tIns="60960" rIns="106680" bIns="6096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rtl="0">
            <a:lnSpc>
              <a:spcPct val="100000"/>
            </a:lnSpc>
            <a:spcBef>
              <a:spcPct val="0"/>
            </a:spcBef>
            <a:spcAft>
              <a:spcPct val="35000"/>
            </a:spcAft>
          </a:pPr>
          <a:r>
            <a:rPr lang="en-US" b="1" baseline="0" smtClean="0"/>
            <a:t>3.</a:t>
          </a:r>
          <a:r>
            <a:rPr lang="zh-CN" b="1" baseline="0" smtClean="0"/>
            <a:t>分组交换</a:t>
          </a:r>
          <a:endParaRPr lang="zh-CN"/>
        </a:p>
      </dsp:txBody>
      <dsp:txXfrm>
        <a:off x="6201705" y="62606"/>
        <a:ext cx="2720046" cy="432000"/>
      </dsp:txXfrm>
    </dsp:sp>
    <dsp:sp modelId="{23371ED6-9A6F-4CEF-9AD2-80AFCF9D0DF0}">
      <dsp:nvSpPr>
        <dsp:cNvPr id="8" name="矩形 7"/>
        <dsp:cNvSpPr/>
      </dsp:nvSpPr>
      <dsp:spPr bwMode="white">
        <a:xfrm>
          <a:off x="6201705" y="494606"/>
          <a:ext cx="2720046" cy="4543425"/>
        </a:xfrm>
        <a:prstGeom prst="rect">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0010" tIns="80010" rIns="106680" bIns="120014" anchor="t"/>
        <a:lstStyle>
          <a:lvl1pPr algn="l">
            <a:defRPr sz="1500"/>
          </a:lvl1pPr>
          <a:lvl2pPr marL="114300" indent="-114300" algn="l">
            <a:defRPr sz="1500"/>
          </a:lvl2pPr>
          <a:lvl3pPr marL="228600" indent="-114300" algn="l">
            <a:defRPr sz="1500"/>
          </a:lvl3pPr>
          <a:lvl4pPr marL="342900" indent="-114300" algn="l">
            <a:defRPr sz="1500"/>
          </a:lvl4pPr>
          <a:lvl5pPr marL="457200" indent="-114300" algn="l">
            <a:defRPr sz="1500"/>
          </a:lvl5pPr>
          <a:lvl6pPr marL="571500" indent="-114300" algn="l">
            <a:defRPr sz="1500"/>
          </a:lvl6pPr>
          <a:lvl7pPr marL="685800" indent="-114300" algn="l">
            <a:defRPr sz="1500"/>
          </a:lvl7pPr>
          <a:lvl8pPr marL="800100" indent="-114300" algn="l">
            <a:defRPr sz="1500"/>
          </a:lvl8pPr>
          <a:lvl9pPr marL="914400" indent="-114300" algn="l">
            <a:defRPr sz="1500"/>
          </a:lvl9pPr>
        </a:lstStyle>
        <a:p>
          <a:pPr lvl="1">
            <a:lnSpc>
              <a:spcPct val="100000"/>
            </a:lnSpc>
            <a:spcBef>
              <a:spcPct val="0"/>
            </a:spcBef>
            <a:spcAft>
              <a:spcPct val="15000"/>
            </a:spcAft>
            <a:buChar char="•"/>
          </a:pPr>
          <a:r>
            <a:rPr lang="zh-CN" altLang="en-US" smtClean="0">
              <a:solidFill>
                <a:schemeClr val="dk1"/>
              </a:solidFill>
            </a:rPr>
            <a:t>分组交换实质上是在“存储</a:t>
          </a:r>
          <a:r>
            <a:rPr lang="en-US" altLang="en-US" smtClean="0">
              <a:solidFill>
                <a:schemeClr val="dk1"/>
              </a:solidFill>
            </a:rPr>
            <a:t>——</a:t>
          </a:r>
          <a:r>
            <a:rPr lang="zh-CN" altLang="en-US" smtClean="0">
              <a:solidFill>
                <a:schemeClr val="dk1"/>
              </a:solidFill>
            </a:rPr>
            <a:t>转发”基础上发展起来的。它兼有电路交换和报文交换的优点。分组交换在线路上采用动态复用技术传送按一定长度分割为许多小段的数据</a:t>
          </a:r>
          <a:r>
            <a:rPr lang="en-US" altLang="en-US" smtClean="0">
              <a:solidFill>
                <a:schemeClr val="dk1"/>
              </a:solidFill>
            </a:rPr>
            <a:t>——</a:t>
          </a:r>
          <a:r>
            <a:rPr lang="zh-CN" altLang="en-US" smtClean="0">
              <a:solidFill>
                <a:schemeClr val="dk1"/>
              </a:solidFill>
            </a:rPr>
            <a:t>分组，每个分组独立进行传送。到达接受端口，再重新组装为一个完整的数据报文。分组交换比电路交换的传输效率高，比报文交换的时延小。</a:t>
          </a:r>
          <a:endParaRPr lang="zh-CN" altLang="en-US">
            <a:solidFill>
              <a:schemeClr val="dk1"/>
            </a:solidFill>
          </a:endParaRPr>
        </a:p>
      </dsp:txBody>
      <dsp:txXfrm>
        <a:off x="6201705" y="494606"/>
        <a:ext cx="2720046" cy="4543425"/>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A1312E45-0E90-42D4-A319-088D1E8BD5E4}">
      <dsp:nvSpPr>
        <dsp:cNvPr id="3" name="椭圆 2"/>
        <dsp:cNvSpPr/>
      </dsp:nvSpPr>
      <dsp:spPr bwMode="white">
        <a:xfrm>
          <a:off x="4745464" y="3131787"/>
          <a:ext cx="1463531" cy="1463531"/>
        </a:xfrm>
        <a:prstGeom prst="ellipse">
          <a:avLst/>
        </a:prstGeom>
      </dsp:spPr>
      <dsp:style>
        <a:lnRef idx="2">
          <a:schemeClr val="lt1"/>
        </a:lnRef>
        <a:fillRef idx="1">
          <a:schemeClr val="accent1"/>
        </a:fillRef>
        <a:effectRef idx="0">
          <a:scrgbClr r="0" g="0" b="0"/>
        </a:effectRef>
        <a:fontRef idx="minor">
          <a:schemeClr val="lt1"/>
        </a:fontRef>
      </dsp:style>
      <dsp:txBody>
        <a:bodyPr lIns="20320" tIns="20320" rIns="20320" bIns="203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rtl="0">
            <a:lnSpc>
              <a:spcPct val="100000"/>
            </a:lnSpc>
            <a:spcBef>
              <a:spcPct val="0"/>
            </a:spcBef>
            <a:spcAft>
              <a:spcPct val="35000"/>
            </a:spcAft>
          </a:pPr>
          <a:r>
            <a:rPr lang="zh-CN" altLang="en-US" dirty="0" smtClean="0"/>
            <a:t>性能指标</a:t>
          </a:r>
          <a:endParaRPr lang="zh-CN" dirty="0"/>
        </a:p>
      </dsp:txBody>
      <dsp:txXfrm>
        <a:off x="4745464" y="3131787"/>
        <a:ext cx="1463531" cy="1463531"/>
      </dsp:txXfrm>
    </dsp:sp>
    <dsp:sp modelId="{CB5352A2-640F-4C1C-8DD2-0A81F54767B6}">
      <dsp:nvSpPr>
        <dsp:cNvPr id="4" name="左箭头 3"/>
        <dsp:cNvSpPr/>
      </dsp:nvSpPr>
      <dsp:spPr bwMode="white">
        <a:xfrm rot="10799999">
          <a:off x="2240649" y="3654999"/>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0799999">
        <a:off x="2240649" y="3654999"/>
        <a:ext cx="2433985" cy="417106"/>
      </dsp:txXfrm>
    </dsp:sp>
    <dsp:sp modelId="{03989CB4-B64D-49D2-B676-153A0DFB0B47}">
      <dsp:nvSpPr>
        <dsp:cNvPr id="5" name="圆角矩形 4"/>
        <dsp:cNvSpPr/>
      </dsp:nvSpPr>
      <dsp:spPr bwMode="white">
        <a:xfrm>
          <a:off x="1474642" y="3307411"/>
          <a:ext cx="1390354" cy="1112283"/>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1.</a:t>
          </a:r>
          <a:r>
            <a:rPr lang="zh-CN" altLang="en-US" b="1" dirty="0" smtClean="0"/>
            <a:t>速率</a:t>
          </a:r>
          <a:endParaRPr lang="zh-CN" dirty="0"/>
        </a:p>
      </dsp:txBody>
      <dsp:txXfrm>
        <a:off x="1474642" y="3307411"/>
        <a:ext cx="1390354" cy="1112283"/>
      </dsp:txXfrm>
    </dsp:sp>
    <dsp:sp modelId="{EDA8276F-E6C1-4568-9E0B-8D09A7F0A999}">
      <dsp:nvSpPr>
        <dsp:cNvPr id="6" name="左箭头 5"/>
        <dsp:cNvSpPr/>
      </dsp:nvSpPr>
      <dsp:spPr bwMode="white">
        <a:xfrm rot="12599999">
          <a:off x="2511222" y="264520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rot="12599999">
        <a:off x="2511222" y="2645205"/>
        <a:ext cx="2433985" cy="417106"/>
      </dsp:txXfrm>
    </dsp:sp>
    <dsp:sp modelId="{A0A54CC6-750E-476D-A736-398F890B937A}">
      <dsp:nvSpPr>
        <dsp:cNvPr id="7" name="圆角矩形 6"/>
        <dsp:cNvSpPr/>
      </dsp:nvSpPr>
      <dsp:spPr bwMode="white">
        <a:xfrm>
          <a:off x="1917751" y="1653705"/>
          <a:ext cx="1390354" cy="1112283"/>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2.</a:t>
          </a:r>
          <a:r>
            <a:rPr lang="zh-CN" altLang="en-US" b="1" dirty="0" smtClean="0"/>
            <a:t>带宽</a:t>
          </a:r>
          <a:endParaRPr lang="zh-CN" dirty="0"/>
        </a:p>
      </dsp:txBody>
      <dsp:txXfrm>
        <a:off x="1917751" y="1653705"/>
        <a:ext cx="1390354" cy="1112283"/>
      </dsp:txXfrm>
    </dsp:sp>
    <dsp:sp modelId="{BFFDD8BD-77AF-4B66-BD0C-71823CDC4D40}">
      <dsp:nvSpPr>
        <dsp:cNvPr id="8" name="左箭头 7"/>
        <dsp:cNvSpPr/>
      </dsp:nvSpPr>
      <dsp:spPr bwMode="white">
        <a:xfrm rot="14399999">
          <a:off x="3250443" y="190598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rot="14399999">
        <a:off x="3250443" y="1905985"/>
        <a:ext cx="2433985" cy="417106"/>
      </dsp:txXfrm>
    </dsp:sp>
    <dsp:sp modelId="{B1E1D2D3-2022-46AE-8F0D-6B9D4B596458}">
      <dsp:nvSpPr>
        <dsp:cNvPr id="9" name="圆角矩形 8"/>
        <dsp:cNvSpPr/>
      </dsp:nvSpPr>
      <dsp:spPr bwMode="white">
        <a:xfrm>
          <a:off x="3128347" y="443109"/>
          <a:ext cx="1390354" cy="1112283"/>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3.</a:t>
          </a:r>
          <a:r>
            <a:rPr lang="zh-CN" altLang="en-US" b="1" dirty="0" smtClean="0"/>
            <a:t>吞吐量</a:t>
          </a:r>
          <a:endParaRPr lang="zh-CN" dirty="0"/>
        </a:p>
      </dsp:txBody>
      <dsp:txXfrm>
        <a:off x="3128347" y="443109"/>
        <a:ext cx="1390354" cy="1112283"/>
      </dsp:txXfrm>
    </dsp:sp>
    <dsp:sp modelId="{E3D7915C-2D19-43F5-89EC-CF78B5EE62CD}">
      <dsp:nvSpPr>
        <dsp:cNvPr id="10" name="左箭头 9"/>
        <dsp:cNvSpPr/>
      </dsp:nvSpPr>
      <dsp:spPr bwMode="white">
        <a:xfrm rot="16199999">
          <a:off x="4260237" y="1635411"/>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Xfrm rot="16199999">
        <a:off x="4260237" y="1635411"/>
        <a:ext cx="2433985" cy="417106"/>
      </dsp:txXfrm>
    </dsp:sp>
    <dsp:sp modelId="{1F4B0D0B-9A13-40C5-AD5D-97197AB2C1D3}">
      <dsp:nvSpPr>
        <dsp:cNvPr id="11" name="圆角矩形 10"/>
        <dsp:cNvSpPr/>
      </dsp:nvSpPr>
      <dsp:spPr bwMode="white">
        <a:xfrm>
          <a:off x="4782052" y="0"/>
          <a:ext cx="1390354" cy="1112283"/>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4.</a:t>
          </a:r>
          <a:r>
            <a:rPr lang="zh-CN" altLang="en-US" b="1" dirty="0" smtClean="0"/>
            <a:t>时延</a:t>
          </a:r>
          <a:endParaRPr lang="zh-CN" dirty="0"/>
        </a:p>
      </dsp:txBody>
      <dsp:txXfrm>
        <a:off x="4782052" y="0"/>
        <a:ext cx="1390354" cy="1112283"/>
      </dsp:txXfrm>
    </dsp:sp>
    <dsp:sp modelId="{1A42A662-C7DC-4A1E-81FE-EA266BB7D3B7}">
      <dsp:nvSpPr>
        <dsp:cNvPr id="12" name="左箭头 11"/>
        <dsp:cNvSpPr/>
      </dsp:nvSpPr>
      <dsp:spPr bwMode="white">
        <a:xfrm rot="-3600000">
          <a:off x="5270031" y="190598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6"/>
        </a:fillRef>
        <a:effectRef idx="0">
          <a:scrgbClr r="0" g="0" b="0"/>
        </a:effectRef>
        <a:fontRef idx="minor">
          <a:schemeClr val="lt1"/>
        </a:fontRef>
      </dsp:style>
      <dsp:txXfrm rot="-3600000">
        <a:off x="5270031" y="1905985"/>
        <a:ext cx="2433985" cy="417106"/>
      </dsp:txXfrm>
    </dsp:sp>
    <dsp:sp modelId="{9EF0A3C4-5AC5-45EE-8117-8885B5976E91}">
      <dsp:nvSpPr>
        <dsp:cNvPr id="13" name="圆角矩形 12"/>
        <dsp:cNvSpPr/>
      </dsp:nvSpPr>
      <dsp:spPr bwMode="white">
        <a:xfrm>
          <a:off x="6435758" y="443109"/>
          <a:ext cx="1390354" cy="1112283"/>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5.</a:t>
          </a:r>
          <a:r>
            <a:rPr lang="zh-CN" altLang="en-US" b="1" dirty="0" smtClean="0"/>
            <a:t>时延带宽积</a:t>
          </a:r>
          <a:endParaRPr lang="zh-CN" dirty="0"/>
        </a:p>
      </dsp:txBody>
      <dsp:txXfrm>
        <a:off x="6435758" y="443109"/>
        <a:ext cx="1390354" cy="1112283"/>
      </dsp:txXfrm>
    </dsp:sp>
    <dsp:sp modelId="{9ADF362D-CEBE-4635-A9EE-78D245EC6832}">
      <dsp:nvSpPr>
        <dsp:cNvPr id="14" name="左箭头 13"/>
        <dsp:cNvSpPr/>
      </dsp:nvSpPr>
      <dsp:spPr bwMode="white">
        <a:xfrm rot="-1799999">
          <a:off x="6009252" y="264520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799999">
        <a:off x="6009252" y="2645205"/>
        <a:ext cx="2433985" cy="417106"/>
      </dsp:txXfrm>
    </dsp:sp>
    <dsp:sp modelId="{336BAB92-3872-4320-BDFB-DB789FD8F4FD}">
      <dsp:nvSpPr>
        <dsp:cNvPr id="15" name="圆角矩形 14"/>
        <dsp:cNvSpPr/>
      </dsp:nvSpPr>
      <dsp:spPr bwMode="white">
        <a:xfrm>
          <a:off x="7646354" y="1653705"/>
          <a:ext cx="1390354" cy="1112283"/>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6.</a:t>
          </a:r>
          <a:r>
            <a:rPr lang="zh-CN" altLang="en-US" b="1" dirty="0" smtClean="0"/>
            <a:t>往返时间（</a:t>
          </a:r>
          <a:r>
            <a:rPr lang="en-US" altLang="zh-CN" b="1" dirty="0" smtClean="0"/>
            <a:t>RTT</a:t>
          </a:r>
          <a:r>
            <a:rPr lang="zh-CN" altLang="en-US" b="1" dirty="0" smtClean="0"/>
            <a:t>）</a:t>
          </a:r>
          <a:endParaRPr lang="zh-CN" dirty="0"/>
        </a:p>
      </dsp:txBody>
      <dsp:txXfrm>
        <a:off x="7646354" y="1653705"/>
        <a:ext cx="1390354" cy="1112283"/>
      </dsp:txXfrm>
    </dsp:sp>
    <dsp:sp modelId="{6AF8EA1D-5AD9-4E76-945F-DF03B6398FCC}">
      <dsp:nvSpPr>
        <dsp:cNvPr id="16" name="左箭头 15"/>
        <dsp:cNvSpPr/>
      </dsp:nvSpPr>
      <dsp:spPr bwMode="white">
        <a:xfrm>
          <a:off x="6279825" y="3654999"/>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a:off x="6279825" y="3654999"/>
        <a:ext cx="2433985" cy="417106"/>
      </dsp:txXfrm>
    </dsp:sp>
    <dsp:sp modelId="{A32DB97B-2BDC-4D1A-BB17-40FCE5FAD0CE}">
      <dsp:nvSpPr>
        <dsp:cNvPr id="17" name="圆角矩形 16"/>
        <dsp:cNvSpPr/>
      </dsp:nvSpPr>
      <dsp:spPr bwMode="white">
        <a:xfrm>
          <a:off x="8089463" y="3307411"/>
          <a:ext cx="1390354" cy="1112283"/>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43815" tIns="43815" rIns="43815" bIns="4381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en-US" altLang="zh-CN" b="1" dirty="0" smtClean="0"/>
            <a:t>7.</a:t>
          </a:r>
          <a:r>
            <a:rPr lang="zh-CN" altLang="en-US" b="1" dirty="0" smtClean="0"/>
            <a:t>利用率</a:t>
          </a:r>
          <a:endParaRPr lang="zh-CN" dirty="0"/>
        </a:p>
      </dsp:txBody>
      <dsp:txXfrm>
        <a:off x="8089463" y="3307411"/>
        <a:ext cx="1390354" cy="1112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964612" cy="5243513"/>
        <a:chOff x="0" y="0"/>
        <a:chExt cx="8964612" cy="5243513"/>
      </a:xfrm>
    </dsp:grpSpPr>
    <dsp:sp modelId="{F2F54611-2DAE-462F-9264-692C188DFB26}">
      <dsp:nvSpPr>
        <dsp:cNvPr id="4" name="空心弧 3"/>
        <dsp:cNvSpPr/>
      </dsp:nvSpPr>
      <dsp:spPr bwMode="white">
        <a:xfrm>
          <a:off x="-5867600" y="-919884"/>
          <a:ext cx="7083281" cy="7083281"/>
        </a:xfrm>
        <a:prstGeom prst="blockArc">
          <a:avLst>
            <a:gd name="adj1" fmla="val 18900000"/>
            <a:gd name="adj2" fmla="val 2700000"/>
            <a:gd name="adj3" fmla="val 255"/>
          </a:avLst>
        </a:prstGeom>
      </dsp:spPr>
      <dsp:style>
        <a:lnRef idx="2">
          <a:schemeClr val="accent1">
            <a:shade val="60000"/>
          </a:schemeClr>
        </a:lnRef>
        <a:fillRef idx="0">
          <a:schemeClr val="accent1"/>
        </a:fillRef>
        <a:effectRef idx="0">
          <a:scrgbClr r="0" g="0" b="0"/>
        </a:effectRef>
        <a:fontRef idx="minor"/>
      </dsp:style>
      <dsp:txXfrm>
        <a:off x="-5867600" y="-919884"/>
        <a:ext cx="7083281" cy="7083281"/>
      </dsp:txXfrm>
    </dsp:sp>
    <dsp:sp modelId="{67BD6537-90CE-40AA-A3D7-6C09D084787E}">
      <dsp:nvSpPr>
        <dsp:cNvPr id="7" name="矩形 6"/>
        <dsp:cNvSpPr/>
      </dsp:nvSpPr>
      <dsp:spPr bwMode="white">
        <a:xfrm>
          <a:off x="567348" y="327615"/>
          <a:ext cx="8397264" cy="655649"/>
        </a:xfrm>
        <a:prstGeom prst="rect">
          <a:avLst/>
        </a:prstGeom>
      </dsp:spPr>
      <dsp:style>
        <a:lnRef idx="2">
          <a:schemeClr val="lt1"/>
        </a:lnRef>
        <a:fillRef idx="1">
          <a:schemeClr val="accent1"/>
        </a:fillRef>
        <a:effectRef idx="0">
          <a:scrgbClr r="0" g="0" b="0"/>
        </a:effectRef>
        <a:fontRef idx="minor">
          <a:schemeClr val="lt1"/>
        </a:fontRef>
      </dsp:style>
      <dsp:txBody>
        <a:bodyPr lIns="520421"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1600" b="1" baseline="0" dirty="0" smtClean="0">
              <a:effectLst>
                <a:outerShdw blurRad="38100" dist="38100" dir="2700000" algn="tl">
                  <a:srgbClr val="000000">
                    <a:alpha val="43137"/>
                  </a:srgbClr>
                </a:outerShdw>
              </a:effectLst>
            </a:rPr>
            <a:t> 各层相对独立。可以将一个难以处理的复杂问题分解为若干个较容易处理的更小一些的问题。这样，整个问题的复杂程度就降低了。</a:t>
          </a:r>
          <a:endParaRPr lang="zh-CN" altLang="en-US" sz="1600" b="1" dirty="0">
            <a:effectLst>
              <a:outerShdw blurRad="38100" dist="38100" dir="2700000" algn="tl">
                <a:srgbClr val="000000">
                  <a:alpha val="43137"/>
                </a:srgbClr>
              </a:outerShdw>
            </a:effectLst>
          </a:endParaRPr>
        </a:p>
      </dsp:txBody>
      <dsp:txXfrm>
        <a:off x="567348" y="327615"/>
        <a:ext cx="8397264" cy="655649"/>
      </dsp:txXfrm>
    </dsp:sp>
    <dsp:sp modelId="{36EBB020-12C9-4905-B4BD-15D3C4B72742}">
      <dsp:nvSpPr>
        <dsp:cNvPr id="8" name="椭圆 7"/>
        <dsp:cNvSpPr/>
      </dsp:nvSpPr>
      <dsp:spPr bwMode="white">
        <a:xfrm>
          <a:off x="157568" y="245659"/>
          <a:ext cx="819561" cy="819561"/>
        </a:xfrm>
        <a:prstGeom prst="ellipse">
          <a:avLst/>
        </a:prstGeom>
        <a:solidFill>
          <a:srgbClr val="00B050"/>
        </a:solidFill>
      </dsp:spPr>
      <dsp:style>
        <a:lnRef idx="2">
          <a:schemeClr val="accent1"/>
        </a:lnRef>
        <a:fillRef idx="1">
          <a:schemeClr val="lt1"/>
        </a:fillRef>
        <a:effectRef idx="0">
          <a:scrgbClr r="0" g="0" b="0"/>
        </a:effectRef>
        <a:fontRef idx="minor"/>
      </dsp:style>
      <dsp:txXfrm>
        <a:off x="157568" y="245659"/>
        <a:ext cx="819561" cy="819561"/>
      </dsp:txXfrm>
    </dsp:sp>
    <dsp:sp modelId="{F0A1F589-E943-465D-80AC-301EE6FF0FAD}">
      <dsp:nvSpPr>
        <dsp:cNvPr id="9" name="矩形 8"/>
        <dsp:cNvSpPr/>
      </dsp:nvSpPr>
      <dsp:spPr bwMode="white">
        <a:xfrm>
          <a:off x="1037167" y="1310773"/>
          <a:ext cx="7927445" cy="655649"/>
        </a:xfrm>
        <a:prstGeom prst="rect">
          <a:avLst/>
        </a:prstGeom>
      </dsp:spPr>
      <dsp:style>
        <a:lnRef idx="2">
          <a:schemeClr val="lt1"/>
        </a:lnRef>
        <a:fillRef idx="1">
          <a:schemeClr val="accent1"/>
        </a:fillRef>
        <a:effectRef idx="0">
          <a:scrgbClr r="0" g="0" b="0"/>
        </a:effectRef>
        <a:fontRef idx="minor">
          <a:schemeClr val="lt1"/>
        </a:fontRef>
      </dsp:style>
      <dsp:txBody>
        <a:bodyPr lIns="520421"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1600" b="1" baseline="0" dirty="0" smtClean="0">
              <a:effectLst>
                <a:outerShdw blurRad="38100" dist="38100" dir="2700000" algn="tl">
                  <a:srgbClr val="000000">
                    <a:alpha val="43137"/>
                  </a:srgbClr>
                </a:outerShdw>
              </a:effectLst>
            </a:rPr>
            <a:t>灵活性好。当任何一层发生变化时，只要层间接口关系保持不变，那么在这层以上的或以下的各层均不受影响。</a:t>
          </a:r>
          <a:endParaRPr lang="zh-CN" altLang="en-US" sz="1600" b="1" dirty="0">
            <a:effectLst>
              <a:outerShdw blurRad="38100" dist="38100" dir="2700000" algn="tl">
                <a:srgbClr val="000000">
                  <a:alpha val="43137"/>
                </a:srgbClr>
              </a:outerShdw>
            </a:effectLst>
          </a:endParaRPr>
        </a:p>
      </dsp:txBody>
      <dsp:txXfrm>
        <a:off x="1037167" y="1310773"/>
        <a:ext cx="7927445" cy="655649"/>
      </dsp:txXfrm>
    </dsp:sp>
    <dsp:sp modelId="{BC7B2DC2-6326-4CCC-A5BD-D82B2715FEF5}">
      <dsp:nvSpPr>
        <dsp:cNvPr id="10" name="椭圆 9"/>
        <dsp:cNvSpPr/>
      </dsp:nvSpPr>
      <dsp:spPr bwMode="white">
        <a:xfrm>
          <a:off x="627386" y="1228817"/>
          <a:ext cx="819561" cy="819561"/>
        </a:xfrm>
        <a:prstGeom prst="ellipse">
          <a:avLst/>
        </a:prstGeom>
        <a:solidFill>
          <a:srgbClr val="00B0F0"/>
        </a:solidFill>
      </dsp:spPr>
      <dsp:style>
        <a:lnRef idx="2">
          <a:schemeClr val="accent1"/>
        </a:lnRef>
        <a:fillRef idx="1">
          <a:schemeClr val="lt1"/>
        </a:fillRef>
        <a:effectRef idx="0">
          <a:scrgbClr r="0" g="0" b="0"/>
        </a:effectRef>
        <a:fontRef idx="minor"/>
      </dsp:style>
      <dsp:txXfrm>
        <a:off x="627386" y="1228817"/>
        <a:ext cx="819561" cy="819561"/>
      </dsp:txXfrm>
    </dsp:sp>
    <dsp:sp modelId="{E400EA1D-F762-40F5-B67C-986A35D25A0A}">
      <dsp:nvSpPr>
        <dsp:cNvPr id="11" name="矩形 10"/>
        <dsp:cNvSpPr/>
      </dsp:nvSpPr>
      <dsp:spPr bwMode="white">
        <a:xfrm>
          <a:off x="1181363" y="2293932"/>
          <a:ext cx="7783249" cy="655649"/>
        </a:xfrm>
        <a:prstGeom prst="rect">
          <a:avLst/>
        </a:prstGeom>
      </dsp:spPr>
      <dsp:style>
        <a:lnRef idx="2">
          <a:schemeClr val="lt1"/>
        </a:lnRef>
        <a:fillRef idx="1">
          <a:schemeClr val="accent1"/>
        </a:fillRef>
        <a:effectRef idx="0">
          <a:scrgbClr r="0" g="0" b="0"/>
        </a:effectRef>
        <a:fontRef idx="minor">
          <a:schemeClr val="lt1"/>
        </a:fontRef>
      </dsp:style>
      <dsp:txBody>
        <a:bodyPr lIns="520421"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1600" b="1" baseline="0" dirty="0" smtClean="0">
              <a:effectLst>
                <a:outerShdw blurRad="38100" dist="38100" dir="2700000" algn="tl">
                  <a:srgbClr val="000000">
                    <a:alpha val="43137"/>
                  </a:srgbClr>
                </a:outerShdw>
              </a:effectLst>
            </a:rPr>
            <a:t>结构上可分割开。各层都可以采用最合适的技术来实现。</a:t>
          </a:r>
          <a:endParaRPr lang="zh-CN" altLang="en-US" sz="1600" b="1" dirty="0">
            <a:effectLst>
              <a:outerShdw blurRad="38100" dist="38100" dir="2700000" algn="tl">
                <a:srgbClr val="000000">
                  <a:alpha val="43137"/>
                </a:srgbClr>
              </a:outerShdw>
            </a:effectLst>
          </a:endParaRPr>
        </a:p>
      </dsp:txBody>
      <dsp:txXfrm>
        <a:off x="1181363" y="2293932"/>
        <a:ext cx="7783249" cy="655649"/>
      </dsp:txXfrm>
    </dsp:sp>
    <dsp:sp modelId="{8A99AF13-6051-45F9-9C5D-9A11D8C55348}">
      <dsp:nvSpPr>
        <dsp:cNvPr id="12" name="椭圆 11"/>
        <dsp:cNvSpPr/>
      </dsp:nvSpPr>
      <dsp:spPr bwMode="white">
        <a:xfrm>
          <a:off x="771583" y="2211976"/>
          <a:ext cx="819561" cy="819561"/>
        </a:xfrm>
        <a:prstGeom prst="ellipse">
          <a:avLst/>
        </a:prstGeom>
        <a:solidFill>
          <a:srgbClr val="002060"/>
        </a:solidFill>
      </dsp:spPr>
      <dsp:style>
        <a:lnRef idx="2">
          <a:schemeClr val="accent1"/>
        </a:lnRef>
        <a:fillRef idx="1">
          <a:schemeClr val="lt1"/>
        </a:fillRef>
        <a:effectRef idx="0">
          <a:scrgbClr r="0" g="0" b="0"/>
        </a:effectRef>
        <a:fontRef idx="minor"/>
      </dsp:style>
      <dsp:txXfrm>
        <a:off x="771583" y="2211976"/>
        <a:ext cx="819561" cy="819561"/>
      </dsp:txXfrm>
    </dsp:sp>
    <dsp:sp modelId="{604E2F72-F0E1-4C0C-B565-FF43965A4B65}">
      <dsp:nvSpPr>
        <dsp:cNvPr id="13" name="矩形 12"/>
        <dsp:cNvSpPr/>
      </dsp:nvSpPr>
      <dsp:spPr bwMode="white">
        <a:xfrm>
          <a:off x="1037167" y="3277091"/>
          <a:ext cx="7927445" cy="655649"/>
        </a:xfrm>
        <a:prstGeom prst="rect">
          <a:avLst/>
        </a:prstGeom>
      </dsp:spPr>
      <dsp:style>
        <a:lnRef idx="2">
          <a:schemeClr val="lt1"/>
        </a:lnRef>
        <a:fillRef idx="1">
          <a:schemeClr val="accent1"/>
        </a:fillRef>
        <a:effectRef idx="0">
          <a:scrgbClr r="0" g="0" b="0"/>
        </a:effectRef>
        <a:fontRef idx="minor">
          <a:schemeClr val="lt1"/>
        </a:fontRef>
      </dsp:style>
      <dsp:txBody>
        <a:bodyPr lIns="520421"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1600" b="1" baseline="0" dirty="0" smtClean="0">
              <a:effectLst>
                <a:outerShdw blurRad="38100" dist="38100" dir="2700000" algn="tl">
                  <a:srgbClr val="000000">
                    <a:alpha val="43137"/>
                  </a:srgbClr>
                </a:outerShdw>
              </a:effectLst>
            </a:rPr>
            <a:t>易于实现和维护。因为整个系统已被分解成为若干个相对独立的子系统。</a:t>
          </a:r>
          <a:endParaRPr lang="zh-CN" altLang="en-US" sz="1600" b="1" dirty="0">
            <a:effectLst>
              <a:outerShdw blurRad="38100" dist="38100" dir="2700000" algn="tl">
                <a:srgbClr val="000000">
                  <a:alpha val="43137"/>
                </a:srgbClr>
              </a:outerShdw>
            </a:effectLst>
          </a:endParaRPr>
        </a:p>
      </dsp:txBody>
      <dsp:txXfrm>
        <a:off x="1037167" y="3277091"/>
        <a:ext cx="7927445" cy="655649"/>
      </dsp:txXfrm>
    </dsp:sp>
    <dsp:sp modelId="{3CBC8687-2174-4D7D-82F3-01CEC256EA8D}">
      <dsp:nvSpPr>
        <dsp:cNvPr id="14" name="椭圆 13"/>
        <dsp:cNvSpPr/>
      </dsp:nvSpPr>
      <dsp:spPr bwMode="white">
        <a:xfrm>
          <a:off x="627386" y="3195135"/>
          <a:ext cx="819561" cy="819561"/>
        </a:xfrm>
        <a:prstGeom prst="ellipse">
          <a:avLst/>
        </a:prstGeom>
        <a:solidFill>
          <a:srgbClr val="7030A0"/>
        </a:solidFill>
      </dsp:spPr>
      <dsp:style>
        <a:lnRef idx="2">
          <a:schemeClr val="accent1"/>
        </a:lnRef>
        <a:fillRef idx="1">
          <a:schemeClr val="lt1"/>
        </a:fillRef>
        <a:effectRef idx="0">
          <a:scrgbClr r="0" g="0" b="0"/>
        </a:effectRef>
        <a:fontRef idx="minor"/>
      </dsp:style>
      <dsp:txXfrm>
        <a:off x="627386" y="3195135"/>
        <a:ext cx="819561" cy="819561"/>
      </dsp:txXfrm>
    </dsp:sp>
    <dsp:sp modelId="{3BF79B70-1639-4547-8C1A-93100877F3B3}">
      <dsp:nvSpPr>
        <dsp:cNvPr id="15" name="矩形 14"/>
        <dsp:cNvSpPr/>
      </dsp:nvSpPr>
      <dsp:spPr bwMode="white">
        <a:xfrm>
          <a:off x="567348" y="4260249"/>
          <a:ext cx="8397264" cy="655649"/>
        </a:xfrm>
        <a:prstGeom prst="rect">
          <a:avLst/>
        </a:prstGeom>
      </dsp:spPr>
      <dsp:style>
        <a:lnRef idx="2">
          <a:schemeClr val="lt1"/>
        </a:lnRef>
        <a:fillRef idx="1">
          <a:schemeClr val="accent1"/>
        </a:fillRef>
        <a:effectRef idx="0">
          <a:scrgbClr r="0" g="0" b="0"/>
        </a:effectRef>
        <a:fontRef idx="minor">
          <a:schemeClr val="lt1"/>
        </a:fontRef>
      </dsp:style>
      <dsp:txBody>
        <a:bodyPr lIns="520421" tIns="40640" rIns="40640" bIns="4064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1600" b="1" baseline="0" dirty="0" smtClean="0">
              <a:effectLst>
                <a:outerShdw blurRad="38100" dist="38100" dir="2700000" algn="tl">
                  <a:srgbClr val="000000">
                    <a:alpha val="43137"/>
                  </a:srgbClr>
                </a:outerShdw>
              </a:effectLst>
            </a:rPr>
            <a:t>能促进标准化工作。因为每一层的功能及其所提供的服务都已有了精确的说明。</a:t>
          </a:r>
          <a:endParaRPr lang="zh-CN" altLang="en-US" sz="1600" b="1" dirty="0">
            <a:effectLst>
              <a:outerShdw blurRad="38100" dist="38100" dir="2700000" algn="tl">
                <a:srgbClr val="000000">
                  <a:alpha val="43137"/>
                </a:srgbClr>
              </a:outerShdw>
            </a:effectLst>
          </a:endParaRPr>
        </a:p>
      </dsp:txBody>
      <dsp:txXfrm>
        <a:off x="567348" y="4260249"/>
        <a:ext cx="8397264" cy="655649"/>
      </dsp:txXfrm>
    </dsp:sp>
    <dsp:sp modelId="{621367C4-53FF-4233-9271-D5962048B3CF}">
      <dsp:nvSpPr>
        <dsp:cNvPr id="16" name="椭圆 15"/>
        <dsp:cNvSpPr/>
      </dsp:nvSpPr>
      <dsp:spPr bwMode="white">
        <a:xfrm>
          <a:off x="157568" y="4178293"/>
          <a:ext cx="819561" cy="819561"/>
        </a:xfrm>
        <a:prstGeom prst="ellipse">
          <a:avLst/>
        </a:prstGeom>
        <a:solidFill>
          <a:srgbClr val="FFFF00"/>
        </a:solidFill>
      </dsp:spPr>
      <dsp:style>
        <a:lnRef idx="2">
          <a:schemeClr val="accent1"/>
        </a:lnRef>
        <a:fillRef idx="1">
          <a:schemeClr val="lt1"/>
        </a:fillRef>
        <a:effectRef idx="0">
          <a:scrgbClr r="0" g="0" b="0"/>
        </a:effectRef>
        <a:fontRef idx="minor"/>
      </dsp:style>
      <dsp:txXfrm>
        <a:off x="157568" y="4178293"/>
        <a:ext cx="819561" cy="819561"/>
      </dsp:txXfrm>
    </dsp:sp>
    <dsp:sp modelId="{ACE79CB4-4B30-497C-86DE-CE5ACB5E241F}">
      <dsp:nvSpPr>
        <dsp:cNvPr id="3" name="矩形 2" hidden="1"/>
        <dsp:cNvSpPr/>
      </dsp:nvSpPr>
      <dsp:spPr bwMode="white">
        <a:xfrm>
          <a:off x="147631" y="112166"/>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47631" y="112166"/>
        <a:ext cx="36000" cy="36000"/>
      </dsp:txXfrm>
    </dsp:sp>
    <dsp:sp modelId="{C47918AB-B9EA-44A4-897F-881FC7245D20}">
      <dsp:nvSpPr>
        <dsp:cNvPr id="5" name="矩形 4" hidden="1"/>
        <dsp:cNvSpPr/>
      </dsp:nvSpPr>
      <dsp:spPr bwMode="white">
        <a:xfrm>
          <a:off x="1179682" y="2603757"/>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179682" y="2603757"/>
        <a:ext cx="36000" cy="36000"/>
      </dsp:txXfrm>
    </dsp:sp>
    <dsp:sp modelId="{6C86EF22-ED89-49BE-AF6D-D818CAEDBEE3}">
      <dsp:nvSpPr>
        <dsp:cNvPr id="6" name="矩形 5" hidden="1"/>
        <dsp:cNvSpPr/>
      </dsp:nvSpPr>
      <dsp:spPr bwMode="white">
        <a:xfrm>
          <a:off x="147631" y="5095347"/>
          <a:ext cx="36000" cy="36000"/>
        </a:xfrm>
        <a:prstGeom prst="rect">
          <a:avLst/>
        </a:prstGeom>
      </dsp:spPr>
      <dsp:style>
        <a:lnRef idx="2">
          <a:schemeClr val="lt1"/>
        </a:lnRef>
        <a:fillRef idx="1">
          <a:schemeClr val="accent1"/>
        </a:fillRef>
        <a:effectRef idx="0">
          <a:scrgbClr r="0" g="0" b="0"/>
        </a:effectRef>
        <a:fontRef idx="minor">
          <a:schemeClr val="lt1"/>
        </a:fontRef>
      </dsp:style>
      <dsp:txXfrm>
        <a:off x="147631" y="5095347"/>
        <a:ext cx="36000" cy="36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A1312E45-0E90-42D4-A319-088D1E8BD5E4}">
      <dsp:nvSpPr>
        <dsp:cNvPr id="3" name="椭圆 2"/>
        <dsp:cNvSpPr/>
      </dsp:nvSpPr>
      <dsp:spPr bwMode="white">
        <a:xfrm>
          <a:off x="4745464" y="3131787"/>
          <a:ext cx="1463531" cy="1463531"/>
        </a:xfrm>
        <a:prstGeom prst="ellipse">
          <a:avLst/>
        </a:prstGeom>
      </dsp:spPr>
      <dsp:style>
        <a:lnRef idx="2">
          <a:schemeClr val="lt1"/>
        </a:lnRef>
        <a:fillRef idx="1">
          <a:schemeClr val="accent1"/>
        </a:fillRef>
        <a:effectRef idx="0">
          <a:scrgbClr r="0" g="0" b="0"/>
        </a:effectRef>
        <a:fontRef idx="minor">
          <a:schemeClr val="lt1"/>
        </a:fontRef>
      </dsp:style>
      <dsp:txBody>
        <a:bodyPr lIns="13970" tIns="13970" rIns="13970" bIns="1397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rtl="0">
            <a:lnSpc>
              <a:spcPct val="100000"/>
            </a:lnSpc>
            <a:spcBef>
              <a:spcPct val="0"/>
            </a:spcBef>
            <a:spcAft>
              <a:spcPct val="35000"/>
            </a:spcAft>
          </a:pPr>
          <a:r>
            <a:rPr lang="zh-CN" altLang="en-US" b="1" dirty="0" smtClean="0">
              <a:effectLst>
                <a:outerShdw blurRad="38100" dist="38100" dir="2700000" algn="tl">
                  <a:srgbClr val="000000">
                    <a:alpha val="43137"/>
                  </a:srgbClr>
                </a:outerShdw>
              </a:effectLst>
            </a:rPr>
            <a:t>云计算优势与特点</a:t>
          </a:r>
          <a:endParaRPr lang="zh-CN" b="1" dirty="0">
            <a:effectLst>
              <a:outerShdw blurRad="38100" dist="38100" dir="2700000" algn="tl">
                <a:srgbClr val="000000">
                  <a:alpha val="43137"/>
                </a:srgbClr>
              </a:outerShdw>
            </a:effectLst>
          </a:endParaRPr>
        </a:p>
      </dsp:txBody>
      <dsp:txXfrm>
        <a:off x="4745464" y="3131787"/>
        <a:ext cx="1463531" cy="1463531"/>
      </dsp:txXfrm>
    </dsp:sp>
    <dsp:sp modelId="{CB5352A2-640F-4C1C-8DD2-0A81F54767B6}">
      <dsp:nvSpPr>
        <dsp:cNvPr id="4" name="左箭头 3"/>
        <dsp:cNvSpPr/>
      </dsp:nvSpPr>
      <dsp:spPr bwMode="white">
        <a:xfrm rot="10799999">
          <a:off x="2240649" y="3654999"/>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0799999">
        <a:off x="2240649" y="3654999"/>
        <a:ext cx="2433985" cy="417106"/>
      </dsp:txXfrm>
    </dsp:sp>
    <dsp:sp modelId="{03989CB4-B64D-49D2-B676-153A0DFB0B47}">
      <dsp:nvSpPr>
        <dsp:cNvPr id="5" name="圆角矩形 4"/>
        <dsp:cNvSpPr/>
      </dsp:nvSpPr>
      <dsp:spPr bwMode="white">
        <a:xfrm>
          <a:off x="1474642" y="3307411"/>
          <a:ext cx="1390354" cy="1112283"/>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1.</a:t>
          </a:r>
          <a:r>
            <a:rPr lang="zh-CN" altLang="en-US" dirty="0" smtClean="0"/>
            <a:t>虚拟化技术</a:t>
          </a:r>
          <a:endParaRPr lang="zh-CN" dirty="0"/>
        </a:p>
      </dsp:txBody>
      <dsp:txXfrm>
        <a:off x="1474642" y="3307411"/>
        <a:ext cx="1390354" cy="1112283"/>
      </dsp:txXfrm>
    </dsp:sp>
    <dsp:sp modelId="{EDA8276F-E6C1-4568-9E0B-8D09A7F0A999}">
      <dsp:nvSpPr>
        <dsp:cNvPr id="6" name="左箭头 5"/>
        <dsp:cNvSpPr/>
      </dsp:nvSpPr>
      <dsp:spPr bwMode="white">
        <a:xfrm rot="12599999">
          <a:off x="2511222" y="264520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rot="12599999">
        <a:off x="2511222" y="2645205"/>
        <a:ext cx="2433985" cy="417106"/>
      </dsp:txXfrm>
    </dsp:sp>
    <dsp:sp modelId="{A0A54CC6-750E-476D-A736-398F890B937A}">
      <dsp:nvSpPr>
        <dsp:cNvPr id="7" name="圆角矩形 6"/>
        <dsp:cNvSpPr/>
      </dsp:nvSpPr>
      <dsp:spPr bwMode="white">
        <a:xfrm>
          <a:off x="1917751" y="1653705"/>
          <a:ext cx="1390354" cy="1112283"/>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2.</a:t>
          </a:r>
          <a:r>
            <a:rPr lang="zh-CN" altLang="en-US" dirty="0" smtClean="0"/>
            <a:t>动态可扩展</a:t>
          </a:r>
          <a:endParaRPr lang="zh-CN" dirty="0"/>
        </a:p>
      </dsp:txBody>
      <dsp:txXfrm>
        <a:off x="1917751" y="1653705"/>
        <a:ext cx="1390354" cy="1112283"/>
      </dsp:txXfrm>
    </dsp:sp>
    <dsp:sp modelId="{BFFDD8BD-77AF-4B66-BD0C-71823CDC4D40}">
      <dsp:nvSpPr>
        <dsp:cNvPr id="8" name="左箭头 7"/>
        <dsp:cNvSpPr/>
      </dsp:nvSpPr>
      <dsp:spPr bwMode="white">
        <a:xfrm rot="14399999">
          <a:off x="3250443" y="190598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rot="14399999">
        <a:off x="3250443" y="1905985"/>
        <a:ext cx="2433985" cy="417106"/>
      </dsp:txXfrm>
    </dsp:sp>
    <dsp:sp modelId="{B1E1D2D3-2022-46AE-8F0D-6B9D4B596458}">
      <dsp:nvSpPr>
        <dsp:cNvPr id="9" name="圆角矩形 8"/>
        <dsp:cNvSpPr/>
      </dsp:nvSpPr>
      <dsp:spPr bwMode="white">
        <a:xfrm>
          <a:off x="3128347" y="443109"/>
          <a:ext cx="1390354" cy="1112283"/>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3.</a:t>
          </a:r>
          <a:r>
            <a:rPr lang="zh-CN" altLang="en-US" dirty="0" smtClean="0"/>
            <a:t>按需部署</a:t>
          </a:r>
          <a:endParaRPr lang="zh-CN" dirty="0"/>
        </a:p>
      </dsp:txBody>
      <dsp:txXfrm>
        <a:off x="3128347" y="443109"/>
        <a:ext cx="1390354" cy="1112283"/>
      </dsp:txXfrm>
    </dsp:sp>
    <dsp:sp modelId="{E3D7915C-2D19-43F5-89EC-CF78B5EE62CD}">
      <dsp:nvSpPr>
        <dsp:cNvPr id="10" name="左箭头 9"/>
        <dsp:cNvSpPr/>
      </dsp:nvSpPr>
      <dsp:spPr bwMode="white">
        <a:xfrm rot="16199999">
          <a:off x="4260237" y="1635411"/>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Xfrm rot="16199999">
        <a:off x="4260237" y="1635411"/>
        <a:ext cx="2433985" cy="417106"/>
      </dsp:txXfrm>
    </dsp:sp>
    <dsp:sp modelId="{1F4B0D0B-9A13-40C5-AD5D-97197AB2C1D3}">
      <dsp:nvSpPr>
        <dsp:cNvPr id="11" name="圆角矩形 10"/>
        <dsp:cNvSpPr/>
      </dsp:nvSpPr>
      <dsp:spPr bwMode="white">
        <a:xfrm>
          <a:off x="4782052" y="0"/>
          <a:ext cx="1390354" cy="1112283"/>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4.</a:t>
          </a:r>
          <a:r>
            <a:rPr lang="zh-CN" altLang="en-US" dirty="0" smtClean="0"/>
            <a:t>灵活性高</a:t>
          </a:r>
          <a:endParaRPr lang="zh-CN" dirty="0"/>
        </a:p>
      </dsp:txBody>
      <dsp:txXfrm>
        <a:off x="4782052" y="0"/>
        <a:ext cx="1390354" cy="1112283"/>
      </dsp:txXfrm>
    </dsp:sp>
    <dsp:sp modelId="{1A42A662-C7DC-4A1E-81FE-EA266BB7D3B7}">
      <dsp:nvSpPr>
        <dsp:cNvPr id="12" name="左箭头 11"/>
        <dsp:cNvSpPr/>
      </dsp:nvSpPr>
      <dsp:spPr bwMode="white">
        <a:xfrm rot="-3600000">
          <a:off x="5270031" y="190598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6"/>
        </a:fillRef>
        <a:effectRef idx="0">
          <a:scrgbClr r="0" g="0" b="0"/>
        </a:effectRef>
        <a:fontRef idx="minor">
          <a:schemeClr val="lt1"/>
        </a:fontRef>
      </dsp:style>
      <dsp:txXfrm rot="-3600000">
        <a:off x="5270031" y="1905985"/>
        <a:ext cx="2433985" cy="417106"/>
      </dsp:txXfrm>
    </dsp:sp>
    <dsp:sp modelId="{9EF0A3C4-5AC5-45EE-8117-8885B5976E91}">
      <dsp:nvSpPr>
        <dsp:cNvPr id="13" name="圆角矩形 12"/>
        <dsp:cNvSpPr/>
      </dsp:nvSpPr>
      <dsp:spPr bwMode="white">
        <a:xfrm>
          <a:off x="6435758" y="443109"/>
          <a:ext cx="1390354" cy="1112283"/>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5.</a:t>
          </a:r>
          <a:r>
            <a:rPr lang="zh-CN" altLang="en-US" dirty="0" smtClean="0"/>
            <a:t>可靠性高</a:t>
          </a:r>
          <a:endParaRPr lang="zh-CN" dirty="0"/>
        </a:p>
      </dsp:txBody>
      <dsp:txXfrm>
        <a:off x="6435758" y="443109"/>
        <a:ext cx="1390354" cy="1112283"/>
      </dsp:txXfrm>
    </dsp:sp>
    <dsp:sp modelId="{9ADF362D-CEBE-4635-A9EE-78D245EC6832}">
      <dsp:nvSpPr>
        <dsp:cNvPr id="14" name="左箭头 13"/>
        <dsp:cNvSpPr/>
      </dsp:nvSpPr>
      <dsp:spPr bwMode="white">
        <a:xfrm rot="-1799999">
          <a:off x="6009252" y="2645205"/>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799999">
        <a:off x="6009252" y="2645205"/>
        <a:ext cx="2433985" cy="417106"/>
      </dsp:txXfrm>
    </dsp:sp>
    <dsp:sp modelId="{336BAB92-3872-4320-BDFB-DB789FD8F4FD}">
      <dsp:nvSpPr>
        <dsp:cNvPr id="15" name="圆角矩形 14"/>
        <dsp:cNvSpPr/>
      </dsp:nvSpPr>
      <dsp:spPr bwMode="white">
        <a:xfrm>
          <a:off x="7646354" y="1653705"/>
          <a:ext cx="1390354" cy="1112283"/>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6.</a:t>
          </a:r>
          <a:r>
            <a:rPr lang="zh-CN" altLang="en-US" dirty="0" smtClean="0"/>
            <a:t>性价比高</a:t>
          </a:r>
          <a:endParaRPr lang="zh-CN" dirty="0"/>
        </a:p>
      </dsp:txBody>
      <dsp:txXfrm>
        <a:off x="7646354" y="1653705"/>
        <a:ext cx="1390354" cy="1112283"/>
      </dsp:txXfrm>
    </dsp:sp>
    <dsp:sp modelId="{6AF8EA1D-5AD9-4E76-945F-DF03B6398FCC}">
      <dsp:nvSpPr>
        <dsp:cNvPr id="16" name="左箭头 15"/>
        <dsp:cNvSpPr/>
      </dsp:nvSpPr>
      <dsp:spPr bwMode="white">
        <a:xfrm>
          <a:off x="6279825" y="3654999"/>
          <a:ext cx="2433985" cy="417106"/>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a:off x="6279825" y="3654999"/>
        <a:ext cx="2433985" cy="417106"/>
      </dsp:txXfrm>
    </dsp:sp>
    <dsp:sp modelId="{A32DB97B-2BDC-4D1A-BB17-40FCE5FAD0CE}">
      <dsp:nvSpPr>
        <dsp:cNvPr id="17" name="圆角矩形 16"/>
        <dsp:cNvSpPr/>
      </dsp:nvSpPr>
      <dsp:spPr bwMode="white">
        <a:xfrm>
          <a:off x="8089463" y="3307411"/>
          <a:ext cx="1390354" cy="1112283"/>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3000"/>
          </a:lvl1pPr>
          <a:lvl2pPr marL="228600" indent="-228600" algn="ctr">
            <a:defRPr sz="2300"/>
          </a:lvl2pPr>
          <a:lvl3pPr marL="457200" indent="-228600" algn="ctr">
            <a:defRPr sz="2300"/>
          </a:lvl3pPr>
          <a:lvl4pPr marL="685800" indent="-228600" algn="ctr">
            <a:defRPr sz="2300"/>
          </a:lvl4pPr>
          <a:lvl5pPr marL="914400" indent="-228600" algn="ctr">
            <a:defRPr sz="2300"/>
          </a:lvl5pPr>
          <a:lvl6pPr marL="1143000" indent="-228600" algn="ctr">
            <a:defRPr sz="2300"/>
          </a:lvl6pPr>
          <a:lvl7pPr marL="1371600" indent="-228600" algn="ctr">
            <a:defRPr sz="2300"/>
          </a:lvl7pPr>
          <a:lvl8pPr marL="1600200" indent="-228600" algn="ctr">
            <a:defRPr sz="2300"/>
          </a:lvl8pPr>
          <a:lvl9pPr marL="1828800" indent="-228600" algn="ctr">
            <a:defRPr sz="2300"/>
          </a:lvl9pPr>
        </a:lstStyle>
        <a:p>
          <a:pPr lvl="0" rtl="0">
            <a:lnSpc>
              <a:spcPct val="100000"/>
            </a:lnSpc>
            <a:spcBef>
              <a:spcPct val="0"/>
            </a:spcBef>
            <a:spcAft>
              <a:spcPct val="35000"/>
            </a:spcAft>
          </a:pPr>
          <a:r>
            <a:rPr lang="en-US" altLang="zh-CN" b="1" dirty="0" smtClean="0"/>
            <a:t>7.</a:t>
          </a:r>
          <a:r>
            <a:rPr lang="zh-CN" altLang="en-US" dirty="0" smtClean="0"/>
            <a:t>可扩展性</a:t>
          </a:r>
          <a:endParaRPr lang="zh-CN" dirty="0"/>
        </a:p>
      </dsp:txBody>
      <dsp:txXfrm>
        <a:off x="8089463" y="3307411"/>
        <a:ext cx="1390354" cy="1112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86568F1C-FB15-4FC6-9128-FF82D43F4E77}">
      <dsp:nvSpPr>
        <dsp:cNvPr id="4" name="任意多边形 3"/>
        <dsp:cNvSpPr/>
      </dsp:nvSpPr>
      <dsp:spPr bwMode="white">
        <a:xfrm>
          <a:off x="3220150" y="1206271"/>
          <a:ext cx="572760" cy="1091388"/>
        </a:xfrm>
        <a:custGeom>
          <a:avLst/>
          <a:gdLst/>
          <a:ahLst/>
          <a:cxnLst/>
          <a:pathLst>
            <a:path w="902" h="1719">
              <a:moveTo>
                <a:pt x="0" y="1719"/>
              </a:moveTo>
              <a:lnTo>
                <a:pt x="451" y="1719"/>
              </a:lnTo>
              <a:lnTo>
                <a:pt x="451" y="0"/>
              </a:lnTo>
              <a:lnTo>
                <a:pt x="902" y="0"/>
              </a:lnTo>
            </a:path>
          </a:pathLst>
        </a:custGeom>
      </dsp:spPr>
      <dsp:style>
        <a:lnRef idx="2">
          <a:schemeClr val="accent2"/>
        </a:lnRef>
        <a:fillRef idx="0">
          <a:schemeClr val="accent3">
            <a:tint val="90000"/>
          </a:schemeClr>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tx1"/>
            </a:solidFill>
          </a:endParaRPr>
        </a:p>
      </dsp:txBody>
      <dsp:txXfrm>
        <a:off x="3220150" y="1206271"/>
        <a:ext cx="572760" cy="1091388"/>
      </dsp:txXfrm>
    </dsp:sp>
    <dsp:sp modelId="{9A8B03AA-3C26-4BB3-A5A8-9740D51E323E}">
      <dsp:nvSpPr>
        <dsp:cNvPr id="6" name="任意多边形 5"/>
        <dsp:cNvSpPr/>
      </dsp:nvSpPr>
      <dsp:spPr bwMode="white">
        <a:xfrm>
          <a:off x="3220150" y="2297659"/>
          <a:ext cx="572760" cy="0"/>
        </a:xfrm>
        <a:custGeom>
          <a:avLst/>
          <a:gdLst/>
          <a:ahLst/>
          <a:cxnLst/>
          <a:pathLst>
            <a:path w="902">
              <a:moveTo>
                <a:pt x="0" y="0"/>
              </a:moveTo>
              <a:lnTo>
                <a:pt x="902" y="0"/>
              </a:lnTo>
            </a:path>
          </a:pathLst>
        </a:custGeom>
      </dsp:spPr>
      <dsp:style>
        <a:lnRef idx="2">
          <a:schemeClr val="accent2"/>
        </a:lnRef>
        <a:fillRef idx="0">
          <a:schemeClr val="accent3">
            <a:tint val="90000"/>
          </a:schemeClr>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220150" y="2297659"/>
        <a:ext cx="572760" cy="0"/>
      </dsp:txXfrm>
    </dsp:sp>
    <dsp:sp modelId="{C861F734-DDD9-4057-B5D4-3EBEA38E1BBD}">
      <dsp:nvSpPr>
        <dsp:cNvPr id="8" name="任意多边形 7"/>
        <dsp:cNvSpPr/>
      </dsp:nvSpPr>
      <dsp:spPr bwMode="white">
        <a:xfrm>
          <a:off x="3220150" y="2297659"/>
          <a:ext cx="572760" cy="1091388"/>
        </a:xfrm>
        <a:custGeom>
          <a:avLst/>
          <a:gdLst/>
          <a:ahLst/>
          <a:cxnLst/>
          <a:pathLst>
            <a:path w="902" h="1719">
              <a:moveTo>
                <a:pt x="0" y="0"/>
              </a:moveTo>
              <a:lnTo>
                <a:pt x="451" y="0"/>
              </a:lnTo>
              <a:lnTo>
                <a:pt x="451" y="1719"/>
              </a:lnTo>
              <a:lnTo>
                <a:pt x="902" y="1719"/>
              </a:lnTo>
            </a:path>
          </a:pathLst>
        </a:custGeom>
      </dsp:spPr>
      <dsp:style>
        <a:lnRef idx="2">
          <a:schemeClr val="accent2"/>
        </a:lnRef>
        <a:fillRef idx="0">
          <a:schemeClr val="accent3">
            <a:tint val="90000"/>
          </a:schemeClr>
        </a:fillRef>
        <a:effectRef idx="0">
          <a:scrgbClr r="0" g="0" b="0"/>
        </a:effectRef>
        <a:fontRef idx="minor"/>
      </dsp:style>
      <dsp:txBody>
        <a:bodyPr lIns="12700" tIns="0" rIns="12700" bIns="0" anchor="ctr"/>
        <a:lstStyle>
          <a:lvl1pPr algn="ctr">
            <a:defRPr sz="5000"/>
          </a:lvl1pPr>
          <a:lvl2pPr marL="285750" indent="-285750" algn="ctr">
            <a:defRPr sz="3900"/>
          </a:lvl2pPr>
          <a:lvl3pPr marL="571500" indent="-285750" algn="ctr">
            <a:defRPr sz="3900"/>
          </a:lvl3pPr>
          <a:lvl4pPr marL="857250" indent="-285750" algn="ctr">
            <a:defRPr sz="3900"/>
          </a:lvl4pPr>
          <a:lvl5pPr marL="1143000" indent="-285750" algn="ctr">
            <a:defRPr sz="3900"/>
          </a:lvl5pPr>
          <a:lvl6pPr marL="1428750" indent="-285750" algn="ctr">
            <a:defRPr sz="3900"/>
          </a:lvl6pPr>
          <a:lvl7pPr marL="1714500" indent="-285750" algn="ctr">
            <a:defRPr sz="3900"/>
          </a:lvl7pPr>
          <a:lvl8pPr marL="2000250" indent="-285750" algn="ctr">
            <a:defRPr sz="3900"/>
          </a:lvl8pPr>
          <a:lvl9pPr marL="2286000" indent="-285750" algn="ctr">
            <a:defRPr sz="3900"/>
          </a:lvl9pPr>
        </a:lstStyle>
        <a:p>
          <a:pPr lvl="0">
            <a:lnSpc>
              <a:spcPct val="100000"/>
            </a:lnSpc>
            <a:spcBef>
              <a:spcPct val="0"/>
            </a:spcBef>
            <a:spcAft>
              <a:spcPct val="35000"/>
            </a:spcAft>
          </a:pPr>
          <a:endParaRPr lang="zh-CN" altLang="en-US">
            <a:solidFill>
              <a:schemeClr val="tx1"/>
            </a:solidFill>
          </a:endParaRPr>
        </a:p>
      </dsp:txBody>
      <dsp:txXfrm>
        <a:off x="3220150" y="2297659"/>
        <a:ext cx="572760" cy="1091388"/>
      </dsp:txXfrm>
    </dsp:sp>
    <dsp:sp modelId="{929B04F2-09CC-4AD6-B545-393AA15B3768}">
      <dsp:nvSpPr>
        <dsp:cNvPr id="3" name="矩形 2"/>
        <dsp:cNvSpPr/>
      </dsp:nvSpPr>
      <dsp:spPr bwMode="white">
        <a:xfrm rot="16200000">
          <a:off x="485935" y="1861104"/>
          <a:ext cx="4595318" cy="873110"/>
        </a:xfrm>
        <a:prstGeom prst="rect">
          <a:avLst/>
        </a:prstGeom>
      </dsp:spPr>
      <dsp:style>
        <a:lnRef idx="2">
          <a:schemeClr val="lt1"/>
        </a:lnRef>
        <a:fillRef idx="1">
          <a:schemeClr val="accent1"/>
        </a:fillRef>
        <a:effectRef idx="0">
          <a:scrgbClr r="0" g="0" b="0"/>
        </a:effectRef>
        <a:fontRef idx="minor">
          <a:schemeClr val="lt1"/>
        </a:fontRef>
      </dsp:style>
      <dsp:txBody>
        <a:bodyPr vert="vert" lIns="26670" tIns="26670" rIns="26670" bIns="26670" anchor="ctr"/>
        <a:lstStyle>
          <a:lvl1pPr algn="ctr">
            <a:defRPr sz="4200"/>
          </a:lvl1pPr>
          <a:lvl2pPr marL="285750" indent="-285750" algn="ctr">
            <a:defRPr sz="3200"/>
          </a:lvl2pPr>
          <a:lvl3pPr marL="571500" indent="-285750" algn="ctr">
            <a:defRPr sz="3200"/>
          </a:lvl3pPr>
          <a:lvl4pPr marL="857250" indent="-285750" algn="ctr">
            <a:defRPr sz="3200"/>
          </a:lvl4pPr>
          <a:lvl5pPr marL="1143000" indent="-285750" algn="ctr">
            <a:defRPr sz="3200"/>
          </a:lvl5pPr>
          <a:lvl6pPr marL="1428750" indent="-285750" algn="ctr">
            <a:defRPr sz="3200"/>
          </a:lvl6pPr>
          <a:lvl7pPr marL="1714500" indent="-285750" algn="ctr">
            <a:defRPr sz="3200"/>
          </a:lvl7pPr>
          <a:lvl8pPr marL="2000250" indent="-285750" algn="ctr">
            <a:defRPr sz="3200"/>
          </a:lvl8pPr>
          <a:lvl9pPr marL="2286000" indent="-285750" algn="ctr">
            <a:defRPr sz="3200"/>
          </a:lvl9pPr>
        </a:lstStyle>
        <a:p>
          <a:pPr lvl="0" rtl="0">
            <a:lnSpc>
              <a:spcPct val="100000"/>
            </a:lnSpc>
            <a:spcBef>
              <a:spcPct val="0"/>
            </a:spcBef>
            <a:spcAft>
              <a:spcPct val="35000"/>
            </a:spcAft>
          </a:pPr>
          <a:r>
            <a:rPr lang="zh-CN" altLang="en-US" b="1" dirty="0" smtClean="0">
              <a:effectLst>
                <a:outerShdw blurRad="38100" dist="38100" dir="2700000" algn="tl">
                  <a:srgbClr val="000000">
                    <a:alpha val="43137"/>
                  </a:srgbClr>
                </a:outerShdw>
              </a:effectLst>
            </a:rPr>
            <a:t>云计算服务类型</a:t>
          </a:r>
          <a:endParaRPr lang="zh-CN" b="1" dirty="0">
            <a:effectLst>
              <a:outerShdw blurRad="38100" dist="38100" dir="2700000" algn="tl">
                <a:srgbClr val="000000">
                  <a:alpha val="43137"/>
                </a:srgbClr>
              </a:outerShdw>
            </a:effectLst>
          </a:endParaRPr>
        </a:p>
      </dsp:txBody>
      <dsp:txXfrm rot="16200000">
        <a:off x="485935" y="1861104"/>
        <a:ext cx="4595318" cy="873110"/>
      </dsp:txXfrm>
    </dsp:sp>
    <dsp:sp modelId="{643A493D-45CB-40C0-B7A2-A60358BC1C0A}">
      <dsp:nvSpPr>
        <dsp:cNvPr id="5" name="矩形 4"/>
        <dsp:cNvSpPr/>
      </dsp:nvSpPr>
      <dsp:spPr bwMode="white">
        <a:xfrm>
          <a:off x="3792910" y="769716"/>
          <a:ext cx="4785958" cy="873110"/>
        </a:xfrm>
        <a:prstGeom prst="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1590" tIns="21590" rIns="21590" bIns="21590" anchor="ctr"/>
        <a:lstStyle>
          <a:lvl1pPr algn="ctr">
            <a:defRPr sz="3400"/>
          </a:lvl1pPr>
          <a:lvl2pPr marL="228600" indent="-228600" algn="ctr">
            <a:defRPr sz="2600"/>
          </a:lvl2pPr>
          <a:lvl3pPr marL="457200" indent="-228600" algn="ctr">
            <a:defRPr sz="2600"/>
          </a:lvl3pPr>
          <a:lvl4pPr marL="685800" indent="-228600" algn="ctr">
            <a:defRPr sz="2600"/>
          </a:lvl4pPr>
          <a:lvl5pPr marL="914400" indent="-228600" algn="ctr">
            <a:defRPr sz="2600"/>
          </a:lvl5pPr>
          <a:lvl6pPr marL="1143000" indent="-228600" algn="ctr">
            <a:defRPr sz="2600"/>
          </a:lvl6pPr>
          <a:lvl7pPr marL="1371600" indent="-228600" algn="ctr">
            <a:defRPr sz="2600"/>
          </a:lvl7pPr>
          <a:lvl8pPr marL="1600200" indent="-228600" algn="ctr">
            <a:defRPr sz="2600"/>
          </a:lvl8pPr>
          <a:lvl9pPr marL="1828800" indent="-228600" algn="ctr">
            <a:defRPr sz="2600"/>
          </a:lvl9pPr>
        </a:lstStyle>
        <a:p>
          <a:pPr lvl="0" algn="l" rtl="0">
            <a:lnSpc>
              <a:spcPct val="100000"/>
            </a:lnSpc>
            <a:spcBef>
              <a:spcPct val="0"/>
            </a:spcBef>
            <a:spcAft>
              <a:spcPct val="35000"/>
            </a:spcAft>
          </a:pPr>
          <a:r>
            <a:rPr lang="en-US" altLang="zh-CN" b="1" dirty="0" smtClean="0"/>
            <a:t>1.</a:t>
          </a:r>
          <a:r>
            <a:rPr lang="zh-CN" altLang="en-US" b="1" dirty="0" smtClean="0"/>
            <a:t>基础设施即服务（</a:t>
          </a:r>
          <a:r>
            <a:rPr lang="en-US" altLang="zh-CN" b="1" dirty="0" err="1" smtClean="0"/>
            <a:t>IaaS</a:t>
          </a:r>
          <a:r>
            <a:rPr lang="en-US" altLang="zh-CN" b="1" dirty="0" smtClean="0"/>
            <a:t>)</a:t>
          </a:r>
          <a:endParaRPr lang="zh-CN" b="1" dirty="0"/>
        </a:p>
      </dsp:txBody>
      <dsp:txXfrm>
        <a:off x="3792910" y="769716"/>
        <a:ext cx="4785958" cy="873110"/>
      </dsp:txXfrm>
    </dsp:sp>
    <dsp:sp modelId="{8FB0B16C-29FF-4C34-B039-71925113CDE1}">
      <dsp:nvSpPr>
        <dsp:cNvPr id="7" name="矩形 6"/>
        <dsp:cNvSpPr/>
      </dsp:nvSpPr>
      <dsp:spPr bwMode="white">
        <a:xfrm>
          <a:off x="3792910" y="1861104"/>
          <a:ext cx="4785958" cy="873110"/>
        </a:xfrm>
        <a:prstGeom prst="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1590" tIns="21590" rIns="21590" bIns="21590" anchor="ctr"/>
        <a:lstStyle>
          <a:lvl1pPr algn="ctr">
            <a:defRPr sz="3400"/>
          </a:lvl1pPr>
          <a:lvl2pPr marL="228600" indent="-228600" algn="ctr">
            <a:defRPr sz="2600"/>
          </a:lvl2pPr>
          <a:lvl3pPr marL="457200" indent="-228600" algn="ctr">
            <a:defRPr sz="2600"/>
          </a:lvl3pPr>
          <a:lvl4pPr marL="685800" indent="-228600" algn="ctr">
            <a:defRPr sz="2600"/>
          </a:lvl4pPr>
          <a:lvl5pPr marL="914400" indent="-228600" algn="ctr">
            <a:defRPr sz="2600"/>
          </a:lvl5pPr>
          <a:lvl6pPr marL="1143000" indent="-228600" algn="ctr">
            <a:defRPr sz="2600"/>
          </a:lvl6pPr>
          <a:lvl7pPr marL="1371600" indent="-228600" algn="ctr">
            <a:defRPr sz="2600"/>
          </a:lvl7pPr>
          <a:lvl8pPr marL="1600200" indent="-228600" algn="ctr">
            <a:defRPr sz="2600"/>
          </a:lvl8pPr>
          <a:lvl9pPr marL="1828800" indent="-228600" algn="ctr">
            <a:defRPr sz="2600"/>
          </a:lvl9pPr>
        </a:lstStyle>
        <a:p>
          <a:pPr lvl="0" algn="l" rtl="0">
            <a:lnSpc>
              <a:spcPct val="100000"/>
            </a:lnSpc>
            <a:spcBef>
              <a:spcPct val="0"/>
            </a:spcBef>
            <a:spcAft>
              <a:spcPct val="35000"/>
            </a:spcAft>
          </a:pPr>
          <a:r>
            <a:rPr lang="en-US" altLang="zh-CN" b="1" dirty="0" smtClean="0"/>
            <a:t>2.</a:t>
          </a:r>
          <a:r>
            <a:rPr lang="zh-CN" altLang="en-US" b="1" dirty="0" smtClean="0"/>
            <a:t>平台即服务</a:t>
          </a:r>
          <a:r>
            <a:rPr lang="en-US" altLang="zh-CN" b="1" dirty="0" smtClean="0"/>
            <a:t>(</a:t>
          </a:r>
          <a:r>
            <a:rPr lang="en-US" b="1" dirty="0" err="1" smtClean="0"/>
            <a:t>PaaS</a:t>
          </a:r>
          <a:r>
            <a:rPr lang="en-US" b="1" dirty="0" smtClean="0"/>
            <a:t>)</a:t>
          </a:r>
          <a:endParaRPr lang="zh-CN" b="1" dirty="0"/>
        </a:p>
      </dsp:txBody>
      <dsp:txXfrm>
        <a:off x="3792910" y="1861104"/>
        <a:ext cx="4785958" cy="873110"/>
      </dsp:txXfrm>
    </dsp:sp>
    <dsp:sp modelId="{4A314C05-C43A-4079-A6BF-71BDFC2F8787}">
      <dsp:nvSpPr>
        <dsp:cNvPr id="9" name="矩形 8"/>
        <dsp:cNvSpPr/>
      </dsp:nvSpPr>
      <dsp:spPr bwMode="white">
        <a:xfrm>
          <a:off x="3792910" y="2952492"/>
          <a:ext cx="4814510" cy="873110"/>
        </a:xfrm>
        <a:prstGeom prst="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1590" tIns="21590" rIns="21590" bIns="21590" anchor="ctr"/>
        <a:lstStyle>
          <a:lvl1pPr algn="ctr">
            <a:defRPr sz="3400"/>
          </a:lvl1pPr>
          <a:lvl2pPr marL="228600" indent="-228600" algn="ctr">
            <a:defRPr sz="2600"/>
          </a:lvl2pPr>
          <a:lvl3pPr marL="457200" indent="-228600" algn="ctr">
            <a:defRPr sz="2600"/>
          </a:lvl3pPr>
          <a:lvl4pPr marL="685800" indent="-228600" algn="ctr">
            <a:defRPr sz="2600"/>
          </a:lvl4pPr>
          <a:lvl5pPr marL="914400" indent="-228600" algn="ctr">
            <a:defRPr sz="2600"/>
          </a:lvl5pPr>
          <a:lvl6pPr marL="1143000" indent="-228600" algn="ctr">
            <a:defRPr sz="2600"/>
          </a:lvl6pPr>
          <a:lvl7pPr marL="1371600" indent="-228600" algn="ctr">
            <a:defRPr sz="2600"/>
          </a:lvl7pPr>
          <a:lvl8pPr marL="1600200" indent="-228600" algn="ctr">
            <a:defRPr sz="2600"/>
          </a:lvl8pPr>
          <a:lvl9pPr marL="1828800" indent="-228600" algn="ctr">
            <a:defRPr sz="2600"/>
          </a:lvl9pPr>
        </a:lstStyle>
        <a:p>
          <a:pPr lvl="0" algn="l" rtl="0">
            <a:lnSpc>
              <a:spcPct val="100000"/>
            </a:lnSpc>
            <a:spcBef>
              <a:spcPct val="0"/>
            </a:spcBef>
            <a:spcAft>
              <a:spcPct val="35000"/>
            </a:spcAft>
          </a:pPr>
          <a:r>
            <a:rPr lang="en-US" altLang="zh-CN" b="1" dirty="0" smtClean="0"/>
            <a:t>3.</a:t>
          </a:r>
          <a:r>
            <a:rPr lang="zh-CN" altLang="en-US" b="1" dirty="0" smtClean="0"/>
            <a:t>软件即服务</a:t>
          </a:r>
          <a:r>
            <a:rPr lang="en-US" altLang="zh-CN" b="1" dirty="0" smtClean="0"/>
            <a:t>(</a:t>
          </a:r>
          <a:r>
            <a:rPr lang="en-US" b="1" dirty="0" err="1" smtClean="0"/>
            <a:t>SaaS</a:t>
          </a:r>
          <a:r>
            <a:rPr lang="en-US" b="1" dirty="0" smtClean="0"/>
            <a:t>)</a:t>
          </a:r>
          <a:endParaRPr lang="zh-CN" b="1" dirty="0"/>
        </a:p>
      </dsp:txBody>
      <dsp:txXfrm>
        <a:off x="3792910" y="2952492"/>
        <a:ext cx="4814510" cy="8731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318103" cy="4595318"/>
        <a:chOff x="0" y="0"/>
        <a:chExt cx="6318103" cy="4595318"/>
      </a:xfrm>
    </dsp:grpSpPr>
    <dsp:sp modelId="{60B85E35-559A-48BE-89AA-F8EE7D2CC012}">
      <dsp:nvSpPr>
        <dsp:cNvPr id="3" name="椭圆 2"/>
        <dsp:cNvSpPr/>
      </dsp:nvSpPr>
      <dsp:spPr bwMode="white">
        <a:xfrm>
          <a:off x="3398574" y="140617"/>
          <a:ext cx="3080075" cy="3080242"/>
        </a:xfrm>
        <a:prstGeom prst="ellipse">
          <a:avLst/>
        </a:prstGeom>
      </dsp:spPr>
      <dsp:style>
        <a:lnRef idx="2">
          <a:schemeClr val="lt1"/>
        </a:lnRef>
        <a:fillRef idx="1">
          <a:schemeClr val="accent1"/>
        </a:fillRef>
        <a:effectRef idx="0">
          <a:scrgbClr r="0" g="0" b="0"/>
        </a:effectRef>
        <a:fontRef idx="minor">
          <a:schemeClr val="lt1"/>
        </a:fontRef>
      </dsp:style>
      <dsp:txBody>
        <a:bodyPr vert="horz" lIns="68580" tIns="68580" rIns="68580" bIns="6858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rtl="0">
            <a:lnSpc>
              <a:spcPct val="100000"/>
            </a:lnSpc>
            <a:spcBef>
              <a:spcPct val="0"/>
            </a:spcBef>
            <a:spcAft>
              <a:spcPct val="35000"/>
            </a:spcAft>
          </a:pPr>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无线传感器网络特点</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3398574" y="140617"/>
        <a:ext cx="3080075" cy="3080242"/>
      </dsp:txXfrm>
    </dsp:sp>
    <dsp:sp modelId="{577CD1E5-713E-4B73-9F71-8D1A009A6019}">
      <dsp:nvSpPr>
        <dsp:cNvPr id="4" name="椭圆 3"/>
        <dsp:cNvSpPr/>
      </dsp:nvSpPr>
      <dsp:spPr bwMode="white">
        <a:xfrm>
          <a:off x="5156270" y="0"/>
          <a:ext cx="342441" cy="342811"/>
        </a:xfrm>
        <a:prstGeom prst="ellipse">
          <a:avLst/>
        </a:prstGeom>
      </dsp:spPr>
      <dsp:style>
        <a:lnRef idx="2">
          <a:schemeClr val="lt1"/>
        </a:lnRef>
        <a:fillRef idx="1">
          <a:schemeClr val="accent2"/>
        </a:fillRef>
        <a:effectRef idx="0">
          <a:scrgbClr r="0" g="0" b="0"/>
        </a:effectRef>
        <a:fontRef idx="minor">
          <a:schemeClr val="lt1"/>
        </a:fontRef>
      </dsp:style>
      <dsp:txXfrm>
        <a:off x="5156270" y="0"/>
        <a:ext cx="342441" cy="342811"/>
      </dsp:txXfrm>
    </dsp:sp>
    <dsp:sp modelId="{0FD38BC8-3424-4554-BA75-991E2318834A}">
      <dsp:nvSpPr>
        <dsp:cNvPr id="5" name="椭圆 4"/>
        <dsp:cNvSpPr/>
      </dsp:nvSpPr>
      <dsp:spPr bwMode="white">
        <a:xfrm>
          <a:off x="4345657" y="2992012"/>
          <a:ext cx="248301" cy="248147"/>
        </a:xfrm>
        <a:prstGeom prst="ellipse">
          <a:avLst/>
        </a:prstGeom>
      </dsp:spPr>
      <dsp:style>
        <a:lnRef idx="2">
          <a:schemeClr val="lt1"/>
        </a:lnRef>
        <a:fillRef idx="1">
          <a:schemeClr val="accent3"/>
        </a:fillRef>
        <a:effectRef idx="0">
          <a:scrgbClr r="0" g="0" b="0"/>
        </a:effectRef>
        <a:fontRef idx="minor">
          <a:schemeClr val="lt1"/>
        </a:fontRef>
      </dsp:style>
      <dsp:txXfrm>
        <a:off x="4345657" y="2992012"/>
        <a:ext cx="248301" cy="248147"/>
      </dsp:txXfrm>
    </dsp:sp>
    <dsp:sp modelId="{14ACC21A-E7A3-4755-A5BC-7C5438AA6DF4}">
      <dsp:nvSpPr>
        <dsp:cNvPr id="6" name="椭圆 5"/>
        <dsp:cNvSpPr/>
      </dsp:nvSpPr>
      <dsp:spPr bwMode="white">
        <a:xfrm>
          <a:off x="6677037" y="1390543"/>
          <a:ext cx="248301" cy="248147"/>
        </a:xfrm>
        <a:prstGeom prst="ellipse">
          <a:avLst/>
        </a:prstGeom>
      </dsp:spPr>
      <dsp:style>
        <a:lnRef idx="2">
          <a:schemeClr val="lt1"/>
        </a:lnRef>
        <a:fillRef idx="1">
          <a:schemeClr val="accent4"/>
        </a:fillRef>
        <a:effectRef idx="0">
          <a:scrgbClr r="0" g="0" b="0"/>
        </a:effectRef>
        <a:fontRef idx="minor">
          <a:schemeClr val="lt1"/>
        </a:fontRef>
      </dsp:style>
      <dsp:txXfrm>
        <a:off x="6677037" y="1390543"/>
        <a:ext cx="248301" cy="248147"/>
      </dsp:txXfrm>
    </dsp:sp>
    <dsp:sp modelId="{4EFC9E60-B4D8-4C57-AA72-9BA5B2EFC17F}">
      <dsp:nvSpPr>
        <dsp:cNvPr id="7" name="椭圆 6"/>
        <dsp:cNvSpPr/>
      </dsp:nvSpPr>
      <dsp:spPr bwMode="white">
        <a:xfrm>
          <a:off x="5490498" y="3255783"/>
          <a:ext cx="342441" cy="342811"/>
        </a:xfrm>
        <a:prstGeom prst="ellipse">
          <a:avLst/>
        </a:prstGeom>
      </dsp:spPr>
      <dsp:style>
        <a:lnRef idx="2">
          <a:schemeClr val="lt1"/>
        </a:lnRef>
        <a:fillRef idx="1">
          <a:schemeClr val="accent5"/>
        </a:fillRef>
        <a:effectRef idx="0">
          <a:scrgbClr r="0" g="0" b="0"/>
        </a:effectRef>
        <a:fontRef idx="minor">
          <a:schemeClr val="lt1"/>
        </a:fontRef>
      </dsp:style>
      <dsp:txXfrm>
        <a:off x="5490498" y="3255783"/>
        <a:ext cx="342441" cy="342811"/>
      </dsp:txXfrm>
    </dsp:sp>
    <dsp:sp modelId="{0FA94BF5-A3C0-4957-8E10-C4FCB9EA5F17}">
      <dsp:nvSpPr>
        <dsp:cNvPr id="8" name="椭圆 7"/>
        <dsp:cNvSpPr/>
      </dsp:nvSpPr>
      <dsp:spPr bwMode="white">
        <a:xfrm>
          <a:off x="4415156" y="486644"/>
          <a:ext cx="248301" cy="248147"/>
        </a:xfrm>
        <a:prstGeom prst="ellipse">
          <a:avLst/>
        </a:prstGeom>
      </dsp:spPr>
      <dsp:style>
        <a:lnRef idx="2">
          <a:schemeClr val="lt1"/>
        </a:lnRef>
        <a:fillRef idx="1">
          <a:schemeClr val="accent6"/>
        </a:fillRef>
        <a:effectRef idx="0">
          <a:scrgbClr r="0" g="0" b="0"/>
        </a:effectRef>
        <a:fontRef idx="minor">
          <a:schemeClr val="lt1"/>
        </a:fontRef>
      </dsp:style>
      <dsp:txXfrm>
        <a:off x="4415156" y="486644"/>
        <a:ext cx="248301" cy="248147"/>
      </dsp:txXfrm>
    </dsp:sp>
    <dsp:sp modelId="{BE8CBE65-6F35-49B7-890F-65D2C81DB591}">
      <dsp:nvSpPr>
        <dsp:cNvPr id="9" name="椭圆 8"/>
        <dsp:cNvSpPr/>
      </dsp:nvSpPr>
      <dsp:spPr bwMode="white">
        <a:xfrm>
          <a:off x="3633607" y="1907517"/>
          <a:ext cx="248301" cy="248147"/>
        </a:xfrm>
        <a:prstGeom prst="ellipse">
          <a:avLst/>
        </a:prstGeom>
      </dsp:spPr>
      <dsp:style>
        <a:lnRef idx="2">
          <a:schemeClr val="lt1"/>
        </a:lnRef>
        <a:fillRef idx="1">
          <a:schemeClr val="accent2"/>
        </a:fillRef>
        <a:effectRef idx="0">
          <a:scrgbClr r="0" g="0" b="0"/>
        </a:effectRef>
        <a:fontRef idx="minor">
          <a:schemeClr val="lt1"/>
        </a:fontRef>
      </dsp:style>
      <dsp:txXfrm>
        <a:off x="3633607" y="1907517"/>
        <a:ext cx="248301" cy="248147"/>
      </dsp:txXfrm>
    </dsp:sp>
    <dsp:sp modelId="{08ECCBE9-5559-4EF7-A0D8-14BDBE02597E}">
      <dsp:nvSpPr>
        <dsp:cNvPr id="10" name="椭圆 9"/>
        <dsp:cNvSpPr/>
      </dsp:nvSpPr>
      <dsp:spPr bwMode="white">
        <a:xfrm>
          <a:off x="2435695" y="696191"/>
          <a:ext cx="1252248" cy="1252224"/>
        </a:xfrm>
        <a:prstGeom prst="ellipse">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gn="l" rtl="0">
            <a:lnSpc>
              <a:spcPct val="100000"/>
            </a:lnSpc>
            <a:spcBef>
              <a:spcPct val="0"/>
            </a:spcBef>
            <a:spcAft>
              <a:spcPct val="35000"/>
            </a:spcAft>
          </a:pPr>
          <a:r>
            <a:rPr lang="en-US" altLang="zh-CN" b="1" dirty="0" smtClean="0"/>
            <a:t>1.</a:t>
          </a:r>
          <a:r>
            <a:rPr lang="zh-CN" altLang="en-US" b="1" dirty="0" smtClean="0"/>
            <a:t>组建方式自由</a:t>
          </a:r>
          <a:endParaRPr lang="zh-CN" b="1" dirty="0"/>
        </a:p>
      </dsp:txBody>
      <dsp:txXfrm>
        <a:off x="2435695" y="696191"/>
        <a:ext cx="1252248" cy="1252224"/>
      </dsp:txXfrm>
    </dsp:sp>
    <dsp:sp modelId="{26F0F4C5-A0D4-41B3-99BD-6BB967B67D07}">
      <dsp:nvSpPr>
        <dsp:cNvPr id="11" name="椭圆 10"/>
        <dsp:cNvSpPr/>
      </dsp:nvSpPr>
      <dsp:spPr bwMode="white">
        <a:xfrm>
          <a:off x="4810038" y="497673"/>
          <a:ext cx="342441" cy="342811"/>
        </a:xfrm>
        <a:prstGeom prst="ellipse">
          <a:avLst/>
        </a:prstGeom>
      </dsp:spPr>
      <dsp:style>
        <a:lnRef idx="2">
          <a:schemeClr val="lt1"/>
        </a:lnRef>
        <a:fillRef idx="1">
          <a:schemeClr val="accent4"/>
        </a:fillRef>
        <a:effectRef idx="0">
          <a:scrgbClr r="0" g="0" b="0"/>
        </a:effectRef>
        <a:fontRef idx="minor">
          <a:schemeClr val="lt1"/>
        </a:fontRef>
      </dsp:style>
      <dsp:txXfrm>
        <a:off x="4810038" y="497673"/>
        <a:ext cx="342441" cy="342811"/>
      </dsp:txXfrm>
    </dsp:sp>
    <dsp:sp modelId="{FD8C387F-F676-42C7-987A-0B2B6B9BE17C}">
      <dsp:nvSpPr>
        <dsp:cNvPr id="12" name="椭圆 11"/>
        <dsp:cNvSpPr/>
      </dsp:nvSpPr>
      <dsp:spPr bwMode="white">
        <a:xfrm>
          <a:off x="2553843" y="2315121"/>
          <a:ext cx="619174" cy="619449"/>
        </a:xfrm>
        <a:prstGeom prst="ellipse">
          <a:avLst/>
        </a:prstGeom>
      </dsp:spPr>
      <dsp:style>
        <a:lnRef idx="2">
          <a:schemeClr val="lt1"/>
        </a:lnRef>
        <a:fillRef idx="1">
          <a:schemeClr val="accent5"/>
        </a:fillRef>
        <a:effectRef idx="0">
          <a:scrgbClr r="0" g="0" b="0"/>
        </a:effectRef>
        <a:fontRef idx="minor">
          <a:schemeClr val="lt1"/>
        </a:fontRef>
      </dsp:style>
      <dsp:txXfrm>
        <a:off x="2553843" y="2315121"/>
        <a:ext cx="619174" cy="619449"/>
      </dsp:txXfrm>
    </dsp:sp>
    <dsp:sp modelId="{9CD1D20E-5BF2-4F2E-B958-A278E0CFE568}">
      <dsp:nvSpPr>
        <dsp:cNvPr id="13" name="椭圆 12"/>
        <dsp:cNvSpPr/>
      </dsp:nvSpPr>
      <dsp:spPr bwMode="white">
        <a:xfrm>
          <a:off x="6795186" y="107071"/>
          <a:ext cx="1252248" cy="1252224"/>
        </a:xfrm>
        <a:prstGeom prst="ellipse">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gn="l" rtl="0">
            <a:lnSpc>
              <a:spcPct val="100000"/>
            </a:lnSpc>
            <a:spcBef>
              <a:spcPct val="0"/>
            </a:spcBef>
            <a:spcAft>
              <a:spcPct val="35000"/>
            </a:spcAft>
          </a:pPr>
          <a:r>
            <a:rPr lang="en-US" altLang="zh-CN" b="1" dirty="0" smtClean="0"/>
            <a:t>2.</a:t>
          </a:r>
          <a:r>
            <a:rPr lang="zh-CN" altLang="en-US" b="1" dirty="0" smtClean="0"/>
            <a:t>网络拓扑结构的不确定性</a:t>
          </a:r>
          <a:endParaRPr lang="zh-CN" b="1" dirty="0"/>
        </a:p>
      </dsp:txBody>
      <dsp:txXfrm>
        <a:off x="6795186" y="107071"/>
        <a:ext cx="1252248" cy="1252224"/>
      </dsp:txXfrm>
    </dsp:sp>
    <dsp:sp modelId="{EDD234E8-F43F-4D5F-BEE3-A56D5AEF5CAF}">
      <dsp:nvSpPr>
        <dsp:cNvPr id="14" name="椭圆 13"/>
        <dsp:cNvSpPr/>
      </dsp:nvSpPr>
      <dsp:spPr bwMode="white">
        <a:xfrm>
          <a:off x="6236034" y="971910"/>
          <a:ext cx="342441" cy="342811"/>
        </a:xfrm>
        <a:prstGeom prst="ellipse">
          <a:avLst/>
        </a:prstGeom>
      </dsp:spPr>
      <dsp:style>
        <a:lnRef idx="2">
          <a:schemeClr val="lt1"/>
        </a:lnRef>
        <a:fillRef idx="1">
          <a:schemeClr val="accent2"/>
        </a:fillRef>
        <a:effectRef idx="0">
          <a:scrgbClr r="0" g="0" b="0"/>
        </a:effectRef>
        <a:fontRef idx="minor">
          <a:schemeClr val="lt1"/>
        </a:fontRef>
      </dsp:style>
      <dsp:txXfrm>
        <a:off x="6236034" y="971910"/>
        <a:ext cx="342441" cy="342811"/>
      </dsp:txXfrm>
    </dsp:sp>
    <dsp:sp modelId="{1F22C88F-28F5-48C5-9E15-1CA90CF90E9F}">
      <dsp:nvSpPr>
        <dsp:cNvPr id="15" name="椭圆 14"/>
        <dsp:cNvSpPr/>
      </dsp:nvSpPr>
      <dsp:spPr bwMode="white">
        <a:xfrm>
          <a:off x="2318178" y="3052210"/>
          <a:ext cx="248301" cy="248147"/>
        </a:xfrm>
        <a:prstGeom prst="ellipse">
          <a:avLst/>
        </a:prstGeom>
      </dsp:spPr>
      <dsp:style>
        <a:lnRef idx="2">
          <a:schemeClr val="lt1"/>
        </a:lnRef>
        <a:fillRef idx="1">
          <a:schemeClr val="accent3"/>
        </a:fillRef>
        <a:effectRef idx="0">
          <a:scrgbClr r="0" g="0" b="0"/>
        </a:effectRef>
        <a:fontRef idx="minor">
          <a:schemeClr val="lt1"/>
        </a:fontRef>
      </dsp:style>
      <dsp:txXfrm>
        <a:off x="2318178" y="3052210"/>
        <a:ext cx="248301" cy="248147"/>
      </dsp:txXfrm>
    </dsp:sp>
    <dsp:sp modelId="{5D8BC81E-9B25-4453-A96E-ACB5177D51F9}">
      <dsp:nvSpPr>
        <dsp:cNvPr id="16" name="椭圆 15"/>
        <dsp:cNvSpPr/>
      </dsp:nvSpPr>
      <dsp:spPr bwMode="white">
        <a:xfrm>
          <a:off x="4792347" y="2698830"/>
          <a:ext cx="248301" cy="248147"/>
        </a:xfrm>
        <a:prstGeom prst="ellipse">
          <a:avLst/>
        </a:prstGeom>
      </dsp:spPr>
      <dsp:style>
        <a:lnRef idx="2">
          <a:schemeClr val="lt1"/>
        </a:lnRef>
        <a:fillRef idx="1">
          <a:schemeClr val="accent4"/>
        </a:fillRef>
        <a:effectRef idx="0">
          <a:scrgbClr r="0" g="0" b="0"/>
        </a:effectRef>
        <a:fontRef idx="minor">
          <a:schemeClr val="lt1"/>
        </a:fontRef>
      </dsp:style>
      <dsp:txXfrm>
        <a:off x="4792347" y="2698830"/>
        <a:ext cx="248301" cy="248147"/>
      </dsp:txXfrm>
    </dsp:sp>
    <dsp:sp modelId="{357F3FEB-0D63-4A65-A665-2F5328EBEF46}">
      <dsp:nvSpPr>
        <dsp:cNvPr id="17" name="椭圆 16"/>
        <dsp:cNvSpPr/>
      </dsp:nvSpPr>
      <dsp:spPr bwMode="white">
        <a:xfrm>
          <a:off x="7384033" y="2271466"/>
          <a:ext cx="1252248" cy="1252224"/>
        </a:xfrm>
        <a:prstGeom prst="ellipse">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gn="l" rtl="0">
            <a:lnSpc>
              <a:spcPct val="100000"/>
            </a:lnSpc>
            <a:spcBef>
              <a:spcPct val="0"/>
            </a:spcBef>
            <a:spcAft>
              <a:spcPct val="35000"/>
            </a:spcAft>
          </a:pPr>
          <a:r>
            <a:rPr lang="en-US" altLang="zh-CN" b="1" dirty="0" smtClean="0"/>
            <a:t>3.</a:t>
          </a:r>
          <a:r>
            <a:rPr lang="zh-CN" altLang="en-US" b="1" dirty="0" smtClean="0"/>
            <a:t>控制方式不集中</a:t>
          </a:r>
          <a:endParaRPr lang="zh-CN" b="1" dirty="0"/>
        </a:p>
      </dsp:txBody>
      <dsp:txXfrm>
        <a:off x="7384033" y="2271466"/>
        <a:ext cx="1252248" cy="1252224"/>
      </dsp:txXfrm>
    </dsp:sp>
    <dsp:sp modelId="{1EB32A1E-C3E2-47F5-BF60-E8F2176476C4}">
      <dsp:nvSpPr>
        <dsp:cNvPr id="18" name="椭圆 17"/>
        <dsp:cNvSpPr/>
      </dsp:nvSpPr>
      <dsp:spPr bwMode="white">
        <a:xfrm>
          <a:off x="7030851" y="2227810"/>
          <a:ext cx="248301" cy="248147"/>
        </a:xfrm>
        <a:prstGeom prst="ellipse">
          <a:avLst/>
        </a:prstGeom>
      </dsp:spPr>
      <dsp:style>
        <a:lnRef idx="2">
          <a:schemeClr val="lt1"/>
        </a:lnRef>
        <a:fillRef idx="1">
          <a:schemeClr val="accent6"/>
        </a:fillRef>
        <a:effectRef idx="0">
          <a:scrgbClr r="0" g="0" b="0"/>
        </a:effectRef>
        <a:fontRef idx="minor">
          <a:schemeClr val="lt1"/>
        </a:fontRef>
      </dsp:style>
      <dsp:txXfrm>
        <a:off x="7030851" y="2227810"/>
        <a:ext cx="248301" cy="248147"/>
      </dsp:txXfrm>
    </dsp:sp>
    <dsp:sp modelId="{3BE0A9E7-9312-4A30-8F2F-5AF7F5BD5FB7}">
      <dsp:nvSpPr>
        <dsp:cNvPr id="19" name="椭圆 18"/>
        <dsp:cNvSpPr/>
      </dsp:nvSpPr>
      <dsp:spPr bwMode="white">
        <a:xfrm>
          <a:off x="3789664" y="3343094"/>
          <a:ext cx="1252248" cy="1252224"/>
        </a:xfrm>
        <a:prstGeom prst="ellipse">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500"/>
          </a:lvl1pPr>
          <a:lvl2pPr marL="57150" indent="-57150" algn="ctr">
            <a:defRPr sz="1100"/>
          </a:lvl2pPr>
          <a:lvl3pPr marL="114300" indent="-57150" algn="ctr">
            <a:defRPr sz="1100"/>
          </a:lvl3pPr>
          <a:lvl4pPr marL="171450" indent="-57150" algn="ctr">
            <a:defRPr sz="1100"/>
          </a:lvl4pPr>
          <a:lvl5pPr marL="228600" indent="-57150" algn="ctr">
            <a:defRPr sz="1100"/>
          </a:lvl5pPr>
          <a:lvl6pPr marL="285750" indent="-57150" algn="ctr">
            <a:defRPr sz="1100"/>
          </a:lvl6pPr>
          <a:lvl7pPr marL="342900" indent="-57150" algn="ctr">
            <a:defRPr sz="1100"/>
          </a:lvl7pPr>
          <a:lvl8pPr marL="400050" indent="-57150" algn="ctr">
            <a:defRPr sz="1100"/>
          </a:lvl8pPr>
          <a:lvl9pPr marL="457200" indent="-57150" algn="ctr">
            <a:defRPr sz="1100"/>
          </a:lvl9pPr>
        </a:lstStyle>
        <a:p>
          <a:pPr lvl="0" algn="l" rtl="0">
            <a:lnSpc>
              <a:spcPct val="100000"/>
            </a:lnSpc>
            <a:spcBef>
              <a:spcPct val="0"/>
            </a:spcBef>
            <a:spcAft>
              <a:spcPct val="35000"/>
            </a:spcAft>
          </a:pPr>
          <a:r>
            <a:rPr lang="en-US" altLang="zh-CN" b="1" smtClean="0"/>
            <a:t>4.</a:t>
          </a:r>
          <a:r>
            <a:rPr lang="zh-CN" altLang="en-US" b="1" smtClean="0"/>
            <a:t>安全性不高</a:t>
          </a:r>
          <a:endParaRPr lang="zh-CN" b="1" dirty="0"/>
        </a:p>
      </dsp:txBody>
      <dsp:txXfrm>
        <a:off x="3789664" y="3343094"/>
        <a:ext cx="1252248" cy="1252224"/>
      </dsp:txXfrm>
    </dsp:sp>
    <dsp:sp modelId="{C1F43AEA-091E-46D5-A67C-79C67219B40C}">
      <dsp:nvSpPr>
        <dsp:cNvPr id="20" name="椭圆 19"/>
        <dsp:cNvSpPr/>
      </dsp:nvSpPr>
      <dsp:spPr bwMode="white">
        <a:xfrm>
          <a:off x="4907968" y="3300817"/>
          <a:ext cx="248301" cy="248147"/>
        </a:xfrm>
        <a:prstGeom prst="ellipse">
          <a:avLst/>
        </a:prstGeom>
      </dsp:spPr>
      <dsp:style>
        <a:lnRef idx="2">
          <a:schemeClr val="lt1"/>
        </a:lnRef>
        <a:fillRef idx="1">
          <a:schemeClr val="accent3"/>
        </a:fillRef>
        <a:effectRef idx="0">
          <a:scrgbClr r="0" g="0" b="0"/>
        </a:effectRef>
        <a:fontRef idx="minor">
          <a:schemeClr val="lt1"/>
        </a:fontRef>
      </dsp:style>
      <dsp:txXfrm>
        <a:off x="4907968" y="3300817"/>
        <a:ext cx="248301" cy="248147"/>
      </dsp:txXfrm>
    </dsp:sp>
  </dsp:spTree>
</dsp:drawing>
</file>

<file path=ppt/diagrams/drawing1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161366F0-35AD-47CA-B115-C388760333CF}">
      <dsp:nvSpPr>
        <dsp:cNvPr id="3" name="圆角矩形 2"/>
        <dsp:cNvSpPr/>
      </dsp:nvSpPr>
      <dsp:spPr bwMode="white">
        <a:xfrm>
          <a:off x="0" y="0"/>
          <a:ext cx="10954459" cy="2153893"/>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lIns="205740" tIns="205740" rIns="205740" bIns="2057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54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a:t>
          </a:r>
          <a:r>
            <a:rPr lang="zh-CN" altLang="en-US" sz="5400" b="1" dirty="0" smtClean="0"/>
            <a:t>组成结构</a:t>
          </a:r>
          <a:endParaRPr lang="zh-CN" altLang="en-US" sz="54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0" y="0"/>
        <a:ext cx="10954459" cy="2153893"/>
      </dsp:txXfrm>
    </dsp:sp>
    <dsp:sp modelId="{3218FA72-0238-4B6C-9D50-42533EC3F4AC}">
      <dsp:nvSpPr>
        <dsp:cNvPr id="4" name="圆角矩形 3"/>
        <dsp:cNvSpPr/>
      </dsp:nvSpPr>
      <dsp:spPr bwMode="white">
        <a:xfrm>
          <a:off x="0" y="2441425"/>
          <a:ext cx="3457847" cy="2153893"/>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05740" tIns="205740" rIns="205740" bIns="2057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altLang="zh-CN" sz="5400" b="1" dirty="0" smtClean="0"/>
            <a:t>1.</a:t>
          </a:r>
          <a:r>
            <a:rPr lang="zh-CN" altLang="en-US" sz="5400" dirty="0" smtClean="0"/>
            <a:t>节点</a:t>
          </a:r>
          <a:endParaRPr lang="zh-CN" sz="5400" b="1" dirty="0"/>
        </a:p>
      </dsp:txBody>
      <dsp:txXfrm>
        <a:off x="0" y="2441425"/>
        <a:ext cx="3457847" cy="2153893"/>
      </dsp:txXfrm>
    </dsp:sp>
    <dsp:sp modelId="{87B4FFE8-9860-4B8C-9818-1D1A0214B4FC}">
      <dsp:nvSpPr>
        <dsp:cNvPr id="5" name="圆角矩形 4"/>
        <dsp:cNvSpPr/>
      </dsp:nvSpPr>
      <dsp:spPr bwMode="white">
        <a:xfrm>
          <a:off x="3748306" y="2441425"/>
          <a:ext cx="3457847" cy="2153893"/>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82879" tIns="182879" rIns="182879" bIns="18287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altLang="zh-CN" sz="4800" b="1" dirty="0" smtClean="0"/>
            <a:t>2.</a:t>
          </a:r>
          <a:r>
            <a:rPr lang="zh-CN" altLang="en-US" sz="4800" dirty="0" smtClean="0"/>
            <a:t>传感网络</a:t>
          </a:r>
          <a:endParaRPr lang="zh-CN" sz="4800" b="1" dirty="0"/>
        </a:p>
      </dsp:txBody>
      <dsp:txXfrm>
        <a:off x="3748306" y="2441425"/>
        <a:ext cx="3457847" cy="2153893"/>
      </dsp:txXfrm>
    </dsp:sp>
    <dsp:sp modelId="{88DCE10C-5C34-4BFA-A3C3-1C073AEBEAC6}">
      <dsp:nvSpPr>
        <dsp:cNvPr id="6" name="圆角矩形 5"/>
        <dsp:cNvSpPr/>
      </dsp:nvSpPr>
      <dsp:spPr bwMode="white">
        <a:xfrm>
          <a:off x="7496612" y="2441425"/>
          <a:ext cx="3457847" cy="2153893"/>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205740" tIns="205740" rIns="205740" bIns="2057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l" rtl="0">
            <a:lnSpc>
              <a:spcPct val="100000"/>
            </a:lnSpc>
            <a:spcBef>
              <a:spcPct val="0"/>
            </a:spcBef>
            <a:spcAft>
              <a:spcPct val="35000"/>
            </a:spcAft>
          </a:pPr>
          <a:r>
            <a:rPr lang="en-US" altLang="zh-CN" sz="5400" b="1" dirty="0" smtClean="0"/>
            <a:t>3.</a:t>
          </a:r>
          <a:r>
            <a:rPr lang="zh-CN" altLang="en-US" sz="5400" dirty="0" smtClean="0"/>
            <a:t>用户</a:t>
          </a:r>
          <a:endParaRPr lang="zh-CN" sz="5400" b="1" dirty="0"/>
        </a:p>
      </dsp:txBody>
      <dsp:txXfrm>
        <a:off x="7496612" y="2441425"/>
        <a:ext cx="3457847" cy="2153893"/>
      </dsp:txXfrm>
    </dsp:sp>
  </dsp:spTree>
</dsp:drawing>
</file>

<file path=ppt/diagrams/drawing1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A1312E45-0E90-42D4-A319-088D1E8BD5E4}">
      <dsp:nvSpPr>
        <dsp:cNvPr id="3" name="椭圆 2"/>
        <dsp:cNvSpPr/>
      </dsp:nvSpPr>
      <dsp:spPr bwMode="white">
        <a:xfrm>
          <a:off x="4666252" y="2973363"/>
          <a:ext cx="1621955" cy="1621955"/>
        </a:xfrm>
        <a:prstGeom prst="ellipse">
          <a:avLst/>
        </a:prstGeom>
      </dsp:spPr>
      <dsp:style>
        <a:lnRef idx="2">
          <a:schemeClr val="lt1"/>
        </a:lnRef>
        <a:fillRef idx="1">
          <a:schemeClr val="accent1"/>
        </a:fillRef>
        <a:effectRef idx="0">
          <a:scrgbClr r="0" g="0" b="0"/>
        </a:effectRef>
        <a:fontRef idx="minor">
          <a:schemeClr val="lt1"/>
        </a:fontRef>
      </dsp:style>
      <dsp:txBody>
        <a:bodyPr vert="horz" lIns="11430" tIns="11430" rIns="11430" bIns="1143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a:t>
          </a:r>
          <a:r>
            <a:rPr lang="zh-CN" altLang="en-US" sz="1800" b="1" dirty="0" smtClean="0"/>
            <a:t>安全需求</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4666252" y="2973363"/>
        <a:ext cx="1621955" cy="1621955"/>
      </dsp:txXfrm>
    </dsp:sp>
    <dsp:sp modelId="{CB5352A2-640F-4C1C-8DD2-0A81F54767B6}">
      <dsp:nvSpPr>
        <dsp:cNvPr id="4" name="左箭头 3"/>
        <dsp:cNvSpPr/>
      </dsp:nvSpPr>
      <dsp:spPr bwMode="white">
        <a:xfrm rot="10799999">
          <a:off x="2215501" y="3553212"/>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rot="10799999">
        <a:off x="2215501" y="3553212"/>
        <a:ext cx="2381450" cy="462257"/>
      </dsp:txXfrm>
    </dsp:sp>
    <dsp:sp modelId="{03989CB4-B64D-49D2-B676-153A0DFB0B47}">
      <dsp:nvSpPr>
        <dsp:cNvPr id="5" name="圆角矩形 4"/>
        <dsp:cNvSpPr/>
      </dsp:nvSpPr>
      <dsp:spPr bwMode="white">
        <a:xfrm>
          <a:off x="1375771" y="3167998"/>
          <a:ext cx="1540857" cy="123268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1.</a:t>
          </a:r>
          <a:r>
            <a:rPr lang="zh-CN" altLang="en-US" dirty="0" smtClean="0"/>
            <a:t>数据机密性</a:t>
          </a:r>
          <a:endParaRPr lang="zh-CN" b="1" dirty="0"/>
        </a:p>
      </dsp:txBody>
      <dsp:txXfrm>
        <a:off x="1375771" y="3167998"/>
        <a:ext cx="1540857" cy="1232686"/>
      </dsp:txXfrm>
    </dsp:sp>
    <dsp:sp modelId="{EDA8276F-E6C1-4568-9E0B-8D09A7F0A999}">
      <dsp:nvSpPr>
        <dsp:cNvPr id="6" name="左箭头 5"/>
        <dsp:cNvSpPr/>
      </dsp:nvSpPr>
      <dsp:spPr bwMode="white">
        <a:xfrm rot="12959999">
          <a:off x="2611027" y="2335907"/>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rot="12959999">
        <a:off x="2611027" y="2335907"/>
        <a:ext cx="2381450" cy="462257"/>
      </dsp:txXfrm>
    </dsp:sp>
    <dsp:sp modelId="{A0A54CC6-750E-476D-A736-398F890B937A}">
      <dsp:nvSpPr>
        <dsp:cNvPr id="7" name="圆角矩形 6"/>
        <dsp:cNvSpPr/>
      </dsp:nvSpPr>
      <dsp:spPr bwMode="white">
        <a:xfrm>
          <a:off x="2011941" y="1210067"/>
          <a:ext cx="1540857" cy="1232686"/>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2.</a:t>
          </a:r>
          <a:r>
            <a:rPr lang="zh-CN" altLang="en-US" dirty="0" smtClean="0"/>
            <a:t>数据完整性</a:t>
          </a:r>
          <a:endParaRPr lang="zh-CN" b="1" dirty="0"/>
        </a:p>
      </dsp:txBody>
      <dsp:txXfrm>
        <a:off x="2011941" y="1210067"/>
        <a:ext cx="1540857" cy="1232686"/>
      </dsp:txXfrm>
    </dsp:sp>
    <dsp:sp modelId="{BFFDD8BD-77AF-4B66-BD0C-71823CDC4D40}">
      <dsp:nvSpPr>
        <dsp:cNvPr id="8" name="左箭头 7"/>
        <dsp:cNvSpPr/>
      </dsp:nvSpPr>
      <dsp:spPr bwMode="white">
        <a:xfrm rot="15119999">
          <a:off x="3646529" y="1583570"/>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rot="15119999">
        <a:off x="3646529" y="1583570"/>
        <a:ext cx="2381450" cy="462257"/>
      </dsp:txXfrm>
    </dsp:sp>
    <dsp:sp modelId="{B1E1D2D3-2022-46AE-8F0D-6B9D4B596458}">
      <dsp:nvSpPr>
        <dsp:cNvPr id="9" name="圆角矩形 8"/>
        <dsp:cNvSpPr/>
      </dsp:nvSpPr>
      <dsp:spPr bwMode="white">
        <a:xfrm>
          <a:off x="3677456" y="0"/>
          <a:ext cx="1540857" cy="1232686"/>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3.</a:t>
          </a:r>
          <a:r>
            <a:rPr lang="zh-CN" altLang="en-US" dirty="0" smtClean="0"/>
            <a:t>数据新鲜性</a:t>
          </a:r>
          <a:endParaRPr lang="zh-CN" b="1" dirty="0"/>
        </a:p>
      </dsp:txBody>
      <dsp:txXfrm>
        <a:off x="3677456" y="0"/>
        <a:ext cx="1540857" cy="1232686"/>
      </dsp:txXfrm>
    </dsp:sp>
    <dsp:sp modelId="{EC103291-7829-49EB-8C98-D9961A343BC7}">
      <dsp:nvSpPr>
        <dsp:cNvPr id="10" name="左箭头 9"/>
        <dsp:cNvSpPr/>
      </dsp:nvSpPr>
      <dsp:spPr bwMode="white">
        <a:xfrm rot="-4320000">
          <a:off x="4926480" y="1583570"/>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Xfrm rot="-4320000">
        <a:off x="4926480" y="1583570"/>
        <a:ext cx="2381450" cy="462257"/>
      </dsp:txXfrm>
    </dsp:sp>
    <dsp:sp modelId="{1BF6543C-566A-4CA1-9E3F-694150D02FC5}">
      <dsp:nvSpPr>
        <dsp:cNvPr id="11" name="圆角矩形 10"/>
        <dsp:cNvSpPr/>
      </dsp:nvSpPr>
      <dsp:spPr bwMode="white">
        <a:xfrm>
          <a:off x="5736146" y="0"/>
          <a:ext cx="1540857" cy="1232686"/>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4.</a:t>
          </a:r>
          <a:r>
            <a:rPr lang="zh-CN" altLang="en-US" dirty="0" smtClean="0"/>
            <a:t>可用性</a:t>
          </a:r>
          <a:endParaRPr lang="zh-CN" b="1" dirty="0"/>
        </a:p>
      </dsp:txBody>
      <dsp:txXfrm>
        <a:off x="5736146" y="0"/>
        <a:ext cx="1540857" cy="1232686"/>
      </dsp:txXfrm>
    </dsp:sp>
    <dsp:sp modelId="{E4DA0CCA-EB65-467F-B379-BE73623D2AD8}">
      <dsp:nvSpPr>
        <dsp:cNvPr id="12" name="左箭头 11"/>
        <dsp:cNvSpPr/>
      </dsp:nvSpPr>
      <dsp:spPr bwMode="white">
        <a:xfrm rot="-2160000">
          <a:off x="5961982" y="2335907"/>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6"/>
        </a:fillRef>
        <a:effectRef idx="0">
          <a:scrgbClr r="0" g="0" b="0"/>
        </a:effectRef>
        <a:fontRef idx="minor">
          <a:schemeClr val="lt1"/>
        </a:fontRef>
      </dsp:style>
      <dsp:txXfrm rot="-2160000">
        <a:off x="5961982" y="2335907"/>
        <a:ext cx="2381450" cy="462257"/>
      </dsp:txXfrm>
    </dsp:sp>
    <dsp:sp modelId="{94938C25-70AC-4BEA-9F01-63E1B9685CC3}">
      <dsp:nvSpPr>
        <dsp:cNvPr id="13" name="圆角矩形 12"/>
        <dsp:cNvSpPr/>
      </dsp:nvSpPr>
      <dsp:spPr bwMode="white">
        <a:xfrm>
          <a:off x="7401661" y="1210067"/>
          <a:ext cx="1540857" cy="1232686"/>
        </a:xfrm>
        <a:prstGeom prst="roundRect">
          <a:avLst>
            <a:gd name="adj" fmla="val 10000"/>
          </a:avLst>
        </a:prstGeom>
      </dsp:spPr>
      <dsp:style>
        <a:lnRef idx="2">
          <a:schemeClr val="lt1"/>
        </a:lnRef>
        <a:fillRef idx="1">
          <a:schemeClr val="accent6"/>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5.</a:t>
          </a:r>
          <a:r>
            <a:rPr lang="zh-CN" altLang="en-US" dirty="0" smtClean="0"/>
            <a:t>鲁棒性</a:t>
          </a:r>
          <a:endParaRPr lang="zh-CN" b="1" dirty="0"/>
        </a:p>
      </dsp:txBody>
      <dsp:txXfrm>
        <a:off x="7401661" y="1210067"/>
        <a:ext cx="1540857" cy="1232686"/>
      </dsp:txXfrm>
    </dsp:sp>
    <dsp:sp modelId="{CF3437B9-35C2-49BA-BEB1-76A2B95132A5}">
      <dsp:nvSpPr>
        <dsp:cNvPr id="14" name="左箭头 13"/>
        <dsp:cNvSpPr/>
      </dsp:nvSpPr>
      <dsp:spPr bwMode="white">
        <a:xfrm>
          <a:off x="6357508" y="3553212"/>
          <a:ext cx="2381450" cy="462257"/>
        </a:xfrm>
        <a:prstGeom prst="lef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a:off x="6357508" y="3553212"/>
        <a:ext cx="2381450" cy="462257"/>
      </dsp:txXfrm>
    </dsp:sp>
    <dsp:sp modelId="{B841E1B2-AF23-48DC-ACE0-9D767AA162A2}">
      <dsp:nvSpPr>
        <dsp:cNvPr id="15" name="圆角矩形 14"/>
        <dsp:cNvSpPr/>
      </dsp:nvSpPr>
      <dsp:spPr bwMode="white">
        <a:xfrm>
          <a:off x="8037831" y="3167998"/>
          <a:ext cx="1540857" cy="1232686"/>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lIns="62865" tIns="62865" rIns="62865"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gn="l" rtl="0">
            <a:lnSpc>
              <a:spcPct val="100000"/>
            </a:lnSpc>
            <a:spcBef>
              <a:spcPct val="0"/>
            </a:spcBef>
            <a:spcAft>
              <a:spcPct val="35000"/>
            </a:spcAft>
          </a:pPr>
          <a:r>
            <a:rPr lang="en-US" altLang="zh-CN" b="1" dirty="0" smtClean="0"/>
            <a:t>6.</a:t>
          </a:r>
          <a:r>
            <a:rPr lang="zh-CN" altLang="en-US" dirty="0" smtClean="0"/>
            <a:t>访问控制</a:t>
          </a:r>
          <a:endParaRPr lang="zh-CN" b="1" dirty="0"/>
        </a:p>
      </dsp:txBody>
      <dsp:txXfrm>
        <a:off x="8037831" y="3167998"/>
        <a:ext cx="1540857" cy="1232686"/>
      </dsp:txXfrm>
    </dsp:sp>
  </dsp:spTree>
</dsp:drawing>
</file>

<file path=ppt/diagrams/drawing1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A49399BF-B49B-4EF6-83EB-60624E584F18}">
      <dsp:nvSpPr>
        <dsp:cNvPr id="3" name="饼形 2"/>
        <dsp:cNvSpPr/>
      </dsp:nvSpPr>
      <dsp:spPr bwMode="white">
        <a:xfrm>
          <a:off x="-951585" y="-988679"/>
          <a:ext cx="6572675" cy="6572675"/>
        </a:xfrm>
        <a:prstGeom prst="pie">
          <a:avLst>
            <a:gd name="adj1" fmla="val 5400000"/>
            <a:gd name="adj2" fmla="val 16200000"/>
          </a:avLst>
        </a:prstGeom>
      </dsp:spPr>
      <dsp:style>
        <a:lnRef idx="2">
          <a:schemeClr val="lt1"/>
        </a:lnRef>
        <a:fillRef idx="1">
          <a:schemeClr val="accent2"/>
        </a:fillRef>
        <a:effectRef idx="0">
          <a:scrgbClr r="0" g="0" b="0"/>
        </a:effectRef>
        <a:fontRef idx="minor">
          <a:schemeClr val="lt1"/>
        </a:fontRef>
      </dsp:style>
      <dsp:txXfrm>
        <a:off x="-951585" y="-988679"/>
        <a:ext cx="6572675" cy="6572675"/>
      </dsp:txXfrm>
    </dsp:sp>
    <dsp:sp modelId="{C884E43A-4508-4E15-875B-396237E4F767}">
      <dsp:nvSpPr>
        <dsp:cNvPr id="4" name="矩形 3"/>
        <dsp:cNvSpPr/>
      </dsp:nvSpPr>
      <dsp:spPr bwMode="white">
        <a:xfrm>
          <a:off x="1251065" y="0"/>
          <a:ext cx="9703394" cy="6572675"/>
        </a:xfrm>
        <a:prstGeom prst="rect">
          <a:avLst/>
        </a:prstGeom>
      </dsp:spPr>
      <dsp:style>
        <a:lnRef idx="2">
          <a:schemeClr val="accent2"/>
        </a:lnRef>
        <a:fillRef idx="1">
          <a:schemeClr val="lt1">
            <a:alpha val="90000"/>
          </a:schemeClr>
        </a:fillRef>
        <a:effectRef idx="0">
          <a:scrgbClr r="0" g="0" b="0"/>
        </a:effectRef>
        <a:fontRef idx="minor"/>
      </dsp:style>
      <dsp:txBody>
        <a:bodyPr vert="horz" lIns="121920" tIns="121920" rIns="121920" bIns="121920" anchor="ctr"/>
        <a:lstStyle>
          <a:lvl1pPr algn="ctr">
            <a:defRPr sz="6500"/>
          </a:lvl1pPr>
          <a:lvl2pPr marL="285750" indent="-285750" algn="ctr">
            <a:defRPr sz="6500"/>
          </a:lvl2pPr>
          <a:lvl3pPr marL="571500" indent="-285750" algn="ctr">
            <a:defRPr sz="6500"/>
          </a:lvl3pPr>
          <a:lvl4pPr marL="857250" indent="-285750" algn="ctr">
            <a:defRPr sz="6500"/>
          </a:lvl4pPr>
          <a:lvl5pPr marL="1143000" indent="-285750" algn="ctr">
            <a:defRPr sz="6500"/>
          </a:lvl5pPr>
          <a:lvl6pPr marL="1428750" indent="-285750" algn="ctr">
            <a:defRPr sz="6500"/>
          </a:lvl6pPr>
          <a:lvl7pPr marL="1714500" indent="-285750" algn="ctr">
            <a:defRPr sz="6500"/>
          </a:lvl7pPr>
          <a:lvl8pPr marL="2000250" indent="-285750" algn="ctr">
            <a:defRPr sz="6500"/>
          </a:lvl8pPr>
          <a:lvl9pPr marL="2286000" indent="-285750" algn="ctr">
            <a:defRPr sz="6500"/>
          </a:lvl9pPr>
        </a:lstStyle>
        <a:p>
          <a:pPr lvl="0" rtl="0">
            <a:lnSpc>
              <a:spcPct val="100000"/>
            </a:lnSpc>
            <a:spcBef>
              <a:spcPct val="0"/>
            </a:spcBef>
            <a:spcAft>
              <a:spcPts val="0"/>
            </a:spcAft>
          </a:pPr>
          <a:r>
            <a:rPr lang="zh-CN" altLang="en-US" sz="3200" b="0" dirty="0" smtClean="0">
              <a:solidFill>
                <a:schemeClr val="bg1"/>
              </a:solidFill>
              <a:effectLst/>
              <a:latin typeface="微软雅黑" panose="020B0503020204020204" pitchFamily="34" charset="-122"/>
              <a:ea typeface="微软雅黑" panose="020B0503020204020204" pitchFamily="34" charset="-122"/>
            </a:rPr>
            <a:t>无线传感器网络</a:t>
          </a:r>
          <a:r>
            <a:rPr lang="zh-CN" altLang="en-US" sz="3200" b="0" dirty="0" smtClean="0">
              <a:solidFill>
                <a:schemeClr val="bg1"/>
              </a:solidFill>
              <a:effectLst/>
            </a:rPr>
            <a:t>威胁</a:t>
          </a:r>
          <a:endParaRPr lang="zh-CN" altLang="en-US" sz="3200" b="0" dirty="0">
            <a:solidFill>
              <a:schemeClr val="bg1"/>
            </a:solidFill>
            <a:effectLst/>
            <a:latin typeface="微软雅黑" panose="020B0503020204020204" pitchFamily="34" charset="-122"/>
            <a:ea typeface="微软雅黑" panose="020B0503020204020204" pitchFamily="34" charset="-122"/>
          </a:endParaRPr>
        </a:p>
      </dsp:txBody>
      <dsp:txXfrm>
        <a:off x="1251065" y="0"/>
        <a:ext cx="9703394" cy="6572675"/>
      </dsp:txXfrm>
    </dsp:sp>
    <dsp:sp modelId="{2B45794D-529D-4971-A0D4-A688584D0F05}">
      <dsp:nvSpPr>
        <dsp:cNvPr id="5" name="矩形 4"/>
        <dsp:cNvSpPr/>
      </dsp:nvSpPr>
      <dsp:spPr bwMode="white">
        <a:xfrm>
          <a:off x="3278526" y="-1977357"/>
          <a:ext cx="7640401" cy="6572675"/>
        </a:xfrm>
        <a:prstGeom prst="rect">
          <a:avLst/>
        </a:prstGeom>
        <a:noFill/>
        <a:ln>
          <a:noFill/>
        </a:ln>
      </dsp:spPr>
      <dsp:style>
        <a:lnRef idx="2">
          <a:scrgbClr r="0" g="0" b="0"/>
        </a:lnRef>
        <a:fillRef idx="1">
          <a:scrgbClr r="0" g="0" b="0"/>
        </a:fillRef>
        <a:effectRef idx="0">
          <a:scrgbClr r="0" g="0" b="0"/>
        </a:effectRef>
        <a:fontRef idx="minor"/>
      </dsp:style>
      <dsp:txBody>
        <a:bodyPr lIns="106680" tIns="106680" rIns="106680" bIns="106680" anchor="ctr"/>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285750" lvl="1" indent="-285750" algn="l" rtl="0">
            <a:lnSpc>
              <a:spcPct val="100000"/>
            </a:lnSpc>
            <a:spcBef>
              <a:spcPct val="0"/>
            </a:spcBef>
            <a:spcAft>
              <a:spcPct val="15000"/>
            </a:spcAft>
            <a:buChar char="•"/>
          </a:pPr>
          <a:r>
            <a:rPr lang="zh-CN" altLang="en-US" sz="2800" b="0" dirty="0" smtClean="0">
              <a:solidFill>
                <a:srgbClr val="0070C0"/>
              </a:solidFill>
              <a:latin typeface="微软雅黑" panose="020B0503020204020204" pitchFamily="34" charset="-122"/>
              <a:ea typeface="微软雅黑" panose="020B0503020204020204" pitchFamily="34" charset="-122"/>
            </a:rPr>
            <a:t>物理层：</a:t>
          </a:r>
          <a:r>
            <a:rPr lang="zh-CN" altLang="en-US" sz="2800" dirty="0" smtClean="0">
              <a:solidFill>
                <a:schemeClr val="dk1"/>
              </a:solidFill>
            </a:rPr>
            <a:t>主要的攻击方法为拥塞攻击和物理破坏。</a:t>
          </a:r>
          <a:endParaRPr lang="zh-CN" sz="2800" b="1" dirty="0">
            <a:solidFill>
              <a:schemeClr val="dk1"/>
            </a:solidFill>
          </a:endParaRPr>
        </a:p>
        <a:p>
          <a:pPr marL="285750" lvl="1" indent="-285750" algn="l" rtl="0">
            <a:lnSpc>
              <a:spcPct val="100000"/>
            </a:lnSpc>
            <a:spcBef>
              <a:spcPct val="0"/>
            </a:spcBef>
            <a:spcAft>
              <a:spcPct val="15000"/>
            </a:spcAft>
            <a:buChar char="•"/>
          </a:pPr>
          <a:r>
            <a:rPr lang="zh-CN" altLang="en-US" sz="2800" b="0" dirty="0" smtClean="0">
              <a:solidFill>
                <a:srgbClr val="0070C0"/>
              </a:solidFill>
              <a:latin typeface="微软雅黑" panose="020B0503020204020204" pitchFamily="34" charset="-122"/>
              <a:ea typeface="微软雅黑" panose="020B0503020204020204" pitchFamily="34" charset="-122"/>
            </a:rPr>
            <a:t>链路层：</a:t>
          </a:r>
          <a:r>
            <a:rPr lang="zh-CN" altLang="en-US" sz="2800" dirty="0" smtClean="0">
              <a:solidFill>
                <a:schemeClr val="dk1"/>
              </a:solidFill>
            </a:rPr>
            <a:t>主要的攻击方法为碰撞攻击、耗尽攻击和非公平竞争。</a:t>
          </a:r>
          <a:endParaRPr lang="zh-CN" sz="2800" b="1" dirty="0">
            <a:solidFill>
              <a:schemeClr val="dk1"/>
            </a:solidFill>
          </a:endParaRPr>
        </a:p>
        <a:p>
          <a:pPr marL="285750" lvl="1" indent="-285750" algn="l" rtl="0">
            <a:lnSpc>
              <a:spcPct val="100000"/>
            </a:lnSpc>
            <a:spcBef>
              <a:spcPct val="0"/>
            </a:spcBef>
            <a:spcAft>
              <a:spcPct val="15000"/>
            </a:spcAft>
            <a:buChar char="•"/>
          </a:pPr>
          <a:r>
            <a:rPr lang="zh-CN" altLang="en-US" sz="2800" b="0" dirty="0" smtClean="0">
              <a:solidFill>
                <a:srgbClr val="0070C0"/>
              </a:solidFill>
              <a:latin typeface="微软雅黑" panose="020B0503020204020204" pitchFamily="34" charset="-122"/>
              <a:ea typeface="微软雅黑" panose="020B0503020204020204" pitchFamily="34" charset="-122"/>
            </a:rPr>
            <a:t>网络层：</a:t>
          </a:r>
          <a:r>
            <a:rPr lang="zh-CN" altLang="en-US" sz="2800" dirty="0" smtClean="0">
              <a:solidFill>
                <a:schemeClr val="dk1"/>
              </a:solidFill>
            </a:rPr>
            <a:t>主要的攻击方法为丢弃和贪婪破坏、方向误导攻击、黑洞攻击和汇聚节点攻击。</a:t>
          </a:r>
          <a:endParaRPr lang="zh-CN" sz="2800" b="1" dirty="0">
            <a:solidFill>
              <a:schemeClr val="dk1"/>
            </a:solidFill>
          </a:endParaRPr>
        </a:p>
        <a:p>
          <a:pPr marL="285750" lvl="1" indent="-285750" algn="l" rtl="0">
            <a:lnSpc>
              <a:spcPct val="100000"/>
            </a:lnSpc>
            <a:spcBef>
              <a:spcPct val="0"/>
            </a:spcBef>
            <a:spcAft>
              <a:spcPct val="15000"/>
            </a:spcAft>
            <a:buChar char="•"/>
          </a:pPr>
          <a:r>
            <a:rPr lang="zh-CN" altLang="en-US" sz="2800" b="0" dirty="0" smtClean="0">
              <a:solidFill>
                <a:srgbClr val="0070C0"/>
              </a:solidFill>
              <a:latin typeface="微软雅黑" panose="020B0503020204020204" pitchFamily="34" charset="-122"/>
              <a:ea typeface="微软雅黑" panose="020B0503020204020204" pitchFamily="34" charset="-122"/>
            </a:rPr>
            <a:t>传输层：</a:t>
          </a:r>
          <a:r>
            <a:rPr lang="zh-CN" altLang="en-US" sz="2800" dirty="0" smtClean="0">
              <a:solidFill>
                <a:schemeClr val="dk1"/>
              </a:solidFill>
            </a:rPr>
            <a:t>主要的攻击方法为泛洪攻击和同步破坏攻击。</a:t>
          </a:r>
          <a:endParaRPr lang="zh-CN" sz="2800" b="1" dirty="0">
            <a:solidFill>
              <a:schemeClr val="dk1"/>
            </a:solidFill>
          </a:endParaRPr>
        </a:p>
      </dsp:txBody>
      <dsp:txXfrm>
        <a:off x="3278526" y="-1977357"/>
        <a:ext cx="7640401" cy="6572675"/>
      </dsp:txXfrm>
    </dsp:sp>
  </dsp:spTree>
</dsp:drawing>
</file>

<file path=ppt/diagrams/drawing1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C63F3BB7-C2AD-452A-AC2B-C2BEC123EFC0}">
      <dsp:nvSpPr>
        <dsp:cNvPr id="5" name="空心弧 4"/>
        <dsp:cNvSpPr/>
      </dsp:nvSpPr>
      <dsp:spPr bwMode="white">
        <a:xfrm>
          <a:off x="3613030" y="433459"/>
          <a:ext cx="3728400" cy="3728400"/>
        </a:xfrm>
        <a:prstGeom prst="blockArc">
          <a:avLst>
            <a:gd name="adj1" fmla="val 16199999"/>
            <a:gd name="adj2" fmla="val 0"/>
            <a:gd name="adj3" fmla="val 3962"/>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Xfrm>
        <a:off x="3613030" y="433459"/>
        <a:ext cx="3728400" cy="3728400"/>
      </dsp:txXfrm>
    </dsp:sp>
    <dsp:sp modelId="{C77BCB91-AA1D-4649-9570-49E903DB4DD2}">
      <dsp:nvSpPr>
        <dsp:cNvPr id="7" name="空心弧 6"/>
        <dsp:cNvSpPr/>
      </dsp:nvSpPr>
      <dsp:spPr bwMode="white">
        <a:xfrm>
          <a:off x="3613030" y="433459"/>
          <a:ext cx="3728400" cy="3728400"/>
        </a:xfrm>
        <a:prstGeom prst="blockArc">
          <a:avLst>
            <a:gd name="adj1" fmla="val 0"/>
            <a:gd name="adj2" fmla="val 5400000"/>
            <a:gd name="adj3" fmla="val 3962"/>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Xfrm>
        <a:off x="3613030" y="433459"/>
        <a:ext cx="3728400" cy="3728400"/>
      </dsp:txXfrm>
    </dsp:sp>
    <dsp:sp modelId="{A489478D-6B18-4BEF-AA6D-444E24D66A38}">
      <dsp:nvSpPr>
        <dsp:cNvPr id="9" name="空心弧 8"/>
        <dsp:cNvSpPr/>
      </dsp:nvSpPr>
      <dsp:spPr bwMode="white">
        <a:xfrm>
          <a:off x="3613030" y="433459"/>
          <a:ext cx="3728400" cy="3728400"/>
        </a:xfrm>
        <a:prstGeom prst="blockArc">
          <a:avLst>
            <a:gd name="adj1" fmla="val 5400000"/>
            <a:gd name="adj2" fmla="val 10800000"/>
            <a:gd name="adj3" fmla="val 3962"/>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Xfrm>
        <a:off x="3613030" y="433459"/>
        <a:ext cx="3728400" cy="3728400"/>
      </dsp:txXfrm>
    </dsp:sp>
    <dsp:sp modelId="{C50A8A9A-5D61-4294-AF98-575B9E6B1333}">
      <dsp:nvSpPr>
        <dsp:cNvPr id="11" name="空心弧 10"/>
        <dsp:cNvSpPr/>
      </dsp:nvSpPr>
      <dsp:spPr bwMode="white">
        <a:xfrm>
          <a:off x="3613030" y="433459"/>
          <a:ext cx="3728400" cy="3728400"/>
        </a:xfrm>
        <a:prstGeom prst="blockArc">
          <a:avLst>
            <a:gd name="adj1" fmla="val 10800000"/>
            <a:gd name="adj2" fmla="val 16199999"/>
            <a:gd name="adj3" fmla="val 3962"/>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Xfrm>
        <a:off x="3613030" y="433459"/>
        <a:ext cx="3728400" cy="3728400"/>
      </dsp:txXfrm>
    </dsp:sp>
    <dsp:sp modelId="{02CB1303-EC2C-477C-9FC6-0D3461905EE3}">
      <dsp:nvSpPr>
        <dsp:cNvPr id="3" name="椭圆 2"/>
        <dsp:cNvSpPr/>
      </dsp:nvSpPr>
      <dsp:spPr bwMode="white">
        <a:xfrm>
          <a:off x="4662457" y="1482886"/>
          <a:ext cx="1629545" cy="1629545"/>
        </a:xfrm>
        <a:prstGeom prst="ellipse">
          <a:avLst/>
        </a:prstGeom>
      </dsp:spPr>
      <dsp:style>
        <a:lnRef idx="2">
          <a:schemeClr val="lt1"/>
        </a:lnRef>
        <a:fillRef idx="1">
          <a:schemeClr val="accent1"/>
        </a:fillRef>
        <a:effectRef idx="0">
          <a:scrgbClr r="0" g="0" b="0"/>
        </a:effectRef>
        <a:fontRef idx="minor">
          <a:schemeClr val="lt1"/>
        </a:fontRef>
      </dsp:style>
      <dsp:txBody>
        <a:bodyPr vert="horz"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altLang="en-US" sz="1800" b="1"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无线传感器网络关键技术</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4662457" y="1482886"/>
        <a:ext cx="1629545" cy="1629545"/>
      </dsp:txXfrm>
    </dsp:sp>
    <dsp:sp modelId="{4D0BA3E8-88AB-430B-981B-F1624155B06B}">
      <dsp:nvSpPr>
        <dsp:cNvPr id="4" name="椭圆 3"/>
        <dsp:cNvSpPr/>
      </dsp:nvSpPr>
      <dsp:spPr bwMode="white">
        <a:xfrm>
          <a:off x="4906889" y="0"/>
          <a:ext cx="1140682" cy="1140682"/>
        </a:xfrm>
        <a:prstGeom prst="ellipse">
          <a:avLst/>
        </a:prstGeom>
      </dsp:spPr>
      <dsp:style>
        <a:lnRef idx="2">
          <a:schemeClr val="lt1"/>
        </a:lnRef>
        <a:fillRef idx="1">
          <a:schemeClr val="accent2"/>
        </a:fillRef>
        <a:effectRef idx="0">
          <a:scrgbClr r="0" g="0" b="0"/>
        </a:effectRef>
        <a:fontRef idx="minor">
          <a:schemeClr val="lt1"/>
        </a:fontRef>
      </dsp:style>
      <dsp:txBody>
        <a:bodyPr lIns="25400" tIns="25400" rIns="25400" bIns="2540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rtl="0">
            <a:lnSpc>
              <a:spcPct val="100000"/>
            </a:lnSpc>
            <a:spcBef>
              <a:spcPct val="0"/>
            </a:spcBef>
            <a:spcAft>
              <a:spcPct val="35000"/>
            </a:spcAft>
          </a:pPr>
          <a:r>
            <a:rPr lang="en-US" altLang="zh-CN" sz="2000" b="1" dirty="0" smtClean="0"/>
            <a:t>1.</a:t>
          </a:r>
          <a:r>
            <a:rPr lang="zh-CN" altLang="en-US" sz="2000" b="1" dirty="0" smtClean="0"/>
            <a:t>混沌加密技术</a:t>
          </a:r>
          <a:endParaRPr lang="zh-CN" sz="2000" b="1" dirty="0"/>
        </a:p>
      </dsp:txBody>
      <dsp:txXfrm>
        <a:off x="4906889" y="0"/>
        <a:ext cx="1140682" cy="1140682"/>
      </dsp:txXfrm>
    </dsp:sp>
    <dsp:sp modelId="{6B04A3E0-0E0B-4C82-8352-D25A9DA5F0E7}">
      <dsp:nvSpPr>
        <dsp:cNvPr id="6" name="椭圆 5"/>
        <dsp:cNvSpPr/>
      </dsp:nvSpPr>
      <dsp:spPr bwMode="white">
        <a:xfrm>
          <a:off x="6634207" y="1727318"/>
          <a:ext cx="1140682" cy="1140682"/>
        </a:xfrm>
        <a:prstGeom prst="ellipse">
          <a:avLst/>
        </a:prstGeom>
      </dsp:spPr>
      <dsp:style>
        <a:lnRef idx="2">
          <a:schemeClr val="lt1"/>
        </a:lnRef>
        <a:fillRef idx="1">
          <a:schemeClr val="accent3"/>
        </a:fillRef>
        <a:effectRef idx="0">
          <a:scrgbClr r="0" g="0" b="0"/>
        </a:effectRef>
        <a:fontRef idx="minor">
          <a:schemeClr val="lt1"/>
        </a:fontRef>
      </dsp:style>
      <dsp:txBody>
        <a:bodyPr lIns="25400" tIns="25400" rIns="25400" bIns="2540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rtl="0">
            <a:lnSpc>
              <a:spcPct val="100000"/>
            </a:lnSpc>
            <a:spcBef>
              <a:spcPct val="0"/>
            </a:spcBef>
            <a:spcAft>
              <a:spcPct val="35000"/>
            </a:spcAft>
          </a:pPr>
          <a:r>
            <a:rPr lang="en-US" altLang="zh-CN" sz="2000" b="1" dirty="0" smtClean="0"/>
            <a:t>2.</a:t>
          </a:r>
          <a:r>
            <a:rPr lang="zh-CN" altLang="en-US" sz="2000" b="1" dirty="0" smtClean="0"/>
            <a:t>密钥管理协议</a:t>
          </a:r>
          <a:endParaRPr lang="zh-CN" sz="2000" b="1" dirty="0"/>
        </a:p>
      </dsp:txBody>
      <dsp:txXfrm>
        <a:off x="6634207" y="1727318"/>
        <a:ext cx="1140682" cy="1140682"/>
      </dsp:txXfrm>
    </dsp:sp>
    <dsp:sp modelId="{59438D1C-FC7C-43F7-941A-ED84904898A7}">
      <dsp:nvSpPr>
        <dsp:cNvPr id="8" name="椭圆 7"/>
        <dsp:cNvSpPr/>
      </dsp:nvSpPr>
      <dsp:spPr bwMode="white">
        <a:xfrm>
          <a:off x="4906889" y="3454636"/>
          <a:ext cx="1140682" cy="1140682"/>
        </a:xfrm>
        <a:prstGeom prst="ellipse">
          <a:avLst/>
        </a:prstGeom>
      </dsp:spPr>
      <dsp:style>
        <a:lnRef idx="2">
          <a:schemeClr val="lt1"/>
        </a:lnRef>
        <a:fillRef idx="1">
          <a:schemeClr val="accent4"/>
        </a:fillRef>
        <a:effectRef idx="0">
          <a:scrgbClr r="0" g="0" b="0"/>
        </a:effectRef>
        <a:fontRef idx="minor">
          <a:schemeClr val="lt1"/>
        </a:fontRef>
      </dsp:style>
      <dsp:txBody>
        <a:bodyPr lIns="22860" tIns="22860" rIns="22860" bIns="2286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rtl="0">
            <a:lnSpc>
              <a:spcPct val="100000"/>
            </a:lnSpc>
            <a:spcBef>
              <a:spcPct val="0"/>
            </a:spcBef>
            <a:spcAft>
              <a:spcPct val="35000"/>
            </a:spcAft>
          </a:pPr>
          <a:r>
            <a:rPr lang="en-US" altLang="zh-CN" sz="1800" b="1" dirty="0" smtClean="0"/>
            <a:t>3.</a:t>
          </a:r>
          <a:r>
            <a:rPr lang="zh-CN" altLang="en-US" sz="1800" b="1" dirty="0" smtClean="0"/>
            <a:t>数字水印认证技术</a:t>
          </a:r>
          <a:endParaRPr lang="zh-CN" sz="1800" b="1" dirty="0"/>
        </a:p>
      </dsp:txBody>
      <dsp:txXfrm>
        <a:off x="4906889" y="3454636"/>
        <a:ext cx="1140682" cy="1140682"/>
      </dsp:txXfrm>
    </dsp:sp>
    <dsp:sp modelId="{280AA16E-E468-4A25-AA13-0A030EAF9DA2}">
      <dsp:nvSpPr>
        <dsp:cNvPr id="10" name="椭圆 9"/>
        <dsp:cNvSpPr/>
      </dsp:nvSpPr>
      <dsp:spPr bwMode="white">
        <a:xfrm>
          <a:off x="3179570" y="1727318"/>
          <a:ext cx="1140682" cy="1140682"/>
        </a:xfrm>
        <a:prstGeom prst="ellipse">
          <a:avLst/>
        </a:prstGeom>
      </dsp:spPr>
      <dsp:style>
        <a:lnRef idx="2">
          <a:schemeClr val="lt1"/>
        </a:lnRef>
        <a:fillRef idx="1">
          <a:schemeClr val="accent5"/>
        </a:fillRef>
        <a:effectRef idx="0">
          <a:scrgbClr r="0" g="0" b="0"/>
        </a:effectRef>
        <a:fontRef idx="minor">
          <a:schemeClr val="lt1"/>
        </a:fontRef>
      </dsp:style>
      <dsp:txBody>
        <a:bodyPr lIns="22860" tIns="22860" rIns="22860" bIns="22860" anchor="ctr"/>
        <a:lstStyle>
          <a:lvl1pPr algn="ctr">
            <a:defRPr sz="6100"/>
          </a:lvl1pPr>
          <a:lvl2pPr marL="285750" indent="-285750" algn="ctr">
            <a:defRPr sz="4700"/>
          </a:lvl2pPr>
          <a:lvl3pPr marL="571500" indent="-285750" algn="ctr">
            <a:defRPr sz="4700"/>
          </a:lvl3pPr>
          <a:lvl4pPr marL="857250" indent="-285750" algn="ctr">
            <a:defRPr sz="4700"/>
          </a:lvl4pPr>
          <a:lvl5pPr marL="1143000" indent="-285750" algn="ctr">
            <a:defRPr sz="4700"/>
          </a:lvl5pPr>
          <a:lvl6pPr marL="1428750" indent="-285750" algn="ctr">
            <a:defRPr sz="4700"/>
          </a:lvl6pPr>
          <a:lvl7pPr marL="1714500" indent="-285750" algn="ctr">
            <a:defRPr sz="4700"/>
          </a:lvl7pPr>
          <a:lvl8pPr marL="2000250" indent="-285750" algn="ctr">
            <a:defRPr sz="4700"/>
          </a:lvl8pPr>
          <a:lvl9pPr marL="2286000" indent="-285750" algn="ctr">
            <a:defRPr sz="4700"/>
          </a:lvl9pPr>
        </a:lstStyle>
        <a:p>
          <a:pPr lvl="0" algn="ctr" rtl="0">
            <a:lnSpc>
              <a:spcPct val="100000"/>
            </a:lnSpc>
            <a:spcBef>
              <a:spcPct val="0"/>
            </a:spcBef>
            <a:spcAft>
              <a:spcPct val="35000"/>
            </a:spcAft>
          </a:pPr>
          <a:r>
            <a:rPr lang="en-US" altLang="zh-CN" sz="1800" b="1" dirty="0" smtClean="0"/>
            <a:t>4.</a:t>
          </a:r>
          <a:r>
            <a:rPr lang="zh-CN" altLang="en-US" sz="1800" b="1" dirty="0" smtClean="0"/>
            <a:t>防火墙技术</a:t>
          </a:r>
          <a:endParaRPr lang="zh-CN" sz="1800" b="1" dirty="0"/>
        </a:p>
      </dsp:txBody>
      <dsp:txXfrm>
        <a:off x="3179570" y="1727318"/>
        <a:ext cx="1140682" cy="1140682"/>
      </dsp:txXfrm>
    </dsp:sp>
  </dsp:spTree>
</dsp:drawing>
</file>

<file path=ppt/diagrams/drawing1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2E0D80C6-7DCD-4389-87FC-9BAE85C56641}">
      <dsp:nvSpPr>
        <dsp:cNvPr id="3" name="矩形 2"/>
        <dsp:cNvSpPr/>
      </dsp:nvSpPr>
      <dsp:spPr bwMode="white">
        <a:xfrm>
          <a:off x="0" y="0"/>
          <a:ext cx="10954459" cy="1378595"/>
        </a:xfrm>
        <a:prstGeom prst="rect">
          <a:avLst/>
        </a:prstGeom>
      </dsp:spPr>
      <dsp:style>
        <a:lnRef idx="0">
          <a:schemeClr val="dk1"/>
        </a:lnRef>
        <a:fillRef idx="1">
          <a:schemeClr val="accent2">
            <a:shade val="90000"/>
          </a:schemeClr>
        </a:fillRef>
        <a:effectRef idx="0">
          <a:scrgbClr r="0" g="0" b="0"/>
        </a:effectRef>
        <a:fontRef idx="minor"/>
      </dsp:style>
      <dsp:txBody>
        <a:bodyPr vert="horz" lIns="137160" tIns="137160" rIns="137160" bIns="1371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altLang="en-US" sz="3600" b="1" dirty="0" smtClean="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无线传感器网络应用范围</a:t>
          </a:r>
          <a:endParaRPr lang="zh-CN" altLang="en-US" sz="36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0" y="0"/>
        <a:ext cx="10954459" cy="1378595"/>
      </dsp:txXfrm>
    </dsp:sp>
    <dsp:sp modelId="{FAE59F92-F3C5-455A-84F5-2155286D21A1}">
      <dsp:nvSpPr>
        <dsp:cNvPr id="4" name="矩形 3"/>
        <dsp:cNvSpPr/>
      </dsp:nvSpPr>
      <dsp:spPr bwMode="white">
        <a:xfrm>
          <a:off x="0" y="1378595"/>
          <a:ext cx="3651486" cy="2895050"/>
        </a:xfrm>
        <a:prstGeom prst="rect">
          <a:avLst/>
        </a:prstGeom>
      </dsp:spPr>
      <dsp:style>
        <a:lnRef idx="2">
          <a:schemeClr val="lt1"/>
        </a:lnRef>
        <a:fillRef idx="1">
          <a:schemeClr val="accent2"/>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2000" b="1" dirty="0" smtClean="0"/>
            <a:t>1.</a:t>
          </a:r>
          <a:r>
            <a:rPr lang="zh-CN" altLang="en-US" sz="2000" b="1" dirty="0" smtClean="0"/>
            <a:t>无线传感器在电气自动化中的应用</a:t>
          </a:r>
          <a:endParaRPr lang="zh-CN" sz="2000" b="1" dirty="0"/>
        </a:p>
      </dsp:txBody>
      <dsp:txXfrm>
        <a:off x="0" y="1378595"/>
        <a:ext cx="3651486" cy="2895050"/>
      </dsp:txXfrm>
    </dsp:sp>
    <dsp:sp modelId="{4286E909-FE47-4B87-A62E-95FA5AC0C592}">
      <dsp:nvSpPr>
        <dsp:cNvPr id="5" name="矩形 4"/>
        <dsp:cNvSpPr/>
      </dsp:nvSpPr>
      <dsp:spPr bwMode="white">
        <a:xfrm>
          <a:off x="3651486" y="1378595"/>
          <a:ext cx="3651486" cy="2895050"/>
        </a:xfrm>
        <a:prstGeom prst="rect">
          <a:avLst/>
        </a:prstGeom>
      </dsp:spPr>
      <dsp:style>
        <a:lnRef idx="2">
          <a:schemeClr val="lt1"/>
        </a:lnRef>
        <a:fillRef idx="1">
          <a:schemeClr val="accent3"/>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2000" b="1" dirty="0" smtClean="0"/>
            <a:t>2.</a:t>
          </a:r>
          <a:r>
            <a:rPr lang="zh-CN" altLang="en-US" sz="2000" b="1" dirty="0" smtClean="0"/>
            <a:t>无线传感技术在进行监测工作中的应用</a:t>
          </a:r>
          <a:endParaRPr lang="zh-CN" sz="2000" b="1" dirty="0"/>
        </a:p>
      </dsp:txBody>
      <dsp:txXfrm>
        <a:off x="3651486" y="1378595"/>
        <a:ext cx="3651486" cy="2895050"/>
      </dsp:txXfrm>
    </dsp:sp>
    <dsp:sp modelId="{C7E5BB0B-192E-4C1F-8CA0-1F5C6591E4A8}">
      <dsp:nvSpPr>
        <dsp:cNvPr id="6" name="矩形 5"/>
        <dsp:cNvSpPr/>
      </dsp:nvSpPr>
      <dsp:spPr bwMode="white">
        <a:xfrm>
          <a:off x="7302973" y="1378595"/>
          <a:ext cx="3651486" cy="2895050"/>
        </a:xfrm>
        <a:prstGeom prst="rect">
          <a:avLst/>
        </a:prstGeom>
      </dsp:spPr>
      <dsp:style>
        <a:lnRef idx="2">
          <a:schemeClr val="lt1"/>
        </a:lnRef>
        <a:fillRef idx="1">
          <a:schemeClr val="accent4"/>
        </a:fillRef>
        <a:effectRef idx="0">
          <a:scrgbClr r="0" g="0" b="0"/>
        </a:effectRef>
        <a:fontRef idx="minor">
          <a:schemeClr val="lt1"/>
        </a:fontRef>
      </dsp:style>
      <dsp:txBody>
        <a:bodyPr lIns="76200" tIns="76200" rIns="76200" bIns="762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2000" b="1" dirty="0" smtClean="0"/>
            <a:t>3.</a:t>
          </a:r>
          <a:r>
            <a:rPr lang="zh-CN" altLang="en-US" sz="2000" b="1" dirty="0" smtClean="0"/>
            <a:t>无线传感技术在进行定位中的应用</a:t>
          </a:r>
          <a:endParaRPr lang="zh-CN" sz="2000" b="1" dirty="0"/>
        </a:p>
      </dsp:txBody>
      <dsp:txXfrm>
        <a:off x="7302973" y="1378595"/>
        <a:ext cx="3651486" cy="2895050"/>
      </dsp:txXfrm>
    </dsp:sp>
    <dsp:sp modelId="{58A9C9B2-8261-4D60-A709-0768767A6D43}">
      <dsp:nvSpPr>
        <dsp:cNvPr id="7" name="矩形 6"/>
        <dsp:cNvSpPr/>
      </dsp:nvSpPr>
      <dsp:spPr bwMode="white">
        <a:xfrm>
          <a:off x="0" y="4273646"/>
          <a:ext cx="10954459" cy="321672"/>
        </a:xfrm>
        <a:prstGeom prst="rect">
          <a:avLst/>
        </a:prstGeom>
      </dsp:spPr>
      <dsp:style>
        <a:lnRef idx="0">
          <a:schemeClr val="dk1"/>
        </a:lnRef>
        <a:fillRef idx="1">
          <a:schemeClr val="accent2">
            <a:shade val="90000"/>
          </a:schemeClr>
        </a:fillRef>
        <a:effectRef idx="0">
          <a:scrgbClr r="0" g="0" b="0"/>
        </a:effectRef>
        <a:fontRef idx="minor"/>
      </dsp:style>
      <dsp:txXfrm>
        <a:off x="0" y="4273646"/>
        <a:ext cx="10954459" cy="321672"/>
      </dsp:txXfrm>
    </dsp:sp>
  </dsp:spTree>
</dsp:drawing>
</file>

<file path=ppt/diagrams/drawing1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70BF4FFC-C967-420D-8B83-F6697BC004DB}">
      <dsp:nvSpPr>
        <dsp:cNvPr id="3" name="椭圆 2"/>
        <dsp:cNvSpPr/>
      </dsp:nvSpPr>
      <dsp:spPr bwMode="white">
        <a:xfrm>
          <a:off x="4872582" y="1693012"/>
          <a:ext cx="1209294" cy="1209294"/>
        </a:xfrm>
        <a:prstGeom prst="ellipse">
          <a:avLst/>
        </a:prstGeom>
      </dsp:spPr>
      <dsp:style>
        <a:lnRef idx="2">
          <a:schemeClr val="lt1"/>
        </a:lnRef>
        <a:fillRef idx="1">
          <a:schemeClr val="accent1"/>
        </a:fillRef>
        <a:effectRef idx="0">
          <a:scrgbClr r="0" g="0" b="0"/>
        </a:effectRef>
        <a:fontRef idx="minor">
          <a:schemeClr val="lt1"/>
        </a:fontRef>
      </dsp:style>
      <dsp:txBody>
        <a:bodyPr vert="horz"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altLang="en-US" sz="1800" b="1" dirty="0" smtClean="0"/>
            <a:t>物联网关键技术</a:t>
          </a:r>
          <a:endParaRPr lang="zh-CN" altLang="en-US" sz="18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4872582" y="1693012"/>
        <a:ext cx="1209294" cy="1209294"/>
      </dsp:txXfrm>
    </dsp:sp>
    <dsp:sp modelId="{D0011AAA-24FC-4FBA-998A-FE82C4A87111}">
      <dsp:nvSpPr>
        <dsp:cNvPr id="4" name="右箭头 3"/>
        <dsp:cNvSpPr/>
      </dsp:nvSpPr>
      <dsp:spPr bwMode="white">
        <a:xfrm rot="16199999">
          <a:off x="5349044" y="1245573"/>
          <a:ext cx="256370" cy="411160"/>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gn="ctr">
            <a:lnSpc>
              <a:spcPct val="100000"/>
            </a:lnSpc>
            <a:spcBef>
              <a:spcPct val="0"/>
            </a:spcBef>
            <a:spcAft>
              <a:spcPct val="35000"/>
            </a:spcAft>
          </a:pPr>
          <a:endParaRPr lang="zh-CN" altLang="en-US"/>
        </a:p>
      </dsp:txBody>
      <dsp:txXfrm rot="16199999">
        <a:off x="5349044" y="1245573"/>
        <a:ext cx="256370" cy="411160"/>
      </dsp:txXfrm>
    </dsp:sp>
    <dsp:sp modelId="{000D50C9-2C8D-4AEF-8F5D-ACA2B9EF11C5}">
      <dsp:nvSpPr>
        <dsp:cNvPr id="5" name="椭圆 4"/>
        <dsp:cNvSpPr/>
      </dsp:nvSpPr>
      <dsp:spPr bwMode="white">
        <a:xfrm>
          <a:off x="4872582" y="0"/>
          <a:ext cx="1209294" cy="1209294"/>
        </a:xfrm>
        <a:prstGeom prst="ellipse">
          <a:avLst/>
        </a:prstGeom>
      </dsp:spPr>
      <dsp:style>
        <a:lnRef idx="2">
          <a:schemeClr val="lt1"/>
        </a:lnRef>
        <a:fillRef idx="1">
          <a:schemeClr val="accent2"/>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2000" b="1" dirty="0" smtClean="0"/>
            <a:t>1.</a:t>
          </a:r>
          <a:r>
            <a:rPr lang="zh-CN" altLang="en-US" sz="2000" dirty="0" smtClean="0"/>
            <a:t>射频识别技术</a:t>
          </a:r>
          <a:endParaRPr lang="zh-CN" sz="2000" b="1" dirty="0"/>
        </a:p>
      </dsp:txBody>
      <dsp:txXfrm>
        <a:off x="4872582" y="0"/>
        <a:ext cx="1209294" cy="1209294"/>
      </dsp:txXfrm>
    </dsp:sp>
    <dsp:sp modelId="{97870B56-8F14-4CB6-86FA-42CBC67C5391}">
      <dsp:nvSpPr>
        <dsp:cNvPr id="6" name="右箭头 5"/>
        <dsp:cNvSpPr/>
      </dsp:nvSpPr>
      <dsp:spPr bwMode="white">
        <a:xfrm>
          <a:off x="6195550" y="2092079"/>
          <a:ext cx="256370" cy="411160"/>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gn="ctr">
            <a:lnSpc>
              <a:spcPct val="100000"/>
            </a:lnSpc>
            <a:spcBef>
              <a:spcPct val="0"/>
            </a:spcBef>
            <a:spcAft>
              <a:spcPct val="35000"/>
            </a:spcAft>
          </a:pPr>
          <a:endParaRPr lang="zh-CN" altLang="en-US"/>
        </a:p>
      </dsp:txBody>
      <dsp:txXfrm>
        <a:off x="6195550" y="2092079"/>
        <a:ext cx="256370" cy="411160"/>
      </dsp:txXfrm>
    </dsp:sp>
    <dsp:sp modelId="{F5940658-C4FC-43C8-95EE-EA9F804AA1FE}">
      <dsp:nvSpPr>
        <dsp:cNvPr id="7" name="椭圆 6"/>
        <dsp:cNvSpPr/>
      </dsp:nvSpPr>
      <dsp:spPr bwMode="white">
        <a:xfrm>
          <a:off x="6565594" y="1693012"/>
          <a:ext cx="1209294" cy="1209294"/>
        </a:xfrm>
        <a:prstGeom prst="ellipse">
          <a:avLst/>
        </a:prstGeom>
      </dsp:spPr>
      <dsp:style>
        <a:lnRef idx="2">
          <a:schemeClr val="lt1"/>
        </a:lnRef>
        <a:fillRef idx="1">
          <a:schemeClr val="accent3"/>
        </a:fillRef>
        <a:effectRef idx="0">
          <a:scrgbClr r="0" g="0" b="0"/>
        </a:effectRef>
        <a:fontRef idx="minor">
          <a:schemeClr val="lt1"/>
        </a:fontRef>
      </dsp:style>
      <dsp:txBody>
        <a:bodyPr lIns="25400" tIns="25400" rIns="25400" bIns="254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2000" b="1" dirty="0" smtClean="0"/>
            <a:t>2.</a:t>
          </a:r>
          <a:r>
            <a:rPr lang="zh-CN" altLang="en-US" sz="2000" dirty="0" smtClean="0"/>
            <a:t>传感网</a:t>
          </a:r>
          <a:endParaRPr lang="zh-CN" sz="2000" b="1" dirty="0"/>
        </a:p>
      </dsp:txBody>
      <dsp:txXfrm>
        <a:off x="6565594" y="1693012"/>
        <a:ext cx="1209294" cy="1209294"/>
      </dsp:txXfrm>
    </dsp:sp>
    <dsp:sp modelId="{DFBF5792-B21E-444D-B3A8-635966AA9F10}">
      <dsp:nvSpPr>
        <dsp:cNvPr id="8" name="右箭头 7"/>
        <dsp:cNvSpPr/>
      </dsp:nvSpPr>
      <dsp:spPr bwMode="white">
        <a:xfrm rot="5400000">
          <a:off x="5349044" y="2938585"/>
          <a:ext cx="256370" cy="411160"/>
        </a:xfrm>
        <a:prstGeom prs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rot="108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gn="ctr">
            <a:lnSpc>
              <a:spcPct val="100000"/>
            </a:lnSpc>
            <a:spcBef>
              <a:spcPct val="0"/>
            </a:spcBef>
            <a:spcAft>
              <a:spcPct val="35000"/>
            </a:spcAft>
          </a:pPr>
          <a:endParaRPr lang="zh-CN" altLang="en-US"/>
        </a:p>
      </dsp:txBody>
      <dsp:txXfrm rot="5400000">
        <a:off x="5349044" y="2938585"/>
        <a:ext cx="256370" cy="411160"/>
      </dsp:txXfrm>
    </dsp:sp>
    <dsp:sp modelId="{D8AE3CF3-571C-47AB-8EB2-63E35405C6F7}">
      <dsp:nvSpPr>
        <dsp:cNvPr id="9" name="椭圆 8"/>
        <dsp:cNvSpPr/>
      </dsp:nvSpPr>
      <dsp:spPr bwMode="white">
        <a:xfrm>
          <a:off x="4872582" y="3386024"/>
          <a:ext cx="1209294" cy="1209294"/>
        </a:xfrm>
        <a:prstGeom prst="ellipse">
          <a:avLst/>
        </a:prstGeom>
      </dsp:spPr>
      <dsp:style>
        <a:lnRef idx="2">
          <a:schemeClr val="lt1"/>
        </a:lnRef>
        <a:fillRef idx="1">
          <a:schemeClr val="accent4"/>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3.</a:t>
          </a:r>
          <a:r>
            <a:rPr lang="en-US" sz="1800" dirty="0" smtClean="0"/>
            <a:t>M2M</a:t>
          </a:r>
          <a:r>
            <a:rPr lang="zh-CN" altLang="en-US" sz="1800" dirty="0" smtClean="0"/>
            <a:t>系统框架</a:t>
          </a:r>
          <a:endParaRPr lang="zh-CN" sz="1800" b="1" dirty="0"/>
        </a:p>
      </dsp:txBody>
      <dsp:txXfrm>
        <a:off x="4872582" y="3386024"/>
        <a:ext cx="1209294" cy="1209294"/>
      </dsp:txXfrm>
    </dsp:sp>
    <dsp:sp modelId="{B2BB1AD3-DBF0-4E59-BAA0-84844565FABF}">
      <dsp:nvSpPr>
        <dsp:cNvPr id="10" name="右箭头 9"/>
        <dsp:cNvSpPr/>
      </dsp:nvSpPr>
      <dsp:spPr bwMode="white">
        <a:xfrm rot="10800000">
          <a:off x="4502538" y="2092079"/>
          <a:ext cx="256370" cy="411160"/>
        </a:xfrm>
        <a:prstGeom prst="righ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Body>
        <a:bodyPr rot="108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gn="ctr">
            <a:lnSpc>
              <a:spcPct val="100000"/>
            </a:lnSpc>
            <a:spcBef>
              <a:spcPct val="0"/>
            </a:spcBef>
            <a:spcAft>
              <a:spcPct val="35000"/>
            </a:spcAft>
          </a:pPr>
          <a:endParaRPr lang="zh-CN" altLang="en-US"/>
        </a:p>
      </dsp:txBody>
      <dsp:txXfrm rot="10800000">
        <a:off x="4502538" y="2092079"/>
        <a:ext cx="256370" cy="411160"/>
      </dsp:txXfrm>
    </dsp:sp>
    <dsp:sp modelId="{D81655B3-9906-4F40-9FE3-1C31C864BD52}">
      <dsp:nvSpPr>
        <dsp:cNvPr id="11" name="椭圆 10"/>
        <dsp:cNvSpPr/>
      </dsp:nvSpPr>
      <dsp:spPr bwMode="white">
        <a:xfrm>
          <a:off x="3179570" y="1693012"/>
          <a:ext cx="1209294" cy="1209294"/>
        </a:xfrm>
        <a:prstGeom prst="ellipse">
          <a:avLst/>
        </a:prstGeom>
      </dsp:spPr>
      <dsp:style>
        <a:lnRef idx="2">
          <a:schemeClr val="lt1"/>
        </a:lnRef>
        <a:fillRef idx="1">
          <a:schemeClr val="accent5"/>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4.</a:t>
          </a:r>
          <a:r>
            <a:rPr lang="zh-CN" altLang="en-US" sz="1800" dirty="0" smtClean="0"/>
            <a:t>云计算</a:t>
          </a:r>
          <a:endParaRPr lang="zh-CN" sz="1800" b="1" dirty="0"/>
        </a:p>
      </dsp:txBody>
      <dsp:txXfrm>
        <a:off x="3179570" y="1693012"/>
        <a:ext cx="1209294" cy="12092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54459" cy="4595318"/>
        <a:chOff x="0" y="0"/>
        <a:chExt cx="10954459" cy="4595318"/>
      </a:xfrm>
    </dsp:grpSpPr>
    <dsp:sp modelId="{70BF4FFC-C967-420D-8B83-F6697BC004DB}">
      <dsp:nvSpPr>
        <dsp:cNvPr id="3" name="椭圆 2"/>
        <dsp:cNvSpPr/>
      </dsp:nvSpPr>
      <dsp:spPr bwMode="white">
        <a:xfrm>
          <a:off x="4954686" y="1775115"/>
          <a:ext cx="1045088" cy="1045088"/>
        </a:xfrm>
        <a:prstGeom prst="ellipse">
          <a:avLst/>
        </a:prstGeom>
      </dsp:spPr>
      <dsp:style>
        <a:lnRef idx="2">
          <a:schemeClr val="lt1"/>
        </a:lnRef>
        <a:fillRef idx="1">
          <a:schemeClr val="accent1"/>
        </a:fillRef>
        <a:effectRef idx="0">
          <a:scrgbClr r="0" g="0" b="0"/>
        </a:effectRef>
        <a:fontRef idx="minor">
          <a:schemeClr val="lt1"/>
        </a:fontRef>
      </dsp:style>
      <dsp:txBody>
        <a:bodyPr vert="horz"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zh-CN" altLang="en-US" sz="1800" b="1" dirty="0" smtClean="0">
              <a:solidFill>
                <a:srgbClr val="FFC000"/>
              </a:solidFill>
              <a:effectLst>
                <a:outerShdw blurRad="38100" dist="38100" dir="2700000" algn="tl">
                  <a:srgbClr val="000000">
                    <a:alpha val="43137"/>
                  </a:srgbClr>
                </a:outerShdw>
              </a:effectLst>
            </a:rPr>
            <a:t>物联网应用</a:t>
          </a:r>
          <a:endParaRPr lang="zh-CN" altLang="en-US" sz="18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dsp:txBody>
      <dsp:txXfrm>
        <a:off x="4954686" y="1775115"/>
        <a:ext cx="1045088" cy="1045088"/>
      </dsp:txXfrm>
    </dsp:sp>
    <dsp:sp modelId="{D0011AAA-24FC-4FBA-998A-FE82C4A87111}">
      <dsp:nvSpPr>
        <dsp:cNvPr id="4" name="右箭头 3"/>
        <dsp:cNvSpPr/>
      </dsp:nvSpPr>
      <dsp:spPr bwMode="white">
        <a:xfrm rot="16199999">
          <a:off x="5283772" y="1232437"/>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gn="ctr">
            <a:lnSpc>
              <a:spcPct val="100000"/>
            </a:lnSpc>
            <a:spcBef>
              <a:spcPct val="0"/>
            </a:spcBef>
            <a:spcAft>
              <a:spcPct val="35000"/>
            </a:spcAft>
          </a:pPr>
          <a:endParaRPr lang="zh-CN" altLang="en-US"/>
        </a:p>
      </dsp:txBody>
      <dsp:txXfrm rot="16199999">
        <a:off x="5283772" y="1232437"/>
        <a:ext cx="386914" cy="355330"/>
      </dsp:txXfrm>
    </dsp:sp>
    <dsp:sp modelId="{000D50C9-2C8D-4AEF-8F5D-ACA2B9EF11C5}">
      <dsp:nvSpPr>
        <dsp:cNvPr id="5" name="椭圆 4"/>
        <dsp:cNvSpPr/>
      </dsp:nvSpPr>
      <dsp:spPr bwMode="white">
        <a:xfrm>
          <a:off x="4954686" y="0"/>
          <a:ext cx="1045088" cy="1045088"/>
        </a:xfrm>
        <a:prstGeom prst="ellipse">
          <a:avLst/>
        </a:prstGeom>
      </dsp:spPr>
      <dsp:style>
        <a:lnRef idx="2">
          <a:schemeClr val="lt1"/>
        </a:lnRef>
        <a:fillRef idx="1">
          <a:schemeClr val="accent2"/>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1.</a:t>
          </a:r>
          <a:r>
            <a:rPr lang="zh-CN" altLang="en-US" sz="1800" b="1" dirty="0" smtClean="0"/>
            <a:t>智能工业</a:t>
          </a:r>
          <a:endParaRPr lang="zh-CN" sz="1800" b="1" dirty="0"/>
        </a:p>
      </dsp:txBody>
      <dsp:txXfrm>
        <a:off x="4954686" y="0"/>
        <a:ext cx="1045088" cy="1045088"/>
      </dsp:txXfrm>
    </dsp:sp>
    <dsp:sp modelId="{97870B56-8F14-4CB6-86FA-42CBC67C5391}">
      <dsp:nvSpPr>
        <dsp:cNvPr id="6" name="右箭头 5"/>
        <dsp:cNvSpPr/>
      </dsp:nvSpPr>
      <dsp:spPr bwMode="white">
        <a:xfrm rot="-2700000">
          <a:off x="5911370" y="1492396"/>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gn="ctr">
            <a:lnSpc>
              <a:spcPct val="100000"/>
            </a:lnSpc>
            <a:spcBef>
              <a:spcPct val="0"/>
            </a:spcBef>
            <a:spcAft>
              <a:spcPct val="35000"/>
            </a:spcAft>
          </a:pPr>
          <a:endParaRPr lang="zh-CN" altLang="en-US"/>
        </a:p>
      </dsp:txBody>
      <dsp:txXfrm rot="-2700000">
        <a:off x="5911370" y="1492396"/>
        <a:ext cx="386914" cy="355330"/>
      </dsp:txXfrm>
    </dsp:sp>
    <dsp:sp modelId="{F5940658-C4FC-43C8-95EE-EA9F804AA1FE}">
      <dsp:nvSpPr>
        <dsp:cNvPr id="7" name="椭圆 6"/>
        <dsp:cNvSpPr/>
      </dsp:nvSpPr>
      <dsp:spPr bwMode="white">
        <a:xfrm>
          <a:off x="6209881" y="519919"/>
          <a:ext cx="1045088" cy="1045088"/>
        </a:xfrm>
        <a:prstGeom prst="ellipse">
          <a:avLst/>
        </a:prstGeom>
      </dsp:spPr>
      <dsp:style>
        <a:lnRef idx="2">
          <a:schemeClr val="lt1"/>
        </a:lnRef>
        <a:fillRef idx="1">
          <a:schemeClr val="accent3"/>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2.</a:t>
          </a:r>
          <a:r>
            <a:rPr lang="zh-CN" altLang="en-US" sz="1800" b="1" dirty="0" smtClean="0"/>
            <a:t>智能农业</a:t>
          </a:r>
          <a:endParaRPr lang="zh-CN" sz="1800" b="1" dirty="0"/>
        </a:p>
      </dsp:txBody>
      <dsp:txXfrm>
        <a:off x="6209881" y="519919"/>
        <a:ext cx="1045088" cy="1045088"/>
      </dsp:txXfrm>
    </dsp:sp>
    <dsp:sp modelId="{DFBF5792-B21E-444D-B3A8-635966AA9F10}">
      <dsp:nvSpPr>
        <dsp:cNvPr id="8" name="右箭头 7"/>
        <dsp:cNvSpPr/>
      </dsp:nvSpPr>
      <dsp:spPr bwMode="white">
        <a:xfrm>
          <a:off x="6171330" y="2119994"/>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gn="ctr">
            <a:lnSpc>
              <a:spcPct val="100000"/>
            </a:lnSpc>
            <a:spcBef>
              <a:spcPct val="0"/>
            </a:spcBef>
            <a:spcAft>
              <a:spcPct val="35000"/>
            </a:spcAft>
          </a:pPr>
          <a:endParaRPr lang="zh-CN" altLang="en-US"/>
        </a:p>
      </dsp:txBody>
      <dsp:txXfrm>
        <a:off x="6171330" y="2119994"/>
        <a:ext cx="386914" cy="355330"/>
      </dsp:txXfrm>
    </dsp:sp>
    <dsp:sp modelId="{D8AE3CF3-571C-47AB-8EB2-63E35405C6F7}">
      <dsp:nvSpPr>
        <dsp:cNvPr id="9" name="椭圆 8"/>
        <dsp:cNvSpPr/>
      </dsp:nvSpPr>
      <dsp:spPr bwMode="white">
        <a:xfrm>
          <a:off x="6729801" y="1775115"/>
          <a:ext cx="1045088" cy="1045088"/>
        </a:xfrm>
        <a:prstGeom prst="ellipse">
          <a:avLst/>
        </a:prstGeom>
      </dsp:spPr>
      <dsp:style>
        <a:lnRef idx="2">
          <a:schemeClr val="lt1"/>
        </a:lnRef>
        <a:fillRef idx="1">
          <a:schemeClr val="accent4"/>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3.</a:t>
          </a:r>
          <a:r>
            <a:rPr lang="zh-CN" altLang="en-US" sz="1800" b="1" dirty="0" smtClean="0"/>
            <a:t>智能环境</a:t>
          </a:r>
          <a:endParaRPr lang="zh-CN" sz="1800" b="1" dirty="0"/>
        </a:p>
      </dsp:txBody>
      <dsp:txXfrm>
        <a:off x="6729801" y="1775115"/>
        <a:ext cx="1045088" cy="1045088"/>
      </dsp:txXfrm>
    </dsp:sp>
    <dsp:sp modelId="{B2BB1AD3-DBF0-4E59-BAA0-84844565FABF}">
      <dsp:nvSpPr>
        <dsp:cNvPr id="10" name="右箭头 9"/>
        <dsp:cNvSpPr/>
      </dsp:nvSpPr>
      <dsp:spPr bwMode="white">
        <a:xfrm rot="2700000">
          <a:off x="5911370" y="2747592"/>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5"/>
        </a:fillRef>
        <a:effectRef idx="0">
          <a:scrgbClr r="0" g="0" b="0"/>
        </a:effectRef>
        <a:fontRef idx="minor">
          <a:schemeClr val="lt1"/>
        </a:fontRef>
      </dsp:style>
      <dsp:txBody>
        <a:bodyPr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gn="ctr">
            <a:lnSpc>
              <a:spcPct val="100000"/>
            </a:lnSpc>
            <a:spcBef>
              <a:spcPct val="0"/>
            </a:spcBef>
            <a:spcAft>
              <a:spcPct val="35000"/>
            </a:spcAft>
          </a:pPr>
          <a:endParaRPr lang="zh-CN" altLang="en-US"/>
        </a:p>
      </dsp:txBody>
      <dsp:txXfrm rot="2700000">
        <a:off x="5911370" y="2747592"/>
        <a:ext cx="386914" cy="355330"/>
      </dsp:txXfrm>
    </dsp:sp>
    <dsp:sp modelId="{D81655B3-9906-4F40-9FE3-1C31C864BD52}">
      <dsp:nvSpPr>
        <dsp:cNvPr id="11" name="椭圆 10"/>
        <dsp:cNvSpPr/>
      </dsp:nvSpPr>
      <dsp:spPr bwMode="white">
        <a:xfrm>
          <a:off x="6209881" y="3030311"/>
          <a:ext cx="1045088" cy="1045088"/>
        </a:xfrm>
        <a:prstGeom prst="ellipse">
          <a:avLst/>
        </a:prstGeom>
      </dsp:spPr>
      <dsp:style>
        <a:lnRef idx="2">
          <a:schemeClr val="lt1"/>
        </a:lnRef>
        <a:fillRef idx="1">
          <a:schemeClr val="accent5"/>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4.</a:t>
          </a:r>
          <a:r>
            <a:rPr lang="zh-CN" altLang="en-US" sz="1800" b="1" dirty="0" smtClean="0"/>
            <a:t>智能交通</a:t>
          </a:r>
          <a:endParaRPr lang="zh-CN" sz="1800" b="1" dirty="0"/>
        </a:p>
      </dsp:txBody>
      <dsp:txXfrm>
        <a:off x="6209881" y="3030311"/>
        <a:ext cx="1045088" cy="1045088"/>
      </dsp:txXfrm>
    </dsp:sp>
    <dsp:sp modelId="{A45EA1FD-42B5-4933-B49B-64AFF20EA441}">
      <dsp:nvSpPr>
        <dsp:cNvPr id="12" name="右箭头 11"/>
        <dsp:cNvSpPr/>
      </dsp:nvSpPr>
      <dsp:spPr bwMode="white">
        <a:xfrm rot="5400000">
          <a:off x="5283772" y="3007552"/>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6"/>
        </a:fillRef>
        <a:effectRef idx="0">
          <a:scrgbClr r="0" g="0" b="0"/>
        </a:effectRef>
        <a:fontRef idx="minor">
          <a:schemeClr val="lt1"/>
        </a:fontRef>
      </dsp:style>
      <dsp:txBody>
        <a:bodyPr rot="10800000"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endParaRPr lang="zh-CN" altLang="en-US"/>
        </a:p>
      </dsp:txBody>
      <dsp:txXfrm rot="5400000">
        <a:off x="5283772" y="3007552"/>
        <a:ext cx="386914" cy="355330"/>
      </dsp:txXfrm>
    </dsp:sp>
    <dsp:sp modelId="{47232F19-7E63-4293-8E12-593B5E87CA23}">
      <dsp:nvSpPr>
        <dsp:cNvPr id="13" name="椭圆 12"/>
        <dsp:cNvSpPr/>
      </dsp:nvSpPr>
      <dsp:spPr bwMode="white">
        <a:xfrm>
          <a:off x="4954686" y="3550230"/>
          <a:ext cx="1045088" cy="1045088"/>
        </a:xfrm>
        <a:prstGeom prst="ellipse">
          <a:avLst/>
        </a:prstGeom>
      </dsp:spPr>
      <dsp:style>
        <a:lnRef idx="2">
          <a:schemeClr val="lt1"/>
        </a:lnRef>
        <a:fillRef idx="1">
          <a:schemeClr val="accent6"/>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5.</a:t>
          </a:r>
          <a:r>
            <a:rPr lang="zh-CN" altLang="en-US" sz="1800" b="1" dirty="0" smtClean="0"/>
            <a:t>智能物流</a:t>
          </a:r>
          <a:endParaRPr lang="zh-CN" sz="1800" b="1" dirty="0"/>
        </a:p>
      </dsp:txBody>
      <dsp:txXfrm>
        <a:off x="4954686" y="3550230"/>
        <a:ext cx="1045088" cy="1045088"/>
      </dsp:txXfrm>
    </dsp:sp>
    <dsp:sp modelId="{6FDAFFAE-66A9-4E5E-84AA-C76788A3EF27}">
      <dsp:nvSpPr>
        <dsp:cNvPr id="14" name="右箭头 13"/>
        <dsp:cNvSpPr/>
      </dsp:nvSpPr>
      <dsp:spPr bwMode="white">
        <a:xfrm rot="8100000">
          <a:off x="4656174" y="2747592"/>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rot="10800000"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endParaRPr lang="zh-CN" altLang="en-US"/>
        </a:p>
      </dsp:txBody>
      <dsp:txXfrm rot="8100000">
        <a:off x="4656174" y="2747592"/>
        <a:ext cx="386914" cy="355330"/>
      </dsp:txXfrm>
    </dsp:sp>
    <dsp:sp modelId="{14450998-7170-4651-9D12-C29E619FEA7E}">
      <dsp:nvSpPr>
        <dsp:cNvPr id="15" name="椭圆 14"/>
        <dsp:cNvSpPr/>
      </dsp:nvSpPr>
      <dsp:spPr bwMode="white">
        <a:xfrm>
          <a:off x="3699490" y="3030311"/>
          <a:ext cx="1045088" cy="1045088"/>
        </a:xfrm>
        <a:prstGeom prst="ellipse">
          <a:avLst/>
        </a:prstGeom>
      </dsp:spPr>
      <dsp:style>
        <a:lnRef idx="2">
          <a:schemeClr val="lt1"/>
        </a:lnRef>
        <a:fillRef idx="1">
          <a:schemeClr val="accent2"/>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6.</a:t>
          </a:r>
          <a:r>
            <a:rPr lang="zh-CN" altLang="en-US" sz="1800" b="1" dirty="0" smtClean="0"/>
            <a:t>智能家居</a:t>
          </a:r>
          <a:endParaRPr lang="zh-CN" sz="1800" b="1" dirty="0"/>
        </a:p>
      </dsp:txBody>
      <dsp:txXfrm>
        <a:off x="3699490" y="3030311"/>
        <a:ext cx="1045088" cy="1045088"/>
      </dsp:txXfrm>
    </dsp:sp>
    <dsp:sp modelId="{2807783B-7069-4942-A933-D7E0566D7E5B}">
      <dsp:nvSpPr>
        <dsp:cNvPr id="16" name="右箭头 15"/>
        <dsp:cNvSpPr/>
      </dsp:nvSpPr>
      <dsp:spPr bwMode="white">
        <a:xfrm rot="10800000">
          <a:off x="4396215" y="2119994"/>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rot="10800000"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endParaRPr lang="zh-CN" altLang="en-US"/>
        </a:p>
      </dsp:txBody>
      <dsp:txXfrm rot="10800000">
        <a:off x="4396215" y="2119994"/>
        <a:ext cx="386914" cy="355330"/>
      </dsp:txXfrm>
    </dsp:sp>
    <dsp:sp modelId="{6216915F-411B-4871-AA50-BE287CE2FFD2}">
      <dsp:nvSpPr>
        <dsp:cNvPr id="17" name="椭圆 16"/>
        <dsp:cNvSpPr/>
      </dsp:nvSpPr>
      <dsp:spPr bwMode="white">
        <a:xfrm>
          <a:off x="3179570" y="1775115"/>
          <a:ext cx="1045088" cy="1045088"/>
        </a:xfrm>
        <a:prstGeom prst="ellipse">
          <a:avLst/>
        </a:prstGeom>
      </dsp:spPr>
      <dsp:style>
        <a:lnRef idx="2">
          <a:schemeClr val="lt1"/>
        </a:lnRef>
        <a:fillRef idx="1">
          <a:schemeClr val="accent3"/>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7.</a:t>
          </a:r>
          <a:r>
            <a:rPr lang="zh-CN" altLang="en-US" sz="1800" b="1" dirty="0" smtClean="0"/>
            <a:t>公共安全</a:t>
          </a:r>
          <a:endParaRPr lang="zh-CN" sz="1800" b="1" dirty="0"/>
        </a:p>
      </dsp:txBody>
      <dsp:txXfrm>
        <a:off x="3179570" y="1775115"/>
        <a:ext cx="1045088" cy="1045088"/>
      </dsp:txXfrm>
    </dsp:sp>
    <dsp:sp modelId="{2C27F69A-96F5-4D81-94BB-ACCFD3D1ACF4}">
      <dsp:nvSpPr>
        <dsp:cNvPr id="18" name="右箭头 17"/>
        <dsp:cNvSpPr/>
      </dsp:nvSpPr>
      <dsp:spPr bwMode="white">
        <a:xfrm rot="13500000">
          <a:off x="4656174" y="1492396"/>
          <a:ext cx="386914" cy="355330"/>
        </a:xfrm>
        <a:prstGeom prs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rot="10800000" lIns="0" tIns="0" rIns="0" bIns="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endParaRPr lang="zh-CN" altLang="en-US"/>
        </a:p>
      </dsp:txBody>
      <dsp:txXfrm rot="13500000">
        <a:off x="4656174" y="1492396"/>
        <a:ext cx="386914" cy="355330"/>
      </dsp:txXfrm>
    </dsp:sp>
    <dsp:sp modelId="{BEC222A7-5FA9-4DDB-929B-F126203D6490}">
      <dsp:nvSpPr>
        <dsp:cNvPr id="19" name="椭圆 18"/>
        <dsp:cNvSpPr/>
      </dsp:nvSpPr>
      <dsp:spPr bwMode="white">
        <a:xfrm>
          <a:off x="3699490" y="519919"/>
          <a:ext cx="1045088" cy="1045088"/>
        </a:xfrm>
        <a:prstGeom prst="ellipse">
          <a:avLst/>
        </a:prstGeom>
      </dsp:spPr>
      <dsp:style>
        <a:lnRef idx="2">
          <a:schemeClr val="lt1"/>
        </a:lnRef>
        <a:fillRef idx="1">
          <a:schemeClr val="accent4"/>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rtl="0">
            <a:lnSpc>
              <a:spcPct val="100000"/>
            </a:lnSpc>
            <a:spcBef>
              <a:spcPct val="0"/>
            </a:spcBef>
            <a:spcAft>
              <a:spcPct val="35000"/>
            </a:spcAft>
          </a:pPr>
          <a:r>
            <a:rPr lang="en-US" altLang="zh-CN" sz="1800" b="1" dirty="0" smtClean="0"/>
            <a:t>8.……</a:t>
          </a:r>
          <a:endParaRPr lang="zh-CN" sz="1800" b="1" dirty="0"/>
        </a:p>
      </dsp:txBody>
      <dsp:txXfrm>
        <a:off x="3699490" y="519919"/>
        <a:ext cx="1045088" cy="104508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srcNode" val="srcNode"/>
            <dgm:param type="dstNode" val="dstNode"/>
            <dgm:param type="endSty" val="noArr"/>
            <dgm:param type="connRout" val="curve"/>
            <dgm:param type="begPts" val="ctr"/>
            <dgm:param type="endPts" val="ct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parTxRTLAlign" val="l"/>
                <dgm:param type="shpTxLTRAlignCh" val="l"/>
                <dgm:param type="shpTxRTLAlignCh" val="l"/>
              </dgm:alg>
            </dgm:if>
            <dgm:else name="Name2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parTxRTLAlign" val="l"/>
                <dgm:param type="shpTxLTRAlignCh" val="l"/>
                <dgm:param type="shpTxRTLAlignCh" val="l"/>
              </dgm:alg>
            </dgm:if>
            <dgm:else name="Name3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parTxRTLAlign" val="l"/>
                <dgm:param type="shpTxLTRAlignCh" val="l"/>
                <dgm:param type="shpTxRTLAlignCh" val="l"/>
              </dgm:alg>
            </dgm:if>
            <dgm:else name="Name3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parTxRTLAlign" val="l"/>
                <dgm:param type="shpTxLTRAlignCh" val="l"/>
                <dgm:param type="shpTxRTLAlignCh" val="l"/>
              </dgm:alg>
            </dgm:if>
            <dgm:else name="Name4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parTxRTLAlign" val="l"/>
                <dgm:param type="shpTxLTRAlignCh" val="l"/>
                <dgm:param type="shpTxRTLAlignCh" val="l"/>
              </dgm:alg>
            </dgm:if>
            <dgm:else name="Name4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parTxRTLAlign" val="l"/>
                <dgm:param type="shpTxLTRAlignCh" val="l"/>
                <dgm:param type="shpTxRTLAlignCh" val="l"/>
              </dgm:alg>
            </dgm:if>
            <dgm:else name="Name52">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parTxRTLAlign" val="l"/>
                <dgm:param type="shpTxLTRAlignCh" val="l"/>
                <dgm:param type="shpTxRTLAlignCh" val="l"/>
              </dgm:alg>
            </dgm:if>
            <dgm:else name="Name57">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rSet qsTypeId="urn:microsoft.com/office/officeart/2005/8/quickstyle/simple5"/>
        </dgm:pt>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rSet qsTypeId="urn:microsoft.com/office/officeart/2005/8/quickstyle/simple5"/>
        </dgm:pt>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dstNode" val="node"/>
                    <dgm:param type="begSty" val="noArr"/>
                    <dgm:param type="endSty" val="noArr"/>
                    <dgm:param type="connRout" val="curve"/>
                    <dgm:param type="begPts" val="ctr"/>
                    <dgm:param type="endPts" val="ctr"/>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srcNode" val="dummyConnPt"/>
                    <dgm:param type="dstNode" val="dummyConnPt"/>
                    <dgm:param type="begSty" val="noArr"/>
                    <dgm:param type="endSty" val="noArr"/>
                    <dgm:param type="connRout" val="longCurve"/>
                    <dgm:param type="begPts" val="bCtr"/>
                    <dgm:param type="endPts" val="tCtr"/>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rSet qsTypeId="urn:microsoft.com/office/officeart/2005/8/quickstyle/simple5"/>
        </dgm:pt>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网络：两台及以上互联的电脑，就构成了一个网络</a:t>
            </a:r>
            <a:endParaRPr lang="zh-CN" altLang="en-US"/>
          </a:p>
          <a:p>
            <a:r>
              <a:rPr lang="zh-CN" altLang="en-US"/>
              <a:t>互联网：将</a:t>
            </a:r>
            <a:r>
              <a:rPr lang="en-US" altLang="zh-CN"/>
              <a:t>2</a:t>
            </a:r>
            <a:r>
              <a:rPr lang="zh-CN" altLang="en-US"/>
              <a:t>个以及以上的网络连接在一起</a:t>
            </a:r>
            <a:endParaRPr lang="zh-CN" altLang="en-US"/>
          </a:p>
          <a:p>
            <a:r>
              <a:rPr lang="zh-CN" altLang="en-US"/>
              <a:t>因特网：世界上最大的互联网</a:t>
            </a:r>
            <a:endParaRPr lang="zh-CN" altLang="en-US"/>
          </a:p>
          <a:p>
            <a:r>
              <a:rPr lang="zh-CN" altLang="en-US"/>
              <a:t>互联网和因特网都属于网络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也就是从功能上进行划分：</a:t>
            </a:r>
            <a:endParaRPr lang="zh-CN" altLang="en-US"/>
          </a:p>
          <a:p>
            <a:pPr indent="457200"/>
            <a:r>
              <a:rPr lang="zh-CN" altLang="en-US"/>
              <a:t>通信子网：负责网络的数据通信</a:t>
            </a:r>
            <a:endParaRPr lang="zh-CN" altLang="en-US"/>
          </a:p>
          <a:p>
            <a:pPr indent="457200"/>
            <a:r>
              <a:rPr lang="zh-CN" altLang="en-US"/>
              <a:t>资源子网：主要负责数据处理和资源共享</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网络拓扑：指的是物理设备和传输介质的物理布局</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存储转发：</a:t>
            </a:r>
            <a:r>
              <a:rPr lang="zh-CN" dirty="0" smtClean="0">
                <a:sym typeface="+mn-ea"/>
              </a:rPr>
              <a:t>可实现分组交换网上的不同码型、速率和规程之间的终端互通；</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目前主要是分组交换技术了，为了方便大家的理解，这里把电路交换和报文交换也介绍一下</a:t>
            </a:r>
            <a:endParaRPr lang="zh-CN" altLang="en-US"/>
          </a:p>
          <a:p>
            <a:r>
              <a:rPr lang="zh-CN" altLang="en-US"/>
              <a:t>打电话用的就是电路交换，首先要建立连接，并且传输过程中，线路被独占，使用完后释放连接，延时小，线路利用率第</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速率：又称数据率，指的是主机在数字信道上的传输速率，一般指的是额定速率，比如：</a:t>
            </a:r>
            <a:r>
              <a:rPr lang="en-US" altLang="zh-CN"/>
              <a:t>100M</a:t>
            </a:r>
            <a:r>
              <a:rPr lang="zh-CN" altLang="en-US"/>
              <a:t>以太网</a:t>
            </a:r>
            <a:endParaRPr lang="zh-CN" altLang="en-US"/>
          </a:p>
          <a:p>
            <a:r>
              <a:rPr lang="zh-CN" altLang="en-US"/>
              <a:t>带宽：</a:t>
            </a:r>
            <a:r>
              <a:rPr lang="en-US" altLang="zh-CN"/>
              <a:t>1. </a:t>
            </a:r>
            <a:r>
              <a:rPr lang="zh-CN" altLang="en-US"/>
              <a:t>指的是频带宽度。</a:t>
            </a:r>
            <a:r>
              <a:rPr lang="en-US" altLang="zh-CN"/>
              <a:t>2. </a:t>
            </a:r>
            <a:r>
              <a:rPr lang="zh-CN" altLang="en-US"/>
              <a:t>网络传送数据的能力，即所能通过的最高数据率。单位</a:t>
            </a:r>
            <a:r>
              <a:rPr lang="en-US" altLang="zh-CN"/>
              <a:t>bit/s</a:t>
            </a:r>
            <a:endParaRPr lang="en-US" altLang="zh-CN"/>
          </a:p>
          <a:p>
            <a:r>
              <a:rPr lang="zh-CN" altLang="en-US"/>
              <a:t>吞吐量：实际通过某个网络的数据量，受带宽和速率的影响（速率指的是单个信道，吞吐量是所有信道的速率之和）</a:t>
            </a:r>
            <a:endParaRPr lang="zh-CN" altLang="en-US"/>
          </a:p>
          <a:p>
            <a:r>
              <a:rPr lang="zh-CN" altLang="en-US"/>
              <a:t>时延：</a:t>
            </a:r>
            <a:endParaRPr lang="zh-CN" altLang="en-US"/>
          </a:p>
          <a:p>
            <a:pPr indent="457200"/>
            <a:r>
              <a:rPr lang="zh-CN" altLang="en-US"/>
              <a:t>指的是数据从一端传输到另一端所需要的时间：</a:t>
            </a:r>
            <a:endParaRPr lang="zh-CN" altLang="en-US"/>
          </a:p>
          <a:p>
            <a:pPr indent="457200"/>
            <a:r>
              <a:rPr lang="zh-CN" altLang="en-US"/>
              <a:t>发送时延（发送数据帧的第一个</a:t>
            </a:r>
            <a:r>
              <a:rPr lang="en-US" altLang="zh-CN"/>
              <a:t>bit</a:t>
            </a:r>
            <a:r>
              <a:rPr lang="zh-CN" altLang="en-US"/>
              <a:t>开始到最后一个</a:t>
            </a:r>
            <a:r>
              <a:rPr lang="en-US" altLang="zh-CN"/>
              <a:t>bit</a:t>
            </a:r>
            <a:r>
              <a:rPr lang="zh-CN" altLang="en-US"/>
              <a:t>发送完毕需要的时间）</a:t>
            </a:r>
            <a:endParaRPr lang="zh-CN" altLang="en-US"/>
          </a:p>
          <a:p>
            <a:pPr indent="457200"/>
            <a:r>
              <a:rPr lang="zh-CN" altLang="en-US"/>
              <a:t>传播时延：在信道中传输所需要的时间</a:t>
            </a:r>
            <a:endParaRPr lang="zh-CN" altLang="en-US"/>
          </a:p>
          <a:p>
            <a:pPr indent="457200"/>
            <a:r>
              <a:rPr lang="zh-CN" altLang="en-US"/>
              <a:t>处理时延：主机或路由器收到分组时，要花费一定的时间进行处理</a:t>
            </a:r>
            <a:endParaRPr lang="zh-CN" altLang="en-US"/>
          </a:p>
          <a:p>
            <a:pPr indent="457200"/>
            <a:r>
              <a:rPr lang="zh-CN" altLang="en-US"/>
              <a:t>排队时延：分组在路由器中排队等待的时间</a:t>
            </a:r>
            <a:endParaRPr lang="zh-CN" altLang="en-US"/>
          </a:p>
          <a:p>
            <a:pPr indent="457200"/>
            <a:r>
              <a:rPr lang="zh-CN" altLang="en-US"/>
              <a:t>吞吐量越大时延越大</a:t>
            </a:r>
            <a:endParaRPr lang="zh-CN" altLang="en-US"/>
          </a:p>
          <a:p>
            <a:pPr indent="457200"/>
            <a:r>
              <a:rPr lang="zh-CN" altLang="en-US"/>
              <a:t>可以借助</a:t>
            </a:r>
            <a:r>
              <a:rPr lang="en-US" altLang="zh-CN"/>
              <a:t>Ping</a:t>
            </a:r>
            <a:r>
              <a:rPr lang="zh-CN" altLang="en-US"/>
              <a:t>命令（判断网络问题的命令）演示</a:t>
            </a:r>
            <a:endParaRPr lang="zh-CN" altLang="en-US"/>
          </a:p>
          <a:p>
            <a:pPr indent="0"/>
            <a:r>
              <a:rPr lang="zh-CN" altLang="en-US"/>
              <a:t>时延带宽积：即传播时延和带宽的乘积，又称以比特为单位的链路长度，表示的意思就是，链路上最多可能存在的数据。</a:t>
            </a:r>
            <a:endParaRPr lang="zh-CN" altLang="en-US"/>
          </a:p>
          <a:p>
            <a:pPr indent="0"/>
            <a:r>
              <a:rPr lang="zh-CN" altLang="en-US"/>
              <a:t>往返时间：从发送方发送数据开始，到发送方收到接收方的确认为止，总共经历的时间</a:t>
            </a:r>
            <a:endParaRPr lang="zh-CN" altLang="en-US"/>
          </a:p>
          <a:p>
            <a:pPr indent="0"/>
            <a:r>
              <a:rPr lang="zh-CN" altLang="en-US"/>
              <a:t>利用率：信道利用率和网络利用率两种，信道利用率并非越高越好，利用率越高则时延越大。网络利用率（全网信道利用率的加权平均值）</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速率：又称数据率，指的是主机在数字信道上的传输速率，一般指的是额定速率，比如：</a:t>
            </a:r>
            <a:r>
              <a:rPr lang="en-US" altLang="zh-CN"/>
              <a:t>100M</a:t>
            </a:r>
            <a:r>
              <a:rPr lang="zh-CN" altLang="en-US"/>
              <a:t>以太网</a:t>
            </a:r>
            <a:endParaRPr lang="zh-CN" altLang="en-US"/>
          </a:p>
          <a:p>
            <a:r>
              <a:rPr lang="zh-CN" altLang="en-US"/>
              <a:t>带宽：</a:t>
            </a:r>
            <a:r>
              <a:rPr lang="en-US" altLang="zh-CN"/>
              <a:t>1. </a:t>
            </a:r>
            <a:r>
              <a:rPr lang="zh-CN" altLang="en-US"/>
              <a:t>指的是频带宽度。</a:t>
            </a:r>
            <a:r>
              <a:rPr lang="en-US" altLang="zh-CN"/>
              <a:t>2. </a:t>
            </a:r>
            <a:r>
              <a:rPr lang="zh-CN" altLang="en-US"/>
              <a:t>网络传送数据的能力，即所能通过的最高数据率。单位</a:t>
            </a:r>
            <a:r>
              <a:rPr lang="en-US" altLang="zh-CN"/>
              <a:t>bit/s</a:t>
            </a:r>
            <a:endParaRPr lang="en-US" altLang="zh-CN"/>
          </a:p>
          <a:p>
            <a:r>
              <a:rPr lang="zh-CN" altLang="en-US"/>
              <a:t>吞吐量：实际通过某个网络的数据量，受带宽和速率的影响（速率指的是单个信道，吞吐量是所有信道的速率之和）</a:t>
            </a:r>
            <a:endParaRPr lang="zh-CN" altLang="en-US"/>
          </a:p>
          <a:p>
            <a:r>
              <a:rPr lang="zh-CN" altLang="en-US"/>
              <a:t>时延：</a:t>
            </a:r>
            <a:endParaRPr lang="zh-CN" altLang="en-US"/>
          </a:p>
          <a:p>
            <a:pPr indent="457200"/>
            <a:r>
              <a:rPr lang="zh-CN" altLang="en-US"/>
              <a:t>指的是数据从一端传输到另一端所需要的时间：</a:t>
            </a:r>
            <a:endParaRPr lang="zh-CN" altLang="en-US"/>
          </a:p>
          <a:p>
            <a:pPr indent="457200"/>
            <a:r>
              <a:rPr lang="zh-CN" altLang="en-US"/>
              <a:t>发送时延（发送数据帧的第一个</a:t>
            </a:r>
            <a:r>
              <a:rPr lang="en-US" altLang="zh-CN"/>
              <a:t>bit</a:t>
            </a:r>
            <a:r>
              <a:rPr lang="zh-CN" altLang="en-US"/>
              <a:t>开始到最后一个</a:t>
            </a:r>
            <a:r>
              <a:rPr lang="en-US" altLang="zh-CN"/>
              <a:t>bit</a:t>
            </a:r>
            <a:r>
              <a:rPr lang="zh-CN" altLang="en-US"/>
              <a:t>发送完毕需要的时间）</a:t>
            </a:r>
            <a:endParaRPr lang="zh-CN" altLang="en-US"/>
          </a:p>
          <a:p>
            <a:pPr indent="457200"/>
            <a:r>
              <a:rPr lang="zh-CN" altLang="en-US"/>
              <a:t>传播时延：在信道中传输所需要的时间</a:t>
            </a:r>
            <a:endParaRPr lang="zh-CN" altLang="en-US"/>
          </a:p>
          <a:p>
            <a:pPr indent="457200"/>
            <a:r>
              <a:rPr lang="zh-CN" altLang="en-US"/>
              <a:t>处理时延：主机或路由器收到分组时，要花费一定的时间进行处理</a:t>
            </a:r>
            <a:endParaRPr lang="zh-CN" altLang="en-US"/>
          </a:p>
          <a:p>
            <a:pPr indent="457200"/>
            <a:r>
              <a:rPr lang="zh-CN" altLang="en-US"/>
              <a:t>排队时延：分组在路由器中排队等待的时间</a:t>
            </a:r>
            <a:endParaRPr lang="zh-CN" altLang="en-US"/>
          </a:p>
          <a:p>
            <a:pPr indent="457200"/>
            <a:r>
              <a:rPr lang="zh-CN" altLang="en-US"/>
              <a:t>吞吐量越大时延越大</a:t>
            </a:r>
            <a:endParaRPr lang="zh-CN" altLang="en-US"/>
          </a:p>
          <a:p>
            <a:pPr indent="457200"/>
            <a:r>
              <a:rPr lang="zh-CN" altLang="en-US"/>
              <a:t>可以借助</a:t>
            </a:r>
            <a:r>
              <a:rPr lang="en-US" altLang="zh-CN"/>
              <a:t>Ping</a:t>
            </a:r>
            <a:r>
              <a:rPr lang="zh-CN" altLang="en-US"/>
              <a:t>命令（判断网络问题的命令）演示</a:t>
            </a:r>
            <a:endParaRPr lang="zh-CN" altLang="en-US"/>
          </a:p>
          <a:p>
            <a:pPr indent="0"/>
            <a:r>
              <a:rPr lang="zh-CN" altLang="en-US"/>
              <a:t>时延带宽积：即传播时延和带宽的乘积，又称以比特为单位的链路长度，表示的意思就是，链路上最多可能存在的数据。</a:t>
            </a:r>
            <a:endParaRPr lang="zh-CN" altLang="en-US"/>
          </a:p>
          <a:p>
            <a:pPr indent="0"/>
            <a:r>
              <a:rPr lang="zh-CN" altLang="en-US"/>
              <a:t>往返时间：从发送方发送数据开始，到发送方收到接收方的确认为止，总共经历的时间</a:t>
            </a:r>
            <a:endParaRPr lang="zh-CN" altLang="en-US"/>
          </a:p>
          <a:p>
            <a:pPr indent="0"/>
            <a:r>
              <a:rPr lang="zh-CN" altLang="en-US"/>
              <a:t>利用率：信道利用率和网络利用率两种，信道利用率并非越高越好，利用率越高则时延越大。网络利用率（全网信道利用率的加权平均值）</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速率：又称数据率，指的是主机在数字信道上的传输速率，一般指的是额定速率，比如：</a:t>
            </a:r>
            <a:r>
              <a:rPr lang="en-US" altLang="zh-CN"/>
              <a:t>100M</a:t>
            </a:r>
            <a:r>
              <a:rPr lang="zh-CN" altLang="en-US"/>
              <a:t>以太网</a:t>
            </a:r>
            <a:endParaRPr lang="zh-CN" altLang="en-US"/>
          </a:p>
          <a:p>
            <a:r>
              <a:rPr lang="zh-CN" altLang="en-US"/>
              <a:t>带宽：</a:t>
            </a:r>
            <a:r>
              <a:rPr lang="en-US" altLang="zh-CN"/>
              <a:t>1. </a:t>
            </a:r>
            <a:r>
              <a:rPr lang="zh-CN" altLang="en-US"/>
              <a:t>指的是频带宽度。</a:t>
            </a:r>
            <a:r>
              <a:rPr lang="en-US" altLang="zh-CN"/>
              <a:t>2. </a:t>
            </a:r>
            <a:r>
              <a:rPr lang="zh-CN" altLang="en-US"/>
              <a:t>网络传送数据的能力，即所能通过的最高数据率。单位</a:t>
            </a:r>
            <a:r>
              <a:rPr lang="en-US" altLang="zh-CN"/>
              <a:t>bit/s</a:t>
            </a:r>
            <a:endParaRPr lang="en-US" altLang="zh-CN"/>
          </a:p>
          <a:p>
            <a:r>
              <a:rPr lang="zh-CN" altLang="en-US"/>
              <a:t>吞吐量：实际通过某个网络的数据量，受带宽和速率的影响（速率指的是单个信道，吞吐量是所有信道的速率之和）</a:t>
            </a:r>
            <a:endParaRPr lang="zh-CN" altLang="en-US"/>
          </a:p>
          <a:p>
            <a:r>
              <a:rPr lang="zh-CN" altLang="en-US"/>
              <a:t>时延：</a:t>
            </a:r>
            <a:endParaRPr lang="zh-CN" altLang="en-US"/>
          </a:p>
          <a:p>
            <a:pPr indent="457200"/>
            <a:r>
              <a:rPr lang="zh-CN" altLang="en-US"/>
              <a:t>指的是数据从一端传输到另一端所需要的时间：</a:t>
            </a:r>
            <a:endParaRPr lang="zh-CN" altLang="en-US"/>
          </a:p>
          <a:p>
            <a:pPr indent="457200"/>
            <a:r>
              <a:rPr lang="zh-CN" altLang="en-US"/>
              <a:t>发送时延（发送数据帧的第一个</a:t>
            </a:r>
            <a:r>
              <a:rPr lang="en-US" altLang="zh-CN"/>
              <a:t>bit</a:t>
            </a:r>
            <a:r>
              <a:rPr lang="zh-CN" altLang="en-US"/>
              <a:t>开始到最后一个</a:t>
            </a:r>
            <a:r>
              <a:rPr lang="en-US" altLang="zh-CN"/>
              <a:t>bit</a:t>
            </a:r>
            <a:r>
              <a:rPr lang="zh-CN" altLang="en-US"/>
              <a:t>发送完毕需要的时间）</a:t>
            </a:r>
            <a:endParaRPr lang="zh-CN" altLang="en-US"/>
          </a:p>
          <a:p>
            <a:pPr indent="457200"/>
            <a:r>
              <a:rPr lang="zh-CN" altLang="en-US"/>
              <a:t>传播时延：在信道中传输所需要的时间</a:t>
            </a:r>
            <a:endParaRPr lang="zh-CN" altLang="en-US"/>
          </a:p>
          <a:p>
            <a:pPr indent="457200"/>
            <a:r>
              <a:rPr lang="zh-CN" altLang="en-US"/>
              <a:t>处理时延：主机或路由器收到分组时，要花费一定的时间进行处理</a:t>
            </a:r>
            <a:endParaRPr lang="zh-CN" altLang="en-US"/>
          </a:p>
          <a:p>
            <a:pPr indent="457200"/>
            <a:r>
              <a:rPr lang="zh-CN" altLang="en-US"/>
              <a:t>排队时延：分组在路由器中排队等待的时间</a:t>
            </a:r>
            <a:endParaRPr lang="zh-CN" altLang="en-US"/>
          </a:p>
          <a:p>
            <a:pPr indent="457200"/>
            <a:r>
              <a:rPr lang="zh-CN" altLang="en-US"/>
              <a:t>吞吐量越大时延越大</a:t>
            </a:r>
            <a:endParaRPr lang="zh-CN" altLang="en-US"/>
          </a:p>
          <a:p>
            <a:pPr indent="457200"/>
            <a:r>
              <a:rPr lang="zh-CN" altLang="en-US"/>
              <a:t>可以借助</a:t>
            </a:r>
            <a:r>
              <a:rPr lang="en-US" altLang="zh-CN"/>
              <a:t>Ping</a:t>
            </a:r>
            <a:r>
              <a:rPr lang="zh-CN" altLang="en-US"/>
              <a:t>命令（判断网络问题的命令）演示</a:t>
            </a:r>
            <a:endParaRPr lang="zh-CN" altLang="en-US"/>
          </a:p>
          <a:p>
            <a:pPr indent="0"/>
            <a:r>
              <a:rPr lang="zh-CN" altLang="en-US"/>
              <a:t>时延带宽积：即传播时延和带宽的乘积，又称以比特为单位的链路长度，表示的意思就是，链路上最多可能存在的数据。</a:t>
            </a:r>
            <a:endParaRPr lang="zh-CN" altLang="en-US"/>
          </a:p>
          <a:p>
            <a:pPr indent="0"/>
            <a:r>
              <a:rPr lang="zh-CN" altLang="en-US"/>
              <a:t>往返时间：从发送方发送数据开始，到发送方收到接收方的确认为止，总共经历的时间</a:t>
            </a:r>
            <a:endParaRPr lang="zh-CN" altLang="en-US"/>
          </a:p>
          <a:p>
            <a:pPr indent="0"/>
            <a:r>
              <a:rPr lang="zh-CN" altLang="en-US"/>
              <a:t>利用率：信道利用率和网络利用率两种，信道利用率并非越高越好，利用率越高则时延越大。网络利用率（全网信道利用率的加权平均值）</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dirty="0">
                <a:sym typeface="+mn-ea"/>
              </a:rPr>
              <a:t>因特网草案的有效期只有</a:t>
            </a:r>
            <a:r>
              <a:rPr lang="en-US" altLang="zh-CN" dirty="0">
                <a:sym typeface="+mn-ea"/>
              </a:rPr>
              <a:t>6</a:t>
            </a:r>
            <a:r>
              <a:rPr lang="zh-CN" altLang="en-US" dirty="0">
                <a:sym typeface="+mn-ea"/>
              </a:rPr>
              <a:t>个月</a:t>
            </a:r>
            <a:endParaRPr lang="zh-CN" altLang="en-US" dirty="0">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在国际上有众多的标准化组织，负责制定和实施相关的网络标准</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结合自来水案例讲解</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语义：就是一些控制指令，比如我们手机拍照的时候，说一个茄子，手机就能够拍摄一张照片</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分层，我们可以理解为按照步骤来进行划分，比如我们搬家：</a:t>
            </a:r>
            <a:endParaRPr lang="zh-CN" altLang="en-US"/>
          </a:p>
          <a:p>
            <a:r>
              <a:rPr lang="zh-CN" altLang="en-US"/>
              <a:t>我们需要整理东西，该丢的丢掉</a:t>
            </a:r>
            <a:endParaRPr lang="zh-CN" altLang="en-US"/>
          </a:p>
          <a:p>
            <a:r>
              <a:rPr lang="zh-CN" altLang="en-US"/>
              <a:t>然后分类打包</a:t>
            </a:r>
            <a:endParaRPr lang="zh-CN" altLang="en-US"/>
          </a:p>
          <a:p>
            <a:r>
              <a:rPr lang="zh-CN" altLang="en-US"/>
              <a:t>找人帮忙搬下楼</a:t>
            </a:r>
            <a:endParaRPr lang="zh-CN" altLang="en-US"/>
          </a:p>
          <a:p>
            <a:r>
              <a:rPr lang="zh-CN" altLang="en-US"/>
              <a:t>找搬家公司运输</a:t>
            </a:r>
            <a:endParaRPr lang="zh-CN" altLang="en-US"/>
          </a:p>
          <a:p>
            <a:r>
              <a:rPr lang="zh-CN" altLang="en-US"/>
              <a:t>将东西搬到新家</a:t>
            </a:r>
            <a:endParaRPr lang="zh-CN" altLang="en-US"/>
          </a:p>
          <a:p>
            <a:r>
              <a:rPr lang="zh-CN" altLang="en-US"/>
              <a:t>重新摆放家具</a:t>
            </a:r>
            <a:endParaRPr lang="zh-CN" altLang="en-US"/>
          </a:p>
          <a:p>
            <a:endParaRPr lang="zh-CN" altLang="en-US"/>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物理层：定义了电压和接口的标准等等</a:t>
            </a:r>
            <a:endParaRPr lang="zh-CN" altLang="en-US"/>
          </a:p>
          <a:p>
            <a:r>
              <a:rPr lang="zh-CN" altLang="en-US"/>
              <a:t>数据链路层：数据如何封装，添加</a:t>
            </a:r>
            <a:r>
              <a:rPr lang="en-US" altLang="zh-CN"/>
              <a:t>mac</a:t>
            </a:r>
            <a:r>
              <a:rPr lang="zh-CN" altLang="en-US"/>
              <a:t>地址</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会话查看：会话层的应用，查木马：</a:t>
            </a:r>
            <a:r>
              <a:rPr lang="en-US" altLang="zh-CN"/>
              <a:t>netstat -nb</a:t>
            </a:r>
            <a:r>
              <a:rPr lang="zh-CN" altLang="en-US"/>
              <a:t>可以查看计算机中所有的会话，并且显示该会话对应的程序，从而辨别是否有木马程序</a:t>
            </a:r>
            <a:endParaRPr lang="en-US" altLang="zh-CN"/>
          </a:p>
          <a:p>
            <a:r>
              <a:rPr lang="zh-CN" altLang="en-US"/>
              <a:t>应用层：和用户交互并且能够产生流量的应用程序，记事本不产生流量，也就是不提供网络服务，因此不是应用层软件</a:t>
            </a:r>
            <a:endParaRPr lang="zh-CN" altLang="en-US"/>
          </a:p>
          <a:p>
            <a:r>
              <a:rPr lang="zh-CN" altLang="en-US"/>
              <a:t>表示层：开发人员需要考虑的事情，比如：传输视频等大文件，如果传输源文件，内容会很大，这时候需要压缩后再传，收到后在解压。在比如加密的问题（如</a:t>
            </a:r>
            <a:r>
              <a:rPr lang="en-US" altLang="zh-CN"/>
              <a:t>QQ</a:t>
            </a:r>
            <a:r>
              <a:rPr lang="zh-CN" altLang="en-US"/>
              <a:t>聊天记录在网上传输时，如果能够使用抓包工具捕获，会非常不安全，因此需要加密）等</a:t>
            </a:r>
            <a:endParaRPr lang="zh-CN" altLang="en-US"/>
          </a:p>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OSI</a:t>
            </a:r>
            <a:r>
              <a:rPr lang="zh-CN" altLang="en-US"/>
              <a:t>七层模型实现起来过分复杂，运行效率低，部分功能在不同层次重复出现。是一个理论模型</a:t>
            </a:r>
            <a:endParaRPr lang="zh-CN" altLang="en-US"/>
          </a:p>
          <a:p>
            <a:r>
              <a:rPr lang="zh-CN" altLang="en-US"/>
              <a:t>目前实际应用的是</a:t>
            </a:r>
            <a:r>
              <a:rPr lang="en-US" altLang="zh-CN"/>
              <a:t>TCP/IP</a:t>
            </a:r>
            <a:r>
              <a:rPr lang="zh-CN" altLang="en-US"/>
              <a:t>模型</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比如</a:t>
            </a:r>
            <a:r>
              <a:rPr lang="en-US" altLang="zh-CN"/>
              <a:t>U</a:t>
            </a:r>
            <a:r>
              <a:rPr lang="zh-CN" altLang="en-US"/>
              <a:t>盘</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云计算的资源是动态易扩展而且虚拟化的，通过互联网提供。终端用户不需要了解“云”中基础设施的细节，不必具有相应的专业知识，也无需直接进行控制，只关注自己真正需要什么样的资源以及如何通过网络来得到相应的服务。</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如果你想要建⽴⼀个⽹站。不采⽤云服务，你所需要的投⼊⼤概是：买服务器，安装服务器软件，编写⽹站程序。</a:t>
            </a:r>
            <a:endParaRPr lang="zh-CN" altLang="en-US"/>
          </a:p>
          <a:p>
            <a:endParaRPr lang="zh-CN" altLang="en-US"/>
          </a:p>
          <a:p>
            <a:r>
              <a:rPr lang="zh-CN" altLang="en-US"/>
              <a:t>如果你采⽤IaaS服务，那么意味着你就不⽤⾃⼰买服务器了，随便在哪家购买虚拟机，但是还是需要⾃⼰装服务器软件；</a:t>
            </a:r>
            <a:endParaRPr lang="zh-CN" altLang="en-US"/>
          </a:p>
          <a:p>
            <a:endParaRPr lang="zh-CN" altLang="en-US"/>
          </a:p>
          <a:p>
            <a:r>
              <a:rPr lang="zh-CN" altLang="en-US"/>
              <a:t>⽽如果你采⽤PaaS的服务，那么意味着你既不需要买服务器，也不需要⾃⼰装服务器软件，只需要⾃⼰开发⽹站程序；</a:t>
            </a:r>
            <a:endParaRPr lang="zh-CN" altLang="en-US"/>
          </a:p>
          <a:p>
            <a:endParaRPr lang="zh-CN" altLang="en-US"/>
          </a:p>
          <a:p>
            <a:r>
              <a:rPr lang="zh-CN" altLang="en-US"/>
              <a:t>如果你再进⼀步，购买某些在线论坛或者在线⽹店的服务,这意味着你也不⽤⾃⼰开发⽹站程序，只需要使⽤它们开发好的程序，⽽且他们会负责程序的升级、维护、增加服务器等，⽽你只需要专⼼运营即可，此即为SaaS。</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线传感器网络是由大量静止或移动的传感器以自组织和多跳的方式构成的无线网络，目的是协作地探测、处理和传输网络覆盖区域内的感知对象的监测信息，并上传给上层应用供用户使用</a:t>
            </a:r>
            <a:endParaRPr lang="zh-CN" altLang="en-US"/>
          </a:p>
          <a:p>
            <a:r>
              <a:rPr lang="zh-CN" altLang="en-US"/>
              <a:t>多跳：网络中的每个节点都可以发送和接受信号，每个节点都可以与一个或多个对等节点进行直接通信</a:t>
            </a:r>
            <a:endParaRPr lang="zh-CN" altLang="en-US"/>
          </a:p>
          <a:p>
            <a:r>
              <a:rPr lang="zh-CN" altLang="en-US"/>
              <a:t>自组织：传感器节点的位置不能预先精确设定，节点之间的相互邻居关系预先也不知道，如通过飞机播撒大量传感器节点到幅员辽阔的原始森林中，或随意放置到人不可到达或危险的区域。这样就要求传感器节点具有自组织的能力，能够自动进行配置和管理</a:t>
            </a:r>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smtClean="0">
                <a:sym typeface="+mn-ea"/>
              </a:rPr>
              <a:t>安全性不高：无线传感器网络采用无线方式传递信息，因此传感器节点在传递信息的过程中很容易被外界入侵，从而导致信息的泄露和无线传感器网络的损坏，大部分无线传感器网络的节点都是暴露在外的，这大大降低了无线传感器网络的安全性。</a:t>
            </a:r>
            <a:endParaRPr lang="zh-CN" altLang="en-US" b="1" smtClean="0">
              <a:sym typeface="+mn-ea"/>
            </a:endParaRPr>
          </a:p>
          <a:p>
            <a:r>
              <a:rPr lang="zh-CN" altLang="en-US" b="1" smtClean="0">
                <a:sym typeface="+mn-ea"/>
              </a:rPr>
              <a:t>控制方式不集中：虽然无线传感器网络把基站和传感器的节点集中控制了起来，但是各个传感器节点之间的控制方式还是分散式的，路由和主机的功能由网络的终端实现各个主机独立运行，互不干涉，因此无线传感器网络的强度很高，很难被破坏</a:t>
            </a:r>
            <a:endParaRPr lang="zh-CN" altLang="en-US" b="1" smtClean="0">
              <a:sym typeface="+mn-ea"/>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鲁棒性：即健壮性，指的是系统在极端情况下的生存能力</a:t>
            </a:r>
            <a:endParaRPr lang="zh-CN" altLang="en-US"/>
          </a:p>
          <a:p>
            <a:r>
              <a:rPr lang="zh-CN" altLang="en-US"/>
              <a:t>传感器感知到的环境数据中将包含着大量的敏感数据和隐私数据,怎样有效保护这些数据不被非法用户访问,对用户的访问行为进行控制,为用户提供受限的访问服务,是无线传感器网络应用中所必须解决的主要问题之一。 访问控制主要研究用户和资源之间的访问关系</a:t>
            </a:r>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拥塞攻击：攻击节点通过在传感器网络工作频段上不断发送无用信号，可以使攻击节点内的传感器节点都不能正常工作。</a:t>
            </a:r>
            <a:endParaRPr lang="zh-CN" altLang="en-US"/>
          </a:p>
          <a:p>
            <a:r>
              <a:rPr lang="zh-CN" altLang="en-US"/>
              <a:t>物理破坏：敌方可以捕获节点，获取加密密钥等敏感信息，从而可以不受限制地访问上层的信息</a:t>
            </a:r>
            <a:endParaRPr lang="zh-CN" altLang="en-US"/>
          </a:p>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密钥管理协议（isAKMP）是一种用于安全通信的协议。它为网络中的设备提供了一种安全、可靠、防篡改的机制，用于管理和分发密钥信息，从而确保了通信的机密性和完整性</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定位：对节点位置进行定位，可以应用于多种领域，如室内定位、工业自动化、军事侦察等。</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物联网（TheInternetofThings，IOT）是继计算机、互联网和移动通信之后的又一次信息产业革命。</a:t>
            </a:r>
            <a:endParaRPr lang="zh-CN" altLang="en-US"/>
          </a:p>
          <a:p>
            <a:r>
              <a:rPr lang="zh-CN" altLang="en-US"/>
              <a:t>物联网是在互联网的基础上，</a:t>
            </a:r>
            <a:r>
              <a:rPr lang="zh-CN" altLang="en-US" dirty="0" smtClean="0">
                <a:sym typeface="+mn-ea"/>
              </a:rPr>
              <a:t>通过各种</a:t>
            </a:r>
            <a:r>
              <a:rPr lang="zh-CN" altLang="en-US" dirty="0">
                <a:sym typeface="+mn-ea"/>
              </a:rPr>
              <a:t>信息传感器、射频识别技术、全球定位系统、红外感应器、激光扫描器等各种装置与技术，构建一个</a:t>
            </a:r>
            <a:endParaRPr lang="zh-CN" altLang="en-US" dirty="0">
              <a:sym typeface="+mn-ea"/>
            </a:endParaRPr>
          </a:p>
          <a:p>
            <a:r>
              <a:rPr lang="zh-CN" altLang="en-US"/>
              <a:t>盖世界上所有人与物的网络信息系统，</a:t>
            </a:r>
            <a:r>
              <a:rPr lang="zh-CN" altLang="en-US" dirty="0">
                <a:sym typeface="+mn-ea"/>
              </a:rPr>
              <a:t>实现对物品和过程的智能化感知、识别和管理</a:t>
            </a:r>
            <a:endParaRPr lang="zh-CN" altLang="en-US"/>
          </a:p>
          <a:p>
            <a:r>
              <a:rPr lang="zh-CN" altLang="en-US"/>
              <a:t>物联网的核心和基础仍然是互联网，物联网就是互联网的延伸和扩展</a:t>
            </a:r>
            <a:endParaRPr lang="zh-CN" altLang="en-US"/>
          </a:p>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dirty="0" smtClean="0">
                <a:sym typeface="+mn-ea"/>
              </a:rPr>
              <a:t>射频识别技术：给每个接入物联网的物体都有一个身份标识，射频识别技术就是用来识别物体身份信息，类似于条码扫描</a:t>
            </a:r>
            <a:endParaRPr lang="zh-CN" altLang="en-US" dirty="0" smtClean="0">
              <a:sym typeface="+mn-ea"/>
            </a:endParaRPr>
          </a:p>
          <a:p>
            <a:r>
              <a:rPr lang="zh-CN" altLang="en-US"/>
              <a:t>传感网：物联网通过各种各样的传感器来感知未知世界，比如：温度传感器、压力传感器、称重传感器等等，是物联网工作有效性的前提</a:t>
            </a:r>
            <a:endParaRPr lang="zh-CN" altLang="en-US"/>
          </a:p>
          <a:p>
            <a:r>
              <a:rPr lang="en-US" altLang="zh-CN"/>
              <a:t>M2M:M2M是Machine-to-Machine/Man的简称，是一种以机器终端智能交互为核心的、网络化的应用与服务。M2M协议规定了人机和机器之间交互需要遵从的通信协议</a:t>
            </a:r>
            <a:r>
              <a:rPr lang="zh-CN" altLang="en-US"/>
              <a:t>，让人与机器、机器与机器连接了起来</a:t>
            </a:r>
            <a:endParaRPr lang="zh-CN" altLang="en-US"/>
          </a:p>
          <a:p>
            <a:r>
              <a:rPr lang="zh-CN" altLang="en-US"/>
              <a:t>云计算：物与物的联网产生了庞大的数据，传统的数据处理中心难以满足这种需求，这时候就需要用到云计算的计算能力</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控制层面和数据层面分离，让控制层面利用软件来控制数据层面的许多设备</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5" name="Picture 4" descr="WorldNetwork"/>
          <p:cNvPicPr>
            <a:picLocks noChangeAspect="1" noChangeArrowheads="1"/>
          </p:cNvPicPr>
          <p:nvPr/>
        </p:nvPicPr>
        <p:blipFill rotWithShape="1">
          <a:blip r:embed="rId2">
            <a:extLst>
              <a:ext uri="{28A0092B-C50C-407E-A947-70E740481C1C}">
                <a14:useLocalDpi xmlns:a14="http://schemas.microsoft.com/office/drawing/2010/main" val="0"/>
              </a:ext>
            </a:extLst>
          </a:blip>
          <a:srcRect b="17458"/>
          <a:stretch>
            <a:fillRect/>
          </a:stretch>
        </p:blipFill>
        <p:spPr bwMode="auto">
          <a:xfrm>
            <a:off x="288171" y="174584"/>
            <a:ext cx="11599030" cy="43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1976959" y="1474345"/>
            <a:ext cx="565200" cy="563259"/>
            <a:chOff x="1519237" y="1651743"/>
            <a:chExt cx="447675" cy="447675"/>
          </a:xfrm>
        </p:grpSpPr>
        <p:sp>
          <p:nvSpPr>
            <p:cNvPr id="17" name="椭圆 16"/>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19" name="组合 18"/>
          <p:cNvGrpSpPr/>
          <p:nvPr/>
        </p:nvGrpSpPr>
        <p:grpSpPr>
          <a:xfrm>
            <a:off x="3655152" y="3439758"/>
            <a:ext cx="565200" cy="563259"/>
            <a:chOff x="1519237" y="1651743"/>
            <a:chExt cx="447675" cy="447675"/>
          </a:xfrm>
        </p:grpSpPr>
        <p:sp>
          <p:nvSpPr>
            <p:cNvPr id="20" name="椭圆 19"/>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2" name="组合 21"/>
          <p:cNvGrpSpPr/>
          <p:nvPr/>
        </p:nvGrpSpPr>
        <p:grpSpPr>
          <a:xfrm>
            <a:off x="6312292" y="3606442"/>
            <a:ext cx="565200" cy="563259"/>
            <a:chOff x="1519237" y="1651743"/>
            <a:chExt cx="447675" cy="447675"/>
          </a:xfrm>
        </p:grpSpPr>
        <p:sp>
          <p:nvSpPr>
            <p:cNvPr id="23" name="椭圆 22"/>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5" name="组合 24"/>
          <p:cNvGrpSpPr/>
          <p:nvPr/>
        </p:nvGrpSpPr>
        <p:grpSpPr>
          <a:xfrm>
            <a:off x="8130335" y="1654108"/>
            <a:ext cx="565200" cy="563259"/>
            <a:chOff x="1519237" y="1651743"/>
            <a:chExt cx="447675" cy="447675"/>
          </a:xfrm>
        </p:grpSpPr>
        <p:sp>
          <p:nvSpPr>
            <p:cNvPr id="26" name="椭圆 25"/>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8" name="组合 27"/>
          <p:cNvGrpSpPr/>
          <p:nvPr/>
        </p:nvGrpSpPr>
        <p:grpSpPr>
          <a:xfrm>
            <a:off x="9982800" y="1175270"/>
            <a:ext cx="565200" cy="563259"/>
            <a:chOff x="1519237" y="1651743"/>
            <a:chExt cx="447675" cy="447675"/>
          </a:xfrm>
        </p:grpSpPr>
        <p:sp>
          <p:nvSpPr>
            <p:cNvPr id="29" name="椭圆 28"/>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cxnSp>
        <p:nvCxnSpPr>
          <p:cNvPr id="31" name="直接连接符 30"/>
          <p:cNvCxnSpPr>
            <a:stCxn id="17" idx="5"/>
            <a:endCxn id="20" idx="1"/>
          </p:cNvCxnSpPr>
          <p:nvPr/>
        </p:nvCxnSpPr>
        <p:spPr>
          <a:xfrm>
            <a:off x="2459387" y="1955117"/>
            <a:ext cx="1278537" cy="156712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0" idx="5"/>
            <a:endCxn id="23" idx="2"/>
          </p:cNvCxnSpPr>
          <p:nvPr/>
        </p:nvCxnSpPr>
        <p:spPr>
          <a:xfrm flipV="1">
            <a:off x="4137580" y="3888072"/>
            <a:ext cx="2174712" cy="3245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3" idx="7"/>
            <a:endCxn id="26" idx="3"/>
          </p:cNvCxnSpPr>
          <p:nvPr/>
        </p:nvCxnSpPr>
        <p:spPr>
          <a:xfrm flipV="1">
            <a:off x="6794720" y="2134880"/>
            <a:ext cx="1418387" cy="1554049"/>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7"/>
            <a:endCxn id="26" idx="2"/>
          </p:cNvCxnSpPr>
          <p:nvPr/>
        </p:nvCxnSpPr>
        <p:spPr>
          <a:xfrm flipV="1">
            <a:off x="4137580" y="1935738"/>
            <a:ext cx="3992755" cy="15865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7" idx="6"/>
            <a:endCxn id="23" idx="1"/>
          </p:cNvCxnSpPr>
          <p:nvPr/>
        </p:nvCxnSpPr>
        <p:spPr>
          <a:xfrm>
            <a:off x="2542159" y="1755975"/>
            <a:ext cx="3852905" cy="1932954"/>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6"/>
            <a:endCxn id="29" idx="2"/>
          </p:cNvCxnSpPr>
          <p:nvPr/>
        </p:nvCxnSpPr>
        <p:spPr>
          <a:xfrm flipV="1">
            <a:off x="8695535" y="1456900"/>
            <a:ext cx="1287265" cy="47883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3" idx="6"/>
            <a:endCxn id="29" idx="3"/>
          </p:cNvCxnSpPr>
          <p:nvPr/>
        </p:nvCxnSpPr>
        <p:spPr>
          <a:xfrm flipV="1">
            <a:off x="6877492" y="1656042"/>
            <a:ext cx="3188080" cy="223203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 name="KSO_CT2"/>
          <p:cNvSpPr>
            <a:spLocks noGrp="1"/>
          </p:cNvSpPr>
          <p:nvPr>
            <p:ph type="subTitle" idx="1" hasCustomPrompt="1"/>
          </p:nvPr>
        </p:nvSpPr>
        <p:spPr>
          <a:xfrm>
            <a:off x="2169708" y="5636647"/>
            <a:ext cx="8736417" cy="391425"/>
          </a:xfrm>
          <a:noFill/>
        </p:spPr>
        <p:txBody>
          <a:bodyPr anchor="ctr">
            <a:noAutofit/>
          </a:bodyPr>
          <a:lstStyle>
            <a:lvl1pPr marL="0" indent="0" algn="l">
              <a:buNone/>
              <a:defRPr sz="16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endParaRPr lang="zh-CN" altLang="en-US" dirty="0" smtClean="0"/>
          </a:p>
        </p:txBody>
      </p:sp>
      <p:sp>
        <p:nvSpPr>
          <p:cNvPr id="7" name="KSO_CT1"/>
          <p:cNvSpPr>
            <a:spLocks noGrp="1"/>
          </p:cNvSpPr>
          <p:nvPr>
            <p:ph type="title" hasCustomPrompt="1"/>
          </p:nvPr>
        </p:nvSpPr>
        <p:spPr>
          <a:xfrm>
            <a:off x="2169708" y="4863839"/>
            <a:ext cx="8736417" cy="705950"/>
          </a:xfrm>
        </p:spPr>
        <p:txBody>
          <a:bodyPr anchor="b">
            <a:noAutofit/>
          </a:bodyPr>
          <a:lstStyle>
            <a:lvl1pPr algn="l">
              <a:lnSpc>
                <a:spcPct val="100000"/>
              </a:lnSpc>
              <a:defRPr sz="34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grpSp>
        <p:nvGrpSpPr>
          <p:cNvPr id="9" name="组合 8"/>
          <p:cNvGrpSpPr/>
          <p:nvPr/>
        </p:nvGrpSpPr>
        <p:grpSpPr>
          <a:xfrm>
            <a:off x="1277837" y="5061674"/>
            <a:ext cx="745200" cy="744037"/>
            <a:chOff x="625003" y="5195170"/>
            <a:chExt cx="447675" cy="447675"/>
          </a:xfrm>
        </p:grpSpPr>
        <p:sp>
          <p:nvSpPr>
            <p:cNvPr id="39" name="椭圆 38"/>
            <p:cNvSpPr/>
            <p:nvPr userDrawn="1"/>
          </p:nvSpPr>
          <p:spPr>
            <a:xfrm>
              <a:off x="625003" y="5195170"/>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KSO_Shape"/>
            <p:cNvSpPr/>
            <p:nvPr userDrawn="1"/>
          </p:nvSpPr>
          <p:spPr bwMode="auto">
            <a:xfrm>
              <a:off x="715491" y="5248402"/>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spTree>
  </p:cSld>
  <p:clrMapOvr>
    <a:masterClrMapping/>
  </p:clrMapOvr>
  <p:transition spd="slow">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800">
                <a:solidFill>
                  <a:schemeClr val="accent1"/>
                </a:solidFill>
              </a:defRPr>
            </a:lvl1pPr>
            <a:lvl2pPr>
              <a:defRPr sz="1800"/>
            </a:lvl2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accent1"/>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sz="half" idx="2"/>
          </p:nvPr>
        </p:nvSpPr>
        <p:spPr>
          <a:xfrm>
            <a:off x="6519334" y="1244603"/>
            <a:ext cx="5094116"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KSO_BC1"/>
          <p:cNvSpPr>
            <a:spLocks noGrp="1"/>
          </p:cNvSpPr>
          <p:nvPr>
            <p:ph sz="half" idx="2"/>
          </p:nvPr>
        </p:nvSpPr>
        <p:spPr>
          <a:xfrm>
            <a:off x="1099436" y="2200274"/>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KSO_BC2"/>
          <p:cNvSpPr>
            <a:spLocks noGrp="1"/>
          </p:cNvSpPr>
          <p:nvPr>
            <p:ph sz="quarter" idx="4"/>
          </p:nvPr>
        </p:nvSpPr>
        <p:spPr>
          <a:xfrm>
            <a:off x="6431847" y="2200274"/>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7"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descr="WorldNetwork"/>
          <p:cNvPicPr>
            <a:picLocks noChangeAspect="1" noChangeArrowheads="1"/>
          </p:cNvPicPr>
          <p:nvPr/>
        </p:nvPicPr>
        <p:blipFill rotWithShape="1">
          <a:blip r:embed="rId12">
            <a:extLst>
              <a:ext uri="{28A0092B-C50C-407E-A947-70E740481C1C}">
                <a14:useLocalDpi xmlns:a14="http://schemas.microsoft.com/office/drawing/2010/main" val="0"/>
              </a:ext>
            </a:extLst>
          </a:blip>
          <a:srcRect l="2384" t="32600" r="5204" b="45000"/>
          <a:stretch>
            <a:fillRect/>
          </a:stretch>
        </p:blipFill>
        <p:spPr bwMode="auto">
          <a:xfrm>
            <a:off x="-12699" y="-19051"/>
            <a:ext cx="12204700"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699" y="-19052"/>
            <a:ext cx="12204700" cy="1066801"/>
          </a:xfrm>
          <a:prstGeom prst="rect">
            <a:avLst/>
          </a:prstGeom>
          <a:solidFill>
            <a:srgbClr val="0080B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
        <p:nvSpPr>
          <p:cNvPr id="3" name="KSO_BC1"/>
          <p:cNvSpPr>
            <a:spLocks noGrp="1"/>
          </p:cNvSpPr>
          <p:nvPr>
            <p:ph type="body" idx="1"/>
          </p:nvPr>
        </p:nvSpPr>
        <p:spPr>
          <a:xfrm>
            <a:off x="622300" y="1123951"/>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2" name="KSO_BT1"/>
          <p:cNvSpPr>
            <a:spLocks noGrp="1"/>
          </p:cNvSpPr>
          <p:nvPr>
            <p:ph type="title"/>
          </p:nvPr>
        </p:nvSpPr>
        <p:spPr>
          <a:xfrm>
            <a:off x="622301" y="175819"/>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pic>
        <p:nvPicPr>
          <p:cNvPr id="9"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163095" y="-14288"/>
            <a:ext cx="1021878" cy="1047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p:transition>
  <p:timing>
    <p:tnLst>
      <p:par>
        <p:cTn id="1" dur="indefinite" restart="never" nodeType="tmRoot"/>
      </p:par>
    </p:tnLst>
  </p:timing>
  <p:txStyles>
    <p:titleStyle>
      <a:lvl1pPr algn="l" defTabSz="685800" rtl="0" eaLnBrk="1" latinLnBrk="0" hangingPunct="1">
        <a:lnSpc>
          <a:spcPct val="90000"/>
        </a:lnSpc>
        <a:spcBef>
          <a:spcPct val="0"/>
        </a:spcBef>
        <a:buNone/>
        <a:defRPr sz="3600" b="1" i="0" kern="1200" baseline="0">
          <a:solidFill>
            <a:schemeClr val="bg1"/>
          </a:solidFill>
          <a:effectLst>
            <a:outerShdw blurRad="50800" dist="38100" algn="l" rotWithShape="0">
              <a:prstClr val="black">
                <a:alpha val="40000"/>
              </a:prstClr>
            </a:outerShdw>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panose="05000000000000000000" pitchFamily="2" charset="2"/>
        <a:buChar char="m"/>
        <a:defRPr lang="zh-CN" altLang="en-US" sz="28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2.xml"/><Relationship Id="rId6" Type="http://schemas.openxmlformats.org/officeDocument/2006/relationships/image" Target="../media/image3.png"/><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microsoft.com/office/2007/relationships/diagramDrawing" Target="../diagrams/drawing7.xml"/><Relationship Id="rId4" Type="http://schemas.openxmlformats.org/officeDocument/2006/relationships/diagramColors" Target="../diagrams/colors7.xml"/><Relationship Id="rId3" Type="http://schemas.openxmlformats.org/officeDocument/2006/relationships/diagramQuickStyle" Target="../diagrams/quickStyle7.xml"/><Relationship Id="rId2" Type="http://schemas.openxmlformats.org/officeDocument/2006/relationships/diagramLayout" Target="../diagrams/layout7.xml"/><Relationship Id="rId1" Type="http://schemas.openxmlformats.org/officeDocument/2006/relationships/diagramData" Target="../diagrams/data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42.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slideLayout" Target="../slideLayouts/slideLayout2.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 Type="http://schemas.openxmlformats.org/officeDocument/2006/relationships/diagramData" Target="../diagrams/data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30.xml"/><Relationship Id="rId6" Type="http://schemas.openxmlformats.org/officeDocument/2006/relationships/slideLayout" Target="../slideLayouts/slideLayout2.xml"/><Relationship Id="rId5" Type="http://schemas.microsoft.com/office/2007/relationships/diagramDrawing" Target="../diagrams/drawing11.xml"/><Relationship Id="rId4" Type="http://schemas.openxmlformats.org/officeDocument/2006/relationships/diagramColors" Target="../diagrams/colors11.xml"/><Relationship Id="rId3" Type="http://schemas.openxmlformats.org/officeDocument/2006/relationships/diagramQuickStyle" Target="../diagrams/quickStyle11.xml"/><Relationship Id="rId2" Type="http://schemas.openxmlformats.org/officeDocument/2006/relationships/diagramLayout" Target="../diagrams/layout11.xml"/><Relationship Id="rId1" Type="http://schemas.openxmlformats.org/officeDocument/2006/relationships/diagramData" Target="../diagrams/data11.xml"/></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2.xml"/><Relationship Id="rId4" Type="http://schemas.openxmlformats.org/officeDocument/2006/relationships/diagramColors" Target="../diagrams/colors12.xml"/><Relationship Id="rId3" Type="http://schemas.openxmlformats.org/officeDocument/2006/relationships/diagramQuickStyle" Target="../diagrams/quickStyle12.xml"/><Relationship Id="rId2" Type="http://schemas.openxmlformats.org/officeDocument/2006/relationships/diagramLayout" Target="../diagrams/layout12.xml"/><Relationship Id="rId1" Type="http://schemas.openxmlformats.org/officeDocument/2006/relationships/diagramData" Target="../diagrams/data12.xml"/></Relationships>
</file>

<file path=ppt/slides/_rels/slide46.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xml"/><Relationship Id="rId5" Type="http://schemas.microsoft.com/office/2007/relationships/diagramDrawing" Target="../diagrams/drawing13.xml"/><Relationship Id="rId4" Type="http://schemas.openxmlformats.org/officeDocument/2006/relationships/diagramColors" Target="../diagrams/colors13.xml"/><Relationship Id="rId3" Type="http://schemas.openxmlformats.org/officeDocument/2006/relationships/diagramQuickStyle" Target="../diagrams/quickStyle13.xml"/><Relationship Id="rId2" Type="http://schemas.openxmlformats.org/officeDocument/2006/relationships/diagramLayout" Target="../diagrams/layout13.xml"/><Relationship Id="rId1" Type="http://schemas.openxmlformats.org/officeDocument/2006/relationships/diagramData" Target="../diagrams/data13.xml"/></Relationships>
</file>

<file path=ppt/slides/_rels/slide47.xml.rels><?xml version="1.0" encoding="UTF-8" standalone="yes"?>
<Relationships xmlns="http://schemas.openxmlformats.org/package/2006/relationships"><Relationship Id="rId8" Type="http://schemas.openxmlformats.org/officeDocument/2006/relationships/comments" Target="../comments/comment1.xml"/><Relationship Id="rId7" Type="http://schemas.openxmlformats.org/officeDocument/2006/relationships/notesSlide" Target="../notesSlides/notesSlide32.xml"/><Relationship Id="rId6" Type="http://schemas.openxmlformats.org/officeDocument/2006/relationships/slideLayout" Target="../slideLayouts/slideLayout2.xml"/><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 Type="http://schemas.openxmlformats.org/officeDocument/2006/relationships/diagramData" Target="../diagrams/data14.xml"/></Relationships>
</file>

<file path=ppt/slides/_rels/slide48.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2.xml"/><Relationship Id="rId5" Type="http://schemas.microsoft.com/office/2007/relationships/diagramDrawing" Target="../diagrams/drawing15.xml"/><Relationship Id="rId4" Type="http://schemas.openxmlformats.org/officeDocument/2006/relationships/diagramColors" Target="../diagrams/colors15.xml"/><Relationship Id="rId3" Type="http://schemas.openxmlformats.org/officeDocument/2006/relationships/diagramQuickStyle" Target="../diagrams/quickStyle15.xml"/><Relationship Id="rId2" Type="http://schemas.openxmlformats.org/officeDocument/2006/relationships/diagramLayout" Target="../diagrams/layout15.xml"/><Relationship Id="rId1" Type="http://schemas.openxmlformats.org/officeDocument/2006/relationships/diagramData" Target="../diagrams/data15.xml"/></Relationships>
</file>

<file path=ppt/slides/_rels/slide49.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2.xml"/><Relationship Id="rId5" Type="http://schemas.microsoft.com/office/2007/relationships/diagramDrawing" Target="../diagrams/drawing16.xml"/><Relationship Id="rId4" Type="http://schemas.openxmlformats.org/officeDocument/2006/relationships/diagramColors" Target="../diagrams/colors16.xml"/><Relationship Id="rId3" Type="http://schemas.openxmlformats.org/officeDocument/2006/relationships/diagramQuickStyle" Target="../diagrams/quickStyle16.xml"/><Relationship Id="rId2" Type="http://schemas.openxmlformats.org/officeDocument/2006/relationships/diagramLayout" Target="../diagrams/layout16.xml"/><Relationship Id="rId1" Type="http://schemas.openxmlformats.org/officeDocument/2006/relationships/diagramData" Target="../diagrams/data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2.xml"/><Relationship Id="rId5" Type="http://schemas.microsoft.com/office/2007/relationships/diagramDrawing" Target="../diagrams/drawing17.xml"/><Relationship Id="rId4" Type="http://schemas.openxmlformats.org/officeDocument/2006/relationships/diagramColors" Target="../diagrams/colors17.xml"/><Relationship Id="rId3" Type="http://schemas.openxmlformats.org/officeDocument/2006/relationships/diagramQuickStyle" Target="../diagrams/quickStyle17.xml"/><Relationship Id="rId2" Type="http://schemas.openxmlformats.org/officeDocument/2006/relationships/diagramLayout" Target="../diagrams/layout17.xml"/><Relationship Id="rId1" Type="http://schemas.openxmlformats.org/officeDocument/2006/relationships/diagramData" Target="../diagrams/data17.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2.xml"/><Relationship Id="rId5" Type="http://schemas.microsoft.com/office/2007/relationships/diagramDrawing" Target="../diagrams/drawing18.xml"/><Relationship Id="rId4" Type="http://schemas.openxmlformats.org/officeDocument/2006/relationships/diagramColors" Target="../diagrams/colors18.xml"/><Relationship Id="rId3" Type="http://schemas.openxmlformats.org/officeDocument/2006/relationships/diagramQuickStyle" Target="../diagrams/quickStyle18.xml"/><Relationship Id="rId2" Type="http://schemas.openxmlformats.org/officeDocument/2006/relationships/diagramLayout" Target="../diagrams/layout18.xml"/><Relationship Id="rId1" Type="http://schemas.openxmlformats.org/officeDocument/2006/relationships/diagramData" Target="../diagrams/data1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14" y="5105886"/>
            <a:ext cx="8736417" cy="705950"/>
          </a:xfrm>
        </p:spPr>
        <p:txBody>
          <a:bodyPr/>
          <a:lstStyle/>
          <a:p>
            <a:pPr algn="ctr"/>
            <a:r>
              <a:rPr lang="zh-CN" altLang="en-US" sz="4400" dirty="0" smtClean="0"/>
              <a:t>第</a:t>
            </a:r>
            <a:r>
              <a:rPr lang="en-US" altLang="zh-CN" sz="4400" dirty="0" smtClean="0"/>
              <a:t>1</a:t>
            </a:r>
            <a:r>
              <a:rPr lang="zh-CN" altLang="en-US" sz="4400" dirty="0" smtClean="0"/>
              <a:t>章  概论</a:t>
            </a:r>
            <a:endParaRPr lang="zh-CN" altLang="en-US" sz="4400" dirty="0"/>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本章导读</a:t>
            </a:r>
            <a:endParaRPr lang="zh-CN" altLang="en-US" dirty="0"/>
          </a:p>
        </p:txBody>
      </p:sp>
      <p:sp>
        <p:nvSpPr>
          <p:cNvPr id="3" name="内容占位符 2"/>
          <p:cNvSpPr>
            <a:spLocks noGrp="1"/>
          </p:cNvSpPr>
          <p:nvPr>
            <p:ph idx="1"/>
          </p:nvPr>
        </p:nvSpPr>
        <p:spPr/>
        <p:txBody>
          <a:bodyPr>
            <a:normAutofit fontScale="92500" lnSpcReduction="20000"/>
          </a:bodyPr>
          <a:lstStyle/>
          <a:p>
            <a:pPr marL="0" indent="720090">
              <a:buNone/>
            </a:pPr>
            <a:r>
              <a:rPr lang="zh-CN" altLang="en-US" dirty="0" smtClean="0"/>
              <a:t>计算机网络</a:t>
            </a:r>
            <a:r>
              <a:rPr lang="zh-CN" altLang="en-US" dirty="0"/>
              <a:t>是计算机技术和通信技术高度发展、紧密结合的产物。它的出现给整个世界带了翻天覆地的变化，从根本上改变了人们的工作与生活方式。计算机网络在当今社会中起着非常重要的作用，已经成为人们社会生活中的重要组成部分。本章是全书的概要，本章在介绍计算机网络的概念、组成、功能、分类、拓扑结构和分组交换技术后，讨论了计算机网络的性能指标及简要介绍了计算机网络的标准化及相关知识。然后论述了理论性较强，但非常重要的计算机网络体系结构。最后，介绍了目前很火的网络新技术。</a:t>
            </a:r>
            <a:endParaRPr lang="zh-CN" altLang="en-US" dirty="0"/>
          </a:p>
          <a:p>
            <a:pPr marL="0" indent="720090">
              <a:buNone/>
            </a:pPr>
            <a:r>
              <a:rPr lang="zh-CN" altLang="en-US" dirty="0"/>
              <a:t>通过对本章内容的学习，应做到：</a:t>
            </a:r>
            <a:endParaRPr lang="zh-CN" altLang="en-US" dirty="0"/>
          </a:p>
          <a:p>
            <a:pPr lvl="0">
              <a:buSzPct val="100000"/>
              <a:buFont typeface="Wingdings" panose="05000000000000000000" pitchFamily="2" charset="2"/>
              <a:buChar char="l"/>
            </a:pPr>
            <a:r>
              <a:rPr lang="zh-CN" altLang="en-US" b="1" dirty="0">
                <a:solidFill>
                  <a:srgbClr val="FF0000"/>
                </a:solidFill>
              </a:rPr>
              <a:t>了解：</a:t>
            </a:r>
            <a:r>
              <a:rPr lang="zh-CN" altLang="en-US" dirty="0"/>
              <a:t>计算机网络的组成、功能、分类、网络拓扑结构和标准化知识。</a:t>
            </a:r>
            <a:endParaRPr lang="zh-CN" altLang="en-US" dirty="0"/>
          </a:p>
          <a:p>
            <a:pPr lvl="0">
              <a:buSzPct val="100000"/>
              <a:buFont typeface="Wingdings" panose="05000000000000000000" pitchFamily="2" charset="2"/>
              <a:buChar char="l"/>
            </a:pPr>
            <a:r>
              <a:rPr lang="zh-CN" altLang="en-US" b="1" dirty="0">
                <a:solidFill>
                  <a:srgbClr val="FF0000"/>
                </a:solidFill>
              </a:rPr>
              <a:t>熟悉：</a:t>
            </a:r>
            <a:r>
              <a:rPr lang="zh-CN" altLang="en-US" dirty="0"/>
              <a:t>分组交换技术、网络的性能指标和</a:t>
            </a:r>
            <a:r>
              <a:rPr lang="en-US" altLang="zh-CN" dirty="0"/>
              <a:t>OSI</a:t>
            </a:r>
            <a:r>
              <a:rPr lang="zh-CN" altLang="en-US" dirty="0"/>
              <a:t>及</a:t>
            </a:r>
            <a:r>
              <a:rPr lang="en-US" altLang="zh-CN" dirty="0"/>
              <a:t>TCP/IP</a:t>
            </a:r>
            <a:r>
              <a:rPr lang="zh-CN" altLang="en-US" dirty="0"/>
              <a:t>体系结构。</a:t>
            </a:r>
            <a:endParaRPr lang="zh-CN" altLang="en-US" dirty="0"/>
          </a:p>
          <a:p>
            <a:pPr lvl="0">
              <a:buSzPct val="100000"/>
              <a:buFont typeface="Wingdings" panose="05000000000000000000" pitchFamily="2" charset="2"/>
              <a:buChar char="l"/>
            </a:pPr>
            <a:r>
              <a:rPr lang="zh-CN" altLang="en-US" b="1" dirty="0">
                <a:solidFill>
                  <a:srgbClr val="FF0000"/>
                </a:solidFill>
              </a:rPr>
              <a:t>掌握：</a:t>
            </a:r>
            <a:r>
              <a:rPr lang="zh-CN" altLang="en-US" dirty="0"/>
              <a:t>计算机网络的基本概念和五层协议的参考模型。</a:t>
            </a:r>
            <a:endParaRPr lang="zh-CN" altLang="en-US"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  </a:t>
            </a:r>
            <a:r>
              <a:rPr lang="zh-CN" altLang="en-US" dirty="0">
                <a:effectLst/>
              </a:rPr>
              <a:t>计算机网络概述</a:t>
            </a:r>
            <a:endParaRPr lang="zh-CN" altLang="en-US" dirty="0">
              <a:effectLst/>
            </a:endParaRPr>
          </a:p>
        </p:txBody>
      </p:sp>
      <p:sp>
        <p:nvSpPr>
          <p:cNvPr id="3" name="内容占位符 2"/>
          <p:cNvSpPr>
            <a:spLocks noGrp="1"/>
          </p:cNvSpPr>
          <p:nvPr>
            <p:ph idx="1"/>
          </p:nvPr>
        </p:nvSpPr>
        <p:spPr/>
        <p:txBody>
          <a:bodyPr>
            <a:normAutofit fontScale="85000" lnSpcReduction="10000"/>
          </a:bodyPr>
          <a:lstStyle/>
          <a:p>
            <a:pPr marL="0" indent="0">
              <a:buNone/>
            </a:pPr>
            <a:r>
              <a:rPr lang="en-US" altLang="zh-CN" b="1" dirty="0">
                <a:latin typeface="微软雅黑" panose="020B0503020204020204" pitchFamily="34" charset="-122"/>
                <a:ea typeface="微软雅黑" panose="020B0503020204020204" pitchFamily="34" charset="-122"/>
              </a:rPr>
              <a:t>1.1.1  </a:t>
            </a:r>
            <a:r>
              <a:rPr lang="zh-CN" altLang="en-US" b="1" dirty="0">
                <a:latin typeface="微软雅黑" panose="020B0503020204020204" pitchFamily="34" charset="-122"/>
                <a:ea typeface="微软雅黑" panose="020B0503020204020204" pitchFamily="34" charset="-122"/>
              </a:rPr>
              <a:t>计算机网络的概念</a:t>
            </a:r>
            <a:endParaRPr lang="en-US" altLang="zh-CN" b="1" dirty="0">
              <a:latin typeface="微软雅黑" panose="020B0503020204020204" pitchFamily="34" charset="-122"/>
              <a:ea typeface="微软雅黑" panose="020B0503020204020204" pitchFamily="34" charset="-122"/>
            </a:endParaRPr>
          </a:p>
          <a:p>
            <a:pPr marL="0" indent="0">
              <a:buNone/>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．计算机网络的定义</a:t>
            </a:r>
            <a:endParaRPr lang="zh-CN" altLang="en-US" dirty="0">
              <a:latin typeface="微软雅黑" panose="020B0503020204020204" pitchFamily="34" charset="-122"/>
              <a:ea typeface="微软雅黑" panose="020B0503020204020204" pitchFamily="34" charset="-122"/>
            </a:endParaRPr>
          </a:p>
          <a:p>
            <a:pPr marL="0" indent="720090">
              <a:buNone/>
            </a:pPr>
            <a:r>
              <a:rPr lang="zh-CN" altLang="en-US" dirty="0">
                <a:latin typeface="微软雅黑" panose="020B0503020204020204" pitchFamily="34" charset="-122"/>
                <a:ea typeface="微软雅黑" panose="020B0503020204020204" pitchFamily="34" charset="-122"/>
              </a:rPr>
              <a:t>随着计算机网络应用的不断深入，人们对计算机网络的定义也在不断地变化和完善中。简单来说，计算机网络就是相互连接但又相互独立的计算机集合。具体来说，计算机网络就是将位于不同地理位置、具有独立功能的多个计算机系统，通过通信设备和线路互相连接起来，在网络操作系统，网络管理软件及网络通信协议的管理和协调下，实现网络资源共享和数据通信的系统。</a:t>
            </a:r>
            <a:endParaRPr lang="zh-CN" altLang="en-US" dirty="0">
              <a:latin typeface="微软雅黑" panose="020B0503020204020204" pitchFamily="34" charset="-122"/>
              <a:ea typeface="微软雅黑" panose="020B0503020204020204" pitchFamily="34" charset="-122"/>
            </a:endParaRPr>
          </a:p>
          <a:p>
            <a:pPr marL="0" indent="720090">
              <a:buNone/>
            </a:pPr>
            <a:r>
              <a:rPr lang="zh-CN" altLang="en-US" dirty="0">
                <a:latin typeface="微软雅黑" panose="020B0503020204020204" pitchFamily="34" charset="-122"/>
                <a:ea typeface="微软雅黑" panose="020B0503020204020204" pitchFamily="34" charset="-122"/>
              </a:rPr>
              <a:t>从上述定义中可以看出计算机网络涉及到三个方面的问题：</a:t>
            </a:r>
            <a:endParaRPr lang="zh-CN" altLang="en-US" dirty="0">
              <a:latin typeface="微软雅黑" panose="020B0503020204020204" pitchFamily="34" charset="-122"/>
              <a:ea typeface="微软雅黑" panose="020B0503020204020204" pitchFamily="34" charset="-122"/>
            </a:endParaRPr>
          </a:p>
          <a:p>
            <a:pPr>
              <a:buSzPct val="10000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至少两台计算机互联。</a:t>
            </a:r>
            <a:endParaRPr lang="zh-CN" altLang="en-US" dirty="0">
              <a:latin typeface="微软雅黑" panose="020B0503020204020204" pitchFamily="34" charset="-122"/>
              <a:ea typeface="微软雅黑" panose="020B0503020204020204" pitchFamily="34" charset="-122"/>
            </a:endParaRPr>
          </a:p>
          <a:p>
            <a:pPr>
              <a:buSzPct val="10000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通信设备与线路介质。</a:t>
            </a:r>
            <a:endParaRPr lang="zh-CN" altLang="en-US" dirty="0">
              <a:latin typeface="微软雅黑" panose="020B0503020204020204" pitchFamily="34" charset="-122"/>
              <a:ea typeface="微软雅黑" panose="020B0503020204020204" pitchFamily="34" charset="-122"/>
            </a:endParaRPr>
          </a:p>
          <a:p>
            <a:pPr>
              <a:buSzPct val="10000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网络软件、通信协议和</a:t>
            </a:r>
            <a:r>
              <a:rPr lang="en-US" altLang="zh-CN" dirty="0">
                <a:latin typeface="微软雅黑" panose="020B0503020204020204" pitchFamily="34" charset="-122"/>
                <a:ea typeface="微软雅黑" panose="020B0503020204020204" pitchFamily="34" charset="-122"/>
              </a:rPr>
              <a:t>NOS</a:t>
            </a:r>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1.1.2  </a:t>
            </a:r>
            <a:r>
              <a:rPr lang="zh-CN" altLang="en-US" dirty="0">
                <a:effectLst/>
              </a:rPr>
              <a:t>计算机网络的组成</a:t>
            </a:r>
            <a:endParaRPr lang="zh-CN" altLang="en-US" dirty="0">
              <a:effectLst/>
            </a:endParaRPr>
          </a:p>
        </p:txBody>
      </p:sp>
      <p:graphicFrame>
        <p:nvGraphicFramePr>
          <p:cNvPr id="4" name="内容占位符 3"/>
          <p:cNvGraphicFramePr>
            <a:graphicFrameLocks noGrp="1"/>
          </p:cNvGraphicFramePr>
          <p:nvPr>
            <p:ph idx="1"/>
          </p:nvPr>
        </p:nvGraphicFramePr>
        <p:xfrm>
          <a:off x="622300" y="2003611"/>
          <a:ext cx="10954459" cy="433478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矩形 5"/>
          <p:cNvSpPr/>
          <p:nvPr/>
        </p:nvSpPr>
        <p:spPr>
          <a:xfrm>
            <a:off x="694578" y="1219217"/>
            <a:ext cx="6526493" cy="707886"/>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lvl="0"/>
            <a:r>
              <a:rPr lang="zh-CN" altLang="en-US" sz="4000" b="1" dirty="0">
                <a:solidFill>
                  <a:srgbClr val="0070C0"/>
                </a:solidFill>
              </a:rPr>
              <a:t>计算机网络的物理组成</a:t>
            </a:r>
            <a:endParaRPr lang="zh-CN" altLang="en-US" sz="4000" dirty="0">
              <a:solidFill>
                <a:srgbClr val="0070C0"/>
              </a:solidFill>
            </a:endParaRPr>
          </a:p>
        </p:txBody>
      </p:sp>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1.1.2  </a:t>
            </a:r>
            <a:r>
              <a:rPr lang="zh-CN" altLang="en-US" dirty="0">
                <a:effectLst/>
              </a:rPr>
              <a:t>计算机网络的组成</a:t>
            </a:r>
            <a:endParaRPr lang="zh-CN" altLang="en-US" dirty="0">
              <a:effectLst/>
            </a:endParaRPr>
          </a:p>
        </p:txBody>
      </p:sp>
      <p:graphicFrame>
        <p:nvGraphicFramePr>
          <p:cNvPr id="4" name="内容占位符 3"/>
          <p:cNvGraphicFramePr>
            <a:graphicFrameLocks noGrp="1"/>
          </p:cNvGraphicFramePr>
          <p:nvPr>
            <p:ph idx="1"/>
          </p:nvPr>
        </p:nvGraphicFramePr>
        <p:xfrm>
          <a:off x="622300" y="2003611"/>
          <a:ext cx="5186829" cy="433478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矩形 5"/>
          <p:cNvSpPr/>
          <p:nvPr/>
        </p:nvSpPr>
        <p:spPr>
          <a:xfrm>
            <a:off x="694578" y="1219217"/>
            <a:ext cx="6526493" cy="707886"/>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lvl="0"/>
            <a:r>
              <a:rPr lang="zh-CN" altLang="en-US" sz="4000" b="1" dirty="0">
                <a:solidFill>
                  <a:srgbClr val="0070C0"/>
                </a:solidFill>
              </a:rPr>
              <a:t>计算机网络</a:t>
            </a:r>
            <a:r>
              <a:rPr lang="zh-CN" altLang="en-US" sz="4000" b="1" dirty="0" smtClean="0">
                <a:solidFill>
                  <a:srgbClr val="0070C0"/>
                </a:solidFill>
              </a:rPr>
              <a:t>的逻辑组成</a:t>
            </a:r>
            <a:endParaRPr lang="zh-CN" altLang="en-US" sz="4000" dirty="0">
              <a:solidFill>
                <a:srgbClr val="0070C0"/>
              </a:solidFill>
            </a:endParaRPr>
          </a:p>
        </p:txBody>
      </p:sp>
      <p:pic>
        <p:nvPicPr>
          <p:cNvPr id="103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4369" y="2187387"/>
            <a:ext cx="6307631" cy="3567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1.1.3  </a:t>
            </a:r>
            <a:r>
              <a:rPr lang="zh-CN" altLang="en-US" dirty="0">
                <a:effectLst/>
              </a:rPr>
              <a:t>计算机网络的功能</a:t>
            </a:r>
            <a:endParaRPr lang="zh-CN" altLang="en-US" dirty="0">
              <a:effectLst/>
            </a:endParaRPr>
          </a:p>
        </p:txBody>
      </p:sp>
      <p:graphicFrame>
        <p:nvGraphicFramePr>
          <p:cNvPr id="7" name="内容占位符 6"/>
          <p:cNvGraphicFramePr>
            <a:graphicFrameLocks noGrp="1"/>
          </p:cNvGraphicFramePr>
          <p:nvPr>
            <p:ph idx="1"/>
          </p:nvPr>
        </p:nvGraphicFramePr>
        <p:xfrm>
          <a:off x="622300" y="1123951"/>
          <a:ext cx="10954459" cy="52144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1.1.4  </a:t>
            </a:r>
            <a:r>
              <a:rPr lang="zh-CN" altLang="en-US" dirty="0">
                <a:effectLst/>
              </a:rPr>
              <a:t>计算机网络的分类</a:t>
            </a:r>
            <a:endParaRPr lang="zh-CN" altLang="en-US" dirty="0">
              <a:effectLst/>
            </a:endParaRPr>
          </a:p>
        </p:txBody>
      </p:sp>
      <p:graphicFrame>
        <p:nvGraphicFramePr>
          <p:cNvPr id="7" name="内容占位符 6"/>
          <p:cNvGraphicFramePr>
            <a:graphicFrameLocks noGrp="1"/>
          </p:cNvGraphicFramePr>
          <p:nvPr>
            <p:ph idx="1"/>
          </p:nvPr>
        </p:nvGraphicFramePr>
        <p:xfrm>
          <a:off x="622300" y="1123951"/>
          <a:ext cx="10954459" cy="521444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1.1.5  </a:t>
            </a:r>
            <a:r>
              <a:rPr lang="zh-CN" altLang="en-US" dirty="0">
                <a:effectLst/>
              </a:rPr>
              <a:t>计算机网络的</a:t>
            </a:r>
            <a:r>
              <a:rPr lang="zh-CN" altLang="en-US" dirty="0" smtClean="0">
                <a:effectLst/>
              </a:rPr>
              <a:t>拓扑结构</a:t>
            </a:r>
            <a:endParaRPr lang="zh-CN" altLang="en-US" dirty="0"/>
          </a:p>
        </p:txBody>
      </p:sp>
      <p:sp>
        <p:nvSpPr>
          <p:cNvPr id="3" name="内容占位符 2"/>
          <p:cNvSpPr>
            <a:spLocks noGrp="1"/>
          </p:cNvSpPr>
          <p:nvPr>
            <p:ph idx="1"/>
          </p:nvPr>
        </p:nvSpPr>
        <p:spPr/>
        <p:txBody>
          <a:bodyPr>
            <a:normAutofit fontScale="92500"/>
          </a:bodyPr>
          <a:lstStyle/>
          <a:p>
            <a:pPr marL="0" indent="720090">
              <a:buNone/>
            </a:pPr>
            <a:r>
              <a:rPr lang="zh-CN" altLang="en-US" dirty="0"/>
              <a:t>计算机网络拓扑</a:t>
            </a:r>
            <a:r>
              <a:rPr lang="en-US" altLang="zh-CN" dirty="0"/>
              <a:t>(Computer Network Topology)</a:t>
            </a:r>
            <a:r>
              <a:rPr lang="zh-CN" altLang="en-US" dirty="0"/>
              <a:t>是指由计算机组成的网络之间设备的分布情况以及连接状态。把它两画在图上就成了拓朴图，一般在图上要标明设备所处的位置</a:t>
            </a:r>
            <a:r>
              <a:rPr lang="en-US" altLang="zh-CN" dirty="0"/>
              <a:t>,</a:t>
            </a:r>
            <a:r>
              <a:rPr lang="zh-CN" altLang="en-US" dirty="0"/>
              <a:t>设备的名称类型</a:t>
            </a:r>
            <a:r>
              <a:rPr lang="en-US" altLang="zh-CN" dirty="0"/>
              <a:t>,</a:t>
            </a:r>
            <a:r>
              <a:rPr lang="zh-CN" altLang="en-US" dirty="0"/>
              <a:t>以及设备间的连接介质类型，它分为物理拓朴和逻辑拓朴两种。</a:t>
            </a:r>
            <a:endParaRPr lang="zh-CN" altLang="en-US" dirty="0"/>
          </a:p>
          <a:p>
            <a:pPr marL="0" indent="720090">
              <a:buNone/>
            </a:pPr>
            <a:r>
              <a:rPr lang="en-US" altLang="zh-CN" b="1" dirty="0"/>
              <a:t>1.</a:t>
            </a:r>
            <a:r>
              <a:rPr lang="zh-CN" altLang="en-US" b="1" dirty="0"/>
              <a:t>计算机网络拓扑的概念</a:t>
            </a:r>
            <a:endParaRPr lang="zh-CN" altLang="en-US" dirty="0"/>
          </a:p>
          <a:p>
            <a:pPr marL="0" indent="720090">
              <a:buNone/>
            </a:pPr>
            <a:r>
              <a:rPr lang="zh-CN" altLang="en-US" dirty="0"/>
              <a:t>计算机网络的拓扑结构，即是指网上计算机或设备与传输媒介形成的结点与线的物理构成模式。网络的结点有两类：一类是转换和交换信息的转接结点，包括结点交换机、集线器和终端控制器等；另一类是访问结点，包括计算机主机和终端等。线则代表各种传输媒介，包括有形的和无形的。</a:t>
            </a:r>
            <a:endParaRPr lang="zh-CN" altLang="en-US" dirty="0"/>
          </a:p>
          <a:p>
            <a:pPr marL="0" indent="720090">
              <a:buNone/>
            </a:pPr>
            <a:r>
              <a:rPr lang="zh-CN" altLang="en-US" dirty="0"/>
              <a:t>每一种网络结构都由结点、链路和通路等几部分组成。</a:t>
            </a:r>
            <a:endParaRPr lang="zh-CN" altLang="en-US"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1.1.5  </a:t>
            </a:r>
            <a:r>
              <a:rPr lang="zh-CN" altLang="en-US" dirty="0">
                <a:effectLst/>
              </a:rPr>
              <a:t>计算机网络的</a:t>
            </a:r>
            <a:r>
              <a:rPr lang="zh-CN" altLang="en-US" dirty="0" smtClean="0">
                <a:effectLst/>
              </a:rPr>
              <a:t>拓扑结构</a:t>
            </a:r>
            <a:endParaRPr lang="zh-CN" altLang="en-US" dirty="0"/>
          </a:p>
        </p:txBody>
      </p:sp>
      <p:sp>
        <p:nvSpPr>
          <p:cNvPr id="3" name="内容占位符 2"/>
          <p:cNvSpPr>
            <a:spLocks noGrp="1"/>
          </p:cNvSpPr>
          <p:nvPr>
            <p:ph idx="1"/>
          </p:nvPr>
        </p:nvSpPr>
        <p:spPr>
          <a:xfrm>
            <a:off x="622300" y="2228849"/>
            <a:ext cx="3463925" cy="4109543"/>
          </a:xfrm>
        </p:spPr>
        <p:txBody>
          <a:bodyPr>
            <a:normAutofit/>
          </a:bodyPr>
          <a:lstStyle/>
          <a:p>
            <a:pPr marL="0" indent="720090">
              <a:buNone/>
            </a:pPr>
            <a:r>
              <a:rPr lang="zh-CN" altLang="en-US" dirty="0" smtClean="0"/>
              <a:t>常用</a:t>
            </a:r>
            <a:r>
              <a:rPr lang="zh-CN" altLang="en-US" dirty="0"/>
              <a:t>的计算机网络拓扑结构主要有：星型拓扑、环型拓扑、总线型拓扑、树型拓扑、网状拓扑和混合型拓扑。</a:t>
            </a:r>
            <a:endParaRPr lang="zh-CN" altLang="en-US" dirty="0"/>
          </a:p>
          <a:p>
            <a:pPr marL="0" indent="0">
              <a:buNone/>
            </a:pPr>
            <a:endParaRPr lang="zh-CN" altLang="en-US" dirty="0"/>
          </a:p>
        </p:txBody>
      </p:sp>
      <p:pic>
        <p:nvPicPr>
          <p:cNvPr id="2050" name="Picture 2" descr="C:\Users\ADMINI~1\AppData\Local\Temp\ksohtml37144\wps9.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30751" y="2324100"/>
            <a:ext cx="6795068" cy="380523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761381" y="1359455"/>
            <a:ext cx="4099199" cy="523220"/>
          </a:xfrm>
          <a:prstGeom prst="rect">
            <a:avLst/>
          </a:prstGeom>
        </p:spPr>
        <p:txBody>
          <a:bodyPr wrap="none">
            <a:spAutoFit/>
          </a:bodyPr>
          <a:lstStyle/>
          <a:p>
            <a:r>
              <a:rPr lang="en-US" altLang="zh-CN"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a:t>
            </a:r>
            <a:r>
              <a:rPr lang="zh-CN" altLang="en-US" sz="28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计算机网络拓扑的分类</a:t>
            </a:r>
            <a:endParaRPr lang="zh-CN" altLang="en-US" sz="2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1.1.6  </a:t>
            </a:r>
            <a:r>
              <a:rPr lang="zh-CN" altLang="en-US" dirty="0">
                <a:effectLst/>
              </a:rPr>
              <a:t>分组交换技术</a:t>
            </a:r>
            <a:r>
              <a:rPr lang="zh-CN" altLang="en-US" dirty="0" smtClean="0">
                <a:effectLst/>
              </a:rPr>
              <a:t>概述</a:t>
            </a:r>
            <a:endParaRPr lang="zh-CN" altLang="en-US" dirty="0"/>
          </a:p>
        </p:txBody>
      </p:sp>
      <p:sp>
        <p:nvSpPr>
          <p:cNvPr id="3" name="内容占位符 2"/>
          <p:cNvSpPr>
            <a:spLocks noGrp="1"/>
          </p:cNvSpPr>
          <p:nvPr>
            <p:ph idx="1"/>
          </p:nvPr>
        </p:nvSpPr>
        <p:spPr>
          <a:xfrm>
            <a:off x="622300" y="1743075"/>
            <a:ext cx="10954459" cy="4595318"/>
          </a:xfrm>
        </p:spPr>
        <p:txBody>
          <a:bodyPr/>
          <a:lstStyle/>
          <a:p>
            <a:pPr marL="0" indent="720090">
              <a:buNone/>
            </a:pPr>
            <a:r>
              <a:rPr lang="zh-CN" altLang="en-US" dirty="0"/>
              <a:t>分组交换技术（</a:t>
            </a:r>
            <a:r>
              <a:rPr lang="en-US" altLang="zh-CN" dirty="0"/>
              <a:t>Packet switching technology</a:t>
            </a:r>
            <a:r>
              <a:rPr lang="zh-CN" altLang="en-US" dirty="0"/>
              <a:t>）也称包交换技术，是将用户传送的数据划分成一定的长度，每个部分叫做一个分组，通过传输分组的方式传输信息的一种技术。它是通过计算机和终端实现计算机与计算机之间的通信，在传输线路质量不高、网络技术手段还较单一的情况下，应运而生的一种交换技术。每个分组的前面有一个分组头，用以指明该分组发往何地址，然后由交换机根据每个分组的地址标志，将他们转发至目的地，这一过程称为分组交换。</a:t>
            </a:r>
            <a:endParaRPr lang="zh-CN" altLang="en-US"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1.1.6  </a:t>
            </a:r>
            <a:r>
              <a:rPr lang="zh-CN" altLang="en-US" dirty="0">
                <a:effectLst/>
              </a:rPr>
              <a:t>分组交换技术</a:t>
            </a:r>
            <a:r>
              <a:rPr lang="zh-CN" altLang="en-US" dirty="0" smtClean="0">
                <a:effectLst/>
              </a:rPr>
              <a:t>概述</a:t>
            </a:r>
            <a:endParaRPr lang="zh-CN" altLang="en-US" dirty="0"/>
          </a:p>
        </p:txBody>
      </p:sp>
      <p:graphicFrame>
        <p:nvGraphicFramePr>
          <p:cNvPr id="5" name="内容占位符 4"/>
          <p:cNvGraphicFramePr>
            <a:graphicFrameLocks noGrp="1"/>
          </p:cNvGraphicFramePr>
          <p:nvPr>
            <p:ph idx="1"/>
          </p:nvPr>
        </p:nvGraphicFramePr>
        <p:xfrm>
          <a:off x="2557463" y="1628775"/>
          <a:ext cx="7900987"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TextBox 5"/>
          <p:cNvSpPr txBox="1"/>
          <p:nvPr/>
        </p:nvSpPr>
        <p:spPr>
          <a:xfrm>
            <a:off x="3871909" y="1702900"/>
            <a:ext cx="441146" cy="737574"/>
          </a:xfrm>
          <a:prstGeom prst="rect">
            <a:avLst/>
          </a:prstGeom>
          <a:noFill/>
        </p:spPr>
        <p:txBody>
          <a:bodyPr wrap="none" rtlCol="0">
            <a:spAutoFit/>
          </a:bodyPr>
          <a:lstStyle/>
          <a:p>
            <a:pPr>
              <a:lnSpc>
                <a:spcPct val="130000"/>
              </a:lnSpc>
            </a:pPr>
            <a:r>
              <a:rPr lang="en-US" altLang="zh-CN" sz="3600" b="1" dirty="0" smtClean="0">
                <a:solidFill>
                  <a:srgbClr val="C00000"/>
                </a:solidFill>
                <a:latin typeface="Arial" panose="020B0604020202020204" pitchFamily="34" charset="0"/>
                <a:ea typeface="微软雅黑" panose="020B0503020204020204" pitchFamily="34" charset="-122"/>
              </a:rPr>
              <a:t>1</a:t>
            </a:r>
            <a:endParaRPr lang="zh-CN" altLang="en-US" sz="3600" b="1" dirty="0" smtClean="0">
              <a:solidFill>
                <a:srgbClr val="C00000"/>
              </a:solidFill>
              <a:latin typeface="Arial" panose="020B0604020202020204" pitchFamily="34" charset="0"/>
              <a:ea typeface="微软雅黑" panose="020B0503020204020204" pitchFamily="34" charset="-122"/>
            </a:endParaRPr>
          </a:p>
        </p:txBody>
      </p:sp>
      <p:sp>
        <p:nvSpPr>
          <p:cNvPr id="7" name="TextBox 6"/>
          <p:cNvSpPr txBox="1"/>
          <p:nvPr/>
        </p:nvSpPr>
        <p:spPr>
          <a:xfrm>
            <a:off x="3881429" y="2884036"/>
            <a:ext cx="441146" cy="737574"/>
          </a:xfrm>
          <a:prstGeom prst="rect">
            <a:avLst/>
          </a:prstGeom>
          <a:noFill/>
        </p:spPr>
        <p:txBody>
          <a:bodyPr wrap="none" rtlCol="0">
            <a:spAutoFit/>
          </a:bodyPr>
          <a:lstStyle/>
          <a:p>
            <a:pPr>
              <a:lnSpc>
                <a:spcPct val="130000"/>
              </a:lnSpc>
            </a:pPr>
            <a:r>
              <a:rPr lang="en-US" altLang="zh-CN" sz="3600" b="1" dirty="0" smtClean="0">
                <a:solidFill>
                  <a:srgbClr val="C00000"/>
                </a:solidFill>
                <a:latin typeface="Arial" panose="020B0604020202020204" pitchFamily="34" charset="0"/>
                <a:ea typeface="微软雅黑" panose="020B0503020204020204" pitchFamily="34" charset="-122"/>
              </a:rPr>
              <a:t>2</a:t>
            </a:r>
            <a:endParaRPr lang="zh-CN" altLang="en-US" sz="3600" b="1" dirty="0" smtClean="0">
              <a:solidFill>
                <a:srgbClr val="C00000"/>
              </a:solidFill>
              <a:latin typeface="Arial" panose="020B0604020202020204" pitchFamily="34" charset="0"/>
              <a:ea typeface="微软雅黑" panose="020B0503020204020204" pitchFamily="34" charset="-122"/>
            </a:endParaRPr>
          </a:p>
        </p:txBody>
      </p:sp>
      <p:sp>
        <p:nvSpPr>
          <p:cNvPr id="8" name="TextBox 7"/>
          <p:cNvSpPr txBox="1"/>
          <p:nvPr/>
        </p:nvSpPr>
        <p:spPr>
          <a:xfrm>
            <a:off x="3876661" y="4108036"/>
            <a:ext cx="441146" cy="737574"/>
          </a:xfrm>
          <a:prstGeom prst="rect">
            <a:avLst/>
          </a:prstGeom>
          <a:noFill/>
        </p:spPr>
        <p:txBody>
          <a:bodyPr wrap="none" rtlCol="0">
            <a:spAutoFit/>
          </a:bodyPr>
          <a:lstStyle/>
          <a:p>
            <a:pPr>
              <a:lnSpc>
                <a:spcPct val="130000"/>
              </a:lnSpc>
            </a:pPr>
            <a:r>
              <a:rPr lang="en-US" altLang="zh-CN" sz="3600" b="1" dirty="0" smtClean="0">
                <a:solidFill>
                  <a:srgbClr val="C00000"/>
                </a:solidFill>
                <a:latin typeface="Arial" panose="020B0604020202020204" pitchFamily="34" charset="0"/>
                <a:ea typeface="微软雅黑" panose="020B0503020204020204" pitchFamily="34" charset="-122"/>
              </a:rPr>
              <a:t>3</a:t>
            </a:r>
            <a:endParaRPr lang="zh-CN" altLang="en-US" sz="3600" b="1" dirty="0" smtClean="0">
              <a:solidFill>
                <a:srgbClr val="C00000"/>
              </a:solidFill>
              <a:latin typeface="Arial" panose="020B0604020202020204" pitchFamily="34" charset="0"/>
              <a:ea typeface="微软雅黑" panose="020B0503020204020204" pitchFamily="34" charset="-122"/>
            </a:endParaRPr>
          </a:p>
        </p:txBody>
      </p:sp>
      <p:sp>
        <p:nvSpPr>
          <p:cNvPr id="9" name="TextBox 8"/>
          <p:cNvSpPr txBox="1"/>
          <p:nvPr/>
        </p:nvSpPr>
        <p:spPr>
          <a:xfrm>
            <a:off x="3886181" y="5346324"/>
            <a:ext cx="441146" cy="737574"/>
          </a:xfrm>
          <a:prstGeom prst="rect">
            <a:avLst/>
          </a:prstGeom>
          <a:noFill/>
        </p:spPr>
        <p:txBody>
          <a:bodyPr wrap="none" rtlCol="0">
            <a:spAutoFit/>
          </a:bodyPr>
          <a:lstStyle/>
          <a:p>
            <a:pPr>
              <a:lnSpc>
                <a:spcPct val="130000"/>
              </a:lnSpc>
            </a:pPr>
            <a:r>
              <a:rPr lang="en-US" altLang="zh-CN" sz="3600" b="1" dirty="0" smtClean="0">
                <a:solidFill>
                  <a:srgbClr val="C00000"/>
                </a:solidFill>
                <a:latin typeface="Arial" panose="020B0604020202020204" pitchFamily="34" charset="0"/>
                <a:ea typeface="微软雅黑" panose="020B0503020204020204" pitchFamily="34" charset="-122"/>
              </a:rPr>
              <a:t>4</a:t>
            </a:r>
            <a:endParaRPr lang="zh-CN" altLang="en-US" sz="3600" b="1" dirty="0" smtClean="0">
              <a:solidFill>
                <a:srgbClr val="C00000"/>
              </a:solidFill>
              <a:latin typeface="Arial" panose="020B0604020202020204" pitchFamily="34" charset="0"/>
              <a:ea typeface="微软雅黑" panose="020B0503020204020204" pitchFamily="34" charset="-122"/>
            </a:endParaRPr>
          </a:p>
        </p:txBody>
      </p:sp>
      <p:sp>
        <p:nvSpPr>
          <p:cNvPr id="10" name="椭圆 9"/>
          <p:cNvSpPr/>
          <p:nvPr/>
        </p:nvSpPr>
        <p:spPr>
          <a:xfrm>
            <a:off x="985836" y="2698298"/>
            <a:ext cx="2489299" cy="234516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6000" b="1" dirty="0" smtClean="0">
                <a:effectLst>
                  <a:outerShdw blurRad="38100" dist="38100" dir="2700000" algn="tl">
                    <a:srgbClr val="000000">
                      <a:alpha val="43137"/>
                    </a:srgbClr>
                  </a:outerShdw>
                </a:effectLst>
              </a:rPr>
              <a:t>特点</a:t>
            </a:r>
            <a:endParaRPr lang="zh-CN" altLang="en-US" sz="6000" b="1" dirty="0">
              <a:effectLst>
                <a:outerShdw blurRad="38100" dist="38100" dir="2700000" algn="tl">
                  <a:srgbClr val="000000">
                    <a:alpha val="43137"/>
                  </a:srgbClr>
                </a:outerShdw>
              </a:effectLst>
            </a:endParaRPr>
          </a:p>
        </p:txBody>
      </p:sp>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1.1.6  </a:t>
            </a:r>
            <a:r>
              <a:rPr lang="zh-CN" altLang="en-US" dirty="0">
                <a:effectLst/>
              </a:rPr>
              <a:t>分组交换技术</a:t>
            </a:r>
            <a:r>
              <a:rPr lang="zh-CN" altLang="en-US" dirty="0" smtClean="0">
                <a:effectLst/>
              </a:rPr>
              <a:t>概述</a:t>
            </a:r>
            <a:endParaRPr lang="zh-CN" altLang="en-US" dirty="0"/>
          </a:p>
        </p:txBody>
      </p:sp>
      <p:graphicFrame>
        <p:nvGraphicFramePr>
          <p:cNvPr id="20" name="内容占位符 19"/>
          <p:cNvGraphicFramePr>
            <a:graphicFrameLocks noGrp="1"/>
          </p:cNvGraphicFramePr>
          <p:nvPr>
            <p:ph idx="1"/>
          </p:nvPr>
        </p:nvGraphicFramePr>
        <p:xfrm>
          <a:off x="2465387" y="1385887"/>
          <a:ext cx="8921751" cy="51006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1" name="矩形 20"/>
          <p:cNvSpPr/>
          <p:nvPr/>
        </p:nvSpPr>
        <p:spPr>
          <a:xfrm>
            <a:off x="954661" y="2024360"/>
            <a:ext cx="931289" cy="3416320"/>
          </a:xfrm>
          <a:prstGeom prst="rect">
            <a:avLst/>
          </a:prstGeom>
          <a:noFill/>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zh-CN" altLang="en-US" sz="5400" b="1" cap="none" spc="0" dirty="0" smtClean="0">
                <a:ln w="11430"/>
                <a:solidFill>
                  <a:srgbClr val="0070C0"/>
                </a:solidFill>
                <a:effectLst>
                  <a:outerShdw blurRad="80000" dist="40000" dir="5040000" algn="tl">
                    <a:srgbClr val="000000">
                      <a:alpha val="30000"/>
                    </a:srgbClr>
                  </a:outerShdw>
                </a:effectLst>
                <a:latin typeface="华文琥珀" panose="02010800040101010101" pitchFamily="2" charset="-122"/>
                <a:ea typeface="华文琥珀" panose="02010800040101010101" pitchFamily="2" charset="-122"/>
              </a:rPr>
              <a:t>交换方式</a:t>
            </a:r>
            <a:endParaRPr lang="zh-CN" altLang="en-US" sz="5400" b="1" cap="none" spc="0" dirty="0">
              <a:ln w="11430"/>
              <a:solidFill>
                <a:srgbClr val="0070C0"/>
              </a:solidFill>
              <a:effectLst>
                <a:outerShdw blurRad="80000" dist="40000" dir="5040000" algn="tl">
                  <a:srgbClr val="000000">
                    <a:alpha val="30000"/>
                  </a:srgbClr>
                </a:outerShdw>
              </a:effectLst>
              <a:latin typeface="华文琥珀" panose="02010800040101010101" pitchFamily="2" charset="-122"/>
              <a:ea typeface="华文琥珀" panose="02010800040101010101" pitchFamily="2" charset="-122"/>
            </a:endParaRPr>
          </a:p>
        </p:txBody>
      </p:sp>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1.1.7  </a:t>
            </a:r>
            <a:r>
              <a:rPr lang="zh-CN" altLang="en-US" dirty="0">
                <a:effectLst/>
              </a:rPr>
              <a:t>计算机网络的性能指标</a:t>
            </a:r>
            <a:endParaRPr lang="zh-CN" altLang="en-US" dirty="0">
              <a:effectLst/>
            </a:endParaRPr>
          </a:p>
        </p:txBody>
      </p:sp>
      <p:graphicFrame>
        <p:nvGraphicFramePr>
          <p:cNvPr id="6" name="内容占位符 5"/>
          <p:cNvGraphicFramePr>
            <a:graphicFrameLocks noGrp="1"/>
          </p:cNvGraphicFramePr>
          <p:nvPr>
            <p:ph idx="1"/>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1.1.7  </a:t>
            </a:r>
            <a:r>
              <a:rPr lang="zh-CN" altLang="en-US" dirty="0">
                <a:effectLst/>
              </a:rPr>
              <a:t>计算机网络的性能指标</a:t>
            </a:r>
            <a:endParaRPr lang="zh-CN" altLang="en-US" dirty="0">
              <a:effectLst/>
            </a:endParaRPr>
          </a:p>
        </p:txBody>
      </p:sp>
      <p:sp>
        <p:nvSpPr>
          <p:cNvPr id="3" name="内容占位符 2"/>
          <p:cNvSpPr/>
          <p:nvPr>
            <p:ph idx="1"/>
          </p:nvPr>
        </p:nvSpPr>
        <p:spPr/>
        <p:txBody>
          <a:bodyPr/>
          <a:p>
            <a:r>
              <a:rPr lang="zh-CN" altLang="en-US"/>
              <a:t>速率</a:t>
            </a:r>
            <a:endParaRPr lang="zh-CN" altLang="en-US"/>
          </a:p>
          <a:p>
            <a:pPr lvl="1"/>
            <a:r>
              <a:rPr lang="zh-CN" altLang="en-US"/>
              <a:t>又称数据率，指的是数据在信道上的传输速率。</a:t>
            </a:r>
            <a:endParaRPr lang="zh-CN" altLang="en-US"/>
          </a:p>
          <a:p>
            <a:pPr lvl="0"/>
            <a:r>
              <a:rPr lang="zh-CN" altLang="en-US"/>
              <a:t>带宽</a:t>
            </a:r>
            <a:endParaRPr lang="zh-CN" altLang="en-US"/>
          </a:p>
          <a:p>
            <a:pPr lvl="1"/>
            <a:r>
              <a:rPr lang="zh-CN" altLang="en-US"/>
              <a:t>最开始指的是频带的宽度</a:t>
            </a:r>
            <a:endParaRPr lang="zh-CN" altLang="en-US"/>
          </a:p>
          <a:p>
            <a:pPr lvl="1"/>
            <a:r>
              <a:rPr lang="zh-CN" altLang="en-US"/>
              <a:t>也用来表示数据的最高数据率，反映的是网络传送数据的能力，但位时</a:t>
            </a:r>
            <a:r>
              <a:rPr lang="en-US" altLang="zh-CN"/>
              <a:t>bit/s</a:t>
            </a:r>
            <a:endParaRPr lang="en-US" altLang="zh-CN"/>
          </a:p>
          <a:p>
            <a:pPr lvl="0"/>
            <a:r>
              <a:t>吞吐量</a:t>
            </a:r>
          </a:p>
          <a:p>
            <a:pPr lvl="1"/>
            <a:r>
              <a:rPr lang="zh-CN"/>
              <a:t>通过某个网络的数据量，受带宽和速率的影响</a:t>
            </a:r>
            <a:endParaRPr lang="zh-CN"/>
          </a:p>
          <a:p>
            <a:pPr lvl="0"/>
            <a:r>
              <a:t>时延</a:t>
            </a:r>
          </a:p>
          <a:p>
            <a:pPr lvl="1"/>
            <a:r>
              <a:rPr lang="zh-CN"/>
              <a:t>指的是数据从一端到另一端所需要的时间，包括：发送时延、传播时延、处理时延、排队时延</a:t>
            </a:r>
            <a:endParaRPr lang="zh-CN"/>
          </a:p>
        </p:txBody>
      </p:sp>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1.1.7  </a:t>
            </a:r>
            <a:r>
              <a:rPr lang="zh-CN" altLang="en-US" dirty="0">
                <a:effectLst/>
              </a:rPr>
              <a:t>计算机网络的性能指标</a:t>
            </a:r>
            <a:endParaRPr lang="zh-CN" altLang="en-US" dirty="0">
              <a:effectLst/>
            </a:endParaRPr>
          </a:p>
        </p:txBody>
      </p:sp>
      <p:sp>
        <p:nvSpPr>
          <p:cNvPr id="3" name="内容占位符 2"/>
          <p:cNvSpPr/>
          <p:nvPr>
            <p:ph idx="1"/>
          </p:nvPr>
        </p:nvSpPr>
        <p:spPr/>
        <p:txBody>
          <a:bodyPr/>
          <a:p>
            <a:r>
              <a:rPr lang="zh-CN"/>
              <a:t>时延带宽积</a:t>
            </a:r>
            <a:endParaRPr lang="zh-CN"/>
          </a:p>
          <a:p>
            <a:pPr lvl="1"/>
            <a:r>
              <a:rPr lang="zh-CN" altLang="en-US">
                <a:sym typeface="+mn-ea"/>
              </a:rPr>
              <a:t>即传播时延和带宽的乘积，又称以比特为单位的链路长度，表示的意思就是，链路上最多可能存在的数据。</a:t>
            </a:r>
            <a:endParaRPr lang="zh-CN" altLang="en-US">
              <a:sym typeface="+mn-ea"/>
            </a:endParaRPr>
          </a:p>
          <a:p>
            <a:pPr lvl="0"/>
            <a:r>
              <a:rPr lang="zh-CN" altLang="en-US" sz="2800">
                <a:sym typeface="+mn-ea"/>
              </a:rPr>
              <a:t>往返时间</a:t>
            </a:r>
            <a:endParaRPr lang="zh-CN" altLang="en-US" sz="2800">
              <a:sym typeface="+mn-ea"/>
            </a:endParaRPr>
          </a:p>
          <a:p>
            <a:pPr lvl="1"/>
            <a:r>
              <a:rPr lang="zh-CN" altLang="en-US" sz="1800">
                <a:sym typeface="+mn-ea"/>
              </a:rPr>
              <a:t>从发送方发送数据开始，到发送方接收到接收方的确认为止</a:t>
            </a:r>
            <a:r>
              <a:rPr lang="zh-CN" altLang="en-US">
                <a:sym typeface="+mn-ea"/>
              </a:rPr>
              <a:t>，总共经历的时间</a:t>
            </a:r>
            <a:endParaRPr lang="zh-CN" altLang="en-US">
              <a:sym typeface="+mn-ea"/>
            </a:endParaRPr>
          </a:p>
          <a:p>
            <a:pPr lvl="0"/>
            <a:r>
              <a:rPr lang="zh-CN"/>
              <a:t>利用率</a:t>
            </a:r>
            <a:endParaRPr lang="zh-CN"/>
          </a:p>
          <a:p>
            <a:pPr lvl="1"/>
            <a:r>
              <a:rPr lang="zh-CN"/>
              <a:t>分为信道利用率和网络利用率，信道利用率用于描述信息传递过程中信息占用信道的百分率，也是信道的效率，</a:t>
            </a:r>
            <a:r>
              <a:rPr lang="zh-CN" altLang="en-US">
                <a:sym typeface="+mn-ea"/>
              </a:rPr>
              <a:t>信道利用率并非越高越好，利用率越高则时延越大。网络利用率（全网信道利用率的加权平均值</a:t>
            </a:r>
            <a:endParaRPr lang="zh-CN"/>
          </a:p>
        </p:txBody>
      </p:sp>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1.1.8  </a:t>
            </a:r>
            <a:r>
              <a:rPr lang="zh-CN" altLang="en-US" dirty="0">
                <a:effectLst/>
              </a:rPr>
              <a:t>计算机网络的标准化及相关组织</a:t>
            </a:r>
            <a:endParaRPr lang="zh-CN" altLang="en-US" dirty="0">
              <a:effectLst/>
            </a:endParaRPr>
          </a:p>
        </p:txBody>
      </p:sp>
      <p:sp>
        <p:nvSpPr>
          <p:cNvPr id="3" name="内容占位符 2"/>
          <p:cNvSpPr>
            <a:spLocks noGrp="1"/>
          </p:cNvSpPr>
          <p:nvPr>
            <p:ph idx="1"/>
          </p:nvPr>
        </p:nvSpPr>
        <p:spPr>
          <a:xfrm>
            <a:off x="622300" y="1743075"/>
            <a:ext cx="10954459" cy="4595318"/>
          </a:xfrm>
        </p:spPr>
        <p:txBody>
          <a:bodyPr>
            <a:normAutofit fontScale="92500" lnSpcReduction="20000"/>
          </a:bodyPr>
          <a:lstStyle/>
          <a:p>
            <a:pPr marL="0" indent="720090">
              <a:buNone/>
            </a:pPr>
            <a:r>
              <a:rPr lang="zh-CN" altLang="en-US" dirty="0"/>
              <a:t>因特网的所有标准都以</a:t>
            </a:r>
            <a:r>
              <a:rPr lang="en-US" altLang="zh-CN" dirty="0"/>
              <a:t>RFC(Request For Comments)</a:t>
            </a:r>
            <a:r>
              <a:rPr lang="zh-CN" altLang="en-US" dirty="0"/>
              <a:t>的形式在因特网上</a:t>
            </a:r>
            <a:r>
              <a:rPr lang="zh-CN" altLang="en-US" dirty="0" smtClean="0"/>
              <a:t>发布。</a:t>
            </a:r>
            <a:endParaRPr lang="zh-CN" altLang="en-US" dirty="0"/>
          </a:p>
          <a:p>
            <a:pPr marL="0" indent="720090">
              <a:buNone/>
            </a:pPr>
            <a:r>
              <a:rPr lang="en-US" altLang="zh-CN" dirty="0"/>
              <a:t>RFC</a:t>
            </a:r>
            <a:r>
              <a:rPr lang="zh-CN" altLang="en-US" dirty="0"/>
              <a:t>要上升为因特网正式标准需经过以下四个阶段：</a:t>
            </a:r>
            <a:endParaRPr lang="zh-CN" altLang="en-US" dirty="0"/>
          </a:p>
          <a:p>
            <a:pPr marL="0" indent="720090">
              <a:buNone/>
            </a:pPr>
            <a:r>
              <a:rPr lang="en-US" altLang="zh-CN" b="1" dirty="0"/>
              <a:t>1</a:t>
            </a:r>
            <a:r>
              <a:rPr lang="zh-CN" altLang="en-US" b="1" dirty="0"/>
              <a:t>）因特网草案（</a:t>
            </a:r>
            <a:r>
              <a:rPr lang="en-US" altLang="zh-CN" b="1" dirty="0"/>
              <a:t>Internet Draft</a:t>
            </a:r>
            <a:r>
              <a:rPr lang="zh-CN" altLang="en-US" b="1" dirty="0"/>
              <a:t>）</a:t>
            </a:r>
            <a:endParaRPr lang="en-US" altLang="zh-CN" b="1" dirty="0"/>
          </a:p>
          <a:p>
            <a:pPr marL="0" indent="1440180">
              <a:buNone/>
            </a:pPr>
            <a:r>
              <a:rPr lang="zh-CN" altLang="en-US" dirty="0"/>
              <a:t>这个阶段还不是</a:t>
            </a:r>
            <a:r>
              <a:rPr lang="en-US" altLang="zh-CN" dirty="0"/>
              <a:t>RFC</a:t>
            </a:r>
            <a:r>
              <a:rPr lang="zh-CN" altLang="en-US" dirty="0"/>
              <a:t>文档。</a:t>
            </a:r>
            <a:endParaRPr lang="zh-CN" altLang="en-US" dirty="0"/>
          </a:p>
          <a:p>
            <a:pPr marL="0" indent="720090">
              <a:buNone/>
            </a:pPr>
            <a:r>
              <a:rPr lang="en-US" altLang="zh-CN" b="1" dirty="0"/>
              <a:t>2</a:t>
            </a:r>
            <a:r>
              <a:rPr lang="zh-CN" altLang="en-US" b="1" dirty="0"/>
              <a:t>）建议标准（</a:t>
            </a:r>
            <a:r>
              <a:rPr lang="en-US" altLang="zh-CN" b="1" dirty="0"/>
              <a:t>Proposed Standard</a:t>
            </a:r>
            <a:r>
              <a:rPr lang="zh-CN" altLang="en-US" b="1" dirty="0"/>
              <a:t>）</a:t>
            </a:r>
            <a:endParaRPr lang="en-US" altLang="zh-CN" b="1" dirty="0"/>
          </a:p>
          <a:p>
            <a:pPr marL="0" indent="1440180">
              <a:buNone/>
            </a:pPr>
            <a:r>
              <a:rPr lang="zh-CN" altLang="en-US" dirty="0"/>
              <a:t>这个阶段开始就称为</a:t>
            </a:r>
            <a:r>
              <a:rPr lang="en-US" altLang="zh-CN" dirty="0"/>
              <a:t>RFC</a:t>
            </a:r>
            <a:r>
              <a:rPr lang="zh-CN" altLang="en-US" dirty="0"/>
              <a:t>文档</a:t>
            </a:r>
            <a:endParaRPr lang="zh-CN" altLang="en-US" dirty="0"/>
          </a:p>
          <a:p>
            <a:pPr marL="0" indent="720090">
              <a:buNone/>
            </a:pPr>
            <a:r>
              <a:rPr lang="en-US" altLang="zh-CN" b="1" dirty="0"/>
              <a:t>3</a:t>
            </a:r>
            <a:r>
              <a:rPr lang="zh-CN" altLang="en-US" b="1" dirty="0"/>
              <a:t>）草案标准（</a:t>
            </a:r>
            <a:r>
              <a:rPr lang="en-US" altLang="zh-CN" b="1" dirty="0"/>
              <a:t>Draft Standard</a:t>
            </a:r>
            <a:r>
              <a:rPr lang="zh-CN" altLang="en-US" b="1" dirty="0"/>
              <a:t>）</a:t>
            </a:r>
            <a:endParaRPr lang="en-US" altLang="zh-CN" b="1" dirty="0"/>
          </a:p>
          <a:p>
            <a:pPr marL="0" indent="720090">
              <a:buNone/>
            </a:pPr>
            <a:r>
              <a:rPr lang="en-US" altLang="zh-CN" b="1" dirty="0"/>
              <a:t>4</a:t>
            </a:r>
            <a:r>
              <a:rPr lang="zh-CN" altLang="en-US" b="1" dirty="0"/>
              <a:t>）因特网标准（</a:t>
            </a:r>
            <a:r>
              <a:rPr lang="en-US" altLang="zh-CN" b="1" dirty="0"/>
              <a:t>Internet Standard</a:t>
            </a:r>
            <a:r>
              <a:rPr lang="zh-CN" altLang="en-US" b="1" dirty="0"/>
              <a:t>）</a:t>
            </a:r>
            <a:endParaRPr lang="en-US" altLang="zh-CN" b="1"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1.1.8  </a:t>
            </a:r>
            <a:r>
              <a:rPr lang="zh-CN" altLang="en-US" dirty="0">
                <a:effectLst/>
              </a:rPr>
              <a:t>计算机网络的标准化及相关组织</a:t>
            </a:r>
            <a:endParaRPr lang="zh-CN" altLang="en-US" dirty="0">
              <a:effectLst/>
            </a:endParaRPr>
          </a:p>
        </p:txBody>
      </p:sp>
      <p:sp>
        <p:nvSpPr>
          <p:cNvPr id="3" name="内容占位符 2"/>
          <p:cNvSpPr>
            <a:spLocks noGrp="1"/>
          </p:cNvSpPr>
          <p:nvPr>
            <p:ph idx="1"/>
          </p:nvPr>
        </p:nvSpPr>
        <p:spPr>
          <a:xfrm>
            <a:off x="622300" y="1743075"/>
            <a:ext cx="10954459" cy="4595318"/>
          </a:xfrm>
        </p:spPr>
        <p:txBody>
          <a:bodyPr>
            <a:normAutofit/>
          </a:bodyPr>
          <a:lstStyle/>
          <a:p>
            <a:pPr>
              <a:buSzPct val="100000"/>
              <a:buFont typeface="Wingdings" panose="05000000000000000000" pitchFamily="2" charset="2"/>
              <a:buChar char="Ø"/>
            </a:pPr>
            <a:r>
              <a:rPr lang="zh-CN" altLang="en-US" b="1" dirty="0">
                <a:solidFill>
                  <a:srgbClr val="C00000"/>
                </a:solidFill>
              </a:rPr>
              <a:t>国际标准化组织（</a:t>
            </a:r>
            <a:r>
              <a:rPr lang="en-US" altLang="zh-CN" b="1" dirty="0">
                <a:solidFill>
                  <a:srgbClr val="C00000"/>
                </a:solidFill>
              </a:rPr>
              <a:t>ISO</a:t>
            </a:r>
            <a:r>
              <a:rPr lang="zh-CN" altLang="en-US" b="1" dirty="0">
                <a:solidFill>
                  <a:srgbClr val="C00000"/>
                </a:solidFill>
              </a:rPr>
              <a:t>）</a:t>
            </a:r>
            <a:r>
              <a:rPr lang="en-US" altLang="zh-CN" dirty="0"/>
              <a:t>:</a:t>
            </a:r>
            <a:r>
              <a:rPr lang="zh-CN" altLang="en-US" dirty="0"/>
              <a:t>制定的主要网络标准或规范有</a:t>
            </a:r>
            <a:r>
              <a:rPr lang="en-US" altLang="zh-CN" dirty="0"/>
              <a:t>OSI</a:t>
            </a:r>
            <a:r>
              <a:rPr lang="zh-CN" altLang="en-US" dirty="0"/>
              <a:t>参考模型、</a:t>
            </a:r>
            <a:r>
              <a:rPr lang="en-US" altLang="zh-CN" dirty="0"/>
              <a:t>HDLC</a:t>
            </a:r>
            <a:r>
              <a:rPr lang="zh-CN" altLang="en-US" dirty="0"/>
              <a:t>等。</a:t>
            </a:r>
            <a:endParaRPr lang="zh-CN" altLang="en-US" dirty="0"/>
          </a:p>
          <a:p>
            <a:pPr>
              <a:buSzPct val="100000"/>
              <a:buFont typeface="Wingdings" panose="05000000000000000000" pitchFamily="2" charset="2"/>
              <a:buChar char="Ø"/>
            </a:pPr>
            <a:r>
              <a:rPr lang="zh-CN" altLang="en-US" b="1" dirty="0">
                <a:solidFill>
                  <a:srgbClr val="C00000"/>
                </a:solidFill>
              </a:rPr>
              <a:t>国际电信联盟（</a:t>
            </a:r>
            <a:r>
              <a:rPr lang="en-US" altLang="zh-CN" b="1" dirty="0">
                <a:solidFill>
                  <a:srgbClr val="C00000"/>
                </a:solidFill>
              </a:rPr>
              <a:t>ITU</a:t>
            </a:r>
            <a:r>
              <a:rPr lang="zh-CN" altLang="en-US" b="1" dirty="0">
                <a:solidFill>
                  <a:srgbClr val="C00000"/>
                </a:solidFill>
              </a:rPr>
              <a:t>）</a:t>
            </a:r>
            <a:r>
              <a:rPr lang="en-US" altLang="zh-CN" dirty="0"/>
              <a:t>:</a:t>
            </a:r>
            <a:r>
              <a:rPr lang="zh-CN" altLang="en-US" dirty="0"/>
              <a:t>其前身为国际电话电报咨询委员会（</a:t>
            </a:r>
            <a:r>
              <a:rPr lang="en-US" altLang="zh-CN" dirty="0"/>
              <a:t>CCITT</a:t>
            </a:r>
            <a:r>
              <a:rPr lang="zh-CN" altLang="en-US" dirty="0"/>
              <a:t>）</a:t>
            </a:r>
            <a:r>
              <a:rPr lang="en-US" altLang="zh-CN" dirty="0"/>
              <a:t>,</a:t>
            </a:r>
            <a:r>
              <a:rPr lang="zh-CN" altLang="en-US" dirty="0"/>
              <a:t>其下属机构</a:t>
            </a:r>
            <a:r>
              <a:rPr lang="en-US" altLang="zh-CN" dirty="0"/>
              <a:t>ITU-T</a:t>
            </a:r>
            <a:r>
              <a:rPr lang="zh-CN" altLang="en-US" dirty="0"/>
              <a:t>制定了大量有关远程通信的标准。</a:t>
            </a:r>
            <a:endParaRPr lang="zh-CN" altLang="en-US" dirty="0"/>
          </a:p>
          <a:p>
            <a:pPr>
              <a:buSzPct val="100000"/>
              <a:buFont typeface="Wingdings" panose="05000000000000000000" pitchFamily="2" charset="2"/>
              <a:buChar char="Ø"/>
            </a:pPr>
            <a:r>
              <a:rPr lang="zh-CN" altLang="en-US" b="1" dirty="0">
                <a:solidFill>
                  <a:srgbClr val="C00000"/>
                </a:solidFill>
              </a:rPr>
              <a:t>国际电气电子工程师协会（</a:t>
            </a:r>
            <a:r>
              <a:rPr lang="en-US" altLang="zh-CN" b="1" dirty="0">
                <a:solidFill>
                  <a:srgbClr val="C00000"/>
                </a:solidFill>
              </a:rPr>
              <a:t>IEEE</a:t>
            </a:r>
            <a:r>
              <a:rPr lang="zh-CN" altLang="en-US" b="1" dirty="0">
                <a:solidFill>
                  <a:srgbClr val="C00000"/>
                </a:solidFill>
              </a:rPr>
              <a:t>）</a:t>
            </a:r>
            <a:r>
              <a:rPr lang="en-US" altLang="zh-CN" dirty="0"/>
              <a:t>:</a:t>
            </a:r>
            <a:r>
              <a:rPr lang="zh-CN" altLang="en-US" dirty="0"/>
              <a:t>世界上最大的专业技术团队，由计算机和工程学专业人士组成。</a:t>
            </a:r>
            <a:r>
              <a:rPr lang="en-US" altLang="zh-CN" dirty="0"/>
              <a:t>IEEE</a:t>
            </a:r>
            <a:r>
              <a:rPr lang="zh-CN" altLang="en-US" dirty="0"/>
              <a:t>在通信领域最著名的研究成果是</a:t>
            </a:r>
            <a:r>
              <a:rPr lang="en-US" altLang="zh-CN" dirty="0"/>
              <a:t>802</a:t>
            </a:r>
            <a:r>
              <a:rPr lang="zh-CN" altLang="en-US" dirty="0"/>
              <a:t>标准。</a:t>
            </a:r>
            <a:endParaRPr lang="zh-CN" altLang="en-US"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sp>
        <p:nvSpPr>
          <p:cNvPr id="3" name="内容占位符 2"/>
          <p:cNvSpPr>
            <a:spLocks noGrp="1"/>
          </p:cNvSpPr>
          <p:nvPr>
            <p:ph idx="1"/>
          </p:nvPr>
        </p:nvSpPr>
        <p:spPr>
          <a:xfrm>
            <a:off x="622300" y="1728787"/>
            <a:ext cx="10954459" cy="4609605"/>
          </a:xfrm>
        </p:spPr>
        <p:txBody>
          <a:bodyPr>
            <a:normAutofit/>
          </a:bodyPr>
          <a:lstStyle/>
          <a:p>
            <a:pPr marL="0" indent="0">
              <a:buNone/>
            </a:pPr>
            <a:r>
              <a:rPr lang="en-US" altLang="zh-CN" b="1" dirty="0" smtClean="0">
                <a:latin typeface="微软雅黑" panose="020B0503020204020204" pitchFamily="34" charset="-122"/>
                <a:ea typeface="微软雅黑" panose="020B0503020204020204" pitchFamily="34" charset="-122"/>
              </a:rPr>
              <a:t>1.2.1  </a:t>
            </a:r>
            <a:r>
              <a:rPr lang="zh-CN" altLang="en-US" b="1" dirty="0">
                <a:latin typeface="微软雅黑" panose="020B0503020204020204" pitchFamily="34" charset="-122"/>
                <a:ea typeface="微软雅黑" panose="020B0503020204020204" pitchFamily="34" charset="-122"/>
              </a:rPr>
              <a:t>网络体系结构的基本</a:t>
            </a:r>
            <a:r>
              <a:rPr lang="zh-CN" altLang="en-US" b="1" dirty="0" smtClean="0">
                <a:latin typeface="微软雅黑" panose="020B0503020204020204" pitchFamily="34" charset="-122"/>
                <a:ea typeface="微软雅黑" panose="020B0503020204020204" pitchFamily="34" charset="-122"/>
              </a:rPr>
              <a:t>概念</a:t>
            </a:r>
            <a:endParaRPr lang="zh-CN" altLang="en-US" dirty="0" smtClean="0">
              <a:latin typeface="微软雅黑" panose="020B0503020204020204" pitchFamily="34" charset="-122"/>
              <a:ea typeface="微软雅黑" panose="020B0503020204020204" pitchFamily="34" charset="-122"/>
            </a:endParaRPr>
          </a:p>
          <a:p>
            <a:pPr marL="0" indent="720090">
              <a:buNone/>
            </a:pPr>
            <a:r>
              <a:rPr lang="zh-CN" altLang="en-US" dirty="0"/>
              <a:t>为了使互联的计算机之间很好地进行相互通信，将每个计算机互联的功能划分为定义明确的层次，规定了同层次进程通信的协议及相邻层之间的接口服务。将这些同层进程间通信的协议以及相邻层接口统称为网络体系结构。因此，计算机网络的体系结构是计算机网络的各层及其协议的集合，是对这个计算网络及其部件所应完成功能的精确</a:t>
            </a:r>
            <a:r>
              <a:rPr lang="zh-CN" altLang="en-US" dirty="0" smtClean="0"/>
              <a:t>定义</a:t>
            </a:r>
            <a:r>
              <a:rPr lang="zh-CN" altLang="en-US"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sp>
        <p:nvSpPr>
          <p:cNvPr id="3" name="内容占位符 2"/>
          <p:cNvSpPr>
            <a:spLocks noGrp="1"/>
          </p:cNvSpPr>
          <p:nvPr>
            <p:ph idx="1"/>
          </p:nvPr>
        </p:nvSpPr>
        <p:spPr>
          <a:xfrm>
            <a:off x="622300" y="2057399"/>
            <a:ext cx="10954459" cy="4280993"/>
          </a:xfrm>
        </p:spPr>
        <p:txBody>
          <a:bodyPr>
            <a:normAutofit/>
          </a:bodyPr>
          <a:lstStyle/>
          <a:p>
            <a:pPr marL="0" indent="0">
              <a:buNone/>
            </a:pPr>
            <a:r>
              <a:rPr lang="en-US" altLang="zh-CN" b="1" dirty="0"/>
              <a:t>1</a:t>
            </a:r>
            <a:r>
              <a:rPr lang="zh-CN" altLang="en-US" b="1" dirty="0"/>
              <a:t>．网络协议</a:t>
            </a:r>
            <a:endParaRPr lang="zh-CN" altLang="en-US" dirty="0"/>
          </a:p>
          <a:p>
            <a:pPr marL="0" indent="0">
              <a:buNone/>
            </a:pPr>
            <a:r>
              <a:rPr lang="zh-CN" altLang="en-US" dirty="0"/>
              <a:t>（</a:t>
            </a:r>
            <a:r>
              <a:rPr lang="en-US" altLang="zh-CN" dirty="0"/>
              <a:t>1</a:t>
            </a:r>
            <a:r>
              <a:rPr lang="zh-CN" altLang="en-US" dirty="0"/>
              <a:t>）网络协议的概念。网络协议就是为在网络结点之间进行数据交换而建立的规则、标准或约定。当计算机网络中的两台设备需要通信时，双方应遵守共同的协议才能进行数据交换。也就是说，网络协议是计算机网络中任意两结点间的通信规则。</a:t>
            </a:r>
            <a:endParaRPr lang="zh-CN" altLang="en-US"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sp>
        <p:nvSpPr>
          <p:cNvPr id="3" name="内容占位符 2"/>
          <p:cNvSpPr>
            <a:spLocks noGrp="1"/>
          </p:cNvSpPr>
          <p:nvPr>
            <p:ph idx="1"/>
          </p:nvPr>
        </p:nvSpPr>
        <p:spPr>
          <a:xfrm>
            <a:off x="622300" y="1643063"/>
            <a:ext cx="10954459" cy="4695329"/>
          </a:xfrm>
        </p:spPr>
        <p:txBody>
          <a:bodyPr>
            <a:normAutofit/>
          </a:bodyPr>
          <a:lstStyle/>
          <a:p>
            <a:pPr marL="0" indent="0">
              <a:buNone/>
            </a:pPr>
            <a:r>
              <a:rPr lang="zh-CN" altLang="en-US" b="1" dirty="0"/>
              <a:t>（</a:t>
            </a:r>
            <a:r>
              <a:rPr lang="en-US" altLang="zh-CN" b="1" dirty="0"/>
              <a:t>2</a:t>
            </a:r>
            <a:r>
              <a:rPr lang="zh-CN" altLang="en-US" b="1" dirty="0"/>
              <a:t>）网络协议的三要素：</a:t>
            </a:r>
            <a:endParaRPr lang="zh-CN" altLang="en-US" b="1" dirty="0"/>
          </a:p>
          <a:p>
            <a:pPr marL="0" indent="0">
              <a:buNone/>
            </a:pPr>
            <a:r>
              <a:rPr lang="zh-CN" altLang="en-US" b="1" dirty="0">
                <a:solidFill>
                  <a:srgbClr val="C00000"/>
                </a:solidFill>
              </a:rPr>
              <a:t>① 语法：</a:t>
            </a:r>
            <a:r>
              <a:rPr lang="zh-CN" altLang="en-US" dirty="0"/>
              <a:t>即数据与控制信息的结构或格式；</a:t>
            </a:r>
            <a:endParaRPr lang="zh-CN" altLang="en-US" dirty="0"/>
          </a:p>
          <a:p>
            <a:pPr marL="0" indent="0">
              <a:buNone/>
            </a:pPr>
            <a:r>
              <a:rPr lang="zh-CN" altLang="en-US" b="1" dirty="0">
                <a:solidFill>
                  <a:srgbClr val="C00000"/>
                </a:solidFill>
              </a:rPr>
              <a:t>② 语义：</a:t>
            </a:r>
            <a:r>
              <a:rPr lang="zh-CN" altLang="en-US" dirty="0"/>
              <a:t>即需要发出体积控制信息，完成何种动作以及做出何种响应；</a:t>
            </a:r>
            <a:endParaRPr lang="zh-CN" altLang="en-US" dirty="0"/>
          </a:p>
          <a:p>
            <a:pPr marL="0" indent="0">
              <a:buNone/>
            </a:pPr>
            <a:r>
              <a:rPr lang="zh-CN" altLang="en-US" b="1" dirty="0">
                <a:solidFill>
                  <a:srgbClr val="C00000"/>
                </a:solidFill>
              </a:rPr>
              <a:t>③ 同步：</a:t>
            </a:r>
            <a:r>
              <a:rPr lang="zh-CN" altLang="en-US" dirty="0"/>
              <a:t>即事件实现顺序的详细说明。</a:t>
            </a:r>
            <a:endParaRPr lang="zh-CN" altLang="en-US"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sp>
        <p:nvSpPr>
          <p:cNvPr id="3" name="内容占位符 2"/>
          <p:cNvSpPr>
            <a:spLocks noGrp="1"/>
          </p:cNvSpPr>
          <p:nvPr>
            <p:ph idx="1"/>
          </p:nvPr>
        </p:nvSpPr>
        <p:spPr>
          <a:xfrm>
            <a:off x="622300" y="1643063"/>
            <a:ext cx="10954459" cy="4695329"/>
          </a:xfrm>
        </p:spPr>
        <p:txBody>
          <a:bodyPr>
            <a:normAutofit/>
          </a:bodyPr>
          <a:lstStyle/>
          <a:p>
            <a:pPr marL="0" indent="0">
              <a:buNone/>
            </a:pPr>
            <a:r>
              <a:rPr lang="en-US" altLang="zh-CN" b="1" dirty="0"/>
              <a:t>2</a:t>
            </a:r>
            <a:r>
              <a:rPr lang="zh-CN" altLang="en-US" b="1" dirty="0"/>
              <a:t>．网络体系结构</a:t>
            </a:r>
            <a:endParaRPr lang="zh-CN" altLang="en-US" dirty="0"/>
          </a:p>
          <a:p>
            <a:pPr marL="0" indent="0">
              <a:buNone/>
            </a:pPr>
            <a:r>
              <a:rPr lang="zh-CN" altLang="en-US" dirty="0" smtClean="0"/>
              <a:t>    为了</a:t>
            </a:r>
            <a:r>
              <a:rPr lang="zh-CN" altLang="en-US" dirty="0"/>
              <a:t>降低网络协议设计的复杂性、便于网络维护、提高网络运行效率，国际标准化组织制定的计算机网络协议系统采用了层次结构。</a:t>
            </a:r>
            <a:endParaRPr lang="zh-CN" altLang="en-US"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graphicFrame>
        <p:nvGraphicFramePr>
          <p:cNvPr id="5" name="内容占位符 4"/>
          <p:cNvGraphicFramePr>
            <a:graphicFrameLocks noGrp="1"/>
          </p:cNvGraphicFramePr>
          <p:nvPr>
            <p:ph idx="1"/>
          </p:nvPr>
        </p:nvGraphicFramePr>
        <p:xfrm>
          <a:off x="2836864" y="1285875"/>
          <a:ext cx="8964612" cy="524351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椭圆 5"/>
          <p:cNvSpPr/>
          <p:nvPr/>
        </p:nvSpPr>
        <p:spPr>
          <a:xfrm>
            <a:off x="738832" y="2654040"/>
            <a:ext cx="2504430" cy="2432298"/>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400" b="1" dirty="0" smtClean="0">
                <a:solidFill>
                  <a:schemeClr val="bg1"/>
                </a:solidFill>
                <a:effectLst>
                  <a:outerShdw blurRad="38100" dist="38100" dir="2700000" algn="tl">
                    <a:srgbClr val="000000">
                      <a:alpha val="43137"/>
                    </a:srgbClr>
                  </a:outerShdw>
                </a:effectLst>
              </a:rPr>
              <a:t>分层优势</a:t>
            </a:r>
            <a:endParaRPr lang="zh-CN" altLang="en-US" sz="4400" b="1" dirty="0">
              <a:solidFill>
                <a:schemeClr val="bg1"/>
              </a:solidFill>
              <a:effectLst>
                <a:outerShdw blurRad="38100" dist="38100" dir="2700000" algn="tl">
                  <a:srgbClr val="000000">
                    <a:alpha val="43137"/>
                  </a:srgbClr>
                </a:outerShdw>
              </a:effectLst>
            </a:endParaRPr>
          </a:p>
        </p:txBody>
      </p:sp>
    </p:spTree>
  </p:cSld>
  <p:clrMapOvr>
    <a:masterClrMapping/>
  </p:clrMapOvr>
  <p:transition spd="slow">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  </a:t>
            </a:r>
            <a:r>
              <a:rPr lang="zh-CN" altLang="en-US" dirty="0">
                <a:effectLst/>
              </a:rPr>
              <a:t>计算机网络的体系结构</a:t>
            </a:r>
            <a:endParaRPr lang="zh-CN" altLang="en-US" dirty="0">
              <a:effectLst/>
            </a:endParaRPr>
          </a:p>
        </p:txBody>
      </p:sp>
      <p:sp>
        <p:nvSpPr>
          <p:cNvPr id="3" name="内容占位符 2"/>
          <p:cNvSpPr>
            <a:spLocks noGrp="1"/>
          </p:cNvSpPr>
          <p:nvPr>
            <p:ph idx="1"/>
          </p:nvPr>
        </p:nvSpPr>
        <p:spPr>
          <a:xfrm>
            <a:off x="622300" y="1643063"/>
            <a:ext cx="10954459" cy="4695329"/>
          </a:xfrm>
        </p:spPr>
        <p:txBody>
          <a:bodyPr>
            <a:normAutofit fontScale="77500" lnSpcReduction="20000"/>
          </a:bodyPr>
          <a:lstStyle/>
          <a:p>
            <a:pPr marL="0" indent="0">
              <a:buNone/>
            </a:pP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．典型的网络体系结构</a:t>
            </a:r>
            <a:endParaRPr lang="zh-CN" altLang="en-US" b="1" dirty="0">
              <a:latin typeface="微软雅黑" panose="020B0503020204020204" pitchFamily="34" charset="-122"/>
              <a:ea typeface="微软雅黑" panose="020B0503020204020204" pitchFamily="34" charset="-122"/>
            </a:endParaRPr>
          </a:p>
          <a:p>
            <a:pPr marL="0" indent="0">
              <a:buNone/>
            </a:pPr>
            <a:r>
              <a:rPr lang="zh-CN" altLang="en-US" dirty="0"/>
              <a:t>世界上著名的网络体系结构有：</a:t>
            </a:r>
            <a:endParaRPr lang="zh-CN" altLang="en-US" dirty="0"/>
          </a:p>
          <a:p>
            <a:pPr marL="0" indent="0">
              <a:buNone/>
            </a:pPr>
            <a:r>
              <a:rPr lang="zh-CN" altLang="en-US" b="1" dirty="0"/>
              <a:t>（</a:t>
            </a:r>
            <a:r>
              <a:rPr lang="en-US" altLang="zh-CN" b="1" dirty="0"/>
              <a:t>1</a:t>
            </a:r>
            <a:r>
              <a:rPr lang="zh-CN" altLang="en-US" b="1" dirty="0"/>
              <a:t>）</a:t>
            </a:r>
            <a:r>
              <a:rPr lang="en-US" altLang="zh-CN" b="1" dirty="0"/>
              <a:t>ARPANET</a:t>
            </a:r>
            <a:r>
              <a:rPr lang="zh-CN" altLang="en-US" b="1" dirty="0"/>
              <a:t>网络体系</a:t>
            </a:r>
            <a:endParaRPr lang="zh-CN" altLang="en-US" b="1" dirty="0"/>
          </a:p>
          <a:p>
            <a:pPr marL="0" indent="0">
              <a:buNone/>
            </a:pPr>
            <a:r>
              <a:rPr lang="zh-CN" altLang="en-US" dirty="0"/>
              <a:t>美国国防部高级计划局的网络体系结构，是互联网的前身，其核心是</a:t>
            </a:r>
            <a:r>
              <a:rPr lang="en-US" altLang="zh-CN" dirty="0"/>
              <a:t>TCP/IP</a:t>
            </a:r>
            <a:r>
              <a:rPr lang="zh-CN" altLang="en-US" dirty="0"/>
              <a:t>网络协议。</a:t>
            </a:r>
            <a:endParaRPr lang="zh-CN" altLang="en-US" dirty="0"/>
          </a:p>
          <a:p>
            <a:pPr marL="0" indent="0">
              <a:buNone/>
            </a:pPr>
            <a:r>
              <a:rPr lang="zh-CN" altLang="en-US" b="1" dirty="0"/>
              <a:t>（</a:t>
            </a:r>
            <a:r>
              <a:rPr lang="en-US" altLang="zh-CN" b="1" dirty="0"/>
              <a:t>2</a:t>
            </a:r>
            <a:r>
              <a:rPr lang="zh-CN" altLang="en-US" b="1" dirty="0"/>
              <a:t>）</a:t>
            </a:r>
            <a:r>
              <a:rPr lang="en-US" altLang="zh-CN" b="1" dirty="0"/>
              <a:t>SNA</a:t>
            </a:r>
            <a:r>
              <a:rPr lang="zh-CN" altLang="en-US" b="1" dirty="0"/>
              <a:t>集中式网络</a:t>
            </a:r>
            <a:endParaRPr lang="zh-CN" altLang="en-US" b="1" dirty="0"/>
          </a:p>
          <a:p>
            <a:pPr marL="0" indent="0">
              <a:buNone/>
            </a:pPr>
            <a:r>
              <a:rPr lang="zh-CN" altLang="en-US" dirty="0"/>
              <a:t>美国</a:t>
            </a:r>
            <a:r>
              <a:rPr lang="en-US" altLang="zh-CN" dirty="0"/>
              <a:t>IBM</a:t>
            </a:r>
            <a:r>
              <a:rPr lang="zh-CN" altLang="en-US" dirty="0"/>
              <a:t>公司的网络体系结构，是国际标准化组织</a:t>
            </a:r>
            <a:r>
              <a:rPr lang="en-US" altLang="zh-CN" dirty="0"/>
              <a:t>ISO</a:t>
            </a:r>
            <a:r>
              <a:rPr lang="zh-CN" altLang="en-US" dirty="0"/>
              <a:t>制定</a:t>
            </a:r>
            <a:r>
              <a:rPr lang="en-US" altLang="zh-CN" dirty="0"/>
              <a:t>OSI</a:t>
            </a:r>
            <a:r>
              <a:rPr lang="zh-CN" altLang="en-US" dirty="0"/>
              <a:t>参考模型的主要基础。</a:t>
            </a:r>
            <a:endParaRPr lang="zh-CN" altLang="en-US" dirty="0"/>
          </a:p>
          <a:p>
            <a:pPr marL="0" indent="0">
              <a:buNone/>
            </a:pPr>
            <a:r>
              <a:rPr lang="zh-CN" altLang="en-US" b="1" dirty="0"/>
              <a:t>（</a:t>
            </a:r>
            <a:r>
              <a:rPr lang="en-US" altLang="zh-CN" b="1" dirty="0"/>
              <a:t>3</a:t>
            </a:r>
            <a:r>
              <a:rPr lang="zh-CN" altLang="en-US" b="1" dirty="0"/>
              <a:t>）</a:t>
            </a:r>
            <a:r>
              <a:rPr lang="en-US" altLang="zh-CN" b="1" dirty="0"/>
              <a:t>DNA</a:t>
            </a:r>
            <a:r>
              <a:rPr lang="zh-CN" altLang="en-US" b="1" dirty="0"/>
              <a:t>网络体系</a:t>
            </a:r>
            <a:endParaRPr lang="zh-CN" altLang="en-US" b="1" dirty="0"/>
          </a:p>
          <a:p>
            <a:pPr marL="0" indent="0">
              <a:buNone/>
            </a:pPr>
            <a:r>
              <a:rPr lang="en-US" altLang="zh-CN" dirty="0"/>
              <a:t>DEC</a:t>
            </a:r>
            <a:r>
              <a:rPr lang="zh-CN" altLang="en-US" dirty="0"/>
              <a:t>公司的网络体系结构。</a:t>
            </a:r>
            <a:endParaRPr lang="zh-CN" altLang="en-US" dirty="0"/>
          </a:p>
          <a:p>
            <a:pPr marL="0" indent="0">
              <a:buNone/>
            </a:pPr>
            <a:r>
              <a:rPr lang="zh-CN" altLang="en-US" b="1" dirty="0"/>
              <a:t>（</a:t>
            </a:r>
            <a:r>
              <a:rPr lang="en-US" altLang="zh-CN" b="1" dirty="0"/>
              <a:t>4</a:t>
            </a:r>
            <a:r>
              <a:rPr lang="zh-CN" altLang="en-US" b="1" dirty="0"/>
              <a:t>）</a:t>
            </a:r>
            <a:r>
              <a:rPr lang="en-US" altLang="zh-CN" b="1" dirty="0"/>
              <a:t>OSI</a:t>
            </a:r>
            <a:r>
              <a:rPr lang="zh-CN" altLang="en-US" b="1" dirty="0"/>
              <a:t>参考模型</a:t>
            </a:r>
            <a:endParaRPr lang="zh-CN" altLang="en-US" b="1" dirty="0"/>
          </a:p>
          <a:p>
            <a:pPr marL="0" indent="0">
              <a:buNone/>
            </a:pPr>
            <a:r>
              <a:rPr lang="zh-CN" altLang="en-US" dirty="0"/>
              <a:t>国际标准化组织</a:t>
            </a:r>
            <a:r>
              <a:rPr lang="en-US" altLang="zh-CN" dirty="0"/>
              <a:t>ISO</a:t>
            </a:r>
            <a:r>
              <a:rPr lang="zh-CN" altLang="en-US" dirty="0"/>
              <a:t>制定的全球通用的国际标准网络体系结构。</a:t>
            </a:r>
            <a:endParaRPr lang="zh-CN" altLang="en-US"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1.2.2  OSI</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3078163" cy="4938217"/>
          </a:xfrm>
        </p:spPr>
        <p:txBody>
          <a:bodyPr>
            <a:normAutofit fontScale="77500" lnSpcReduction="20000"/>
          </a:bodyPr>
          <a:lstStyle/>
          <a:p>
            <a:pPr marL="0" indent="720090">
              <a:buNone/>
            </a:pPr>
            <a:r>
              <a:rPr lang="zh-CN" altLang="en-US" b="1" dirty="0" smtClean="0"/>
              <a:t>开放系统互连参考模型</a:t>
            </a:r>
            <a:r>
              <a:rPr lang="zh-CN" altLang="en-US" b="1" dirty="0"/>
              <a:t>（</a:t>
            </a:r>
            <a:r>
              <a:rPr lang="en-US" altLang="zh-CN" b="1" dirty="0"/>
              <a:t>Open System Interconnection Reference Model</a:t>
            </a:r>
            <a:r>
              <a:rPr lang="zh-CN" altLang="en-US" b="1" dirty="0"/>
              <a:t>，</a:t>
            </a:r>
            <a:r>
              <a:rPr lang="en-US" altLang="zh-CN" b="1" dirty="0"/>
              <a:t>OSI/RM</a:t>
            </a:r>
            <a:r>
              <a:rPr lang="zh-CN" altLang="en-US" b="1" dirty="0"/>
              <a:t>）是国际标准化组织</a:t>
            </a:r>
            <a:r>
              <a:rPr lang="en-US" altLang="zh-CN" b="1" dirty="0"/>
              <a:t>ISO</a:t>
            </a:r>
            <a:r>
              <a:rPr lang="zh-CN" altLang="en-US" b="1" dirty="0"/>
              <a:t>在</a:t>
            </a:r>
            <a:r>
              <a:rPr lang="en-US" altLang="zh-CN" b="1" dirty="0"/>
              <a:t>1980</a:t>
            </a:r>
            <a:r>
              <a:rPr lang="zh-CN" altLang="en-US" b="1" dirty="0"/>
              <a:t>年颁布的全球通用的国际标准网络体系结构。</a:t>
            </a:r>
            <a:r>
              <a:rPr lang="en-US" altLang="zh-CN" b="1" dirty="0"/>
              <a:t>OSI</a:t>
            </a:r>
            <a:r>
              <a:rPr lang="zh-CN" altLang="en-US" b="1" dirty="0"/>
              <a:t>不是实际物理模型，而是对网络协议进行规范化的逻辑参考模型。它根据网络系统的逻辑功能将其分为七</a:t>
            </a:r>
            <a:r>
              <a:rPr lang="zh-CN" altLang="en-US" b="1" dirty="0" smtClean="0"/>
              <a:t>层</a:t>
            </a:r>
            <a:r>
              <a:rPr lang="zh-CN" altLang="en-US" b="1" dirty="0" smtClean="0">
                <a:latin typeface="微软雅黑" panose="020B0503020204020204" pitchFamily="34" charset="-122"/>
                <a:ea typeface="微软雅黑" panose="020B0503020204020204" pitchFamily="34" charset="-122"/>
              </a:rPr>
              <a:t>。</a:t>
            </a:r>
            <a:endParaRPr lang="zh-CN" altLang="en-US" b="1" dirty="0">
              <a:latin typeface="微软雅黑" panose="020B0503020204020204" pitchFamily="34" charset="-122"/>
              <a:ea typeface="微软雅黑" panose="020B0503020204020204" pitchFamily="34" charset="-122"/>
            </a:endParaRPr>
          </a:p>
        </p:txBody>
      </p:sp>
      <p:pic>
        <p:nvPicPr>
          <p:cNvPr id="3074" name="Picture 2" descr="C:\Users\ADMINI~1\AppData\Local\Temp\ksohtml37144\wps10.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16361" y="1352552"/>
            <a:ext cx="7921307" cy="4776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1.2.2  OSI</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85000" lnSpcReduction="20000"/>
          </a:bodyPr>
          <a:lstStyle/>
          <a:p>
            <a:pPr marL="0" indent="0">
              <a:buNone/>
            </a:pPr>
            <a:r>
              <a:rPr lang="zh-CN" altLang="en-US" b="1" dirty="0"/>
              <a:t>（</a:t>
            </a:r>
            <a:r>
              <a:rPr lang="en-US" altLang="zh-CN" b="1" dirty="0"/>
              <a:t>1</a:t>
            </a:r>
            <a:r>
              <a:rPr lang="zh-CN" altLang="en-US" b="1" dirty="0"/>
              <a:t>）物理层</a:t>
            </a:r>
            <a:endParaRPr lang="zh-CN" altLang="en-US" b="1" dirty="0"/>
          </a:p>
          <a:p>
            <a:pPr marL="0" indent="0">
              <a:buNone/>
            </a:pPr>
            <a:r>
              <a:rPr lang="zh-CN" altLang="en-US" dirty="0"/>
              <a:t>定义传输介质的物理特性，实现比特流的传输。物理层对应的网络设备有：网卡、网线、集线器、中继器、调制解调器等。</a:t>
            </a:r>
            <a:endParaRPr lang="zh-CN" altLang="en-US" dirty="0"/>
          </a:p>
          <a:p>
            <a:pPr marL="0" indent="0">
              <a:buNone/>
            </a:pPr>
            <a:r>
              <a:rPr lang="zh-CN" altLang="en-US" b="1" dirty="0"/>
              <a:t>（</a:t>
            </a:r>
            <a:r>
              <a:rPr lang="en-US" altLang="zh-CN" b="1" dirty="0"/>
              <a:t>2</a:t>
            </a:r>
            <a:r>
              <a:rPr lang="zh-CN" altLang="en-US" b="1" dirty="0"/>
              <a:t>）数据链路层</a:t>
            </a:r>
            <a:endParaRPr lang="zh-CN" altLang="en-US" b="1" dirty="0"/>
          </a:p>
          <a:p>
            <a:pPr marL="0" indent="0">
              <a:buNone/>
            </a:pPr>
            <a:r>
              <a:rPr lang="zh-CN" altLang="en-US" dirty="0"/>
              <a:t>在物理层提供的服务基础上，在通信的实体间建立数据链路连接，传输以帧为单位的数据包，并采用帧同步、差错控制、流量控制、链路管理等方法，使有差错的物理线路变成无差错的数据链路，实现数据从链路一端到另一端的可靠传输。数据链路层对应的网络设备有：网桥、交换机</a:t>
            </a:r>
            <a:r>
              <a:rPr lang="zh-CN" altLang="en-US" dirty="0" smtClean="0"/>
              <a:t>。</a:t>
            </a:r>
            <a:endParaRPr lang="en-US" altLang="zh-CN" dirty="0" smtClean="0"/>
          </a:p>
          <a:p>
            <a:pPr marL="0" indent="0">
              <a:buNone/>
            </a:pPr>
            <a:r>
              <a:rPr lang="zh-CN" altLang="en-US" b="1" dirty="0"/>
              <a:t>（</a:t>
            </a:r>
            <a:r>
              <a:rPr lang="en-US" altLang="zh-CN" b="1" dirty="0"/>
              <a:t>3</a:t>
            </a:r>
            <a:r>
              <a:rPr lang="zh-CN" altLang="en-US" b="1" dirty="0"/>
              <a:t>）网络层</a:t>
            </a:r>
            <a:endParaRPr lang="zh-CN" altLang="en-US" b="1" dirty="0"/>
          </a:p>
          <a:p>
            <a:pPr marL="0" indent="0">
              <a:buNone/>
            </a:pPr>
            <a:r>
              <a:rPr lang="zh-CN" altLang="en-US" dirty="0"/>
              <a:t>在该层进行编址，通过路由选择算法为分组通过通信子网选择最适当的路径，以及实现拥塞控制、异种网络互连等功能。该层数据传输单元是分组。网络层对应的网络设备有：路由器。</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1.2.2  OSI</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10893425" cy="4746625"/>
          </a:xfrm>
        </p:spPr>
        <p:txBody>
          <a:bodyPr>
            <a:normAutofit fontScale="75000" lnSpcReduction="20000"/>
          </a:bodyPr>
          <a:lstStyle/>
          <a:p>
            <a:pPr marL="0" indent="0">
              <a:buNone/>
            </a:pPr>
            <a:r>
              <a:rPr lang="zh-CN" altLang="en-US" b="1" dirty="0"/>
              <a:t>（</a:t>
            </a:r>
            <a:r>
              <a:rPr lang="en-US" altLang="zh-CN" b="1" dirty="0"/>
              <a:t>4</a:t>
            </a:r>
            <a:r>
              <a:rPr lang="zh-CN" altLang="en-US" b="1" dirty="0"/>
              <a:t>）传输层</a:t>
            </a:r>
            <a:endParaRPr lang="zh-CN" altLang="en-US" b="1" dirty="0"/>
          </a:p>
          <a:p>
            <a:pPr marL="0" indent="0">
              <a:buNone/>
            </a:pPr>
            <a:r>
              <a:rPr lang="zh-CN" altLang="en-US" dirty="0"/>
              <a:t>建立端到端的通信连接，进行流量控制、实现透明可靠的数据传输。网关工作在传输层及其以上各层。</a:t>
            </a:r>
            <a:endParaRPr lang="zh-CN" altLang="en-US" dirty="0"/>
          </a:p>
          <a:p>
            <a:pPr marL="0" indent="0">
              <a:buNone/>
            </a:pPr>
            <a:r>
              <a:rPr lang="zh-CN" altLang="en-US" b="1" dirty="0"/>
              <a:t>（</a:t>
            </a:r>
            <a:r>
              <a:rPr lang="en-US" altLang="zh-CN" b="1" dirty="0"/>
              <a:t>5</a:t>
            </a:r>
            <a:r>
              <a:rPr lang="zh-CN" altLang="en-US" b="1" dirty="0"/>
              <a:t>）会话层</a:t>
            </a:r>
            <a:endParaRPr lang="zh-CN" altLang="en-US" b="1" dirty="0"/>
          </a:p>
          <a:p>
            <a:pPr marL="0" indent="0">
              <a:buNone/>
            </a:pPr>
            <a:r>
              <a:rPr lang="zh-CN" altLang="en-US" dirty="0"/>
              <a:t>在网络结点间建立会话关系，并维持会话的畅通。</a:t>
            </a:r>
            <a:endParaRPr lang="zh-CN" altLang="en-US" dirty="0"/>
          </a:p>
          <a:p>
            <a:pPr marL="0" indent="0">
              <a:buNone/>
            </a:pPr>
            <a:r>
              <a:rPr lang="zh-CN" altLang="en-US" b="1" dirty="0"/>
              <a:t>（</a:t>
            </a:r>
            <a:r>
              <a:rPr lang="en-US" altLang="zh-CN" b="1" dirty="0"/>
              <a:t>6</a:t>
            </a:r>
            <a:r>
              <a:rPr lang="zh-CN" altLang="en-US" b="1" dirty="0"/>
              <a:t>）表示层</a:t>
            </a:r>
            <a:endParaRPr lang="zh-CN" altLang="en-US" b="1" dirty="0"/>
          </a:p>
          <a:p>
            <a:pPr marL="0" indent="0">
              <a:buNone/>
            </a:pPr>
            <a:r>
              <a:rPr lang="zh-CN" altLang="en-US" dirty="0"/>
              <a:t>处理在两个通信系统中交换信息的表示方式，主要包括数据格式转换、数据加密与解密、数据压缩与恢复等功能。</a:t>
            </a:r>
            <a:endParaRPr lang="zh-CN" altLang="en-US" dirty="0"/>
          </a:p>
          <a:p>
            <a:pPr marL="0" indent="0">
              <a:buNone/>
            </a:pPr>
            <a:r>
              <a:rPr lang="zh-CN" altLang="en-US" b="1" dirty="0"/>
              <a:t>（</a:t>
            </a:r>
            <a:r>
              <a:rPr lang="en-US" altLang="zh-CN" b="1" dirty="0"/>
              <a:t>7</a:t>
            </a:r>
            <a:r>
              <a:rPr lang="zh-CN" altLang="en-US" b="1" dirty="0"/>
              <a:t>）应用层</a:t>
            </a:r>
            <a:endParaRPr lang="zh-CN" altLang="en-US" b="1" dirty="0"/>
          </a:p>
          <a:p>
            <a:pPr marL="0" indent="0">
              <a:buNone/>
            </a:pPr>
            <a:r>
              <a:rPr lang="zh-CN" altLang="en-US" dirty="0"/>
              <a:t>负责应用管理和执行应用程序，提供与用户应用有关的功能，为应用程序提供网络服务。</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1.2.3  TCP/IP</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3192463" cy="4938217"/>
          </a:xfrm>
        </p:spPr>
        <p:txBody>
          <a:bodyPr>
            <a:normAutofit/>
          </a:bodyPr>
          <a:lstStyle/>
          <a:p>
            <a:pPr marL="0" indent="0">
              <a:buNone/>
            </a:pPr>
            <a:r>
              <a:rPr lang="en-US" altLang="zh-CN" dirty="0"/>
              <a:t>TCP/IP</a:t>
            </a:r>
            <a:r>
              <a:rPr lang="zh-CN" altLang="en-US" dirty="0"/>
              <a:t>协议族是一个四层协议系统，自底而上分别是网络接口层、网际层、传输层和应用层。每一层完成不同的功能，且通过若干协议来实现，上层协议使用下层协议提供的</a:t>
            </a:r>
            <a:r>
              <a:rPr lang="zh-CN" altLang="en-US" dirty="0" smtClean="0"/>
              <a:t>服务。</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pic>
        <p:nvPicPr>
          <p:cNvPr id="4098" name="Picture 2" descr="C:\Users\ADMINI~1\AppData\Local\Temp\ksohtml37144\wps1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6400" y="1323978"/>
            <a:ext cx="7092176"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1.2.3  TCP/IP</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92500"/>
          </a:bodyPr>
          <a:lstStyle/>
          <a:p>
            <a:pPr marL="0" indent="0">
              <a:buNone/>
            </a:pPr>
            <a:r>
              <a:rPr lang="en-US" altLang="zh-CN" b="1" dirty="0"/>
              <a:t>1</a:t>
            </a:r>
            <a:r>
              <a:rPr lang="zh-CN" altLang="en-US" b="1" dirty="0"/>
              <a:t>、网络接口层</a:t>
            </a:r>
            <a:r>
              <a:rPr lang="zh-CN" altLang="en-US" dirty="0"/>
              <a:t>  </a:t>
            </a:r>
            <a:endParaRPr lang="zh-CN" altLang="en-US" dirty="0"/>
          </a:p>
          <a:p>
            <a:pPr marL="0" indent="0">
              <a:buNone/>
            </a:pPr>
            <a:r>
              <a:rPr lang="zh-CN" altLang="en-US" dirty="0"/>
              <a:t>模型的基层是网络接口层。负责数据帧的发送和接收，帧是独立的网络信息传输单元。网络接口层将帧放在网上，或从网上把帧取下来。</a:t>
            </a:r>
            <a:endParaRPr lang="zh-CN" altLang="en-US" dirty="0"/>
          </a:p>
          <a:p>
            <a:pPr marL="0" indent="0">
              <a:buNone/>
            </a:pPr>
            <a:r>
              <a:rPr lang="en-US" altLang="zh-CN" b="1" dirty="0"/>
              <a:t>2</a:t>
            </a:r>
            <a:r>
              <a:rPr lang="zh-CN" altLang="en-US" b="1" dirty="0"/>
              <a:t>、网际层</a:t>
            </a:r>
            <a:endParaRPr lang="zh-CN" altLang="en-US" b="1" dirty="0"/>
          </a:p>
          <a:p>
            <a:pPr marL="0" indent="0">
              <a:buNone/>
            </a:pPr>
            <a:r>
              <a:rPr lang="zh-CN" altLang="en-US" dirty="0"/>
              <a:t>网际层负责数据怎样传递过去，实现数据包的选路和转发。</a:t>
            </a:r>
            <a:r>
              <a:rPr lang="en-US" altLang="zh-CN" dirty="0"/>
              <a:t>WAN</a:t>
            </a:r>
            <a:r>
              <a:rPr lang="zh-CN" altLang="en-US" dirty="0"/>
              <a:t>（广域网）通常使用众多分级的路由器来连接分散的主机或</a:t>
            </a:r>
            <a:r>
              <a:rPr lang="en-US" altLang="zh-CN" dirty="0"/>
              <a:t>LAN</a:t>
            </a:r>
            <a:r>
              <a:rPr lang="zh-CN" altLang="en-US" dirty="0"/>
              <a:t>（局域网），因此，通讯的两台主机一般不是直接相连的，而是通过多个中间节点（路由器）连接的。网际层的任务就是选择这些中间节点，已确定两台主机之间的通讯路径。同时，网际层对上层协议隐藏了网络拓扑连接的细节，使得在传输层和网络应用程序看来，通讯的双方是直接相连的。</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1.2.3  TCP/IP</a:t>
            </a:r>
            <a:r>
              <a:rPr lang="zh-CN" altLang="en-US" dirty="0">
                <a:effectLst/>
              </a:rPr>
              <a:t>参考模型</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85000" lnSpcReduction="20000"/>
          </a:bodyPr>
          <a:lstStyle/>
          <a:p>
            <a:pPr marL="0" indent="0">
              <a:buNone/>
            </a:pPr>
            <a:r>
              <a:rPr lang="en-US" altLang="zh-CN" b="1" dirty="0"/>
              <a:t>3</a:t>
            </a:r>
            <a:r>
              <a:rPr lang="zh-CN" altLang="en-US" b="1" dirty="0"/>
              <a:t>、传输层</a:t>
            </a:r>
            <a:endParaRPr lang="zh-CN" altLang="en-US" b="1" dirty="0"/>
          </a:p>
          <a:p>
            <a:pPr marL="0" indent="0">
              <a:buNone/>
            </a:pPr>
            <a:r>
              <a:rPr lang="zh-CN" altLang="en-US" dirty="0"/>
              <a:t>传输层负责传输数据的控制（准确性、安全性）。为两台主机上的应用程序提供端到端（</a:t>
            </a:r>
            <a:r>
              <a:rPr lang="en-US" altLang="zh-CN" dirty="0"/>
              <a:t>end to end</a:t>
            </a:r>
            <a:r>
              <a:rPr lang="zh-CN" altLang="en-US" dirty="0"/>
              <a:t>）的通信。与网际层使用的逐跳通信方式不同，传输层只关心通信的起始端和目的端，而不在乎数据包的中转过程。</a:t>
            </a:r>
            <a:endParaRPr lang="zh-CN" altLang="en-US" dirty="0"/>
          </a:p>
          <a:p>
            <a:pPr marL="0" indent="0">
              <a:buNone/>
            </a:pPr>
            <a:r>
              <a:rPr lang="en-US" altLang="zh-CN" b="1" dirty="0"/>
              <a:t>4</a:t>
            </a:r>
            <a:r>
              <a:rPr lang="zh-CN" altLang="en-US" b="1" dirty="0"/>
              <a:t>、应用层</a:t>
            </a:r>
            <a:endParaRPr lang="zh-CN" altLang="en-US" b="1" dirty="0"/>
          </a:p>
          <a:p>
            <a:pPr marL="0" indent="0">
              <a:buNone/>
            </a:pPr>
            <a:r>
              <a:rPr lang="zh-CN" altLang="en-US" dirty="0"/>
              <a:t>应用层负责数据的展示和获取。</a:t>
            </a:r>
            <a:endParaRPr lang="zh-CN" altLang="en-US" dirty="0"/>
          </a:p>
          <a:p>
            <a:pPr marL="0" indent="0">
              <a:buNone/>
            </a:pPr>
            <a:r>
              <a:rPr lang="zh-CN" altLang="en-US" dirty="0"/>
              <a:t>网络接口层、网际层、传输层负责处理网络通信细节，这部分必须既稳定又高效，因此它们都在内核空间中实现。而应用层则在用户空间中实现，因为它负责处理众多逻辑，比如文件传输、名称查询和网络管理等。如果应用层也在内核中实现，则会让内核变的十分庞大。当然，也有少数服务器程序是在内核中实现的，这样代码就无须在用户空间和内核空间来回切换（主要是数据的复制），从而极大地提高了工作效率。不过这种代码实现起来较复杂，不够灵活且不便于移植。</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1.2.4  OSI</a:t>
            </a:r>
            <a:r>
              <a:rPr lang="zh-CN" altLang="en-US" dirty="0">
                <a:effectLst/>
              </a:rPr>
              <a:t>与</a:t>
            </a:r>
            <a:r>
              <a:rPr lang="en-US" altLang="zh-CN" dirty="0">
                <a:effectLst/>
              </a:rPr>
              <a:t>TCP/IP</a:t>
            </a:r>
            <a:r>
              <a:rPr lang="zh-CN" altLang="en-US" dirty="0">
                <a:effectLst/>
              </a:rPr>
              <a:t>参考模型的比较</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85000" lnSpcReduction="20000"/>
          </a:bodyPr>
          <a:lstStyle/>
          <a:p>
            <a:pPr marL="0" indent="0">
              <a:buNone/>
            </a:pPr>
            <a:r>
              <a:rPr lang="zh-CN" altLang="en-US"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几个</a:t>
            </a:r>
            <a:r>
              <a:rPr lang="zh-CN" altLang="en-US" b="1" dirty="0" smtClean="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名词：</a:t>
            </a:r>
            <a:endParaRPr lang="en-US" altLang="zh-CN" b="1" dirty="0" smtClean="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0" indent="0">
              <a:buNone/>
            </a:pPr>
            <a:r>
              <a:rPr lang="zh-CN" altLang="en-US" b="1" dirty="0" smtClean="0">
                <a:solidFill>
                  <a:srgbClr val="FF0000"/>
                </a:solidFill>
              </a:rPr>
              <a:t>层</a:t>
            </a:r>
            <a:r>
              <a:rPr lang="zh-CN" altLang="en-US" b="1" dirty="0">
                <a:solidFill>
                  <a:srgbClr val="FF0000"/>
                </a:solidFill>
              </a:rPr>
              <a:t>：</a:t>
            </a:r>
            <a:r>
              <a:rPr lang="zh-CN" altLang="en-US" dirty="0"/>
              <a:t>为了降低网络设计的复杂性，绝大多数网络都组织成一堆相互叠加的层。</a:t>
            </a:r>
            <a:endParaRPr lang="zh-CN" altLang="en-US" dirty="0"/>
          </a:p>
          <a:p>
            <a:pPr marL="0" indent="0">
              <a:buNone/>
            </a:pPr>
            <a:r>
              <a:rPr lang="zh-CN" altLang="en-US" b="1" dirty="0">
                <a:solidFill>
                  <a:srgbClr val="FF0000"/>
                </a:solidFill>
              </a:rPr>
              <a:t>协议：</a:t>
            </a:r>
            <a:r>
              <a:rPr lang="zh-CN" altLang="en-US" dirty="0"/>
              <a:t>通信双方关于如何进行通信的一种约定。一组规则，用来规定同一层上的对等体之间所交换的信息或者分组的格式和含义。</a:t>
            </a:r>
            <a:endParaRPr lang="zh-CN" altLang="en-US" dirty="0"/>
          </a:p>
          <a:p>
            <a:pPr marL="0" indent="0">
              <a:buNone/>
            </a:pPr>
            <a:r>
              <a:rPr lang="zh-CN" altLang="en-US" b="1" dirty="0">
                <a:solidFill>
                  <a:srgbClr val="FF0000"/>
                </a:solidFill>
              </a:rPr>
              <a:t>接口：</a:t>
            </a:r>
            <a:r>
              <a:rPr lang="zh-CN" altLang="en-US" dirty="0"/>
              <a:t>下层向上层提供哪些原语操作和服务。</a:t>
            </a:r>
            <a:endParaRPr lang="zh-CN" altLang="en-US" dirty="0"/>
          </a:p>
          <a:p>
            <a:pPr marL="0" indent="0">
              <a:buNone/>
            </a:pPr>
            <a:r>
              <a:rPr lang="zh-CN" altLang="en-US" b="1" dirty="0">
                <a:solidFill>
                  <a:srgbClr val="FF0000"/>
                </a:solidFill>
              </a:rPr>
              <a:t>协议栈：</a:t>
            </a:r>
            <a:r>
              <a:rPr lang="zh-CN" altLang="en-US" dirty="0"/>
              <a:t>一个指定的系统所使用的一组协议。</a:t>
            </a:r>
            <a:endParaRPr lang="zh-CN" altLang="en-US" dirty="0"/>
          </a:p>
          <a:p>
            <a:pPr marL="0" indent="0">
              <a:buNone/>
            </a:pPr>
            <a:r>
              <a:rPr lang="zh-CN" altLang="en-US" b="1" dirty="0">
                <a:solidFill>
                  <a:srgbClr val="FF0000"/>
                </a:solidFill>
              </a:rPr>
              <a:t>服务：</a:t>
            </a:r>
            <a:r>
              <a:rPr lang="zh-CN" altLang="en-US" dirty="0"/>
              <a:t>某一层向它上一层提供的一些原语操作。</a:t>
            </a:r>
            <a:endParaRPr lang="zh-CN" altLang="en-US" dirty="0"/>
          </a:p>
          <a:p>
            <a:pPr marL="0" indent="0">
              <a:buNone/>
            </a:pPr>
            <a:r>
              <a:rPr lang="zh-CN" altLang="en-US" b="1" dirty="0" smtClean="0">
                <a:solidFill>
                  <a:srgbClr val="FF0000"/>
                </a:solidFill>
              </a:rPr>
              <a:t>面向</a:t>
            </a:r>
            <a:r>
              <a:rPr lang="zh-CN" altLang="en-US" b="1" dirty="0">
                <a:solidFill>
                  <a:srgbClr val="FF0000"/>
                </a:solidFill>
              </a:rPr>
              <a:t>连接的服务：</a:t>
            </a:r>
            <a:r>
              <a:rPr lang="zh-CN" altLang="en-US" dirty="0"/>
              <a:t>基于电话系统模型的，用户要先建立一个连接，然后再使用该连接，通信完成后，再释放该连接。</a:t>
            </a:r>
            <a:endParaRPr lang="zh-CN" altLang="en-US" dirty="0"/>
          </a:p>
          <a:p>
            <a:pPr marL="0" indent="0">
              <a:buNone/>
            </a:pPr>
            <a:r>
              <a:rPr lang="zh-CN" altLang="en-US" b="1" dirty="0">
                <a:solidFill>
                  <a:srgbClr val="FF0000"/>
                </a:solidFill>
              </a:rPr>
              <a:t>面向无连接的服务：</a:t>
            </a:r>
            <a:r>
              <a:rPr lang="zh-CN" altLang="en-US" dirty="0"/>
              <a:t>基于邮政系统模型的，每一条报文都携带了完整的目标地址，所以，每条报文都可以被系统独立地进行路由，而不需要进行连接。</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1.2.4  OSI</a:t>
            </a:r>
            <a:r>
              <a:rPr lang="zh-CN" altLang="en-US" dirty="0">
                <a:effectLst/>
              </a:rPr>
              <a:t>与</a:t>
            </a:r>
            <a:r>
              <a:rPr lang="en-US" altLang="zh-CN" dirty="0">
                <a:effectLst/>
              </a:rPr>
              <a:t>TCP/IP</a:t>
            </a:r>
            <a:r>
              <a:rPr lang="zh-CN" altLang="en-US" dirty="0">
                <a:effectLst/>
              </a:rPr>
              <a:t>参考模型的比较</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zh-CN" altLang="en-US" b="1" dirty="0">
                <a:solidFill>
                  <a:srgbClr val="FF0000"/>
                </a:solidFill>
              </a:rPr>
              <a:t>共同点</a:t>
            </a:r>
            <a:r>
              <a:rPr lang="zh-CN" altLang="en-US" b="1" dirty="0" smtClean="0">
                <a:solidFill>
                  <a:srgbClr val="FF0000"/>
                </a:solidFill>
              </a:rPr>
              <a:t>：</a:t>
            </a:r>
            <a:endParaRPr lang="en-US" altLang="zh-CN" b="1" dirty="0" smtClean="0">
              <a:solidFill>
                <a:srgbClr val="FF0000"/>
              </a:solidFill>
            </a:endParaRPr>
          </a:p>
          <a:p>
            <a:pPr marL="0" indent="0">
              <a:buNone/>
            </a:pPr>
            <a:r>
              <a:rPr lang="en-US" altLang="zh-CN" dirty="0"/>
              <a:t> </a:t>
            </a:r>
            <a:r>
              <a:rPr lang="en-US" altLang="zh-CN" dirty="0" smtClean="0"/>
              <a:t>   </a:t>
            </a:r>
            <a:r>
              <a:rPr lang="zh-CN" altLang="en-US" dirty="0" smtClean="0"/>
              <a:t>它们</a:t>
            </a:r>
            <a:r>
              <a:rPr lang="zh-CN" altLang="en-US" dirty="0"/>
              <a:t>都以分层协议栈的概念为基础，协议栈中的协议彼此相互独立。传输层及其以上的各层都为希望进行通信的进程提供了一种端到端的，与网络无关的服务。</a:t>
            </a:r>
            <a:endParaRPr lang="zh-CN" altLang="en-US" dirty="0"/>
          </a:p>
          <a:p>
            <a:pPr marL="0" indent="0">
              <a:buNone/>
            </a:pPr>
            <a:r>
              <a:rPr lang="zh-CN" altLang="en-US" b="1" dirty="0">
                <a:solidFill>
                  <a:srgbClr val="FF0000"/>
                </a:solidFill>
              </a:rPr>
              <a:t>最大的</a:t>
            </a:r>
            <a:r>
              <a:rPr lang="zh-CN" altLang="en-US" b="1" dirty="0" smtClean="0">
                <a:solidFill>
                  <a:srgbClr val="FF0000"/>
                </a:solidFill>
              </a:rPr>
              <a:t>区别：</a:t>
            </a:r>
            <a:endParaRPr lang="en-US" altLang="zh-CN" b="1" dirty="0" smtClean="0">
              <a:solidFill>
                <a:srgbClr val="FF0000"/>
              </a:solidFill>
            </a:endParaRPr>
          </a:p>
          <a:p>
            <a:pPr marL="0" indent="0">
              <a:buNone/>
            </a:pPr>
            <a:r>
              <a:rPr lang="en-US" altLang="zh-CN" dirty="0"/>
              <a:t> </a:t>
            </a:r>
            <a:r>
              <a:rPr lang="en-US" altLang="zh-CN" dirty="0" smtClean="0"/>
              <a:t>   OSI</a:t>
            </a:r>
            <a:r>
              <a:rPr lang="zh-CN" altLang="en-US" dirty="0"/>
              <a:t>模型有</a:t>
            </a:r>
            <a:r>
              <a:rPr lang="en-US" altLang="zh-CN" dirty="0"/>
              <a:t>7</a:t>
            </a:r>
            <a:r>
              <a:rPr lang="zh-CN" altLang="en-US" dirty="0"/>
              <a:t>层，</a:t>
            </a:r>
            <a:r>
              <a:rPr lang="en-US" altLang="zh-CN" dirty="0"/>
              <a:t>TCP/IP</a:t>
            </a:r>
            <a:r>
              <a:rPr lang="zh-CN" altLang="en-US" dirty="0"/>
              <a:t>模型只有</a:t>
            </a:r>
            <a:r>
              <a:rPr lang="en-US" altLang="zh-CN" dirty="0"/>
              <a:t>4</a:t>
            </a:r>
            <a:r>
              <a:rPr lang="zh-CN" altLang="en-US" dirty="0"/>
              <a:t>层。</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1.2.5  </a:t>
            </a:r>
            <a:r>
              <a:rPr lang="zh-CN" altLang="en-US" dirty="0">
                <a:effectLst/>
              </a:rPr>
              <a:t>五层协议的参考模型</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6063" y="1595436"/>
            <a:ext cx="8637954" cy="4519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  </a:t>
            </a:r>
            <a:r>
              <a:rPr lang="zh-CN" altLang="en-US" dirty="0">
                <a:effectLst/>
              </a:rPr>
              <a:t>网络新技术</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1.3.1  </a:t>
            </a:r>
            <a:r>
              <a:rPr lang="zh-CN" altLang="en-US" b="1" dirty="0"/>
              <a:t>网络存储</a:t>
            </a:r>
            <a:endParaRPr lang="zh-CN" altLang="en-US" b="1" dirty="0"/>
          </a:p>
          <a:p>
            <a:pPr marL="0" indent="0">
              <a:buNone/>
            </a:pPr>
            <a:r>
              <a:rPr lang="zh-CN" altLang="en-US" dirty="0" smtClean="0"/>
              <a:t>    网络</a:t>
            </a:r>
            <a:r>
              <a:rPr lang="zh-CN" altLang="en-US" dirty="0"/>
              <a:t>存储（</a:t>
            </a:r>
            <a:r>
              <a:rPr lang="en-US" altLang="zh-CN" dirty="0"/>
              <a:t>Network Storage</a:t>
            </a:r>
            <a:r>
              <a:rPr lang="zh-CN" altLang="en-US" dirty="0"/>
              <a:t>）是数据存储的一种方式，网络存储结构大致分为三种：直连式存储（</a:t>
            </a:r>
            <a:r>
              <a:rPr lang="en-US" altLang="zh-CN" dirty="0"/>
              <a:t>DAS</a:t>
            </a:r>
            <a:r>
              <a:rPr lang="zh-CN" altLang="en-US" dirty="0"/>
              <a:t>：</a:t>
            </a:r>
            <a:r>
              <a:rPr lang="en-US" altLang="zh-CN" dirty="0"/>
              <a:t>Direct Attached Storage</a:t>
            </a:r>
            <a:r>
              <a:rPr lang="zh-CN" altLang="en-US" dirty="0"/>
              <a:t>）、网络附加存储（</a:t>
            </a:r>
            <a:r>
              <a:rPr lang="en-US" altLang="zh-CN" dirty="0"/>
              <a:t>NAS</a:t>
            </a:r>
            <a:r>
              <a:rPr lang="zh-CN" altLang="en-US" dirty="0"/>
              <a:t>：</a:t>
            </a:r>
            <a:r>
              <a:rPr lang="en-US" altLang="zh-CN" dirty="0"/>
              <a:t>Network Attached Storage</a:t>
            </a:r>
            <a:r>
              <a:rPr lang="zh-CN" altLang="en-US" dirty="0"/>
              <a:t>）和存储区域网（</a:t>
            </a:r>
            <a:r>
              <a:rPr lang="en-US" altLang="zh-CN" dirty="0"/>
              <a:t>SAN</a:t>
            </a:r>
            <a:r>
              <a:rPr lang="zh-CN" altLang="en-US" dirty="0"/>
              <a:t>：</a:t>
            </a:r>
            <a:r>
              <a:rPr lang="en-US" altLang="zh-CN" dirty="0"/>
              <a:t>Storage Area Network</a:t>
            </a:r>
            <a:r>
              <a:rPr lang="zh-CN" altLang="en-US" dirty="0"/>
              <a:t>）。由于</a:t>
            </a:r>
            <a:r>
              <a:rPr lang="en-US" altLang="zh-CN" dirty="0"/>
              <a:t>NAS</a:t>
            </a:r>
            <a:r>
              <a:rPr lang="zh-CN" altLang="en-US" dirty="0"/>
              <a:t>对于普通消费者而言较为熟悉，所以一般网络存储都指</a:t>
            </a:r>
            <a:r>
              <a:rPr lang="en-US" altLang="zh-CN" dirty="0"/>
              <a:t>NAS</a:t>
            </a:r>
            <a:r>
              <a:rPr lang="zh-CN" altLang="en-US" dirty="0"/>
              <a:t>。</a:t>
            </a:r>
            <a:endParaRPr lang="en-US" altLang="zh-CN" dirty="0"/>
          </a:p>
          <a:p>
            <a:pPr marL="0" indent="0">
              <a:buNone/>
            </a:pPr>
            <a:r>
              <a:rPr lang="zh-CN" altLang="en-US" dirty="0" smtClean="0"/>
              <a:t>    高端</a:t>
            </a:r>
            <a:r>
              <a:rPr lang="zh-CN" altLang="en-US" dirty="0"/>
              <a:t>服务器使用的专业网络存储技术大概分为四种，有</a:t>
            </a:r>
            <a:r>
              <a:rPr lang="en-US" altLang="zh-CN" dirty="0"/>
              <a:t>DAS</a:t>
            </a:r>
            <a:r>
              <a:rPr lang="zh-CN" altLang="en-US" dirty="0"/>
              <a:t>、</a:t>
            </a:r>
            <a:r>
              <a:rPr lang="en-US" altLang="zh-CN" dirty="0"/>
              <a:t>NAS</a:t>
            </a:r>
            <a:r>
              <a:rPr lang="zh-CN" altLang="en-US" dirty="0"/>
              <a:t>、</a:t>
            </a:r>
            <a:r>
              <a:rPr lang="en-US" altLang="zh-CN" dirty="0"/>
              <a:t>SAN</a:t>
            </a:r>
            <a:r>
              <a:rPr lang="zh-CN" altLang="en-US" dirty="0"/>
              <a:t>、</a:t>
            </a:r>
            <a:r>
              <a:rPr lang="en-US" altLang="zh-CN" dirty="0"/>
              <a:t>IPSAN(</a:t>
            </a:r>
            <a:r>
              <a:rPr lang="en-US" altLang="zh-CN" dirty="0" err="1"/>
              <a:t>iscsI)</a:t>
            </a:r>
            <a:r>
              <a:rPr lang="zh-CN" altLang="en-US" dirty="0"/>
              <a:t>，它们可以使用</a:t>
            </a:r>
            <a:r>
              <a:rPr lang="en-US" altLang="zh-CN" dirty="0"/>
              <a:t>RAID</a:t>
            </a:r>
            <a:r>
              <a:rPr lang="zh-CN" altLang="en-US" dirty="0"/>
              <a:t>阵列提供高效的安全存储空间。</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  </a:t>
            </a:r>
            <a:r>
              <a:rPr lang="zh-CN" altLang="en-US" dirty="0">
                <a:effectLst/>
              </a:rPr>
              <a:t>网络新技术</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1.</a:t>
            </a:r>
            <a:r>
              <a:rPr lang="zh-CN" altLang="en-US" b="1" dirty="0"/>
              <a:t>直接附加存储</a:t>
            </a:r>
            <a:r>
              <a:rPr lang="en-US" altLang="zh-CN" b="1" dirty="0"/>
              <a:t>(DAS)</a:t>
            </a:r>
            <a:endParaRPr lang="zh-CN" altLang="en-US" dirty="0"/>
          </a:p>
          <a:p>
            <a:pPr marL="0" indent="0">
              <a:buNone/>
            </a:pPr>
            <a:r>
              <a:rPr lang="zh-CN" altLang="en-US" dirty="0"/>
              <a:t>直接附加存储是指将存储设备通过</a:t>
            </a:r>
            <a:r>
              <a:rPr lang="en-US" altLang="zh-CN" dirty="0"/>
              <a:t>SCSI</a:t>
            </a:r>
            <a:r>
              <a:rPr lang="zh-CN" altLang="en-US" dirty="0"/>
              <a:t>接口直接连接到一台服务器上使用。</a:t>
            </a:r>
            <a:r>
              <a:rPr lang="en-US" altLang="zh-CN" dirty="0"/>
              <a:t>DAS</a:t>
            </a:r>
            <a:r>
              <a:rPr lang="zh-CN" altLang="en-US" dirty="0"/>
              <a:t>购置成本低，配置简单，使用过程和使用本机硬盘并无太大差别，对于服务器的要求仅仅是一个外接的</a:t>
            </a:r>
            <a:r>
              <a:rPr lang="en-US" altLang="zh-CN" dirty="0"/>
              <a:t>SCSI</a:t>
            </a:r>
            <a:r>
              <a:rPr lang="zh-CN" altLang="en-US" dirty="0"/>
              <a:t>口，因此对于小型企业很有吸引力。但是</a:t>
            </a:r>
            <a:r>
              <a:rPr lang="en-US" altLang="zh-CN" dirty="0"/>
              <a:t>DAS</a:t>
            </a:r>
            <a:r>
              <a:rPr lang="zh-CN" altLang="en-US" dirty="0"/>
              <a:t>也存在诸多问题：</a:t>
            </a:r>
            <a:r>
              <a:rPr lang="en-US" altLang="zh-CN" dirty="0"/>
              <a:t>(1)</a:t>
            </a:r>
            <a:r>
              <a:rPr lang="zh-CN" altLang="en-US" dirty="0"/>
              <a:t>服务器本身容易成为系统瓶颈</a:t>
            </a:r>
            <a:r>
              <a:rPr lang="en-US" altLang="zh-CN" dirty="0"/>
              <a:t>;(2)</a:t>
            </a:r>
            <a:r>
              <a:rPr lang="zh-CN" altLang="en-US" dirty="0"/>
              <a:t>服务器发生故障，数据不可访问</a:t>
            </a:r>
            <a:r>
              <a:rPr lang="en-US" altLang="zh-CN" dirty="0"/>
              <a:t>;(3)</a:t>
            </a:r>
            <a:r>
              <a:rPr lang="zh-CN" altLang="en-US" dirty="0"/>
              <a:t>对于存在多个服务器的系统来说，设备分散，不便管理。同时多台服务器使用</a:t>
            </a:r>
            <a:r>
              <a:rPr lang="en-US" altLang="zh-CN" dirty="0"/>
              <a:t>DAS</a:t>
            </a:r>
            <a:r>
              <a:rPr lang="zh-CN" altLang="en-US" dirty="0"/>
              <a:t>时，存储空间不能在服务器之间动态分配，可能造成相当的资源浪费</a:t>
            </a:r>
            <a:r>
              <a:rPr lang="en-US" altLang="zh-CN" dirty="0"/>
              <a:t>;(4)</a:t>
            </a:r>
            <a:r>
              <a:rPr lang="zh-CN" altLang="en-US" dirty="0"/>
              <a:t>数据备份操作复杂。</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  </a:t>
            </a:r>
            <a:r>
              <a:rPr lang="zh-CN" altLang="en-US" dirty="0">
                <a:effectLst/>
              </a:rPr>
              <a:t>网络新技术</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85000" lnSpcReduction="20000"/>
          </a:bodyPr>
          <a:lstStyle/>
          <a:p>
            <a:pPr marL="0" indent="0">
              <a:buNone/>
            </a:pPr>
            <a:r>
              <a:rPr lang="en-US" altLang="zh-CN" b="1" dirty="0"/>
              <a:t>2.</a:t>
            </a:r>
            <a:r>
              <a:rPr lang="zh-CN" altLang="en-US" b="1" dirty="0"/>
              <a:t>网络附加存储</a:t>
            </a:r>
            <a:r>
              <a:rPr lang="en-US" altLang="zh-CN" b="1" dirty="0"/>
              <a:t>(NAS)</a:t>
            </a:r>
            <a:endParaRPr lang="zh-CN" altLang="en-US" dirty="0"/>
          </a:p>
          <a:p>
            <a:pPr marL="0" indent="0">
              <a:buNone/>
            </a:pPr>
            <a:r>
              <a:rPr lang="en-US" altLang="zh-CN" dirty="0"/>
              <a:t>NAS</a:t>
            </a:r>
            <a:r>
              <a:rPr lang="zh-CN" altLang="en-US" dirty="0"/>
              <a:t>实际是一种带有瘦服务器的存储设备。这个瘦服务器实际是一台网络文件服务器。</a:t>
            </a:r>
            <a:r>
              <a:rPr lang="en-US" altLang="zh-CN" dirty="0"/>
              <a:t>NAS</a:t>
            </a:r>
            <a:r>
              <a:rPr lang="zh-CN" altLang="en-US" dirty="0"/>
              <a:t>设备直接连接到</a:t>
            </a:r>
            <a:r>
              <a:rPr lang="en-US" altLang="zh-CN" dirty="0"/>
              <a:t>TCP/IP</a:t>
            </a:r>
            <a:r>
              <a:rPr lang="zh-CN" altLang="en-US" dirty="0"/>
              <a:t>网络上，网络服务器通过</a:t>
            </a:r>
            <a:r>
              <a:rPr lang="en-US" altLang="zh-CN" dirty="0"/>
              <a:t>TCP/IP</a:t>
            </a:r>
            <a:r>
              <a:rPr lang="zh-CN" altLang="en-US" dirty="0"/>
              <a:t>网络存取管理数据。</a:t>
            </a:r>
            <a:r>
              <a:rPr lang="en-US" altLang="zh-CN" dirty="0"/>
              <a:t>NAS</a:t>
            </a:r>
            <a:r>
              <a:rPr lang="zh-CN" altLang="en-US" dirty="0"/>
              <a:t>作为一种瘦服务器系统，易于安装和部署，管理使用也很方便。同时由于可以允许客户机不通过服务器直接在</a:t>
            </a:r>
            <a:r>
              <a:rPr lang="en-US" altLang="zh-CN" dirty="0"/>
              <a:t>NAS</a:t>
            </a:r>
            <a:r>
              <a:rPr lang="zh-CN" altLang="en-US" dirty="0"/>
              <a:t>中存取数据，因此对服务器来说可以减少系统开销。</a:t>
            </a:r>
            <a:r>
              <a:rPr lang="en-US" altLang="zh-CN" dirty="0"/>
              <a:t>NAS</a:t>
            </a:r>
            <a:r>
              <a:rPr lang="zh-CN" altLang="en-US" dirty="0"/>
              <a:t>为异构平台使用统一存储系统提供了解决方案。由于</a:t>
            </a:r>
            <a:r>
              <a:rPr lang="en-US" altLang="zh-CN" dirty="0"/>
              <a:t>NAS</a:t>
            </a:r>
            <a:r>
              <a:rPr lang="zh-CN" altLang="en-US" dirty="0"/>
              <a:t>只需要在一个基本的磁盘阵列柜外增加一套瘦服务器系统，对硬件要求很低，软件成本也不高，甚至可以使用免费的</a:t>
            </a:r>
            <a:r>
              <a:rPr lang="en-US" altLang="zh-CN" dirty="0"/>
              <a:t>LINUX</a:t>
            </a:r>
            <a:r>
              <a:rPr lang="zh-CN" altLang="en-US" dirty="0"/>
              <a:t>解决方案，成本只比直接附加存储略高。</a:t>
            </a:r>
            <a:r>
              <a:rPr lang="en-US" altLang="zh-CN" b="1" dirty="0"/>
              <a:t>NAS</a:t>
            </a:r>
            <a:r>
              <a:rPr lang="zh-CN" altLang="en-US" b="1" dirty="0"/>
              <a:t>存在的主要问题是</a:t>
            </a:r>
            <a:r>
              <a:rPr lang="zh-CN" altLang="en-US" dirty="0"/>
              <a:t>：</a:t>
            </a:r>
            <a:r>
              <a:rPr lang="en-US" altLang="zh-CN" dirty="0"/>
              <a:t>(1)</a:t>
            </a:r>
            <a:r>
              <a:rPr lang="zh-CN" altLang="en-US" dirty="0"/>
              <a:t>由于存储数据通过普通数据网络传输，因此易受网络上其它流量的影响。当网络上有其它大数据流量时会严重影响系统性能</a:t>
            </a:r>
            <a:r>
              <a:rPr lang="en-US" altLang="zh-CN" dirty="0"/>
              <a:t>;(2)</a:t>
            </a:r>
            <a:r>
              <a:rPr lang="zh-CN" altLang="en-US" dirty="0"/>
              <a:t>由于存储数据通过普通数据网络传输，因此容易产生数据泄漏等安全问题</a:t>
            </a:r>
            <a:r>
              <a:rPr lang="en-US" altLang="zh-CN" dirty="0"/>
              <a:t>;(3)</a:t>
            </a:r>
            <a:r>
              <a:rPr lang="zh-CN" altLang="en-US" dirty="0"/>
              <a:t>存储只能以文件方式访问，而不能像普通文件系统一样直接访问物理数据块，因此会在某些情况下严重影响系统效率，比如大型数据库就不能使用</a:t>
            </a:r>
            <a:r>
              <a:rPr lang="en-US" altLang="zh-CN" dirty="0" smtClean="0"/>
              <a:t>NAS</a:t>
            </a:r>
            <a:r>
              <a:rPr lang="zh-CN" altLang="en-US" dirty="0" smtClean="0"/>
              <a:t>。</a:t>
            </a: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  </a:t>
            </a:r>
            <a:r>
              <a:rPr lang="zh-CN" altLang="en-US" dirty="0">
                <a:effectLst/>
              </a:rPr>
              <a:t>网络新技术</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92500" lnSpcReduction="20000"/>
          </a:bodyPr>
          <a:lstStyle/>
          <a:p>
            <a:pPr marL="0" indent="0">
              <a:buNone/>
            </a:pPr>
            <a:r>
              <a:rPr lang="en-US" altLang="zh-CN" b="1" dirty="0"/>
              <a:t>3.</a:t>
            </a:r>
            <a:r>
              <a:rPr lang="zh-CN" altLang="en-US" b="1" dirty="0"/>
              <a:t>存储区域网</a:t>
            </a:r>
            <a:r>
              <a:rPr lang="en-US" altLang="zh-CN" b="1" dirty="0"/>
              <a:t>(SAN)</a:t>
            </a:r>
            <a:endParaRPr lang="zh-CN" altLang="en-US" dirty="0"/>
          </a:p>
          <a:p>
            <a:pPr marL="0" indent="0">
              <a:buNone/>
            </a:pPr>
            <a:r>
              <a:rPr lang="en-US" altLang="zh-CN" dirty="0"/>
              <a:t>SAN</a:t>
            </a:r>
            <a:r>
              <a:rPr lang="zh-CN" altLang="en-US" dirty="0"/>
              <a:t>实际是一种专门为存储建立的独立于</a:t>
            </a:r>
            <a:r>
              <a:rPr lang="en-US" altLang="zh-CN" dirty="0"/>
              <a:t>TCP/IP</a:t>
            </a:r>
            <a:r>
              <a:rPr lang="zh-CN" altLang="en-US" dirty="0"/>
              <a:t>网络之外的专用网络。一般的</a:t>
            </a:r>
            <a:r>
              <a:rPr lang="en-US" altLang="zh-CN" dirty="0"/>
              <a:t>SAN</a:t>
            </a:r>
            <a:r>
              <a:rPr lang="zh-CN" altLang="en-US" dirty="0"/>
              <a:t>提供</a:t>
            </a:r>
            <a:r>
              <a:rPr lang="en-US" altLang="zh-CN" dirty="0"/>
              <a:t>2Gb/S</a:t>
            </a:r>
            <a:r>
              <a:rPr lang="zh-CN" altLang="en-US" dirty="0"/>
              <a:t>到</a:t>
            </a:r>
            <a:r>
              <a:rPr lang="en-US" altLang="zh-CN" dirty="0"/>
              <a:t>4Gb/S</a:t>
            </a:r>
            <a:r>
              <a:rPr lang="zh-CN" altLang="en-US" dirty="0"/>
              <a:t>的传输数率，同时</a:t>
            </a:r>
            <a:r>
              <a:rPr lang="en-US" altLang="zh-CN" dirty="0"/>
              <a:t>SAN</a:t>
            </a:r>
            <a:r>
              <a:rPr lang="zh-CN" altLang="en-US" dirty="0"/>
              <a:t>网络独立于数据网络存在，因此存取速度很快，另外</a:t>
            </a:r>
            <a:r>
              <a:rPr lang="en-US" altLang="zh-CN" dirty="0"/>
              <a:t>SAN</a:t>
            </a:r>
            <a:r>
              <a:rPr lang="zh-CN" altLang="en-US" dirty="0"/>
              <a:t>一般采用高端的</a:t>
            </a:r>
            <a:r>
              <a:rPr lang="en-US" altLang="zh-CN" dirty="0"/>
              <a:t>RAID</a:t>
            </a:r>
            <a:r>
              <a:rPr lang="zh-CN" altLang="en-US" dirty="0"/>
              <a:t>阵列，使</a:t>
            </a:r>
            <a:r>
              <a:rPr lang="en-US" altLang="zh-CN" dirty="0"/>
              <a:t>SAN</a:t>
            </a:r>
            <a:r>
              <a:rPr lang="zh-CN" altLang="en-US" dirty="0"/>
              <a:t>的性能在几种专业网络存储技术中傲视群雄。</a:t>
            </a:r>
            <a:r>
              <a:rPr lang="en-US" altLang="zh-CN" dirty="0"/>
              <a:t>SAN</a:t>
            </a:r>
            <a:r>
              <a:rPr lang="zh-CN" altLang="en-US" dirty="0"/>
              <a:t>由于其基础是一个专用网络，因此扩展性很强，不管是在一个</a:t>
            </a:r>
            <a:r>
              <a:rPr lang="en-US" altLang="zh-CN" dirty="0"/>
              <a:t>SAN</a:t>
            </a:r>
            <a:r>
              <a:rPr lang="zh-CN" altLang="en-US" dirty="0"/>
              <a:t>系统中增加一定的存储空间还是增加几台使用存储空间的服务器都非常方便。通过</a:t>
            </a:r>
            <a:r>
              <a:rPr lang="en-US" altLang="zh-CN" dirty="0"/>
              <a:t>SAN</a:t>
            </a:r>
            <a:r>
              <a:rPr lang="zh-CN" altLang="en-US" dirty="0"/>
              <a:t>接口的磁带机，</a:t>
            </a:r>
            <a:r>
              <a:rPr lang="en-US" altLang="zh-CN" dirty="0"/>
              <a:t>SAN</a:t>
            </a:r>
            <a:r>
              <a:rPr lang="zh-CN" altLang="en-US" dirty="0"/>
              <a:t>系统可以方便高效的实现数据的集中备份。</a:t>
            </a:r>
            <a:r>
              <a:rPr lang="en-US" altLang="zh-CN" dirty="0"/>
              <a:t>SAN</a:t>
            </a:r>
            <a:r>
              <a:rPr lang="zh-CN" altLang="en-US" dirty="0"/>
              <a:t>作为一种新兴的存储方式，是未来存储技术的发展方向，但是，它也存在一些缺点：</a:t>
            </a:r>
            <a:r>
              <a:rPr lang="en-US" altLang="zh-CN" dirty="0"/>
              <a:t>(1)</a:t>
            </a:r>
            <a:r>
              <a:rPr lang="zh-CN" altLang="en-US" dirty="0"/>
              <a:t>价格昂贵。不论是</a:t>
            </a:r>
            <a:r>
              <a:rPr lang="en-US" altLang="zh-CN" dirty="0"/>
              <a:t>SAN</a:t>
            </a:r>
            <a:r>
              <a:rPr lang="zh-CN" altLang="en-US" dirty="0"/>
              <a:t>阵列柜还是</a:t>
            </a:r>
            <a:r>
              <a:rPr lang="en-US" altLang="zh-CN" dirty="0"/>
              <a:t>SAN</a:t>
            </a:r>
            <a:r>
              <a:rPr lang="zh-CN" altLang="en-US" dirty="0"/>
              <a:t>必须的光纤通道交换机价格都是十分昂贵的，就连服务器上使用的光通道卡的价格也是不容易被小型商业企业所接受的</a:t>
            </a:r>
            <a:r>
              <a:rPr lang="en-US" altLang="zh-CN" dirty="0"/>
              <a:t>;(2)</a:t>
            </a:r>
            <a:r>
              <a:rPr lang="zh-CN" altLang="en-US" dirty="0"/>
              <a:t>需要单独建立光纤网络，异地扩展比较困难。</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  </a:t>
            </a:r>
            <a:r>
              <a:rPr lang="zh-CN" altLang="en-US" dirty="0">
                <a:effectLst/>
              </a:rPr>
              <a:t>网络新技术</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92500" lnSpcReduction="10000"/>
          </a:bodyPr>
          <a:lstStyle/>
          <a:p>
            <a:pPr marL="0" indent="0">
              <a:buNone/>
            </a:pPr>
            <a:r>
              <a:rPr lang="en-US" altLang="zh-CN" b="1" dirty="0"/>
              <a:t>4.IPSAN</a:t>
            </a:r>
            <a:r>
              <a:rPr b="1" dirty="0"/>
              <a:t>（</a:t>
            </a:r>
            <a:r>
              <a:rPr lang="en-US" altLang="zh-CN" b="1" dirty="0"/>
              <a:t>iSCSI</a:t>
            </a:r>
            <a:r>
              <a:rPr b="1" dirty="0"/>
              <a:t>）</a:t>
            </a:r>
            <a:endParaRPr lang="zh-CN" altLang="en-US" dirty="0"/>
          </a:p>
          <a:p>
            <a:pPr marL="0" indent="0">
              <a:buNone/>
            </a:pPr>
            <a:r>
              <a:rPr lang="zh-CN" altLang="en-US" dirty="0"/>
              <a:t>使用专门的存储区域网成本很高，而利用普通的数据网来传输</a:t>
            </a:r>
            <a:r>
              <a:rPr lang="en-US" altLang="zh-CN" dirty="0"/>
              <a:t>SCSI</a:t>
            </a:r>
            <a:r>
              <a:rPr lang="zh-CN" altLang="en-US" dirty="0"/>
              <a:t>数据实现和</a:t>
            </a:r>
            <a:r>
              <a:rPr lang="en-US" altLang="zh-CN" dirty="0"/>
              <a:t>SAN</a:t>
            </a:r>
            <a:r>
              <a:rPr lang="zh-CN" altLang="en-US" dirty="0"/>
              <a:t>相似的功能可以大大的降低成本，同时提高系统的灵活性。</a:t>
            </a:r>
            <a:r>
              <a:rPr lang="en-US" altLang="zh-CN" dirty="0" err="1"/>
              <a:t>iSCSI</a:t>
            </a:r>
            <a:r>
              <a:rPr lang="zh-CN" altLang="en-US" dirty="0"/>
              <a:t>就是这样一种技术，它利用普通的</a:t>
            </a:r>
            <a:r>
              <a:rPr lang="en-US" altLang="zh-CN" dirty="0"/>
              <a:t>TCP/IP</a:t>
            </a:r>
            <a:r>
              <a:rPr lang="zh-CN" altLang="en-US" dirty="0"/>
              <a:t>网来传输本来用存储区域网来传输的</a:t>
            </a:r>
            <a:r>
              <a:rPr lang="en-US" altLang="zh-CN" dirty="0"/>
              <a:t>SCSI</a:t>
            </a:r>
            <a:r>
              <a:rPr lang="zh-CN" altLang="en-US" dirty="0"/>
              <a:t>数据块。</a:t>
            </a:r>
            <a:r>
              <a:rPr lang="en-US" altLang="zh-CN" dirty="0" err="1"/>
              <a:t>iSCSI</a:t>
            </a:r>
            <a:r>
              <a:rPr lang="zh-CN" altLang="en-US" dirty="0"/>
              <a:t>的成本相对</a:t>
            </a:r>
            <a:r>
              <a:rPr lang="en-US" altLang="zh-CN" dirty="0"/>
              <a:t>SAN</a:t>
            </a:r>
            <a:r>
              <a:rPr lang="zh-CN" altLang="en-US" dirty="0"/>
              <a:t>来说要低不少。随着千兆网的普及，万兆网也逐渐的进入主流，使</a:t>
            </a:r>
            <a:r>
              <a:rPr lang="en-US" altLang="zh-CN" dirty="0" err="1"/>
              <a:t>iSCSI</a:t>
            </a:r>
            <a:r>
              <a:rPr lang="zh-CN" altLang="en-US" dirty="0"/>
              <a:t>的速度相对</a:t>
            </a:r>
            <a:r>
              <a:rPr lang="en-US" altLang="zh-CN" dirty="0"/>
              <a:t>SAN</a:t>
            </a:r>
            <a:r>
              <a:rPr lang="zh-CN" altLang="en-US" dirty="0"/>
              <a:t>来说并没有太大的劣势。</a:t>
            </a:r>
            <a:r>
              <a:rPr lang="en-US" altLang="zh-CN" dirty="0" err="1"/>
              <a:t>iSCSI</a:t>
            </a:r>
            <a:r>
              <a:rPr lang="zh-CN" altLang="en-US" dirty="0"/>
              <a:t>存在的主要问题是：</a:t>
            </a:r>
            <a:r>
              <a:rPr lang="en-US" altLang="zh-CN" dirty="0"/>
              <a:t>(1)</a:t>
            </a:r>
            <a:r>
              <a:rPr lang="zh-CN" altLang="en-US" dirty="0"/>
              <a:t>新兴的技术，提供完整解决方案的厂商较少，对管理者技术要求高</a:t>
            </a:r>
            <a:r>
              <a:rPr lang="en-US" altLang="zh-CN" dirty="0"/>
              <a:t>;(2)</a:t>
            </a:r>
            <a:r>
              <a:rPr lang="zh-CN" altLang="en-US" dirty="0"/>
              <a:t>通过普通网卡存取</a:t>
            </a:r>
            <a:r>
              <a:rPr lang="en-US" altLang="zh-CN" dirty="0" err="1"/>
              <a:t>iSCSI</a:t>
            </a:r>
            <a:r>
              <a:rPr lang="zh-CN" altLang="en-US" dirty="0"/>
              <a:t>数据时，解码成</a:t>
            </a:r>
            <a:r>
              <a:rPr lang="en-US" altLang="zh-CN" dirty="0"/>
              <a:t>SCSI</a:t>
            </a:r>
            <a:r>
              <a:rPr lang="zh-CN" altLang="en-US" dirty="0"/>
              <a:t>需要</a:t>
            </a:r>
            <a:r>
              <a:rPr lang="en-US" altLang="zh-CN" dirty="0"/>
              <a:t>CPU</a:t>
            </a:r>
            <a:r>
              <a:rPr lang="zh-CN" altLang="en-US" dirty="0"/>
              <a:t>进行运算，增加了系统性能开销，如果采用专门的</a:t>
            </a:r>
            <a:r>
              <a:rPr lang="en-US" altLang="zh-CN" dirty="0" err="1"/>
              <a:t>iSCSI</a:t>
            </a:r>
            <a:r>
              <a:rPr lang="zh-CN" altLang="en-US" dirty="0"/>
              <a:t>网卡虽然可以减少系统性能开销，但会大大增加成本</a:t>
            </a:r>
            <a:r>
              <a:rPr lang="en-US" altLang="zh-CN" dirty="0"/>
              <a:t>;(3)</a:t>
            </a:r>
            <a:r>
              <a:rPr lang="zh-CN" altLang="en-US" dirty="0"/>
              <a:t>使用数据网络进行存取，存取速度冗余受网络运行状况的影响。</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1.3.2  </a:t>
            </a:r>
            <a:r>
              <a:rPr lang="zh-CN" altLang="en-US" dirty="0">
                <a:effectLst/>
              </a:rPr>
              <a:t>网格计算与云计算</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1.</a:t>
            </a:r>
            <a:r>
              <a:rPr lang="zh-CN" altLang="en-US" b="1" dirty="0"/>
              <a:t>网格计算</a:t>
            </a:r>
            <a:endParaRPr lang="zh-CN" altLang="en-US" dirty="0"/>
          </a:p>
          <a:p>
            <a:pPr marL="0" indent="0">
              <a:buNone/>
            </a:pPr>
            <a:r>
              <a:rPr lang="zh-CN" altLang="en-US" dirty="0"/>
              <a:t>网格计算是分布式计算的一种，是一门计算机科学。它研究如何把一个需要非常巨大的计算能力才能解决的问题分成许多小的部分，然后把这些部分分配给许多计算机进行处理，最后把这些计算结果综合起来得到最终结果。最近的分布式计算项目已经被用于使用世界各地成千上万志愿者的计算机的闲置计算能力，通过因特网，您可以分析来自外太空的电讯号，寻找隐蔽的黑洞，并探索可能存在的外星智慧生命；您可以寻找超过</a:t>
            </a:r>
            <a:r>
              <a:rPr lang="en-US" altLang="zh-CN" dirty="0"/>
              <a:t>1000</a:t>
            </a:r>
            <a:r>
              <a:rPr lang="zh-CN" altLang="en-US" dirty="0"/>
              <a:t>万位数字的梅森质数；您也可以寻找并发现对抗艾滋病毒更为有效的药物。用以完成需要惊人的计算量的庞大项目。</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1.3.2  </a:t>
            </a:r>
            <a:r>
              <a:rPr lang="zh-CN" altLang="en-US" dirty="0">
                <a:effectLst/>
              </a:rPr>
              <a:t>网格计算与云计算</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zh-CN" altLang="en-US" b="1" dirty="0"/>
              <a:t>网格计算优势：</a:t>
            </a:r>
            <a:endParaRPr lang="zh-CN" altLang="en-US" b="1" dirty="0"/>
          </a:p>
          <a:p>
            <a:pPr marL="0" indent="0">
              <a:buNone/>
            </a:pPr>
            <a:r>
              <a:rPr lang="zh-CN" altLang="en-US" dirty="0"/>
              <a:t>网格计算的目的是，通过任何一台计算机都可以提供无限的计算能力，可以接入浩如烟海的信息。这种环境将能够使各企业解决以前难以处理的问题，最有效地使用他们的系统，满足客户要求并降低他们计算机资源的拥有和管理总</a:t>
            </a:r>
            <a:r>
              <a:rPr lang="zh-CN" altLang="en-US" dirty="0" smtClean="0"/>
              <a:t>成本。</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1.3.2  </a:t>
            </a:r>
            <a:r>
              <a:rPr lang="zh-CN" altLang="en-US" dirty="0">
                <a:effectLst/>
              </a:rPr>
              <a:t>网格计算与云计算</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2.</a:t>
            </a:r>
            <a:r>
              <a:rPr lang="zh-CN" altLang="en-US" b="1" dirty="0"/>
              <a:t>云计算</a:t>
            </a:r>
            <a:endParaRPr lang="zh-CN" altLang="en-US" dirty="0"/>
          </a:p>
          <a:p>
            <a:pPr marL="0" indent="0">
              <a:buNone/>
            </a:pPr>
            <a:r>
              <a:rPr lang="zh-CN" altLang="en-US" dirty="0"/>
              <a:t>云计算（</a:t>
            </a:r>
            <a:r>
              <a:rPr lang="en-US" altLang="zh-CN" dirty="0"/>
              <a:t>cloud computing</a:t>
            </a:r>
            <a:r>
              <a:rPr lang="zh-CN" altLang="en-US" dirty="0"/>
              <a:t>）是分布式计算的一种，指的是通过网络“云”将巨大的数据计算处理程序分解成无数个小程序，然后，通过多部服务器组成的系统进行处理和分析这些小程序得到结果并返回给用户。云计算早期，简单地说，就是简单的分布式计算，解决任务分发，并进行计算结果的合并。因而，云计算又称为网格计算。通过这项技术，可以在很短的时间内（几秒种）完成对数以万计的数据的处理，从而达到强大的网络服务。</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1.3.2  </a:t>
            </a:r>
            <a:r>
              <a:rPr lang="zh-CN" altLang="en-US" dirty="0">
                <a:effectLst/>
              </a:rPr>
              <a:t>网格计算与云计算</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graphicFrame>
        <p:nvGraphicFramePr>
          <p:cNvPr id="4"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1.3.2  </a:t>
            </a:r>
            <a:r>
              <a:rPr lang="zh-CN" altLang="en-US" dirty="0">
                <a:effectLst/>
              </a:rPr>
              <a:t>网格计算与云计算</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graphicFrame>
        <p:nvGraphicFramePr>
          <p:cNvPr id="4"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92500" lnSpcReduction="20000"/>
          </a:bodyPr>
          <a:lstStyle/>
          <a:p>
            <a:pPr marL="0" indent="0">
              <a:buNone/>
            </a:pPr>
            <a:r>
              <a:rPr lang="en-US" altLang="zh-CN" b="1" dirty="0"/>
              <a:t>1.</a:t>
            </a:r>
            <a:r>
              <a:rPr lang="zh-CN" altLang="en-US" b="1" dirty="0"/>
              <a:t>无线传感器网络</a:t>
            </a:r>
            <a:endParaRPr lang="zh-CN" altLang="en-US" dirty="0"/>
          </a:p>
          <a:p>
            <a:pPr marL="0" indent="0">
              <a:buNone/>
            </a:pPr>
            <a:r>
              <a:rPr lang="zh-CN" altLang="en-US" dirty="0"/>
              <a:t>无线传感器网络是一项通过无线通信技术把数以万计的传感器节点以自由式进行组织与结合进而形成的网络形式。构成传感器节点的单元分别为：数据采集单元、数据传输单元、数据处理单元以及能量供应单元。其中数据采集单元通常都是采集监测区域内的信息并加以转换，比如光强度跟大气压力与湿度等；数据传输单元则主要以无线通信和交流信息以及发送接收那些采集进来的数据信息为主；数据处理单元通常处理的是全部节点的路由协议和管理任务以及定位装置等；能量供应单元为缩减传感器节点占据的面积，会选择微型电池的构成形式。无线传感器网络当中的节点分为两种，一个是汇聚节点，一个是传感器节点。汇聚节点主要指的是网关能够在传感器节点当中将错误的报告数据剔除，并与相关的报告相结合将数据加以融合，对发生的事件进行判断。汇聚节点与用户节点连接可借助广域网络或者卫星直接通信，并对收集到的数据进行处理。</a:t>
            </a: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3" name="TextBox 2"/>
          <p:cNvSpPr txBox="1"/>
          <p:nvPr/>
        </p:nvSpPr>
        <p:spPr>
          <a:xfrm>
            <a:off x="957115" y="2100262"/>
            <a:ext cx="1465016" cy="3785652"/>
          </a:xfrm>
          <a:prstGeom prst="rect">
            <a:avLst/>
          </a:prstGeom>
          <a:noFill/>
        </p:spPr>
        <p:txBody>
          <a:bodyPr vert="eaVert" wrap="none" rtlCol="0">
            <a:spAutoFit/>
          </a:bodyPr>
          <a:lstStyle/>
          <a:p>
            <a:pPr lvl="0">
              <a:lnSpc>
                <a:spcPct val="130000"/>
              </a:lnSpc>
            </a:pPr>
            <a:r>
              <a:rPr lang="zh-CN" altLang="en-US" sz="3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无线传感器网络威胁</a:t>
            </a:r>
            <a:endParaRPr lang="zh-CN" altLang="en-US" sz="3200" b="1"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130000"/>
              </a:lnSpc>
            </a:pPr>
            <a:endParaRPr lang="zh-CN" altLang="en-US" sz="3200" b="1" dirty="0" smtClean="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fontScale="92500" lnSpcReduction="20000"/>
          </a:bodyPr>
          <a:lstStyle/>
          <a:p>
            <a:pPr marL="0" indent="0">
              <a:buNone/>
            </a:pPr>
            <a:r>
              <a:rPr lang="en-US" altLang="zh-CN" b="1" dirty="0"/>
              <a:t>2.</a:t>
            </a:r>
            <a:r>
              <a:rPr lang="zh-CN" altLang="en-US" b="1" dirty="0"/>
              <a:t>物联网</a:t>
            </a:r>
            <a:endParaRPr lang="zh-CN" altLang="en-US" dirty="0"/>
          </a:p>
          <a:p>
            <a:pPr marL="0" indent="0">
              <a:buNone/>
            </a:pPr>
            <a:r>
              <a:rPr lang="zh-CN" altLang="en-US" dirty="0"/>
              <a:t>物联网（</a:t>
            </a:r>
            <a:r>
              <a:rPr lang="en-US" altLang="zh-CN" dirty="0"/>
              <a:t>The Internet of Things</a:t>
            </a:r>
            <a:r>
              <a:rPr lang="zh-CN" altLang="en-US" dirty="0"/>
              <a:t>，简称</a:t>
            </a:r>
            <a:r>
              <a:rPr lang="en-US" altLang="zh-CN" dirty="0"/>
              <a:t>IOT</a:t>
            </a:r>
            <a:r>
              <a:rPr lang="zh-CN" altLang="en-US" dirty="0"/>
              <a:t>）是指</a:t>
            </a:r>
            <a:r>
              <a:rPr lang="zh-CN" altLang="en-US" dirty="0" smtClean="0"/>
              <a:t>通过各种</a:t>
            </a:r>
            <a:r>
              <a:rPr lang="zh-CN" altLang="en-US" dirty="0"/>
              <a:t>信息传感器、射频识别技术、全球定位系统、红外感应器、激光扫描器等各种装置与技术，实时采集任何需要监控、 连接、互动的物体或过程，采集其声、光、热、电、力学、化 学、生物、位置等各种需要的信息，通过各类可能的网络接入，实现物与物、物与人的泛在连接，实现对物品和过程的智能化感知、识别和管理。物联网是一个基于互联网、传统电信网等的信息承载体，它让所有能够被独立寻址的普通物理对象形成互联互通的网络</a:t>
            </a:r>
            <a:r>
              <a:rPr lang="zh-CN" altLang="en-US" dirty="0" smtClean="0"/>
              <a:t>。</a:t>
            </a:r>
            <a:endParaRPr lang="en-US" altLang="zh-CN" dirty="0" smtClean="0"/>
          </a:p>
          <a:p>
            <a:pPr marL="0" indent="0">
              <a:buNone/>
            </a:pPr>
            <a:r>
              <a:rPr lang="zh-CN" altLang="en-US" dirty="0"/>
              <a:t>物联网（ </a:t>
            </a:r>
            <a:r>
              <a:rPr lang="en-US" altLang="zh-CN" dirty="0" err="1"/>
              <a:t>IoT</a:t>
            </a:r>
            <a:r>
              <a:rPr lang="en-US" altLang="zh-CN" dirty="0"/>
              <a:t> </a:t>
            </a:r>
            <a:r>
              <a:rPr lang="zh-CN" altLang="en-US" dirty="0"/>
              <a:t>，</a:t>
            </a:r>
            <a:r>
              <a:rPr lang="en-US" altLang="zh-CN" dirty="0"/>
              <a:t>Internet of things </a:t>
            </a:r>
            <a:r>
              <a:rPr lang="zh-CN" altLang="en-US" dirty="0"/>
              <a:t>）即“万物相连的互联网”，是互联网基础上的延伸和扩展的网络，将各种信息传感设备与互联网结合起来而形成的一个巨大网络，实现在任何时间、任何地点，人、机、物的互联互通。</a:t>
            </a:r>
            <a:endParaRPr lang="zh-CN" altLang="en-US" dirty="0"/>
          </a:p>
          <a:p>
            <a:pPr marL="0" indent="0">
              <a:buNone/>
            </a:pP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1.3.3  </a:t>
            </a:r>
            <a:r>
              <a:rPr lang="zh-CN" altLang="en-US" dirty="0">
                <a:effectLst/>
              </a:rPr>
              <a:t>无线传感器网络与物联网</a:t>
            </a:r>
            <a:endParaRPr lang="zh-CN" altLang="en-US" dirty="0">
              <a:effectLst/>
            </a:endParaRPr>
          </a:p>
        </p:txBody>
      </p:sp>
      <p:graphicFrame>
        <p:nvGraphicFramePr>
          <p:cNvPr id="5" name="内容占位符 5"/>
          <p:cNvGraphicFramePr/>
          <p:nvPr/>
        </p:nvGraphicFramePr>
        <p:xfrm>
          <a:off x="622300" y="1743075"/>
          <a:ext cx="10954459" cy="45953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1.3.4  </a:t>
            </a:r>
            <a:r>
              <a:rPr lang="zh-CN" altLang="en-US" dirty="0">
                <a:effectLst/>
              </a:rPr>
              <a:t>软件定义网络与网络功能虚拟化</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1.</a:t>
            </a:r>
            <a:r>
              <a:rPr lang="zh-CN" altLang="en-US" b="1" dirty="0"/>
              <a:t>软件定义网络</a:t>
            </a:r>
            <a:endParaRPr lang="zh-CN" altLang="en-US" dirty="0"/>
          </a:p>
          <a:p>
            <a:pPr marL="0" indent="0">
              <a:buNone/>
            </a:pPr>
            <a:r>
              <a:rPr lang="zh-CN" altLang="en-US" dirty="0"/>
              <a:t>软件定义网络</a:t>
            </a:r>
            <a:r>
              <a:rPr lang="en-US" altLang="zh-CN" dirty="0"/>
              <a:t>SDN</a:t>
            </a:r>
            <a:r>
              <a:rPr lang="zh-CN" altLang="en-US" dirty="0"/>
              <a:t>（</a:t>
            </a:r>
            <a:r>
              <a:rPr lang="en-US" altLang="zh-CN" dirty="0"/>
              <a:t>Software Defined Network</a:t>
            </a:r>
            <a:r>
              <a:rPr lang="zh-CN" altLang="en-US" dirty="0"/>
              <a:t>）是由美国斯坦福大学</a:t>
            </a:r>
            <a:r>
              <a:rPr lang="en-US" altLang="zh-CN" dirty="0" err="1"/>
              <a:t>CLean</a:t>
            </a:r>
            <a:r>
              <a:rPr lang="en-US" altLang="zh-CN" dirty="0"/>
              <a:t> State</a:t>
            </a:r>
            <a:r>
              <a:rPr lang="zh-CN" altLang="en-US" dirty="0"/>
              <a:t>研究组提出的一种新型网络创新架构，可通过软件编程的形式定义和控制网络，其控制平面和转发（数据）平面分离及开放性可编程的特点，被认为是网络领域的一场革命，为新型互联网体系结构研究提供了新的实验途径，也极大地推动了下一代互联网的发展。</a:t>
            </a:r>
            <a:endParaRPr lang="zh-CN" altLang="en-US" dirty="0"/>
          </a:p>
          <a:p>
            <a:pPr marL="0" indent="0">
              <a:buNone/>
            </a:pP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1.3.4  </a:t>
            </a:r>
            <a:r>
              <a:rPr lang="zh-CN" altLang="en-US" dirty="0">
                <a:effectLst/>
              </a:rPr>
              <a:t>软件定义网络与网络功能虚拟化</a:t>
            </a:r>
            <a:endParaRPr lang="zh-CN" altLang="en-US" dirty="0">
              <a:effectLst/>
            </a:endParaRPr>
          </a:p>
        </p:txBody>
      </p:sp>
      <p:sp>
        <p:nvSpPr>
          <p:cNvPr id="3" name="内容占位符 2"/>
          <p:cNvSpPr>
            <a:spLocks noGrp="1"/>
          </p:cNvSpPr>
          <p:nvPr>
            <p:ph idx="1"/>
          </p:nvPr>
        </p:nvSpPr>
        <p:spPr>
          <a:xfrm>
            <a:off x="622300" y="1400175"/>
            <a:ext cx="10893425" cy="4938217"/>
          </a:xfrm>
        </p:spPr>
        <p:txBody>
          <a:bodyPr>
            <a:normAutofit/>
          </a:bodyPr>
          <a:lstStyle/>
          <a:p>
            <a:pPr marL="0" indent="0">
              <a:buNone/>
            </a:pPr>
            <a:r>
              <a:rPr lang="en-US" altLang="zh-CN" b="1" dirty="0"/>
              <a:t>2. </a:t>
            </a:r>
            <a:r>
              <a:rPr lang="zh-CN" altLang="en-US" b="1" dirty="0"/>
              <a:t>网络功能虚拟化</a:t>
            </a:r>
            <a:endParaRPr lang="zh-CN" altLang="en-US" dirty="0"/>
          </a:p>
          <a:p>
            <a:pPr marL="0" indent="0">
              <a:buNone/>
            </a:pPr>
            <a:r>
              <a:rPr lang="zh-CN" altLang="en-US" dirty="0"/>
              <a:t>网络功能虚拟化（</a:t>
            </a:r>
            <a:r>
              <a:rPr lang="en-US" altLang="zh-CN" dirty="0"/>
              <a:t>Network Functions Virtualization</a:t>
            </a:r>
            <a:r>
              <a:rPr lang="zh-CN" altLang="en-US" dirty="0"/>
              <a:t>，缩为 </a:t>
            </a:r>
            <a:r>
              <a:rPr lang="en-US" altLang="zh-CN" dirty="0"/>
              <a:t>NFV</a:t>
            </a:r>
            <a:r>
              <a:rPr lang="zh-CN" altLang="en-US" dirty="0"/>
              <a:t>），一种对于网络架构（</a:t>
            </a:r>
            <a:r>
              <a:rPr lang="en-US" altLang="zh-CN" dirty="0"/>
              <a:t>network architecture</a:t>
            </a:r>
            <a:r>
              <a:rPr lang="zh-CN" altLang="en-US" dirty="0"/>
              <a:t>）的概念，利用虚拟化技术，将网络节点阶层的功能，分割成几个功能区块，分别以软件方式实作，不再拘限于硬件架构。</a:t>
            </a:r>
            <a:endParaRPr lang="zh-CN" altLang="en-US" dirty="0"/>
          </a:p>
          <a:p>
            <a:pPr marL="0" indent="0">
              <a:buNone/>
            </a:pPr>
            <a:endParaRPr lang="zh-CN" altLang="en-US" dirty="0"/>
          </a:p>
          <a:p>
            <a:pPr marL="0" indent="0">
              <a:buNone/>
            </a:pPr>
            <a:endParaRPr lang="zh-CN" altLang="en-US" dirty="0"/>
          </a:p>
          <a:p>
            <a:pPr marL="0" indent="720090">
              <a:buNone/>
            </a:pPr>
            <a:endParaRPr lang="zh-CN" altLang="en-US" b="1"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tags/tag1.xml><?xml version="1.0" encoding="utf-8"?>
<p:tagLst xmlns:p="http://schemas.openxmlformats.org/presentationml/2006/main">
  <p:tag name="KSO_WPP_MARK_KEY" val="0c13a7c8-d8ac-4357-acbe-1da3767c96c7"/>
  <p:tag name="COMMONDATA" val="eyJoZGlkIjoiYjMwMjM1MThkZTU2Y2E5Y2IwMGRjNGMwMzE0NjFmMmEifQ=="/>
</p:tagLst>
</file>

<file path=ppt/theme/theme1.xml><?xml version="1.0" encoding="utf-8"?>
<a:theme xmlns:a="http://schemas.openxmlformats.org/drawingml/2006/main" name="A000120140530A99PPBG">
  <a:themeElements>
    <a:clrScheme name="自定义 606">
      <a:dk1>
        <a:srgbClr val="5F5F5F"/>
      </a:dk1>
      <a:lt1>
        <a:srgbClr val="FFFFFF"/>
      </a:lt1>
      <a:dk2>
        <a:srgbClr val="5F5F5F"/>
      </a:dk2>
      <a:lt2>
        <a:srgbClr val="FFFFFF"/>
      </a:lt2>
      <a:accent1>
        <a:srgbClr val="0890D0"/>
      </a:accent1>
      <a:accent2>
        <a:srgbClr val="2D9C9F"/>
      </a:accent2>
      <a:accent3>
        <a:srgbClr val="80C34D"/>
      </a:accent3>
      <a:accent4>
        <a:srgbClr val="BAD43B"/>
      </a:accent4>
      <a:accent5>
        <a:srgbClr val="EC9126"/>
      </a:accent5>
      <a:accent6>
        <a:srgbClr val="C00000"/>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A000120150608A12KPBG</Template>
  <TotalTime>0</TotalTime>
  <Words>8379</Words>
  <Application>WPS 演示</Application>
  <PresentationFormat>自定义</PresentationFormat>
  <Paragraphs>350</Paragraphs>
  <Slides>54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54</vt:i4>
      </vt:variant>
    </vt:vector>
  </HeadingPairs>
  <TitlesOfParts>
    <vt:vector size="65" baseType="lpstr">
      <vt:lpstr>Arial</vt:lpstr>
      <vt:lpstr>宋体</vt:lpstr>
      <vt:lpstr>Wingdings</vt:lpstr>
      <vt:lpstr>微软雅黑</vt:lpstr>
      <vt:lpstr>幼圆</vt:lpstr>
      <vt:lpstr>华文中宋</vt:lpstr>
      <vt:lpstr>Arial Unicode MS</vt:lpstr>
      <vt:lpstr>Times New Roman</vt:lpstr>
      <vt:lpstr>Calibri</vt:lpstr>
      <vt:lpstr>华文琥珀</vt:lpstr>
      <vt:lpstr>A000120140530A99PPBG</vt:lpstr>
      <vt:lpstr>第1章  概论</vt:lpstr>
      <vt:lpstr>本章导读</vt:lpstr>
      <vt:lpstr>1.1  计算机网络概述</vt:lpstr>
      <vt:lpstr>1.1.2  计算机网络的组成</vt:lpstr>
      <vt:lpstr>1.1.2  计算机网络的组成</vt:lpstr>
      <vt:lpstr>1.1.3  计算机网络的功能</vt:lpstr>
      <vt:lpstr>1.1.4  计算机网络的分类</vt:lpstr>
      <vt:lpstr>1.1.5  计算机网络的拓扑结构</vt:lpstr>
      <vt:lpstr>1.1.5  计算机网络的拓扑结构</vt:lpstr>
      <vt:lpstr>1.1.6  分组交换技术概述</vt:lpstr>
      <vt:lpstr>1.1.6  分组交换技术概述</vt:lpstr>
      <vt:lpstr>1.1.6  分组交换技术概述</vt:lpstr>
      <vt:lpstr>1.1.7  计算机网络的性能指标</vt:lpstr>
      <vt:lpstr>1.1.7  计算机网络的性能指标</vt:lpstr>
      <vt:lpstr>1.1.7  计算机网络的性能指标</vt:lpstr>
      <vt:lpstr>1.1.8  计算机网络的标准化及相关组织</vt:lpstr>
      <vt:lpstr>1.1.8  计算机网络的标准化及相关组织</vt:lpstr>
      <vt:lpstr>1.2  计算机网络的体系结构</vt:lpstr>
      <vt:lpstr>1.2  计算机网络的体系结构</vt:lpstr>
      <vt:lpstr>1.2  计算机网络的体系结构</vt:lpstr>
      <vt:lpstr>1.2  计算机网络的体系结构</vt:lpstr>
      <vt:lpstr>1.2  计算机网络的体系结构</vt:lpstr>
      <vt:lpstr>1.2  计算机网络的体系结构</vt:lpstr>
      <vt:lpstr>1.2.2  OSI参考模型</vt:lpstr>
      <vt:lpstr>1.2.2  OSI参考模型</vt:lpstr>
      <vt:lpstr>1.2.2  OSI参考模型</vt:lpstr>
      <vt:lpstr>1.2.3  TCP/IP参考模型</vt:lpstr>
      <vt:lpstr>1.2.3  TCP/IP参考模型</vt:lpstr>
      <vt:lpstr>1.2.3  TCP/IP参考模型</vt:lpstr>
      <vt:lpstr>1.2.4  OSI与TCP/IP参考模型的比较</vt:lpstr>
      <vt:lpstr>1.2.4  OSI与TCP/IP参考模型的比较</vt:lpstr>
      <vt:lpstr>1.2.5  五层协议的参考模型</vt:lpstr>
      <vt:lpstr>1.3  网络新技术</vt:lpstr>
      <vt:lpstr>1.3  网络新技术</vt:lpstr>
      <vt:lpstr>1.3  网络新技术</vt:lpstr>
      <vt:lpstr>1.3  网络新技术</vt:lpstr>
      <vt:lpstr>1.3  网络新技术</vt:lpstr>
      <vt:lpstr>1.3.2  网格计算与云计算</vt:lpstr>
      <vt:lpstr>1.3.2  网格计算与云计算</vt:lpstr>
      <vt:lpstr>1.3.2  网格计算与云计算</vt:lpstr>
      <vt:lpstr>1.3.2  网格计算与云计算</vt:lpstr>
      <vt:lpstr>1.3.2  网格计算与云计算</vt:lpstr>
      <vt:lpstr>1.3.3  无线传感器网络与物联网</vt:lpstr>
      <vt:lpstr>1.3.3  无线传感器网络与物联网</vt:lpstr>
      <vt:lpstr>1.3.3  无线传感器网络与物联网</vt:lpstr>
      <vt:lpstr>1.3.3  无线传感器网络与物联网</vt:lpstr>
      <vt:lpstr>1.3.3  无线传感器网络与物联网</vt:lpstr>
      <vt:lpstr>1.3.3  无线传感器网络与物联网</vt:lpstr>
      <vt:lpstr>1.3.3  无线传感器网络与物联网</vt:lpstr>
      <vt:lpstr>1.3.3  无线传感器网络与物联网</vt:lpstr>
      <vt:lpstr>1.3.3  无线传感器网络与物联网</vt:lpstr>
      <vt:lpstr>1.3.3  无线传感器网络与物联网</vt:lpstr>
      <vt:lpstr>1.3.4  软件定义网络与网络功能虚拟化</vt:lpstr>
      <vt:lpstr>1.3.4  软件定义网络与网络功能虚拟化</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Administrator</dc:creator>
  <cp:lastModifiedBy>锋行天下</cp:lastModifiedBy>
  <cp:revision>61</cp:revision>
  <dcterms:created xsi:type="dcterms:W3CDTF">2020-02-09T07:28:00Z</dcterms:created>
  <dcterms:modified xsi:type="dcterms:W3CDTF">2023-08-29T15:17:38Z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C30B60DAD38C4D69BDFF6B8B9AC1AE13_12</vt:lpwstr>
  </property>
  <property fmtid="{D5CDD505-2E9C-101B-9397-08002B2CF9AE}" pid="3" name="KSOProductBuildVer">
    <vt:lpwstr>2052-11.1.0.14309</vt:lpwstr>
  </property>
</Properties>
</file>