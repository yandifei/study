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wav" ContentType="audio/x-wav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media/image268.bin" ContentType="image/unknown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34"/>
  </p:notesMasterIdLst>
  <p:handoutMasterIdLst>
    <p:handoutMasterId r:id="rId135"/>
  </p:handoutMasterIdLst>
  <p:sldIdLst>
    <p:sldId id="860" r:id="rId2"/>
    <p:sldId id="1030" r:id="rId3"/>
    <p:sldId id="1157" r:id="rId4"/>
    <p:sldId id="1032" r:id="rId5"/>
    <p:sldId id="1033" r:id="rId6"/>
    <p:sldId id="1034" r:id="rId7"/>
    <p:sldId id="1035" r:id="rId8"/>
    <p:sldId id="1036" r:id="rId9"/>
    <p:sldId id="1037" r:id="rId10"/>
    <p:sldId id="1038" r:id="rId11"/>
    <p:sldId id="1039" r:id="rId12"/>
    <p:sldId id="1040" r:id="rId13"/>
    <p:sldId id="1041" r:id="rId14"/>
    <p:sldId id="1042" r:id="rId15"/>
    <p:sldId id="1043" r:id="rId16"/>
    <p:sldId id="1044" r:id="rId17"/>
    <p:sldId id="1045" r:id="rId18"/>
    <p:sldId id="1046" r:id="rId19"/>
    <p:sldId id="1158" r:id="rId20"/>
    <p:sldId id="1159" r:id="rId21"/>
    <p:sldId id="1162" r:id="rId22"/>
    <p:sldId id="1163" r:id="rId23"/>
    <p:sldId id="1164" r:id="rId24"/>
    <p:sldId id="1160" r:id="rId25"/>
    <p:sldId id="1161" r:id="rId26"/>
    <p:sldId id="1047" r:id="rId27"/>
    <p:sldId id="1048" r:id="rId28"/>
    <p:sldId id="1049" r:id="rId29"/>
    <p:sldId id="1165" r:id="rId30"/>
    <p:sldId id="1166" r:id="rId31"/>
    <p:sldId id="1167" r:id="rId32"/>
    <p:sldId id="1168" r:id="rId33"/>
    <p:sldId id="1057" r:id="rId34"/>
    <p:sldId id="1058" r:id="rId35"/>
    <p:sldId id="1059" r:id="rId36"/>
    <p:sldId id="1060" r:id="rId37"/>
    <p:sldId id="1169" r:id="rId38"/>
    <p:sldId id="1064" r:id="rId39"/>
    <p:sldId id="1065" r:id="rId40"/>
    <p:sldId id="1066" r:id="rId41"/>
    <p:sldId id="1067" r:id="rId42"/>
    <p:sldId id="1068" r:id="rId43"/>
    <p:sldId id="1069" r:id="rId44"/>
    <p:sldId id="1170" r:id="rId45"/>
    <p:sldId id="1171" r:id="rId46"/>
    <p:sldId id="1172" r:id="rId47"/>
    <p:sldId id="1173" r:id="rId48"/>
    <p:sldId id="1174" r:id="rId49"/>
    <p:sldId id="1071" r:id="rId50"/>
    <p:sldId id="1073" r:id="rId51"/>
    <p:sldId id="1074" r:id="rId52"/>
    <p:sldId id="1075" r:id="rId53"/>
    <p:sldId id="1181" r:id="rId54"/>
    <p:sldId id="1182" r:id="rId55"/>
    <p:sldId id="1076" r:id="rId56"/>
    <p:sldId id="1077" r:id="rId57"/>
    <p:sldId id="1078" r:id="rId58"/>
    <p:sldId id="1079" r:id="rId59"/>
    <p:sldId id="1080" r:id="rId60"/>
    <p:sldId id="1083" r:id="rId61"/>
    <p:sldId id="1084" r:id="rId62"/>
    <p:sldId id="1085" r:id="rId63"/>
    <p:sldId id="1086" r:id="rId64"/>
    <p:sldId id="1087" r:id="rId65"/>
    <p:sldId id="1088" r:id="rId66"/>
    <p:sldId id="1175" r:id="rId67"/>
    <p:sldId id="1176" r:id="rId68"/>
    <p:sldId id="1177" r:id="rId69"/>
    <p:sldId id="1178" r:id="rId70"/>
    <p:sldId id="1179" r:id="rId71"/>
    <p:sldId id="1180" r:id="rId72"/>
    <p:sldId id="1183" r:id="rId73"/>
    <p:sldId id="1097" r:id="rId74"/>
    <p:sldId id="1098" r:id="rId75"/>
    <p:sldId id="1099" r:id="rId76"/>
    <p:sldId id="1100" r:id="rId77"/>
    <p:sldId id="1101" r:id="rId78"/>
    <p:sldId id="1184" r:id="rId79"/>
    <p:sldId id="1102" r:id="rId80"/>
    <p:sldId id="1103" r:id="rId81"/>
    <p:sldId id="1104" r:id="rId82"/>
    <p:sldId id="1105" r:id="rId83"/>
    <p:sldId id="1106" r:id="rId84"/>
    <p:sldId id="1107" r:id="rId85"/>
    <p:sldId id="1108" r:id="rId86"/>
    <p:sldId id="1109" r:id="rId87"/>
    <p:sldId id="1110" r:id="rId88"/>
    <p:sldId id="1187" r:id="rId89"/>
    <p:sldId id="1111" r:id="rId90"/>
    <p:sldId id="1112" r:id="rId91"/>
    <p:sldId id="1113" r:id="rId92"/>
    <p:sldId id="1114" r:id="rId93"/>
    <p:sldId id="1185" r:id="rId94"/>
    <p:sldId id="1186" r:id="rId95"/>
    <p:sldId id="1118" r:id="rId96"/>
    <p:sldId id="1119" r:id="rId97"/>
    <p:sldId id="1120" r:id="rId98"/>
    <p:sldId id="1121" r:id="rId99"/>
    <p:sldId id="1122" r:id="rId100"/>
    <p:sldId id="1123" r:id="rId101"/>
    <p:sldId id="1124" r:id="rId102"/>
    <p:sldId id="1125" r:id="rId103"/>
    <p:sldId id="1126" r:id="rId104"/>
    <p:sldId id="1127" r:id="rId105"/>
    <p:sldId id="1188" r:id="rId106"/>
    <p:sldId id="1129" r:id="rId107"/>
    <p:sldId id="1130" r:id="rId108"/>
    <p:sldId id="1131" r:id="rId109"/>
    <p:sldId id="1132" r:id="rId110"/>
    <p:sldId id="1133" r:id="rId111"/>
    <p:sldId id="1134" r:id="rId112"/>
    <p:sldId id="1135" r:id="rId113"/>
    <p:sldId id="1189" r:id="rId114"/>
    <p:sldId id="1136" r:id="rId115"/>
    <p:sldId id="1190" r:id="rId116"/>
    <p:sldId id="1137" r:id="rId117"/>
    <p:sldId id="1191" r:id="rId118"/>
    <p:sldId id="1156" r:id="rId119"/>
    <p:sldId id="1192" r:id="rId120"/>
    <p:sldId id="1196" r:id="rId121"/>
    <p:sldId id="1197" r:id="rId122"/>
    <p:sldId id="1198" r:id="rId123"/>
    <p:sldId id="1193" r:id="rId124"/>
    <p:sldId id="1194" r:id="rId125"/>
    <p:sldId id="1195" r:id="rId126"/>
    <p:sldId id="1199" r:id="rId127"/>
    <p:sldId id="1200" r:id="rId128"/>
    <p:sldId id="1201" r:id="rId129"/>
    <p:sldId id="1202" r:id="rId130"/>
    <p:sldId id="1203" r:id="rId131"/>
    <p:sldId id="1204" r:id="rId132"/>
    <p:sldId id="1205" r:id="rId13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3333CC"/>
    <a:srgbClr val="FFFF99"/>
    <a:srgbClr val="CCECFF"/>
    <a:srgbClr val="008000"/>
    <a:srgbClr val="0033CC"/>
    <a:srgbClr val="6633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24" autoAdjust="0"/>
    <p:restoredTop sz="90929"/>
  </p:normalViewPr>
  <p:slideViewPr>
    <p:cSldViewPr>
      <p:cViewPr varScale="1">
        <p:scale>
          <a:sx n="72" d="100"/>
          <a:sy n="72" d="100"/>
        </p:scale>
        <p:origin x="108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theme" Target="theme/theme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notesMaster" Target="notesMasters/notesMaster1.xml"/><Relationship Id="rId139" Type="http://schemas.openxmlformats.org/officeDocument/2006/relationships/tableStyles" Target="tableStyle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handoutMaster" Target="handoutMasters/handoutMaster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image" Target="../media/image4.wmf"/><Relationship Id="rId7" Type="http://schemas.openxmlformats.org/officeDocument/2006/relationships/image" Target="../media/image8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10" Type="http://schemas.openxmlformats.org/officeDocument/2006/relationships/image" Target="../media/image11.wmf"/><Relationship Id="rId4" Type="http://schemas.openxmlformats.org/officeDocument/2006/relationships/image" Target="../media/image5.wmf"/><Relationship Id="rId9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image" Target="../media/image12.wmf"/><Relationship Id="rId7" Type="http://schemas.openxmlformats.org/officeDocument/2006/relationships/image" Target="../media/image6.wmf"/><Relationship Id="rId12" Type="http://schemas.openxmlformats.org/officeDocument/2006/relationships/image" Target="../media/image11.wmf"/><Relationship Id="rId2" Type="http://schemas.openxmlformats.org/officeDocument/2006/relationships/image" Target="../media/image7.wmf"/><Relationship Id="rId1" Type="http://schemas.openxmlformats.org/officeDocument/2006/relationships/image" Target="../media/image5.wmf"/><Relationship Id="rId6" Type="http://schemas.openxmlformats.org/officeDocument/2006/relationships/image" Target="../media/image14.wmf"/><Relationship Id="rId11" Type="http://schemas.openxmlformats.org/officeDocument/2006/relationships/image" Target="../media/image18.emf"/><Relationship Id="rId5" Type="http://schemas.openxmlformats.org/officeDocument/2006/relationships/image" Target="../media/image4.wmf"/><Relationship Id="rId10" Type="http://schemas.openxmlformats.org/officeDocument/2006/relationships/image" Target="../media/image17.emf"/><Relationship Id="rId4" Type="http://schemas.openxmlformats.org/officeDocument/2006/relationships/image" Target="../media/image13.wmf"/><Relationship Id="rId9" Type="http://schemas.openxmlformats.org/officeDocument/2006/relationships/image" Target="../media/image16.e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image" Target="../media/image5.wmf"/><Relationship Id="rId7" Type="http://schemas.openxmlformats.org/officeDocument/2006/relationships/image" Target="../media/image20.wmf"/><Relationship Id="rId12" Type="http://schemas.openxmlformats.org/officeDocument/2006/relationships/image" Target="../media/image24.wmf"/><Relationship Id="rId2" Type="http://schemas.openxmlformats.org/officeDocument/2006/relationships/image" Target="../media/image4.wmf"/><Relationship Id="rId1" Type="http://schemas.openxmlformats.org/officeDocument/2006/relationships/image" Target="../media/image15.wmf"/><Relationship Id="rId6" Type="http://schemas.openxmlformats.org/officeDocument/2006/relationships/image" Target="../media/image19.wmf"/><Relationship Id="rId11" Type="http://schemas.openxmlformats.org/officeDocument/2006/relationships/image" Target="../media/image23.emf"/><Relationship Id="rId5" Type="http://schemas.openxmlformats.org/officeDocument/2006/relationships/image" Target="../media/image7.wmf"/><Relationship Id="rId10" Type="http://schemas.openxmlformats.org/officeDocument/2006/relationships/image" Target="../media/image22.emf"/><Relationship Id="rId4" Type="http://schemas.openxmlformats.org/officeDocument/2006/relationships/image" Target="../media/image6.wmf"/><Relationship Id="rId9" Type="http://schemas.openxmlformats.org/officeDocument/2006/relationships/image" Target="../media/image21.e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13" Type="http://schemas.openxmlformats.org/officeDocument/2006/relationships/image" Target="../media/image32.wmf"/><Relationship Id="rId3" Type="http://schemas.openxmlformats.org/officeDocument/2006/relationships/image" Target="../media/image5.wmf"/><Relationship Id="rId7" Type="http://schemas.openxmlformats.org/officeDocument/2006/relationships/image" Target="../media/image26.wmf"/><Relationship Id="rId12" Type="http://schemas.openxmlformats.org/officeDocument/2006/relationships/image" Target="../media/image31.wmf"/><Relationship Id="rId2" Type="http://schemas.openxmlformats.org/officeDocument/2006/relationships/image" Target="../media/image4.wmf"/><Relationship Id="rId1" Type="http://schemas.openxmlformats.org/officeDocument/2006/relationships/image" Target="../media/image25.wmf"/><Relationship Id="rId6" Type="http://schemas.openxmlformats.org/officeDocument/2006/relationships/image" Target="../media/image10.wmf"/><Relationship Id="rId11" Type="http://schemas.openxmlformats.org/officeDocument/2006/relationships/image" Target="../media/image30.wmf"/><Relationship Id="rId5" Type="http://schemas.openxmlformats.org/officeDocument/2006/relationships/image" Target="../media/image7.wmf"/><Relationship Id="rId15" Type="http://schemas.openxmlformats.org/officeDocument/2006/relationships/image" Target="../media/image34.wmf"/><Relationship Id="rId10" Type="http://schemas.openxmlformats.org/officeDocument/2006/relationships/image" Target="../media/image29.emf"/><Relationship Id="rId4" Type="http://schemas.openxmlformats.org/officeDocument/2006/relationships/image" Target="../media/image6.wmf"/><Relationship Id="rId9" Type="http://schemas.openxmlformats.org/officeDocument/2006/relationships/image" Target="../media/image28.emf"/><Relationship Id="rId14" Type="http://schemas.openxmlformats.org/officeDocument/2006/relationships/image" Target="../media/image33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Relationship Id="rId6" Type="http://schemas.openxmlformats.org/officeDocument/2006/relationships/image" Target="../media/image40.wmf"/><Relationship Id="rId5" Type="http://schemas.openxmlformats.org/officeDocument/2006/relationships/image" Target="../media/image39.wmf"/><Relationship Id="rId4" Type="http://schemas.openxmlformats.org/officeDocument/2006/relationships/image" Target="../media/image38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13" Type="http://schemas.openxmlformats.org/officeDocument/2006/relationships/image" Target="../media/image49.wmf"/><Relationship Id="rId3" Type="http://schemas.openxmlformats.org/officeDocument/2006/relationships/image" Target="../media/image41.wmf"/><Relationship Id="rId7" Type="http://schemas.openxmlformats.org/officeDocument/2006/relationships/image" Target="../media/image44.wmf"/><Relationship Id="rId12" Type="http://schemas.openxmlformats.org/officeDocument/2006/relationships/image" Target="../media/image48.wmf"/><Relationship Id="rId2" Type="http://schemas.openxmlformats.org/officeDocument/2006/relationships/image" Target="../media/image37.wmf"/><Relationship Id="rId1" Type="http://schemas.openxmlformats.org/officeDocument/2006/relationships/image" Target="../media/image39.wmf"/><Relationship Id="rId6" Type="http://schemas.openxmlformats.org/officeDocument/2006/relationships/image" Target="../media/image43.wmf"/><Relationship Id="rId11" Type="http://schemas.openxmlformats.org/officeDocument/2006/relationships/image" Target="../media/image47.wmf"/><Relationship Id="rId5" Type="http://schemas.openxmlformats.org/officeDocument/2006/relationships/image" Target="../media/image10.wmf"/><Relationship Id="rId10" Type="http://schemas.openxmlformats.org/officeDocument/2006/relationships/image" Target="../media/image46.wmf"/><Relationship Id="rId4" Type="http://schemas.openxmlformats.org/officeDocument/2006/relationships/image" Target="../media/image42.wmf"/><Relationship Id="rId9" Type="http://schemas.openxmlformats.org/officeDocument/2006/relationships/image" Target="../media/image45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50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image" Target="../media/image52.wmf"/><Relationship Id="rId1" Type="http://schemas.openxmlformats.org/officeDocument/2006/relationships/image" Target="../media/image51.wmf"/><Relationship Id="rId5" Type="http://schemas.openxmlformats.org/officeDocument/2006/relationships/image" Target="../media/image3.wmf"/><Relationship Id="rId4" Type="http://schemas.openxmlformats.org/officeDocument/2006/relationships/image" Target="../media/image54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61.emf"/><Relationship Id="rId13" Type="http://schemas.openxmlformats.org/officeDocument/2006/relationships/image" Target="../media/image66.emf"/><Relationship Id="rId3" Type="http://schemas.openxmlformats.org/officeDocument/2006/relationships/image" Target="../media/image56.wmf"/><Relationship Id="rId7" Type="http://schemas.openxmlformats.org/officeDocument/2006/relationships/image" Target="../media/image60.emf"/><Relationship Id="rId12" Type="http://schemas.openxmlformats.org/officeDocument/2006/relationships/image" Target="../media/image65.wmf"/><Relationship Id="rId2" Type="http://schemas.openxmlformats.org/officeDocument/2006/relationships/image" Target="../media/image52.wmf"/><Relationship Id="rId1" Type="http://schemas.openxmlformats.org/officeDocument/2006/relationships/image" Target="../media/image55.wmf"/><Relationship Id="rId6" Type="http://schemas.openxmlformats.org/officeDocument/2006/relationships/image" Target="../media/image59.emf"/><Relationship Id="rId11" Type="http://schemas.openxmlformats.org/officeDocument/2006/relationships/image" Target="../media/image64.wmf"/><Relationship Id="rId5" Type="http://schemas.openxmlformats.org/officeDocument/2006/relationships/image" Target="../media/image58.wmf"/><Relationship Id="rId15" Type="http://schemas.openxmlformats.org/officeDocument/2006/relationships/image" Target="../media/image68.emf"/><Relationship Id="rId10" Type="http://schemas.openxmlformats.org/officeDocument/2006/relationships/image" Target="../media/image63.wmf"/><Relationship Id="rId4" Type="http://schemas.openxmlformats.org/officeDocument/2006/relationships/image" Target="../media/image57.wmf"/><Relationship Id="rId9" Type="http://schemas.openxmlformats.org/officeDocument/2006/relationships/image" Target="../media/image62.wmf"/><Relationship Id="rId14" Type="http://schemas.openxmlformats.org/officeDocument/2006/relationships/image" Target="../media/image67.e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image" Target="../media/image71.wmf"/><Relationship Id="rId7" Type="http://schemas.openxmlformats.org/officeDocument/2006/relationships/image" Target="../media/image31.wmf"/><Relationship Id="rId2" Type="http://schemas.openxmlformats.org/officeDocument/2006/relationships/image" Target="../media/image70.wmf"/><Relationship Id="rId1" Type="http://schemas.openxmlformats.org/officeDocument/2006/relationships/image" Target="../media/image69.wmf"/><Relationship Id="rId6" Type="http://schemas.openxmlformats.org/officeDocument/2006/relationships/image" Target="../media/image30.wmf"/><Relationship Id="rId5" Type="http://schemas.openxmlformats.org/officeDocument/2006/relationships/image" Target="../media/image73.wmf"/><Relationship Id="rId10" Type="http://schemas.openxmlformats.org/officeDocument/2006/relationships/image" Target="../media/image34.wmf"/><Relationship Id="rId4" Type="http://schemas.openxmlformats.org/officeDocument/2006/relationships/image" Target="../media/image72.wmf"/><Relationship Id="rId9" Type="http://schemas.openxmlformats.org/officeDocument/2006/relationships/image" Target="../media/image33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1.emf"/><Relationship Id="rId13" Type="http://schemas.openxmlformats.org/officeDocument/2006/relationships/image" Target="../media/image86.wmf"/><Relationship Id="rId3" Type="http://schemas.openxmlformats.org/officeDocument/2006/relationships/image" Target="../media/image76.wmf"/><Relationship Id="rId7" Type="http://schemas.openxmlformats.org/officeDocument/2006/relationships/image" Target="../media/image80.emf"/><Relationship Id="rId12" Type="http://schemas.openxmlformats.org/officeDocument/2006/relationships/image" Target="../media/image85.emf"/><Relationship Id="rId2" Type="http://schemas.openxmlformats.org/officeDocument/2006/relationships/image" Target="../media/image75.wmf"/><Relationship Id="rId1" Type="http://schemas.openxmlformats.org/officeDocument/2006/relationships/image" Target="../media/image74.wmf"/><Relationship Id="rId6" Type="http://schemas.openxmlformats.org/officeDocument/2006/relationships/image" Target="../media/image79.emf"/><Relationship Id="rId11" Type="http://schemas.openxmlformats.org/officeDocument/2006/relationships/image" Target="../media/image84.emf"/><Relationship Id="rId5" Type="http://schemas.openxmlformats.org/officeDocument/2006/relationships/image" Target="../media/image78.emf"/><Relationship Id="rId15" Type="http://schemas.openxmlformats.org/officeDocument/2006/relationships/image" Target="../media/image88.wmf"/><Relationship Id="rId10" Type="http://schemas.openxmlformats.org/officeDocument/2006/relationships/image" Target="../media/image83.emf"/><Relationship Id="rId4" Type="http://schemas.openxmlformats.org/officeDocument/2006/relationships/image" Target="../media/image77.emf"/><Relationship Id="rId9" Type="http://schemas.openxmlformats.org/officeDocument/2006/relationships/image" Target="../media/image82.emf"/><Relationship Id="rId14" Type="http://schemas.openxmlformats.org/officeDocument/2006/relationships/image" Target="../media/image87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1.wmf"/><Relationship Id="rId7" Type="http://schemas.openxmlformats.org/officeDocument/2006/relationships/image" Target="../media/image95.wmf"/><Relationship Id="rId2" Type="http://schemas.openxmlformats.org/officeDocument/2006/relationships/image" Target="../media/image90.wmf"/><Relationship Id="rId1" Type="http://schemas.openxmlformats.org/officeDocument/2006/relationships/image" Target="../media/image89.wmf"/><Relationship Id="rId6" Type="http://schemas.openxmlformats.org/officeDocument/2006/relationships/image" Target="../media/image94.emf"/><Relationship Id="rId5" Type="http://schemas.openxmlformats.org/officeDocument/2006/relationships/image" Target="../media/image93.emf"/><Relationship Id="rId4" Type="http://schemas.openxmlformats.org/officeDocument/2006/relationships/image" Target="../media/image92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8.wmf"/><Relationship Id="rId2" Type="http://schemas.openxmlformats.org/officeDocument/2006/relationships/image" Target="../media/image97.wmf"/><Relationship Id="rId1" Type="http://schemas.openxmlformats.org/officeDocument/2006/relationships/image" Target="../media/image96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wmf"/><Relationship Id="rId2" Type="http://schemas.openxmlformats.org/officeDocument/2006/relationships/image" Target="../media/image100.wmf"/><Relationship Id="rId1" Type="http://schemas.openxmlformats.org/officeDocument/2006/relationships/image" Target="../media/image99.wmf"/><Relationship Id="rId4" Type="http://schemas.openxmlformats.org/officeDocument/2006/relationships/image" Target="../media/image102.e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wmf"/><Relationship Id="rId3" Type="http://schemas.openxmlformats.org/officeDocument/2006/relationships/image" Target="../media/image105.wmf"/><Relationship Id="rId7" Type="http://schemas.openxmlformats.org/officeDocument/2006/relationships/image" Target="../media/image109.wmf"/><Relationship Id="rId2" Type="http://schemas.openxmlformats.org/officeDocument/2006/relationships/image" Target="../media/image104.wmf"/><Relationship Id="rId1" Type="http://schemas.openxmlformats.org/officeDocument/2006/relationships/image" Target="../media/image103.wmf"/><Relationship Id="rId6" Type="http://schemas.openxmlformats.org/officeDocument/2006/relationships/image" Target="../media/image108.wmf"/><Relationship Id="rId5" Type="http://schemas.openxmlformats.org/officeDocument/2006/relationships/image" Target="../media/image107.emf"/><Relationship Id="rId4" Type="http://schemas.openxmlformats.org/officeDocument/2006/relationships/image" Target="../media/image106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wmf"/><Relationship Id="rId2" Type="http://schemas.openxmlformats.org/officeDocument/2006/relationships/image" Target="../media/image112.wmf"/><Relationship Id="rId1" Type="http://schemas.openxmlformats.org/officeDocument/2006/relationships/image" Target="../media/image111.wmf"/><Relationship Id="rId5" Type="http://schemas.openxmlformats.org/officeDocument/2006/relationships/image" Target="../media/image115.wmf"/><Relationship Id="rId4" Type="http://schemas.openxmlformats.org/officeDocument/2006/relationships/image" Target="../media/image114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wmf"/><Relationship Id="rId2" Type="http://schemas.openxmlformats.org/officeDocument/2006/relationships/image" Target="../media/image117.wmf"/><Relationship Id="rId1" Type="http://schemas.openxmlformats.org/officeDocument/2006/relationships/image" Target="../media/image116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wmf"/><Relationship Id="rId2" Type="http://schemas.openxmlformats.org/officeDocument/2006/relationships/image" Target="../media/image119.wmf"/><Relationship Id="rId1" Type="http://schemas.openxmlformats.org/officeDocument/2006/relationships/image" Target="../media/image118.wmf"/><Relationship Id="rId6" Type="http://schemas.openxmlformats.org/officeDocument/2006/relationships/image" Target="../media/image123.wmf"/><Relationship Id="rId5" Type="http://schemas.openxmlformats.org/officeDocument/2006/relationships/image" Target="../media/image122.wmf"/><Relationship Id="rId4" Type="http://schemas.openxmlformats.org/officeDocument/2006/relationships/image" Target="../media/image121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wmf"/><Relationship Id="rId2" Type="http://schemas.openxmlformats.org/officeDocument/2006/relationships/image" Target="../media/image125.wmf"/><Relationship Id="rId1" Type="http://schemas.openxmlformats.org/officeDocument/2006/relationships/image" Target="../media/image124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wmf"/><Relationship Id="rId3" Type="http://schemas.openxmlformats.org/officeDocument/2006/relationships/image" Target="../media/image128.wmf"/><Relationship Id="rId7" Type="http://schemas.openxmlformats.org/officeDocument/2006/relationships/image" Target="../media/image132.wmf"/><Relationship Id="rId2" Type="http://schemas.openxmlformats.org/officeDocument/2006/relationships/image" Target="../media/image127.wmf"/><Relationship Id="rId1" Type="http://schemas.openxmlformats.org/officeDocument/2006/relationships/image" Target="../media/image126.wmf"/><Relationship Id="rId6" Type="http://schemas.openxmlformats.org/officeDocument/2006/relationships/image" Target="../media/image131.wmf"/><Relationship Id="rId5" Type="http://schemas.openxmlformats.org/officeDocument/2006/relationships/image" Target="../media/image130.wmf"/><Relationship Id="rId4" Type="http://schemas.openxmlformats.org/officeDocument/2006/relationships/image" Target="../media/image129.wmf"/><Relationship Id="rId9" Type="http://schemas.openxmlformats.org/officeDocument/2006/relationships/image" Target="../media/image134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wmf"/><Relationship Id="rId2" Type="http://schemas.openxmlformats.org/officeDocument/2006/relationships/image" Target="../media/image127.wmf"/><Relationship Id="rId1" Type="http://schemas.openxmlformats.org/officeDocument/2006/relationships/image" Target="../media/image134.wmf"/><Relationship Id="rId5" Type="http://schemas.openxmlformats.org/officeDocument/2006/relationships/image" Target="../media/image137.wmf"/><Relationship Id="rId4" Type="http://schemas.openxmlformats.org/officeDocument/2006/relationships/image" Target="../media/image136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wmf"/><Relationship Id="rId3" Type="http://schemas.openxmlformats.org/officeDocument/2006/relationships/image" Target="../media/image140.wmf"/><Relationship Id="rId7" Type="http://schemas.openxmlformats.org/officeDocument/2006/relationships/image" Target="../media/image144.wmf"/><Relationship Id="rId2" Type="http://schemas.openxmlformats.org/officeDocument/2006/relationships/image" Target="../media/image139.wmf"/><Relationship Id="rId1" Type="http://schemas.openxmlformats.org/officeDocument/2006/relationships/image" Target="../media/image138.wmf"/><Relationship Id="rId6" Type="http://schemas.openxmlformats.org/officeDocument/2006/relationships/image" Target="../media/image143.wmf"/><Relationship Id="rId5" Type="http://schemas.openxmlformats.org/officeDocument/2006/relationships/image" Target="../media/image142.wmf"/><Relationship Id="rId4" Type="http://schemas.openxmlformats.org/officeDocument/2006/relationships/image" Target="../media/image141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wmf"/><Relationship Id="rId3" Type="http://schemas.openxmlformats.org/officeDocument/2006/relationships/image" Target="../media/image148.wmf"/><Relationship Id="rId7" Type="http://schemas.openxmlformats.org/officeDocument/2006/relationships/image" Target="../media/image152.wmf"/><Relationship Id="rId2" Type="http://schemas.openxmlformats.org/officeDocument/2006/relationships/image" Target="../media/image147.wmf"/><Relationship Id="rId1" Type="http://schemas.openxmlformats.org/officeDocument/2006/relationships/image" Target="../media/image146.wmf"/><Relationship Id="rId6" Type="http://schemas.openxmlformats.org/officeDocument/2006/relationships/image" Target="../media/image151.wmf"/><Relationship Id="rId5" Type="http://schemas.openxmlformats.org/officeDocument/2006/relationships/image" Target="../media/image150.wmf"/><Relationship Id="rId4" Type="http://schemas.openxmlformats.org/officeDocument/2006/relationships/image" Target="../media/image149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wmf"/><Relationship Id="rId2" Type="http://schemas.openxmlformats.org/officeDocument/2006/relationships/image" Target="../media/image155.wmf"/><Relationship Id="rId1" Type="http://schemas.openxmlformats.org/officeDocument/2006/relationships/image" Target="../media/image154.wmf"/><Relationship Id="rId5" Type="http://schemas.openxmlformats.org/officeDocument/2006/relationships/image" Target="../media/image158.wmf"/><Relationship Id="rId4" Type="http://schemas.openxmlformats.org/officeDocument/2006/relationships/image" Target="../media/image157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wmf"/><Relationship Id="rId2" Type="http://schemas.openxmlformats.org/officeDocument/2006/relationships/image" Target="../media/image160.wmf"/><Relationship Id="rId1" Type="http://schemas.openxmlformats.org/officeDocument/2006/relationships/image" Target="../media/image159.wmf"/><Relationship Id="rId4" Type="http://schemas.openxmlformats.org/officeDocument/2006/relationships/image" Target="../media/image162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wmf"/><Relationship Id="rId3" Type="http://schemas.openxmlformats.org/officeDocument/2006/relationships/image" Target="../media/image165.wmf"/><Relationship Id="rId7" Type="http://schemas.openxmlformats.org/officeDocument/2006/relationships/image" Target="../media/image168.wmf"/><Relationship Id="rId12" Type="http://schemas.openxmlformats.org/officeDocument/2006/relationships/image" Target="../media/image173.wmf"/><Relationship Id="rId2" Type="http://schemas.openxmlformats.org/officeDocument/2006/relationships/image" Target="../media/image164.wmf"/><Relationship Id="rId1" Type="http://schemas.openxmlformats.org/officeDocument/2006/relationships/image" Target="../media/image163.wmf"/><Relationship Id="rId6" Type="http://schemas.openxmlformats.org/officeDocument/2006/relationships/image" Target="../media/image30.wmf"/><Relationship Id="rId11" Type="http://schemas.openxmlformats.org/officeDocument/2006/relationships/image" Target="../media/image172.wmf"/><Relationship Id="rId5" Type="http://schemas.openxmlformats.org/officeDocument/2006/relationships/image" Target="../media/image167.wmf"/><Relationship Id="rId10" Type="http://schemas.openxmlformats.org/officeDocument/2006/relationships/image" Target="../media/image171.wmf"/><Relationship Id="rId4" Type="http://schemas.openxmlformats.org/officeDocument/2006/relationships/image" Target="../media/image166.wmf"/><Relationship Id="rId9" Type="http://schemas.openxmlformats.org/officeDocument/2006/relationships/image" Target="../media/image170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wmf"/><Relationship Id="rId2" Type="http://schemas.openxmlformats.org/officeDocument/2006/relationships/image" Target="../media/image175.wmf"/><Relationship Id="rId1" Type="http://schemas.openxmlformats.org/officeDocument/2006/relationships/image" Target="../media/image174.wmf"/><Relationship Id="rId6" Type="http://schemas.openxmlformats.org/officeDocument/2006/relationships/image" Target="../media/image179.wmf"/><Relationship Id="rId5" Type="http://schemas.openxmlformats.org/officeDocument/2006/relationships/image" Target="../media/image178.wmf"/><Relationship Id="rId4" Type="http://schemas.openxmlformats.org/officeDocument/2006/relationships/image" Target="../media/image177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wmf"/><Relationship Id="rId2" Type="http://schemas.openxmlformats.org/officeDocument/2006/relationships/image" Target="../media/image175.wmf"/><Relationship Id="rId1" Type="http://schemas.openxmlformats.org/officeDocument/2006/relationships/image" Target="../media/image180.wmf"/><Relationship Id="rId6" Type="http://schemas.openxmlformats.org/officeDocument/2006/relationships/image" Target="../media/image184.wmf"/><Relationship Id="rId5" Type="http://schemas.openxmlformats.org/officeDocument/2006/relationships/image" Target="../media/image183.wmf"/><Relationship Id="rId4" Type="http://schemas.openxmlformats.org/officeDocument/2006/relationships/image" Target="../media/image182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6.wmf"/><Relationship Id="rId7" Type="http://schemas.openxmlformats.org/officeDocument/2006/relationships/image" Target="../media/image190.wmf"/><Relationship Id="rId2" Type="http://schemas.openxmlformats.org/officeDocument/2006/relationships/image" Target="../media/image175.wmf"/><Relationship Id="rId1" Type="http://schemas.openxmlformats.org/officeDocument/2006/relationships/image" Target="../media/image185.wmf"/><Relationship Id="rId6" Type="http://schemas.openxmlformats.org/officeDocument/2006/relationships/image" Target="../media/image189.wmf"/><Relationship Id="rId5" Type="http://schemas.openxmlformats.org/officeDocument/2006/relationships/image" Target="../media/image188.wmf"/><Relationship Id="rId4" Type="http://schemas.openxmlformats.org/officeDocument/2006/relationships/image" Target="../media/image187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3.wmf"/><Relationship Id="rId7" Type="http://schemas.openxmlformats.org/officeDocument/2006/relationships/image" Target="../media/image197.wmf"/><Relationship Id="rId2" Type="http://schemas.openxmlformats.org/officeDocument/2006/relationships/image" Target="../media/image192.wmf"/><Relationship Id="rId1" Type="http://schemas.openxmlformats.org/officeDocument/2006/relationships/image" Target="../media/image191.wmf"/><Relationship Id="rId6" Type="http://schemas.openxmlformats.org/officeDocument/2006/relationships/image" Target="../media/image196.wmf"/><Relationship Id="rId5" Type="http://schemas.openxmlformats.org/officeDocument/2006/relationships/image" Target="../media/image195.wmf"/><Relationship Id="rId4" Type="http://schemas.openxmlformats.org/officeDocument/2006/relationships/image" Target="../media/image194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wmf"/><Relationship Id="rId2" Type="http://schemas.openxmlformats.org/officeDocument/2006/relationships/image" Target="../media/image199.wmf"/><Relationship Id="rId1" Type="http://schemas.openxmlformats.org/officeDocument/2006/relationships/image" Target="../media/image198.emf"/><Relationship Id="rId6" Type="http://schemas.openxmlformats.org/officeDocument/2006/relationships/image" Target="../media/image203.wmf"/><Relationship Id="rId5" Type="http://schemas.openxmlformats.org/officeDocument/2006/relationships/image" Target="../media/image202.wmf"/><Relationship Id="rId4" Type="http://schemas.openxmlformats.org/officeDocument/2006/relationships/image" Target="../media/image201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6.wmf"/><Relationship Id="rId2" Type="http://schemas.openxmlformats.org/officeDocument/2006/relationships/image" Target="../media/image205.wmf"/><Relationship Id="rId1" Type="http://schemas.openxmlformats.org/officeDocument/2006/relationships/image" Target="../media/image204.wmf"/></Relationships>
</file>

<file path=ppt/drawings/_rels/vmlDrawing3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4.wmf"/><Relationship Id="rId3" Type="http://schemas.openxmlformats.org/officeDocument/2006/relationships/image" Target="../media/image209.wmf"/><Relationship Id="rId7" Type="http://schemas.openxmlformats.org/officeDocument/2006/relationships/image" Target="../media/image213.wmf"/><Relationship Id="rId2" Type="http://schemas.openxmlformats.org/officeDocument/2006/relationships/image" Target="../media/image208.wmf"/><Relationship Id="rId1" Type="http://schemas.openxmlformats.org/officeDocument/2006/relationships/image" Target="../media/image207.wmf"/><Relationship Id="rId6" Type="http://schemas.openxmlformats.org/officeDocument/2006/relationships/image" Target="../media/image212.wmf"/><Relationship Id="rId5" Type="http://schemas.openxmlformats.org/officeDocument/2006/relationships/image" Target="../media/image211.wmf"/><Relationship Id="rId4" Type="http://schemas.openxmlformats.org/officeDocument/2006/relationships/image" Target="../media/image210.wmf"/></Relationships>
</file>

<file path=ppt/drawings/_rels/vmlDrawing3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2.wmf"/><Relationship Id="rId3" Type="http://schemas.openxmlformats.org/officeDocument/2006/relationships/image" Target="../media/image217.wmf"/><Relationship Id="rId7" Type="http://schemas.openxmlformats.org/officeDocument/2006/relationships/image" Target="../media/image221.wmf"/><Relationship Id="rId2" Type="http://schemas.openxmlformats.org/officeDocument/2006/relationships/image" Target="../media/image216.wmf"/><Relationship Id="rId1" Type="http://schemas.openxmlformats.org/officeDocument/2006/relationships/image" Target="../media/image215.wmf"/><Relationship Id="rId6" Type="http://schemas.openxmlformats.org/officeDocument/2006/relationships/image" Target="../media/image220.wmf"/><Relationship Id="rId5" Type="http://schemas.openxmlformats.org/officeDocument/2006/relationships/image" Target="../media/image219.wmf"/><Relationship Id="rId10" Type="http://schemas.openxmlformats.org/officeDocument/2006/relationships/image" Target="../media/image224.wmf"/><Relationship Id="rId4" Type="http://schemas.openxmlformats.org/officeDocument/2006/relationships/image" Target="../media/image218.wmf"/><Relationship Id="rId9" Type="http://schemas.openxmlformats.org/officeDocument/2006/relationships/image" Target="../media/image223.wmf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5.w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8.wmf"/><Relationship Id="rId7" Type="http://schemas.openxmlformats.org/officeDocument/2006/relationships/image" Target="../media/image232.wmf"/><Relationship Id="rId2" Type="http://schemas.openxmlformats.org/officeDocument/2006/relationships/image" Target="../media/image227.wmf"/><Relationship Id="rId1" Type="http://schemas.openxmlformats.org/officeDocument/2006/relationships/image" Target="../media/image226.wmf"/><Relationship Id="rId6" Type="http://schemas.openxmlformats.org/officeDocument/2006/relationships/image" Target="../media/image231.wmf"/><Relationship Id="rId5" Type="http://schemas.openxmlformats.org/officeDocument/2006/relationships/image" Target="../media/image230.wmf"/><Relationship Id="rId4" Type="http://schemas.openxmlformats.org/officeDocument/2006/relationships/image" Target="../media/image229.wmf"/></Relationships>
</file>

<file path=ppt/drawings/_rels/vmlDrawing3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0.wmf"/><Relationship Id="rId3" Type="http://schemas.openxmlformats.org/officeDocument/2006/relationships/image" Target="../media/image235.emf"/><Relationship Id="rId7" Type="http://schemas.openxmlformats.org/officeDocument/2006/relationships/image" Target="../media/image239.wmf"/><Relationship Id="rId2" Type="http://schemas.openxmlformats.org/officeDocument/2006/relationships/image" Target="../media/image234.wmf"/><Relationship Id="rId1" Type="http://schemas.openxmlformats.org/officeDocument/2006/relationships/image" Target="../media/image233.wmf"/><Relationship Id="rId6" Type="http://schemas.openxmlformats.org/officeDocument/2006/relationships/image" Target="../media/image238.wmf"/><Relationship Id="rId5" Type="http://schemas.openxmlformats.org/officeDocument/2006/relationships/image" Target="../media/image237.wmf"/><Relationship Id="rId4" Type="http://schemas.openxmlformats.org/officeDocument/2006/relationships/image" Target="../media/image236.wmf"/><Relationship Id="rId9" Type="http://schemas.openxmlformats.org/officeDocument/2006/relationships/image" Target="../media/image241.w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4.wmf"/><Relationship Id="rId7" Type="http://schemas.openxmlformats.org/officeDocument/2006/relationships/image" Target="../media/image248.wmf"/><Relationship Id="rId2" Type="http://schemas.openxmlformats.org/officeDocument/2006/relationships/image" Target="../media/image243.wmf"/><Relationship Id="rId1" Type="http://schemas.openxmlformats.org/officeDocument/2006/relationships/image" Target="../media/image242.wmf"/><Relationship Id="rId6" Type="http://schemas.openxmlformats.org/officeDocument/2006/relationships/image" Target="../media/image247.wmf"/><Relationship Id="rId5" Type="http://schemas.openxmlformats.org/officeDocument/2006/relationships/image" Target="../media/image246.wmf"/><Relationship Id="rId4" Type="http://schemas.openxmlformats.org/officeDocument/2006/relationships/image" Target="../media/image245.w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1.wmf"/><Relationship Id="rId2" Type="http://schemas.openxmlformats.org/officeDocument/2006/relationships/image" Target="../media/image250.wmf"/><Relationship Id="rId1" Type="http://schemas.openxmlformats.org/officeDocument/2006/relationships/image" Target="../media/image249.wmf"/><Relationship Id="rId6" Type="http://schemas.openxmlformats.org/officeDocument/2006/relationships/image" Target="../media/image254.wmf"/><Relationship Id="rId5" Type="http://schemas.openxmlformats.org/officeDocument/2006/relationships/image" Target="../media/image253.wmf"/><Relationship Id="rId4" Type="http://schemas.openxmlformats.org/officeDocument/2006/relationships/image" Target="../media/image252.wmf"/></Relationships>
</file>

<file path=ppt/drawings/_rels/vmlDrawing4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7.wmf"/><Relationship Id="rId2" Type="http://schemas.openxmlformats.org/officeDocument/2006/relationships/image" Target="../media/image256.wmf"/><Relationship Id="rId1" Type="http://schemas.openxmlformats.org/officeDocument/2006/relationships/image" Target="../media/image255.wmf"/><Relationship Id="rId5" Type="http://schemas.openxmlformats.org/officeDocument/2006/relationships/image" Target="../media/image259.wmf"/><Relationship Id="rId4" Type="http://schemas.openxmlformats.org/officeDocument/2006/relationships/image" Target="../media/image258.wmf"/></Relationships>
</file>

<file path=ppt/drawings/_rels/vmlDrawing4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7.wmf"/><Relationship Id="rId3" Type="http://schemas.openxmlformats.org/officeDocument/2006/relationships/image" Target="../media/image262.wmf"/><Relationship Id="rId7" Type="http://schemas.openxmlformats.org/officeDocument/2006/relationships/image" Target="../media/image266.wmf"/><Relationship Id="rId2" Type="http://schemas.openxmlformats.org/officeDocument/2006/relationships/image" Target="../media/image261.wmf"/><Relationship Id="rId1" Type="http://schemas.openxmlformats.org/officeDocument/2006/relationships/image" Target="../media/image260.wmf"/><Relationship Id="rId6" Type="http://schemas.openxmlformats.org/officeDocument/2006/relationships/image" Target="../media/image265.wmf"/><Relationship Id="rId5" Type="http://schemas.openxmlformats.org/officeDocument/2006/relationships/image" Target="../media/image264.wmf"/><Relationship Id="rId4" Type="http://schemas.openxmlformats.org/officeDocument/2006/relationships/image" Target="../media/image263.wmf"/></Relationships>
</file>

<file path=ppt/drawings/_rels/vmlDrawing4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wmf"/><Relationship Id="rId7" Type="http://schemas.openxmlformats.org/officeDocument/2006/relationships/image" Target="../media/image274.wmf"/><Relationship Id="rId2" Type="http://schemas.openxmlformats.org/officeDocument/2006/relationships/image" Target="../media/image269.wmf"/><Relationship Id="rId1" Type="http://schemas.openxmlformats.org/officeDocument/2006/relationships/image" Target="../media/image268.bin"/><Relationship Id="rId6" Type="http://schemas.openxmlformats.org/officeDocument/2006/relationships/image" Target="../media/image273.wmf"/><Relationship Id="rId5" Type="http://schemas.openxmlformats.org/officeDocument/2006/relationships/image" Target="../media/image272.wmf"/><Relationship Id="rId4" Type="http://schemas.openxmlformats.org/officeDocument/2006/relationships/image" Target="../media/image271.wmf"/></Relationships>
</file>

<file path=ppt/drawings/_rels/vmlDrawing4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7.wmf"/><Relationship Id="rId2" Type="http://schemas.openxmlformats.org/officeDocument/2006/relationships/image" Target="../media/image276.wmf"/><Relationship Id="rId1" Type="http://schemas.openxmlformats.org/officeDocument/2006/relationships/image" Target="../media/image275.wmf"/><Relationship Id="rId6" Type="http://schemas.openxmlformats.org/officeDocument/2006/relationships/image" Target="../media/image268.bin"/><Relationship Id="rId5" Type="http://schemas.openxmlformats.org/officeDocument/2006/relationships/image" Target="../media/image279.wmf"/><Relationship Id="rId4" Type="http://schemas.openxmlformats.org/officeDocument/2006/relationships/image" Target="../media/image278.wmf"/></Relationships>
</file>

<file path=ppt/drawings/_rels/vmlDrawing4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2.wmf"/><Relationship Id="rId2" Type="http://schemas.openxmlformats.org/officeDocument/2006/relationships/image" Target="../media/image281.wmf"/><Relationship Id="rId1" Type="http://schemas.openxmlformats.org/officeDocument/2006/relationships/image" Target="../media/image280.wmf"/><Relationship Id="rId4" Type="http://schemas.openxmlformats.org/officeDocument/2006/relationships/image" Target="../media/image283.wmf"/></Relationships>
</file>

<file path=ppt/drawings/_rels/vmlDrawing4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6.wmf"/><Relationship Id="rId2" Type="http://schemas.openxmlformats.org/officeDocument/2006/relationships/image" Target="../media/image285.wmf"/><Relationship Id="rId1" Type="http://schemas.openxmlformats.org/officeDocument/2006/relationships/image" Target="../media/image284.wmf"/><Relationship Id="rId5" Type="http://schemas.openxmlformats.org/officeDocument/2006/relationships/image" Target="../media/image288.wmf"/><Relationship Id="rId4" Type="http://schemas.openxmlformats.org/officeDocument/2006/relationships/image" Target="../media/image287.wmf"/></Relationships>
</file>

<file path=ppt/drawings/_rels/vmlDrawing4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1.wmf"/><Relationship Id="rId2" Type="http://schemas.openxmlformats.org/officeDocument/2006/relationships/image" Target="../media/image290.emf"/><Relationship Id="rId1" Type="http://schemas.openxmlformats.org/officeDocument/2006/relationships/image" Target="../media/image289.wmf"/><Relationship Id="rId4" Type="http://schemas.openxmlformats.org/officeDocument/2006/relationships/image" Target="../media/image292.wmf"/></Relationships>
</file>

<file path=ppt/drawings/_rels/vmlDrawing4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5.wmf"/><Relationship Id="rId2" Type="http://schemas.openxmlformats.org/officeDocument/2006/relationships/image" Target="../media/image294.wmf"/><Relationship Id="rId1" Type="http://schemas.openxmlformats.org/officeDocument/2006/relationships/image" Target="../media/image293.wmf"/><Relationship Id="rId5" Type="http://schemas.openxmlformats.org/officeDocument/2006/relationships/image" Target="../media/image297.wmf"/><Relationship Id="rId4" Type="http://schemas.openxmlformats.org/officeDocument/2006/relationships/image" Target="../media/image296.wmf"/></Relationships>
</file>

<file path=ppt/drawings/_rels/vmlDrawing4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5.wmf"/><Relationship Id="rId3" Type="http://schemas.openxmlformats.org/officeDocument/2006/relationships/image" Target="../media/image300.wmf"/><Relationship Id="rId7" Type="http://schemas.openxmlformats.org/officeDocument/2006/relationships/image" Target="../media/image304.wmf"/><Relationship Id="rId2" Type="http://schemas.openxmlformats.org/officeDocument/2006/relationships/image" Target="../media/image299.wmf"/><Relationship Id="rId1" Type="http://schemas.openxmlformats.org/officeDocument/2006/relationships/image" Target="../media/image298.wmf"/><Relationship Id="rId6" Type="http://schemas.openxmlformats.org/officeDocument/2006/relationships/image" Target="../media/image303.wmf"/><Relationship Id="rId5" Type="http://schemas.openxmlformats.org/officeDocument/2006/relationships/image" Target="../media/image302.wmf"/><Relationship Id="rId4" Type="http://schemas.openxmlformats.org/officeDocument/2006/relationships/image" Target="../media/image301.wmf"/></Relationships>
</file>

<file path=ppt/drawings/_rels/vmlDrawing4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8.wmf"/><Relationship Id="rId2" Type="http://schemas.openxmlformats.org/officeDocument/2006/relationships/image" Target="../media/image307.wmf"/><Relationship Id="rId1" Type="http://schemas.openxmlformats.org/officeDocument/2006/relationships/image" Target="../media/image306.wmf"/><Relationship Id="rId5" Type="http://schemas.openxmlformats.org/officeDocument/2006/relationships/image" Target="../media/image310.wmf"/><Relationship Id="rId4" Type="http://schemas.openxmlformats.org/officeDocument/2006/relationships/image" Target="../media/image309.wmf"/></Relationships>
</file>

<file path=ppt/drawings/_rels/vmlDrawing5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3.wmf"/><Relationship Id="rId2" Type="http://schemas.openxmlformats.org/officeDocument/2006/relationships/image" Target="../media/image312.wmf"/><Relationship Id="rId1" Type="http://schemas.openxmlformats.org/officeDocument/2006/relationships/image" Target="../media/image311.wmf"/><Relationship Id="rId5" Type="http://schemas.openxmlformats.org/officeDocument/2006/relationships/image" Target="../media/image315.wmf"/><Relationship Id="rId4" Type="http://schemas.openxmlformats.org/officeDocument/2006/relationships/image" Target="../media/image314.wmf"/></Relationships>
</file>

<file path=ppt/drawings/_rels/vmlDrawing5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7.wmf"/><Relationship Id="rId2" Type="http://schemas.openxmlformats.org/officeDocument/2006/relationships/image" Target="../media/image310.wmf"/><Relationship Id="rId1" Type="http://schemas.openxmlformats.org/officeDocument/2006/relationships/image" Target="../media/image316.wmf"/><Relationship Id="rId6" Type="http://schemas.openxmlformats.org/officeDocument/2006/relationships/image" Target="../media/image272.wmf"/><Relationship Id="rId5" Type="http://schemas.openxmlformats.org/officeDocument/2006/relationships/image" Target="../media/image271.wmf"/><Relationship Id="rId4" Type="http://schemas.openxmlformats.org/officeDocument/2006/relationships/image" Target="../media/image270.wmf"/></Relationships>
</file>

<file path=ppt/drawings/_rels/vmlDrawing5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7.wmf"/><Relationship Id="rId2" Type="http://schemas.openxmlformats.org/officeDocument/2006/relationships/image" Target="../media/image319.wmf"/><Relationship Id="rId1" Type="http://schemas.openxmlformats.org/officeDocument/2006/relationships/image" Target="../media/image318.wmf"/><Relationship Id="rId6" Type="http://schemas.openxmlformats.org/officeDocument/2006/relationships/image" Target="../media/image322.wmf"/><Relationship Id="rId5" Type="http://schemas.openxmlformats.org/officeDocument/2006/relationships/image" Target="../media/image321.wmf"/><Relationship Id="rId4" Type="http://schemas.openxmlformats.org/officeDocument/2006/relationships/image" Target="../media/image320.wmf"/></Relationships>
</file>

<file path=ppt/drawings/_rels/vmlDrawing5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5.wmf"/><Relationship Id="rId7" Type="http://schemas.openxmlformats.org/officeDocument/2006/relationships/image" Target="../media/image329.wmf"/><Relationship Id="rId2" Type="http://schemas.openxmlformats.org/officeDocument/2006/relationships/image" Target="../media/image324.wmf"/><Relationship Id="rId1" Type="http://schemas.openxmlformats.org/officeDocument/2006/relationships/image" Target="../media/image323.wmf"/><Relationship Id="rId6" Type="http://schemas.openxmlformats.org/officeDocument/2006/relationships/image" Target="../media/image328.wmf"/><Relationship Id="rId5" Type="http://schemas.openxmlformats.org/officeDocument/2006/relationships/image" Target="../media/image327.wmf"/><Relationship Id="rId4" Type="http://schemas.openxmlformats.org/officeDocument/2006/relationships/image" Target="../media/image326.wmf"/></Relationships>
</file>

<file path=ppt/drawings/_rels/vmlDrawing5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1.wmf"/><Relationship Id="rId2" Type="http://schemas.openxmlformats.org/officeDocument/2006/relationships/image" Target="../media/image330.wmf"/><Relationship Id="rId1" Type="http://schemas.openxmlformats.org/officeDocument/2006/relationships/image" Target="../media/image230.wmf"/></Relationships>
</file>

<file path=ppt/drawings/_rels/vmlDrawing5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39.wmf"/><Relationship Id="rId3" Type="http://schemas.openxmlformats.org/officeDocument/2006/relationships/image" Target="../media/image334.wmf"/><Relationship Id="rId7" Type="http://schemas.openxmlformats.org/officeDocument/2006/relationships/image" Target="../media/image338.wmf"/><Relationship Id="rId2" Type="http://schemas.openxmlformats.org/officeDocument/2006/relationships/image" Target="../media/image333.wmf"/><Relationship Id="rId1" Type="http://schemas.openxmlformats.org/officeDocument/2006/relationships/image" Target="../media/image332.wmf"/><Relationship Id="rId6" Type="http://schemas.openxmlformats.org/officeDocument/2006/relationships/image" Target="../media/image337.wmf"/><Relationship Id="rId5" Type="http://schemas.openxmlformats.org/officeDocument/2006/relationships/image" Target="../media/image336.wmf"/><Relationship Id="rId4" Type="http://schemas.openxmlformats.org/officeDocument/2006/relationships/image" Target="../media/image335.wmf"/><Relationship Id="rId9" Type="http://schemas.openxmlformats.org/officeDocument/2006/relationships/image" Target="../media/image340.wmf"/></Relationships>
</file>

<file path=ppt/drawings/_rels/vmlDrawing5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8.emf"/><Relationship Id="rId3" Type="http://schemas.openxmlformats.org/officeDocument/2006/relationships/image" Target="../media/image343.wmf"/><Relationship Id="rId7" Type="http://schemas.openxmlformats.org/officeDocument/2006/relationships/image" Target="../media/image347.emf"/><Relationship Id="rId12" Type="http://schemas.openxmlformats.org/officeDocument/2006/relationships/image" Target="../media/image352.wmf"/><Relationship Id="rId2" Type="http://schemas.openxmlformats.org/officeDocument/2006/relationships/image" Target="../media/image342.wmf"/><Relationship Id="rId1" Type="http://schemas.openxmlformats.org/officeDocument/2006/relationships/image" Target="../media/image341.wmf"/><Relationship Id="rId6" Type="http://schemas.openxmlformats.org/officeDocument/2006/relationships/image" Target="../media/image346.wmf"/><Relationship Id="rId11" Type="http://schemas.openxmlformats.org/officeDocument/2006/relationships/image" Target="../media/image351.wmf"/><Relationship Id="rId5" Type="http://schemas.openxmlformats.org/officeDocument/2006/relationships/image" Target="../media/image345.wmf"/><Relationship Id="rId10" Type="http://schemas.openxmlformats.org/officeDocument/2006/relationships/image" Target="../media/image350.wmf"/><Relationship Id="rId4" Type="http://schemas.openxmlformats.org/officeDocument/2006/relationships/image" Target="../media/image344.wmf"/><Relationship Id="rId9" Type="http://schemas.openxmlformats.org/officeDocument/2006/relationships/image" Target="../media/image349.emf"/></Relationships>
</file>

<file path=ppt/drawings/_rels/vmlDrawing5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9.wmf"/><Relationship Id="rId3" Type="http://schemas.openxmlformats.org/officeDocument/2006/relationships/image" Target="../media/image355.wmf"/><Relationship Id="rId7" Type="http://schemas.openxmlformats.org/officeDocument/2006/relationships/image" Target="../media/image358.wmf"/><Relationship Id="rId2" Type="http://schemas.openxmlformats.org/officeDocument/2006/relationships/image" Target="../media/image354.wmf"/><Relationship Id="rId1" Type="http://schemas.openxmlformats.org/officeDocument/2006/relationships/image" Target="../media/image353.wmf"/><Relationship Id="rId6" Type="http://schemas.openxmlformats.org/officeDocument/2006/relationships/image" Target="../media/image357.wmf"/><Relationship Id="rId5" Type="http://schemas.openxmlformats.org/officeDocument/2006/relationships/image" Target="../media/image345.wmf"/><Relationship Id="rId4" Type="http://schemas.openxmlformats.org/officeDocument/2006/relationships/image" Target="../media/image356.wmf"/></Relationships>
</file>

<file path=ppt/drawings/_rels/vmlDrawing5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2.wmf"/><Relationship Id="rId2" Type="http://schemas.openxmlformats.org/officeDocument/2006/relationships/image" Target="../media/image361.wmf"/><Relationship Id="rId1" Type="http://schemas.openxmlformats.org/officeDocument/2006/relationships/image" Target="../media/image360.wmf"/></Relationships>
</file>

<file path=ppt/drawings/_rels/vmlDrawing5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5.wmf"/><Relationship Id="rId2" Type="http://schemas.openxmlformats.org/officeDocument/2006/relationships/image" Target="../media/image364.wmf"/><Relationship Id="rId1" Type="http://schemas.openxmlformats.org/officeDocument/2006/relationships/image" Target="../media/image363.wmf"/><Relationship Id="rId6" Type="http://schemas.openxmlformats.org/officeDocument/2006/relationships/image" Target="../media/image368.wmf"/><Relationship Id="rId5" Type="http://schemas.openxmlformats.org/officeDocument/2006/relationships/image" Target="../media/image367.wmf"/><Relationship Id="rId4" Type="http://schemas.openxmlformats.org/officeDocument/2006/relationships/image" Target="../media/image366.wmf"/></Relationships>
</file>

<file path=ppt/drawings/_rels/vmlDrawing6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1.wmf"/><Relationship Id="rId2" Type="http://schemas.openxmlformats.org/officeDocument/2006/relationships/image" Target="../media/image370.wmf"/><Relationship Id="rId1" Type="http://schemas.openxmlformats.org/officeDocument/2006/relationships/image" Target="../media/image369.wmf"/><Relationship Id="rId6" Type="http://schemas.openxmlformats.org/officeDocument/2006/relationships/image" Target="../media/image374.wmf"/><Relationship Id="rId5" Type="http://schemas.openxmlformats.org/officeDocument/2006/relationships/image" Target="../media/image373.wmf"/><Relationship Id="rId4" Type="http://schemas.openxmlformats.org/officeDocument/2006/relationships/image" Target="../media/image372.wmf"/></Relationships>
</file>

<file path=ppt/drawings/_rels/vmlDrawing61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2.wmf"/><Relationship Id="rId13" Type="http://schemas.openxmlformats.org/officeDocument/2006/relationships/image" Target="../media/image387.wmf"/><Relationship Id="rId3" Type="http://schemas.openxmlformats.org/officeDocument/2006/relationships/image" Target="../media/image377.wmf"/><Relationship Id="rId7" Type="http://schemas.openxmlformats.org/officeDocument/2006/relationships/image" Target="../media/image381.wmf"/><Relationship Id="rId12" Type="http://schemas.openxmlformats.org/officeDocument/2006/relationships/image" Target="../media/image386.wmf"/><Relationship Id="rId2" Type="http://schemas.openxmlformats.org/officeDocument/2006/relationships/image" Target="../media/image376.wmf"/><Relationship Id="rId1" Type="http://schemas.openxmlformats.org/officeDocument/2006/relationships/image" Target="../media/image375.wmf"/><Relationship Id="rId6" Type="http://schemas.openxmlformats.org/officeDocument/2006/relationships/image" Target="../media/image380.wmf"/><Relationship Id="rId11" Type="http://schemas.openxmlformats.org/officeDocument/2006/relationships/image" Target="../media/image385.wmf"/><Relationship Id="rId5" Type="http://schemas.openxmlformats.org/officeDocument/2006/relationships/image" Target="../media/image379.wmf"/><Relationship Id="rId10" Type="http://schemas.openxmlformats.org/officeDocument/2006/relationships/image" Target="../media/image384.wmf"/><Relationship Id="rId4" Type="http://schemas.openxmlformats.org/officeDocument/2006/relationships/image" Target="../media/image378.wmf"/><Relationship Id="rId9" Type="http://schemas.openxmlformats.org/officeDocument/2006/relationships/image" Target="../media/image383.wmf"/></Relationships>
</file>

<file path=ppt/drawings/_rels/vmlDrawing62.vml.rels><?xml version="1.0" encoding="UTF-8" standalone="yes"?>
<Relationships xmlns="http://schemas.openxmlformats.org/package/2006/relationships"><Relationship Id="rId8" Type="http://schemas.openxmlformats.org/officeDocument/2006/relationships/image" Target="../media/image376.wmf"/><Relationship Id="rId3" Type="http://schemas.openxmlformats.org/officeDocument/2006/relationships/image" Target="../media/image389.wmf"/><Relationship Id="rId7" Type="http://schemas.openxmlformats.org/officeDocument/2006/relationships/image" Target="../media/image393.wmf"/><Relationship Id="rId2" Type="http://schemas.openxmlformats.org/officeDocument/2006/relationships/image" Target="../media/image388.wmf"/><Relationship Id="rId1" Type="http://schemas.openxmlformats.org/officeDocument/2006/relationships/image" Target="../media/image381.wmf"/><Relationship Id="rId6" Type="http://schemas.openxmlformats.org/officeDocument/2006/relationships/image" Target="../media/image392.wmf"/><Relationship Id="rId11" Type="http://schemas.openxmlformats.org/officeDocument/2006/relationships/image" Target="../media/image379.wmf"/><Relationship Id="rId5" Type="http://schemas.openxmlformats.org/officeDocument/2006/relationships/image" Target="../media/image391.wmf"/><Relationship Id="rId10" Type="http://schemas.openxmlformats.org/officeDocument/2006/relationships/image" Target="../media/image378.wmf"/><Relationship Id="rId4" Type="http://schemas.openxmlformats.org/officeDocument/2006/relationships/image" Target="../media/image390.wmf"/><Relationship Id="rId9" Type="http://schemas.openxmlformats.org/officeDocument/2006/relationships/image" Target="../media/image377.wmf"/></Relationships>
</file>

<file path=ppt/drawings/_rels/vmlDrawing6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6.wmf"/><Relationship Id="rId2" Type="http://schemas.openxmlformats.org/officeDocument/2006/relationships/image" Target="../media/image394.wmf"/><Relationship Id="rId1" Type="http://schemas.openxmlformats.org/officeDocument/2006/relationships/image" Target="../media/image382.wmf"/><Relationship Id="rId6" Type="http://schemas.openxmlformats.org/officeDocument/2006/relationships/image" Target="../media/image379.wmf"/><Relationship Id="rId5" Type="http://schemas.openxmlformats.org/officeDocument/2006/relationships/image" Target="../media/image378.wmf"/><Relationship Id="rId4" Type="http://schemas.openxmlformats.org/officeDocument/2006/relationships/image" Target="../media/image377.wmf"/></Relationships>
</file>

<file path=ppt/drawings/_rels/vmlDrawing64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2.wmf"/><Relationship Id="rId3" Type="http://schemas.openxmlformats.org/officeDocument/2006/relationships/image" Target="../media/image397.wmf"/><Relationship Id="rId7" Type="http://schemas.openxmlformats.org/officeDocument/2006/relationships/image" Target="../media/image401.wmf"/><Relationship Id="rId2" Type="http://schemas.openxmlformats.org/officeDocument/2006/relationships/image" Target="../media/image396.wmf"/><Relationship Id="rId1" Type="http://schemas.openxmlformats.org/officeDocument/2006/relationships/image" Target="../media/image395.wmf"/><Relationship Id="rId6" Type="http://schemas.openxmlformats.org/officeDocument/2006/relationships/image" Target="../media/image400.emf"/><Relationship Id="rId11" Type="http://schemas.openxmlformats.org/officeDocument/2006/relationships/image" Target="../media/image405.wmf"/><Relationship Id="rId5" Type="http://schemas.openxmlformats.org/officeDocument/2006/relationships/image" Target="../media/image399.wmf"/><Relationship Id="rId10" Type="http://schemas.openxmlformats.org/officeDocument/2006/relationships/image" Target="../media/image404.wmf"/><Relationship Id="rId4" Type="http://schemas.openxmlformats.org/officeDocument/2006/relationships/image" Target="../media/image398.emf"/><Relationship Id="rId9" Type="http://schemas.openxmlformats.org/officeDocument/2006/relationships/image" Target="../media/image403.wmf"/></Relationships>
</file>

<file path=ppt/drawings/_rels/vmlDrawing65.vml.rels><?xml version="1.0" encoding="UTF-8" standalone="yes"?>
<Relationships xmlns="http://schemas.openxmlformats.org/package/2006/relationships"><Relationship Id="rId8" Type="http://schemas.openxmlformats.org/officeDocument/2006/relationships/image" Target="../media/image413.wmf"/><Relationship Id="rId3" Type="http://schemas.openxmlformats.org/officeDocument/2006/relationships/image" Target="../media/image408.wmf"/><Relationship Id="rId7" Type="http://schemas.openxmlformats.org/officeDocument/2006/relationships/image" Target="../media/image412.wmf"/><Relationship Id="rId12" Type="http://schemas.openxmlformats.org/officeDocument/2006/relationships/image" Target="../media/image417.wmf"/><Relationship Id="rId2" Type="http://schemas.openxmlformats.org/officeDocument/2006/relationships/image" Target="../media/image407.wmf"/><Relationship Id="rId1" Type="http://schemas.openxmlformats.org/officeDocument/2006/relationships/image" Target="../media/image406.wmf"/><Relationship Id="rId6" Type="http://schemas.openxmlformats.org/officeDocument/2006/relationships/image" Target="../media/image411.wmf"/><Relationship Id="rId11" Type="http://schemas.openxmlformats.org/officeDocument/2006/relationships/image" Target="../media/image416.wmf"/><Relationship Id="rId5" Type="http://schemas.openxmlformats.org/officeDocument/2006/relationships/image" Target="../media/image410.wmf"/><Relationship Id="rId10" Type="http://schemas.openxmlformats.org/officeDocument/2006/relationships/image" Target="../media/image415.wmf"/><Relationship Id="rId4" Type="http://schemas.openxmlformats.org/officeDocument/2006/relationships/image" Target="../media/image409.wmf"/><Relationship Id="rId9" Type="http://schemas.openxmlformats.org/officeDocument/2006/relationships/image" Target="../media/image414.wmf"/></Relationships>
</file>

<file path=ppt/drawings/_rels/vmlDrawing6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23.wmf"/><Relationship Id="rId3" Type="http://schemas.openxmlformats.org/officeDocument/2006/relationships/image" Target="../media/image418.wmf"/><Relationship Id="rId7" Type="http://schemas.openxmlformats.org/officeDocument/2006/relationships/image" Target="../media/image422.wmf"/><Relationship Id="rId2" Type="http://schemas.openxmlformats.org/officeDocument/2006/relationships/image" Target="../media/image407.wmf"/><Relationship Id="rId1" Type="http://schemas.openxmlformats.org/officeDocument/2006/relationships/image" Target="../media/image406.wmf"/><Relationship Id="rId6" Type="http://schemas.openxmlformats.org/officeDocument/2006/relationships/image" Target="../media/image421.wmf"/><Relationship Id="rId5" Type="http://schemas.openxmlformats.org/officeDocument/2006/relationships/image" Target="../media/image420.wmf"/><Relationship Id="rId4" Type="http://schemas.openxmlformats.org/officeDocument/2006/relationships/image" Target="../media/image419.wmf"/></Relationships>
</file>

<file path=ppt/drawings/_rels/vmlDrawing6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6.wmf"/><Relationship Id="rId2" Type="http://schemas.openxmlformats.org/officeDocument/2006/relationships/image" Target="../media/image425.wmf"/><Relationship Id="rId1" Type="http://schemas.openxmlformats.org/officeDocument/2006/relationships/image" Target="../media/image424.wmf"/><Relationship Id="rId5" Type="http://schemas.openxmlformats.org/officeDocument/2006/relationships/image" Target="../media/image428.emf"/><Relationship Id="rId4" Type="http://schemas.openxmlformats.org/officeDocument/2006/relationships/image" Target="../media/image427.wmf"/></Relationships>
</file>

<file path=ppt/drawings/_rels/vmlDrawing68.vml.rels><?xml version="1.0" encoding="UTF-8" standalone="yes"?>
<Relationships xmlns="http://schemas.openxmlformats.org/package/2006/relationships"><Relationship Id="rId8" Type="http://schemas.openxmlformats.org/officeDocument/2006/relationships/image" Target="../media/image436.wmf"/><Relationship Id="rId3" Type="http://schemas.openxmlformats.org/officeDocument/2006/relationships/image" Target="../media/image431.wmf"/><Relationship Id="rId7" Type="http://schemas.openxmlformats.org/officeDocument/2006/relationships/image" Target="../media/image435.wmf"/><Relationship Id="rId2" Type="http://schemas.openxmlformats.org/officeDocument/2006/relationships/image" Target="../media/image430.wmf"/><Relationship Id="rId1" Type="http://schemas.openxmlformats.org/officeDocument/2006/relationships/image" Target="../media/image429.wmf"/><Relationship Id="rId6" Type="http://schemas.openxmlformats.org/officeDocument/2006/relationships/image" Target="../media/image434.wmf"/><Relationship Id="rId11" Type="http://schemas.openxmlformats.org/officeDocument/2006/relationships/image" Target="../media/image439.wmf"/><Relationship Id="rId5" Type="http://schemas.openxmlformats.org/officeDocument/2006/relationships/image" Target="../media/image433.wmf"/><Relationship Id="rId10" Type="http://schemas.openxmlformats.org/officeDocument/2006/relationships/image" Target="../media/image438.wmf"/><Relationship Id="rId4" Type="http://schemas.openxmlformats.org/officeDocument/2006/relationships/image" Target="../media/image432.wmf"/><Relationship Id="rId9" Type="http://schemas.openxmlformats.org/officeDocument/2006/relationships/image" Target="../media/image437.wmf"/></Relationships>
</file>

<file path=ppt/drawings/_rels/vmlDrawing6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1.wmf"/><Relationship Id="rId2" Type="http://schemas.openxmlformats.org/officeDocument/2006/relationships/image" Target="../media/image424.wmf"/><Relationship Id="rId1" Type="http://schemas.openxmlformats.org/officeDocument/2006/relationships/image" Target="../media/image440.wmf"/><Relationship Id="rId6" Type="http://schemas.openxmlformats.org/officeDocument/2006/relationships/image" Target="../media/image444.wmf"/><Relationship Id="rId5" Type="http://schemas.openxmlformats.org/officeDocument/2006/relationships/image" Target="../media/image443.wmf"/><Relationship Id="rId4" Type="http://schemas.openxmlformats.org/officeDocument/2006/relationships/image" Target="../media/image442.wmf"/></Relationships>
</file>

<file path=ppt/drawings/_rels/vmlDrawing7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7.wmf"/><Relationship Id="rId7" Type="http://schemas.openxmlformats.org/officeDocument/2006/relationships/image" Target="../media/image451.wmf"/><Relationship Id="rId2" Type="http://schemas.openxmlformats.org/officeDocument/2006/relationships/image" Target="../media/image446.wmf"/><Relationship Id="rId1" Type="http://schemas.openxmlformats.org/officeDocument/2006/relationships/image" Target="../media/image445.wmf"/><Relationship Id="rId6" Type="http://schemas.openxmlformats.org/officeDocument/2006/relationships/image" Target="../media/image450.wmf"/><Relationship Id="rId5" Type="http://schemas.openxmlformats.org/officeDocument/2006/relationships/image" Target="../media/image449.wmf"/><Relationship Id="rId4" Type="http://schemas.openxmlformats.org/officeDocument/2006/relationships/image" Target="../media/image448.wmf"/></Relationships>
</file>

<file path=ppt/drawings/_rels/vmlDrawing7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4.wmf"/><Relationship Id="rId7" Type="http://schemas.openxmlformats.org/officeDocument/2006/relationships/image" Target="../media/image407.wmf"/><Relationship Id="rId2" Type="http://schemas.openxmlformats.org/officeDocument/2006/relationships/image" Target="../media/image453.wmf"/><Relationship Id="rId1" Type="http://schemas.openxmlformats.org/officeDocument/2006/relationships/image" Target="../media/image452.wmf"/><Relationship Id="rId6" Type="http://schemas.openxmlformats.org/officeDocument/2006/relationships/image" Target="../media/image406.wmf"/><Relationship Id="rId5" Type="http://schemas.openxmlformats.org/officeDocument/2006/relationships/image" Target="../media/image456.wmf"/><Relationship Id="rId4" Type="http://schemas.openxmlformats.org/officeDocument/2006/relationships/image" Target="../media/image455.wmf"/></Relationships>
</file>

<file path=ppt/drawings/_rels/vmlDrawing7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4.wmf"/><Relationship Id="rId2" Type="http://schemas.openxmlformats.org/officeDocument/2006/relationships/image" Target="../media/image453.wmf"/><Relationship Id="rId1" Type="http://schemas.openxmlformats.org/officeDocument/2006/relationships/image" Target="../media/image452.wmf"/><Relationship Id="rId6" Type="http://schemas.openxmlformats.org/officeDocument/2006/relationships/image" Target="../media/image455.wmf"/><Relationship Id="rId5" Type="http://schemas.openxmlformats.org/officeDocument/2006/relationships/image" Target="../media/image457.wmf"/><Relationship Id="rId4" Type="http://schemas.openxmlformats.org/officeDocument/2006/relationships/image" Target="../media/image456.wmf"/></Relationships>
</file>

<file path=ppt/drawings/_rels/vmlDrawing7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0.wmf"/><Relationship Id="rId2" Type="http://schemas.openxmlformats.org/officeDocument/2006/relationships/image" Target="../media/image459.wmf"/><Relationship Id="rId1" Type="http://schemas.openxmlformats.org/officeDocument/2006/relationships/image" Target="../media/image458.wmf"/><Relationship Id="rId6" Type="http://schemas.openxmlformats.org/officeDocument/2006/relationships/image" Target="../media/image463.wmf"/><Relationship Id="rId5" Type="http://schemas.openxmlformats.org/officeDocument/2006/relationships/image" Target="../media/image462.wmf"/><Relationship Id="rId4" Type="http://schemas.openxmlformats.org/officeDocument/2006/relationships/image" Target="../media/image461.wmf"/></Relationships>
</file>

<file path=ppt/drawings/_rels/vmlDrawing7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6.wmf"/><Relationship Id="rId2" Type="http://schemas.openxmlformats.org/officeDocument/2006/relationships/image" Target="../media/image465.wmf"/><Relationship Id="rId1" Type="http://schemas.openxmlformats.org/officeDocument/2006/relationships/image" Target="../media/image464.wmf"/></Relationships>
</file>

<file path=ppt/drawings/_rels/vmlDrawing7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8.wmf"/><Relationship Id="rId2" Type="http://schemas.openxmlformats.org/officeDocument/2006/relationships/image" Target="../media/image467.wmf"/><Relationship Id="rId1" Type="http://schemas.openxmlformats.org/officeDocument/2006/relationships/image" Target="../media/image464.wmf"/></Relationships>
</file>

<file path=ppt/drawings/_rels/vmlDrawing7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1.wmf"/><Relationship Id="rId2" Type="http://schemas.openxmlformats.org/officeDocument/2006/relationships/image" Target="../media/image470.wmf"/><Relationship Id="rId1" Type="http://schemas.openxmlformats.org/officeDocument/2006/relationships/image" Target="../media/image469.wmf"/></Relationships>
</file>

<file path=ppt/drawings/_rels/vmlDrawing77.vml.rels><?xml version="1.0" encoding="UTF-8" standalone="yes"?>
<Relationships xmlns="http://schemas.openxmlformats.org/package/2006/relationships"><Relationship Id="rId8" Type="http://schemas.openxmlformats.org/officeDocument/2006/relationships/image" Target="../media/image478.wmf"/><Relationship Id="rId3" Type="http://schemas.openxmlformats.org/officeDocument/2006/relationships/image" Target="../media/image473.wmf"/><Relationship Id="rId7" Type="http://schemas.openxmlformats.org/officeDocument/2006/relationships/image" Target="../media/image477.wmf"/><Relationship Id="rId2" Type="http://schemas.openxmlformats.org/officeDocument/2006/relationships/image" Target="../media/image471.wmf"/><Relationship Id="rId1" Type="http://schemas.openxmlformats.org/officeDocument/2006/relationships/image" Target="../media/image472.wmf"/><Relationship Id="rId6" Type="http://schemas.openxmlformats.org/officeDocument/2006/relationships/image" Target="../media/image476.wmf"/><Relationship Id="rId5" Type="http://schemas.openxmlformats.org/officeDocument/2006/relationships/image" Target="../media/image475.wmf"/><Relationship Id="rId4" Type="http://schemas.openxmlformats.org/officeDocument/2006/relationships/image" Target="../media/image474.wmf"/><Relationship Id="rId9" Type="http://schemas.openxmlformats.org/officeDocument/2006/relationships/image" Target="../media/image479.wmf"/></Relationships>
</file>

<file path=ppt/drawings/_rels/vmlDrawing7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2.wmf"/><Relationship Id="rId2" Type="http://schemas.openxmlformats.org/officeDocument/2006/relationships/image" Target="../media/image481.wmf"/><Relationship Id="rId1" Type="http://schemas.openxmlformats.org/officeDocument/2006/relationships/image" Target="../media/image480.wmf"/></Relationships>
</file>

<file path=ppt/drawings/_rels/vmlDrawing7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4.wmf"/><Relationship Id="rId2" Type="http://schemas.openxmlformats.org/officeDocument/2006/relationships/image" Target="../media/image483.wmf"/><Relationship Id="rId1" Type="http://schemas.openxmlformats.org/officeDocument/2006/relationships/image" Target="../media/image482.wmf"/><Relationship Id="rId4" Type="http://schemas.openxmlformats.org/officeDocument/2006/relationships/image" Target="../media/image485.wmf"/></Relationships>
</file>

<file path=ppt/drawings/_rels/vmlDrawing80.vml.rels><?xml version="1.0" encoding="UTF-8" standalone="yes"?>
<Relationships xmlns="http://schemas.openxmlformats.org/package/2006/relationships"><Relationship Id="rId8" Type="http://schemas.openxmlformats.org/officeDocument/2006/relationships/image" Target="../media/image492.wmf"/><Relationship Id="rId3" Type="http://schemas.openxmlformats.org/officeDocument/2006/relationships/image" Target="../media/image487.wmf"/><Relationship Id="rId7" Type="http://schemas.openxmlformats.org/officeDocument/2006/relationships/image" Target="../media/image491.wmf"/><Relationship Id="rId2" Type="http://schemas.openxmlformats.org/officeDocument/2006/relationships/image" Target="../media/image486.wmf"/><Relationship Id="rId1" Type="http://schemas.openxmlformats.org/officeDocument/2006/relationships/image" Target="../media/image484.wmf"/><Relationship Id="rId6" Type="http://schemas.openxmlformats.org/officeDocument/2006/relationships/image" Target="../media/image490.wmf"/><Relationship Id="rId5" Type="http://schemas.openxmlformats.org/officeDocument/2006/relationships/image" Target="../media/image489.wmf"/><Relationship Id="rId4" Type="http://schemas.openxmlformats.org/officeDocument/2006/relationships/image" Target="../media/image488.wmf"/></Relationships>
</file>

<file path=ppt/drawings/_rels/vmlDrawing81.vml.rels><?xml version="1.0" encoding="UTF-8" standalone="yes"?>
<Relationships xmlns="http://schemas.openxmlformats.org/package/2006/relationships"><Relationship Id="rId8" Type="http://schemas.openxmlformats.org/officeDocument/2006/relationships/image" Target="../media/image494.wmf"/><Relationship Id="rId3" Type="http://schemas.openxmlformats.org/officeDocument/2006/relationships/image" Target="../media/image487.wmf"/><Relationship Id="rId7" Type="http://schemas.openxmlformats.org/officeDocument/2006/relationships/image" Target="../media/image493.wmf"/><Relationship Id="rId12" Type="http://schemas.openxmlformats.org/officeDocument/2006/relationships/image" Target="../media/image489.wmf"/><Relationship Id="rId2" Type="http://schemas.openxmlformats.org/officeDocument/2006/relationships/image" Target="../media/image486.wmf"/><Relationship Id="rId1" Type="http://schemas.openxmlformats.org/officeDocument/2006/relationships/image" Target="../media/image484.wmf"/><Relationship Id="rId6" Type="http://schemas.openxmlformats.org/officeDocument/2006/relationships/image" Target="../media/image491.wmf"/><Relationship Id="rId11" Type="http://schemas.openxmlformats.org/officeDocument/2006/relationships/image" Target="../media/image497.wmf"/><Relationship Id="rId5" Type="http://schemas.openxmlformats.org/officeDocument/2006/relationships/image" Target="../media/image490.wmf"/><Relationship Id="rId10" Type="http://schemas.openxmlformats.org/officeDocument/2006/relationships/image" Target="../media/image496.wmf"/><Relationship Id="rId4" Type="http://schemas.openxmlformats.org/officeDocument/2006/relationships/image" Target="../media/image488.wmf"/><Relationship Id="rId9" Type="http://schemas.openxmlformats.org/officeDocument/2006/relationships/image" Target="../media/image495.wmf"/></Relationships>
</file>

<file path=ppt/drawings/_rels/vmlDrawing82.vml.rels><?xml version="1.0" encoding="UTF-8" standalone="yes"?>
<Relationships xmlns="http://schemas.openxmlformats.org/package/2006/relationships"><Relationship Id="rId8" Type="http://schemas.openxmlformats.org/officeDocument/2006/relationships/image" Target="../media/image505.wmf"/><Relationship Id="rId13" Type="http://schemas.openxmlformats.org/officeDocument/2006/relationships/image" Target="../media/image509.wmf"/><Relationship Id="rId3" Type="http://schemas.openxmlformats.org/officeDocument/2006/relationships/image" Target="../media/image500.wmf"/><Relationship Id="rId7" Type="http://schemas.openxmlformats.org/officeDocument/2006/relationships/image" Target="../media/image504.wmf"/><Relationship Id="rId12" Type="http://schemas.openxmlformats.org/officeDocument/2006/relationships/image" Target="../media/image508.wmf"/><Relationship Id="rId2" Type="http://schemas.openxmlformats.org/officeDocument/2006/relationships/image" Target="../media/image499.wmf"/><Relationship Id="rId1" Type="http://schemas.openxmlformats.org/officeDocument/2006/relationships/image" Target="../media/image498.wmf"/><Relationship Id="rId6" Type="http://schemas.openxmlformats.org/officeDocument/2006/relationships/image" Target="../media/image503.wmf"/><Relationship Id="rId11" Type="http://schemas.openxmlformats.org/officeDocument/2006/relationships/image" Target="../media/image479.wmf"/><Relationship Id="rId5" Type="http://schemas.openxmlformats.org/officeDocument/2006/relationships/image" Target="../media/image502.wmf"/><Relationship Id="rId10" Type="http://schemas.openxmlformats.org/officeDocument/2006/relationships/image" Target="../media/image507.wmf"/><Relationship Id="rId4" Type="http://schemas.openxmlformats.org/officeDocument/2006/relationships/image" Target="../media/image501.wmf"/><Relationship Id="rId9" Type="http://schemas.openxmlformats.org/officeDocument/2006/relationships/image" Target="../media/image506.wmf"/></Relationships>
</file>

<file path=ppt/drawings/_rels/vmlDrawing8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2.wmf"/><Relationship Id="rId2" Type="http://schemas.openxmlformats.org/officeDocument/2006/relationships/image" Target="../media/image511.wmf"/><Relationship Id="rId1" Type="http://schemas.openxmlformats.org/officeDocument/2006/relationships/image" Target="../media/image510.wmf"/><Relationship Id="rId5" Type="http://schemas.openxmlformats.org/officeDocument/2006/relationships/image" Target="../media/image514.wmf"/><Relationship Id="rId4" Type="http://schemas.openxmlformats.org/officeDocument/2006/relationships/image" Target="../media/image513.wmf"/></Relationships>
</file>

<file path=ppt/drawings/_rels/vmlDrawing84.vml.rels><?xml version="1.0" encoding="UTF-8" standalone="yes"?>
<Relationships xmlns="http://schemas.openxmlformats.org/package/2006/relationships"><Relationship Id="rId8" Type="http://schemas.openxmlformats.org/officeDocument/2006/relationships/image" Target="../media/image512.wmf"/><Relationship Id="rId3" Type="http://schemas.openxmlformats.org/officeDocument/2006/relationships/image" Target="../media/image517.wmf"/><Relationship Id="rId7" Type="http://schemas.openxmlformats.org/officeDocument/2006/relationships/image" Target="../media/image511.wmf"/><Relationship Id="rId2" Type="http://schemas.openxmlformats.org/officeDocument/2006/relationships/image" Target="../media/image516.wmf"/><Relationship Id="rId1" Type="http://schemas.openxmlformats.org/officeDocument/2006/relationships/image" Target="../media/image515.wmf"/><Relationship Id="rId6" Type="http://schemas.openxmlformats.org/officeDocument/2006/relationships/image" Target="../media/image510.wmf"/><Relationship Id="rId5" Type="http://schemas.openxmlformats.org/officeDocument/2006/relationships/image" Target="../media/image519.wmf"/><Relationship Id="rId4" Type="http://schemas.openxmlformats.org/officeDocument/2006/relationships/image" Target="../media/image518.wmf"/><Relationship Id="rId9" Type="http://schemas.openxmlformats.org/officeDocument/2006/relationships/image" Target="../media/image514.wmf"/></Relationships>
</file>

<file path=ppt/drawings/_rels/vmlDrawing85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2.wmf"/><Relationship Id="rId2" Type="http://schemas.openxmlformats.org/officeDocument/2006/relationships/image" Target="../media/image521.wmf"/><Relationship Id="rId1" Type="http://schemas.openxmlformats.org/officeDocument/2006/relationships/image" Target="../media/image520.wmf"/><Relationship Id="rId6" Type="http://schemas.openxmlformats.org/officeDocument/2006/relationships/image" Target="../media/image525.wmf"/><Relationship Id="rId5" Type="http://schemas.openxmlformats.org/officeDocument/2006/relationships/image" Target="../media/image524.wmf"/><Relationship Id="rId4" Type="http://schemas.openxmlformats.org/officeDocument/2006/relationships/image" Target="../media/image523.wmf"/></Relationships>
</file>

<file path=ppt/drawings/_rels/vmlDrawing8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8.wmf"/><Relationship Id="rId2" Type="http://schemas.openxmlformats.org/officeDocument/2006/relationships/image" Target="../media/image527.wmf"/><Relationship Id="rId1" Type="http://schemas.openxmlformats.org/officeDocument/2006/relationships/image" Target="../media/image526.emf"/><Relationship Id="rId6" Type="http://schemas.openxmlformats.org/officeDocument/2006/relationships/image" Target="../media/image531.wmf"/><Relationship Id="rId5" Type="http://schemas.openxmlformats.org/officeDocument/2006/relationships/image" Target="../media/image530.wmf"/><Relationship Id="rId4" Type="http://schemas.openxmlformats.org/officeDocument/2006/relationships/image" Target="../media/image529.wmf"/></Relationships>
</file>

<file path=ppt/drawings/_rels/vmlDrawing8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4.wmf"/><Relationship Id="rId2" Type="http://schemas.openxmlformats.org/officeDocument/2006/relationships/image" Target="../media/image533.emf"/><Relationship Id="rId1" Type="http://schemas.openxmlformats.org/officeDocument/2006/relationships/image" Target="../media/image532.wmf"/><Relationship Id="rId6" Type="http://schemas.openxmlformats.org/officeDocument/2006/relationships/image" Target="../media/image537.wmf"/><Relationship Id="rId5" Type="http://schemas.openxmlformats.org/officeDocument/2006/relationships/image" Target="../media/image536.wmf"/><Relationship Id="rId4" Type="http://schemas.openxmlformats.org/officeDocument/2006/relationships/image" Target="../media/image535.wmf"/></Relationships>
</file>

<file path=ppt/drawings/_rels/vmlDrawing8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0.wmf"/><Relationship Id="rId2" Type="http://schemas.openxmlformats.org/officeDocument/2006/relationships/image" Target="../media/image539.emf"/><Relationship Id="rId1" Type="http://schemas.openxmlformats.org/officeDocument/2006/relationships/image" Target="../media/image538.wmf"/><Relationship Id="rId6" Type="http://schemas.openxmlformats.org/officeDocument/2006/relationships/image" Target="../media/image543.wmf"/><Relationship Id="rId5" Type="http://schemas.openxmlformats.org/officeDocument/2006/relationships/image" Target="../media/image542.wmf"/><Relationship Id="rId4" Type="http://schemas.openxmlformats.org/officeDocument/2006/relationships/image" Target="../media/image541.wmf"/></Relationships>
</file>

<file path=ppt/drawings/_rels/vmlDrawing89.vml.rels><?xml version="1.0" encoding="UTF-8" standalone="yes"?>
<Relationships xmlns="http://schemas.openxmlformats.org/package/2006/relationships"><Relationship Id="rId8" Type="http://schemas.openxmlformats.org/officeDocument/2006/relationships/image" Target="../media/image551.wmf"/><Relationship Id="rId3" Type="http://schemas.openxmlformats.org/officeDocument/2006/relationships/image" Target="../media/image546.wmf"/><Relationship Id="rId7" Type="http://schemas.openxmlformats.org/officeDocument/2006/relationships/image" Target="../media/image550.wmf"/><Relationship Id="rId12" Type="http://schemas.openxmlformats.org/officeDocument/2006/relationships/image" Target="../media/image555.wmf"/><Relationship Id="rId2" Type="http://schemas.openxmlformats.org/officeDocument/2006/relationships/image" Target="../media/image545.wmf"/><Relationship Id="rId1" Type="http://schemas.openxmlformats.org/officeDocument/2006/relationships/image" Target="../media/image544.wmf"/><Relationship Id="rId6" Type="http://schemas.openxmlformats.org/officeDocument/2006/relationships/image" Target="../media/image549.wmf"/><Relationship Id="rId11" Type="http://schemas.openxmlformats.org/officeDocument/2006/relationships/image" Target="../media/image554.wmf"/><Relationship Id="rId5" Type="http://schemas.openxmlformats.org/officeDocument/2006/relationships/image" Target="../media/image548.wmf"/><Relationship Id="rId10" Type="http://schemas.openxmlformats.org/officeDocument/2006/relationships/image" Target="../media/image553.wmf"/><Relationship Id="rId4" Type="http://schemas.openxmlformats.org/officeDocument/2006/relationships/image" Target="../media/image547.wmf"/><Relationship Id="rId9" Type="http://schemas.openxmlformats.org/officeDocument/2006/relationships/image" Target="../media/image552.wmf"/></Relationships>
</file>

<file path=ppt/drawings/_rels/vmlDrawing9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8.wmf"/><Relationship Id="rId2" Type="http://schemas.openxmlformats.org/officeDocument/2006/relationships/image" Target="../media/image557.wmf"/><Relationship Id="rId1" Type="http://schemas.openxmlformats.org/officeDocument/2006/relationships/image" Target="../media/image556.wmf"/><Relationship Id="rId5" Type="http://schemas.openxmlformats.org/officeDocument/2006/relationships/image" Target="../media/image560.wmf"/><Relationship Id="rId4" Type="http://schemas.openxmlformats.org/officeDocument/2006/relationships/image" Target="../media/image559.wmf"/></Relationships>
</file>

<file path=ppt/drawings/_rels/vmlDrawing9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63.wmf"/><Relationship Id="rId2" Type="http://schemas.openxmlformats.org/officeDocument/2006/relationships/image" Target="../media/image562.wmf"/><Relationship Id="rId1" Type="http://schemas.openxmlformats.org/officeDocument/2006/relationships/image" Target="../media/image561.wmf"/></Relationships>
</file>

<file path=ppt/drawings/_rels/vmlDrawing9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64.wmf"/><Relationship Id="rId2" Type="http://schemas.openxmlformats.org/officeDocument/2006/relationships/image" Target="../media/image563.wmf"/><Relationship Id="rId1" Type="http://schemas.openxmlformats.org/officeDocument/2006/relationships/image" Target="../media/image562.wmf"/><Relationship Id="rId5" Type="http://schemas.openxmlformats.org/officeDocument/2006/relationships/image" Target="../media/image566.wmf"/><Relationship Id="rId4" Type="http://schemas.openxmlformats.org/officeDocument/2006/relationships/image" Target="../media/image565.wmf"/></Relationships>
</file>

<file path=ppt/drawings/_rels/vmlDrawing93.vml.rels><?xml version="1.0" encoding="UTF-8" standalone="yes"?>
<Relationships xmlns="http://schemas.openxmlformats.org/package/2006/relationships"><Relationship Id="rId8" Type="http://schemas.openxmlformats.org/officeDocument/2006/relationships/image" Target="../media/image573.emf"/><Relationship Id="rId3" Type="http://schemas.openxmlformats.org/officeDocument/2006/relationships/image" Target="../media/image568.wmf"/><Relationship Id="rId7" Type="http://schemas.openxmlformats.org/officeDocument/2006/relationships/image" Target="../media/image572.emf"/><Relationship Id="rId2" Type="http://schemas.openxmlformats.org/officeDocument/2006/relationships/image" Target="../media/image567.wmf"/><Relationship Id="rId1" Type="http://schemas.openxmlformats.org/officeDocument/2006/relationships/image" Target="../media/image564.wmf"/><Relationship Id="rId6" Type="http://schemas.openxmlformats.org/officeDocument/2006/relationships/image" Target="../media/image571.wmf"/><Relationship Id="rId11" Type="http://schemas.openxmlformats.org/officeDocument/2006/relationships/image" Target="../media/image576.wmf"/><Relationship Id="rId5" Type="http://schemas.openxmlformats.org/officeDocument/2006/relationships/image" Target="../media/image570.emf"/><Relationship Id="rId10" Type="http://schemas.openxmlformats.org/officeDocument/2006/relationships/image" Target="../media/image575.emf"/><Relationship Id="rId4" Type="http://schemas.openxmlformats.org/officeDocument/2006/relationships/image" Target="../media/image569.emf"/><Relationship Id="rId9" Type="http://schemas.openxmlformats.org/officeDocument/2006/relationships/image" Target="../media/image574.emf"/></Relationships>
</file>

<file path=ppt/drawings/_rels/vmlDrawing9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9.wmf"/><Relationship Id="rId2" Type="http://schemas.openxmlformats.org/officeDocument/2006/relationships/image" Target="../media/image578.wmf"/><Relationship Id="rId1" Type="http://schemas.openxmlformats.org/officeDocument/2006/relationships/image" Target="../media/image577.wmf"/></Relationships>
</file>

<file path=ppt/drawings/_rels/vmlDrawing95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9.wmf"/><Relationship Id="rId2" Type="http://schemas.openxmlformats.org/officeDocument/2006/relationships/image" Target="../media/image577.wmf"/><Relationship Id="rId1" Type="http://schemas.openxmlformats.org/officeDocument/2006/relationships/image" Target="../media/image580.wmf"/><Relationship Id="rId5" Type="http://schemas.openxmlformats.org/officeDocument/2006/relationships/image" Target="../media/image582.wmf"/><Relationship Id="rId4" Type="http://schemas.openxmlformats.org/officeDocument/2006/relationships/image" Target="../media/image581.wmf"/></Relationships>
</file>

<file path=ppt/drawings/_rels/vmlDrawing96.vml.rels><?xml version="1.0" encoding="UTF-8" standalone="yes"?>
<Relationships xmlns="http://schemas.openxmlformats.org/package/2006/relationships"><Relationship Id="rId8" Type="http://schemas.openxmlformats.org/officeDocument/2006/relationships/image" Target="../media/image588.emf"/><Relationship Id="rId3" Type="http://schemas.openxmlformats.org/officeDocument/2006/relationships/image" Target="../media/image583.wmf"/><Relationship Id="rId7" Type="http://schemas.openxmlformats.org/officeDocument/2006/relationships/image" Target="../media/image587.wmf"/><Relationship Id="rId2" Type="http://schemas.openxmlformats.org/officeDocument/2006/relationships/image" Target="../media/image582.wmf"/><Relationship Id="rId1" Type="http://schemas.openxmlformats.org/officeDocument/2006/relationships/image" Target="../media/image581.wmf"/><Relationship Id="rId6" Type="http://schemas.openxmlformats.org/officeDocument/2006/relationships/image" Target="../media/image586.emf"/><Relationship Id="rId5" Type="http://schemas.openxmlformats.org/officeDocument/2006/relationships/image" Target="../media/image585.emf"/><Relationship Id="rId10" Type="http://schemas.openxmlformats.org/officeDocument/2006/relationships/image" Target="../media/image590.emf"/><Relationship Id="rId4" Type="http://schemas.openxmlformats.org/officeDocument/2006/relationships/image" Target="../media/image584.emf"/><Relationship Id="rId9" Type="http://schemas.openxmlformats.org/officeDocument/2006/relationships/image" Target="../media/image589.emf"/></Relationships>
</file>

<file path=ppt/drawings/_rels/vmlDrawing9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3.wmf"/><Relationship Id="rId2" Type="http://schemas.openxmlformats.org/officeDocument/2006/relationships/image" Target="../media/image592.wmf"/><Relationship Id="rId1" Type="http://schemas.openxmlformats.org/officeDocument/2006/relationships/image" Target="../media/image591.wmf"/><Relationship Id="rId5" Type="http://schemas.openxmlformats.org/officeDocument/2006/relationships/image" Target="../media/image595.wmf"/><Relationship Id="rId4" Type="http://schemas.openxmlformats.org/officeDocument/2006/relationships/image" Target="../media/image594.wmf"/></Relationships>
</file>

<file path=ppt/drawings/_rels/vmlDrawing98.vml.rels><?xml version="1.0" encoding="UTF-8" standalone="yes"?>
<Relationships xmlns="http://schemas.openxmlformats.org/package/2006/relationships"><Relationship Id="rId8" Type="http://schemas.openxmlformats.org/officeDocument/2006/relationships/image" Target="../media/image601.emf"/><Relationship Id="rId3" Type="http://schemas.openxmlformats.org/officeDocument/2006/relationships/image" Target="../media/image596.wmf"/><Relationship Id="rId7" Type="http://schemas.openxmlformats.org/officeDocument/2006/relationships/image" Target="../media/image600.wmf"/><Relationship Id="rId12" Type="http://schemas.openxmlformats.org/officeDocument/2006/relationships/image" Target="../media/image576.wmf"/><Relationship Id="rId2" Type="http://schemas.openxmlformats.org/officeDocument/2006/relationships/image" Target="../media/image566.wmf"/><Relationship Id="rId1" Type="http://schemas.openxmlformats.org/officeDocument/2006/relationships/image" Target="../media/image595.wmf"/><Relationship Id="rId6" Type="http://schemas.openxmlformats.org/officeDocument/2006/relationships/image" Target="../media/image599.emf"/><Relationship Id="rId11" Type="http://schemas.openxmlformats.org/officeDocument/2006/relationships/image" Target="../media/image604.emf"/><Relationship Id="rId5" Type="http://schemas.openxmlformats.org/officeDocument/2006/relationships/image" Target="../media/image598.emf"/><Relationship Id="rId10" Type="http://schemas.openxmlformats.org/officeDocument/2006/relationships/image" Target="../media/image603.emf"/><Relationship Id="rId4" Type="http://schemas.openxmlformats.org/officeDocument/2006/relationships/image" Target="../media/image597.wmf"/><Relationship Id="rId9" Type="http://schemas.openxmlformats.org/officeDocument/2006/relationships/image" Target="../media/image602.emf"/></Relationships>
</file>

<file path=ppt/drawings/_rels/vmlDrawing9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1.wmf"/><Relationship Id="rId2" Type="http://schemas.openxmlformats.org/officeDocument/2006/relationships/image" Target="../media/image540.wmf"/><Relationship Id="rId1" Type="http://schemas.openxmlformats.org/officeDocument/2006/relationships/image" Target="../media/image605.emf"/><Relationship Id="rId6" Type="http://schemas.openxmlformats.org/officeDocument/2006/relationships/image" Target="../media/image607.wmf"/><Relationship Id="rId5" Type="http://schemas.openxmlformats.org/officeDocument/2006/relationships/image" Target="../media/image606.wmf"/><Relationship Id="rId4" Type="http://schemas.openxmlformats.org/officeDocument/2006/relationships/image" Target="../media/image96.wmf"/></Relationships>
</file>

<file path=ppt/drawings/_rels/vmlDrawing100.vml.rels><?xml version="1.0" encoding="UTF-8" standalone="yes"?>
<Relationships xmlns="http://schemas.openxmlformats.org/package/2006/relationships"><Relationship Id="rId8" Type="http://schemas.openxmlformats.org/officeDocument/2006/relationships/image" Target="../media/image615.wmf"/><Relationship Id="rId13" Type="http://schemas.openxmlformats.org/officeDocument/2006/relationships/image" Target="../media/image620.wmf"/><Relationship Id="rId3" Type="http://schemas.openxmlformats.org/officeDocument/2006/relationships/image" Target="../media/image610.wmf"/><Relationship Id="rId7" Type="http://schemas.openxmlformats.org/officeDocument/2006/relationships/image" Target="../media/image614.wmf"/><Relationship Id="rId12" Type="http://schemas.openxmlformats.org/officeDocument/2006/relationships/image" Target="../media/image619.wmf"/><Relationship Id="rId2" Type="http://schemas.openxmlformats.org/officeDocument/2006/relationships/image" Target="../media/image609.wmf"/><Relationship Id="rId1" Type="http://schemas.openxmlformats.org/officeDocument/2006/relationships/image" Target="../media/image608.wmf"/><Relationship Id="rId6" Type="http://schemas.openxmlformats.org/officeDocument/2006/relationships/image" Target="../media/image613.wmf"/><Relationship Id="rId11" Type="http://schemas.openxmlformats.org/officeDocument/2006/relationships/image" Target="../media/image618.emf"/><Relationship Id="rId5" Type="http://schemas.openxmlformats.org/officeDocument/2006/relationships/image" Target="../media/image612.wmf"/><Relationship Id="rId10" Type="http://schemas.openxmlformats.org/officeDocument/2006/relationships/image" Target="../media/image617.emf"/><Relationship Id="rId4" Type="http://schemas.openxmlformats.org/officeDocument/2006/relationships/image" Target="../media/image611.wmf"/><Relationship Id="rId9" Type="http://schemas.openxmlformats.org/officeDocument/2006/relationships/image" Target="../media/image616.wmf"/></Relationships>
</file>

<file path=ppt/drawings/_rels/vmlDrawing101.vml.rels><?xml version="1.0" encoding="UTF-8" standalone="yes"?>
<Relationships xmlns="http://schemas.openxmlformats.org/package/2006/relationships"><Relationship Id="rId8" Type="http://schemas.openxmlformats.org/officeDocument/2006/relationships/image" Target="../media/image628.wmf"/><Relationship Id="rId3" Type="http://schemas.openxmlformats.org/officeDocument/2006/relationships/image" Target="../media/image623.wmf"/><Relationship Id="rId7" Type="http://schemas.openxmlformats.org/officeDocument/2006/relationships/image" Target="../media/image627.wmf"/><Relationship Id="rId2" Type="http://schemas.openxmlformats.org/officeDocument/2006/relationships/image" Target="../media/image622.wmf"/><Relationship Id="rId1" Type="http://schemas.openxmlformats.org/officeDocument/2006/relationships/image" Target="../media/image621.wmf"/><Relationship Id="rId6" Type="http://schemas.openxmlformats.org/officeDocument/2006/relationships/image" Target="../media/image626.wmf"/><Relationship Id="rId5" Type="http://schemas.openxmlformats.org/officeDocument/2006/relationships/image" Target="../media/image625.wmf"/><Relationship Id="rId4" Type="http://schemas.openxmlformats.org/officeDocument/2006/relationships/image" Target="../media/image624.wmf"/></Relationships>
</file>

<file path=ppt/drawings/_rels/vmlDrawing102.vml.rels><?xml version="1.0" encoding="UTF-8" standalone="yes"?>
<Relationships xmlns="http://schemas.openxmlformats.org/package/2006/relationships"><Relationship Id="rId8" Type="http://schemas.openxmlformats.org/officeDocument/2006/relationships/image" Target="../media/image636.wmf"/><Relationship Id="rId3" Type="http://schemas.openxmlformats.org/officeDocument/2006/relationships/image" Target="../media/image631.emf"/><Relationship Id="rId7" Type="http://schemas.openxmlformats.org/officeDocument/2006/relationships/image" Target="../media/image635.wmf"/><Relationship Id="rId2" Type="http://schemas.openxmlformats.org/officeDocument/2006/relationships/image" Target="../media/image630.wmf"/><Relationship Id="rId1" Type="http://schemas.openxmlformats.org/officeDocument/2006/relationships/image" Target="../media/image629.emf"/><Relationship Id="rId6" Type="http://schemas.openxmlformats.org/officeDocument/2006/relationships/image" Target="../media/image634.emf"/><Relationship Id="rId5" Type="http://schemas.openxmlformats.org/officeDocument/2006/relationships/image" Target="../media/image633.wmf"/><Relationship Id="rId4" Type="http://schemas.openxmlformats.org/officeDocument/2006/relationships/image" Target="../media/image632.wmf"/></Relationships>
</file>

<file path=ppt/drawings/_rels/vmlDrawing103.vml.rels><?xml version="1.0" encoding="UTF-8" standalone="yes"?>
<Relationships xmlns="http://schemas.openxmlformats.org/package/2006/relationships"><Relationship Id="rId8" Type="http://schemas.openxmlformats.org/officeDocument/2006/relationships/image" Target="../media/image644.wmf"/><Relationship Id="rId3" Type="http://schemas.openxmlformats.org/officeDocument/2006/relationships/image" Target="../media/image639.emf"/><Relationship Id="rId7" Type="http://schemas.openxmlformats.org/officeDocument/2006/relationships/image" Target="../media/image643.wmf"/><Relationship Id="rId2" Type="http://schemas.openxmlformats.org/officeDocument/2006/relationships/image" Target="../media/image638.wmf"/><Relationship Id="rId1" Type="http://schemas.openxmlformats.org/officeDocument/2006/relationships/image" Target="../media/image637.wmf"/><Relationship Id="rId6" Type="http://schemas.openxmlformats.org/officeDocument/2006/relationships/image" Target="../media/image642.wmf"/><Relationship Id="rId5" Type="http://schemas.openxmlformats.org/officeDocument/2006/relationships/image" Target="../media/image641.emf"/><Relationship Id="rId10" Type="http://schemas.openxmlformats.org/officeDocument/2006/relationships/image" Target="../media/image646.wmf"/><Relationship Id="rId4" Type="http://schemas.openxmlformats.org/officeDocument/2006/relationships/image" Target="../media/image640.emf"/><Relationship Id="rId9" Type="http://schemas.openxmlformats.org/officeDocument/2006/relationships/image" Target="../media/image645.wmf"/></Relationships>
</file>

<file path=ppt/drawings/_rels/vmlDrawing104.vml.rels><?xml version="1.0" encoding="UTF-8" standalone="yes"?>
<Relationships xmlns="http://schemas.openxmlformats.org/package/2006/relationships"><Relationship Id="rId8" Type="http://schemas.openxmlformats.org/officeDocument/2006/relationships/image" Target="../media/image652.emf"/><Relationship Id="rId13" Type="http://schemas.openxmlformats.org/officeDocument/2006/relationships/image" Target="../media/image657.wmf"/><Relationship Id="rId3" Type="http://schemas.openxmlformats.org/officeDocument/2006/relationships/image" Target="../media/image647.wmf"/><Relationship Id="rId7" Type="http://schemas.openxmlformats.org/officeDocument/2006/relationships/image" Target="../media/image651.wmf"/><Relationship Id="rId12" Type="http://schemas.openxmlformats.org/officeDocument/2006/relationships/image" Target="../media/image656.wmf"/><Relationship Id="rId2" Type="http://schemas.openxmlformats.org/officeDocument/2006/relationships/image" Target="../media/image645.wmf"/><Relationship Id="rId1" Type="http://schemas.openxmlformats.org/officeDocument/2006/relationships/image" Target="../media/image644.wmf"/><Relationship Id="rId6" Type="http://schemas.openxmlformats.org/officeDocument/2006/relationships/image" Target="../media/image650.emf"/><Relationship Id="rId11" Type="http://schemas.openxmlformats.org/officeDocument/2006/relationships/image" Target="../media/image655.wmf"/><Relationship Id="rId5" Type="http://schemas.openxmlformats.org/officeDocument/2006/relationships/image" Target="../media/image649.emf"/><Relationship Id="rId15" Type="http://schemas.openxmlformats.org/officeDocument/2006/relationships/image" Target="../media/image659.emf"/><Relationship Id="rId10" Type="http://schemas.openxmlformats.org/officeDocument/2006/relationships/image" Target="../media/image654.wmf"/><Relationship Id="rId4" Type="http://schemas.openxmlformats.org/officeDocument/2006/relationships/image" Target="../media/image648.wmf"/><Relationship Id="rId9" Type="http://schemas.openxmlformats.org/officeDocument/2006/relationships/image" Target="../media/image653.emf"/><Relationship Id="rId14" Type="http://schemas.openxmlformats.org/officeDocument/2006/relationships/image" Target="../media/image658.emf"/></Relationships>
</file>

<file path=ppt/drawings/_rels/vmlDrawing105.vml.rels><?xml version="1.0" encoding="UTF-8" standalone="yes"?>
<Relationships xmlns="http://schemas.openxmlformats.org/package/2006/relationships"><Relationship Id="rId8" Type="http://schemas.openxmlformats.org/officeDocument/2006/relationships/image" Target="../media/image667.emf"/><Relationship Id="rId13" Type="http://schemas.openxmlformats.org/officeDocument/2006/relationships/image" Target="../media/image672.wmf"/><Relationship Id="rId3" Type="http://schemas.openxmlformats.org/officeDocument/2006/relationships/image" Target="../media/image662.wmf"/><Relationship Id="rId7" Type="http://schemas.openxmlformats.org/officeDocument/2006/relationships/image" Target="../media/image666.wmf"/><Relationship Id="rId12" Type="http://schemas.openxmlformats.org/officeDocument/2006/relationships/image" Target="../media/image671.emf"/><Relationship Id="rId2" Type="http://schemas.openxmlformats.org/officeDocument/2006/relationships/image" Target="../media/image661.wmf"/><Relationship Id="rId1" Type="http://schemas.openxmlformats.org/officeDocument/2006/relationships/image" Target="../media/image660.wmf"/><Relationship Id="rId6" Type="http://schemas.openxmlformats.org/officeDocument/2006/relationships/image" Target="../media/image665.emf"/><Relationship Id="rId11" Type="http://schemas.openxmlformats.org/officeDocument/2006/relationships/image" Target="../media/image670.emf"/><Relationship Id="rId5" Type="http://schemas.openxmlformats.org/officeDocument/2006/relationships/image" Target="../media/image664.wmf"/><Relationship Id="rId10" Type="http://schemas.openxmlformats.org/officeDocument/2006/relationships/image" Target="../media/image669.wmf"/><Relationship Id="rId4" Type="http://schemas.openxmlformats.org/officeDocument/2006/relationships/image" Target="../media/image663.emf"/><Relationship Id="rId9" Type="http://schemas.openxmlformats.org/officeDocument/2006/relationships/image" Target="../media/image668.emf"/></Relationships>
</file>

<file path=ppt/drawings/_rels/vmlDrawing106.vml.rels><?xml version="1.0" encoding="UTF-8" standalone="yes"?>
<Relationships xmlns="http://schemas.openxmlformats.org/package/2006/relationships"><Relationship Id="rId8" Type="http://schemas.openxmlformats.org/officeDocument/2006/relationships/image" Target="../media/image677.emf"/><Relationship Id="rId3" Type="http://schemas.openxmlformats.org/officeDocument/2006/relationships/image" Target="../media/image664.wmf"/><Relationship Id="rId7" Type="http://schemas.openxmlformats.org/officeDocument/2006/relationships/image" Target="../media/image676.emf"/><Relationship Id="rId2" Type="http://schemas.openxmlformats.org/officeDocument/2006/relationships/image" Target="../media/image661.wmf"/><Relationship Id="rId1" Type="http://schemas.openxmlformats.org/officeDocument/2006/relationships/image" Target="../media/image660.wmf"/><Relationship Id="rId6" Type="http://schemas.openxmlformats.org/officeDocument/2006/relationships/image" Target="../media/image675.wmf"/><Relationship Id="rId5" Type="http://schemas.openxmlformats.org/officeDocument/2006/relationships/image" Target="../media/image674.wmf"/><Relationship Id="rId4" Type="http://schemas.openxmlformats.org/officeDocument/2006/relationships/image" Target="../media/image673.wmf"/><Relationship Id="rId9" Type="http://schemas.openxmlformats.org/officeDocument/2006/relationships/image" Target="../media/image678.wmf"/></Relationships>
</file>

<file path=ppt/drawings/_rels/vmlDrawing107.vml.rels><?xml version="1.0" encoding="UTF-8" standalone="yes"?>
<Relationships xmlns="http://schemas.openxmlformats.org/package/2006/relationships"><Relationship Id="rId3" Type="http://schemas.openxmlformats.org/officeDocument/2006/relationships/image" Target="../media/image681.wmf"/><Relationship Id="rId2" Type="http://schemas.openxmlformats.org/officeDocument/2006/relationships/image" Target="../media/image680.wmf"/><Relationship Id="rId1" Type="http://schemas.openxmlformats.org/officeDocument/2006/relationships/image" Target="../media/image679.wmf"/><Relationship Id="rId5" Type="http://schemas.openxmlformats.org/officeDocument/2006/relationships/image" Target="../media/image644.wmf"/><Relationship Id="rId4" Type="http://schemas.openxmlformats.org/officeDocument/2006/relationships/image" Target="../media/image682.wmf"/></Relationships>
</file>

<file path=ppt/drawings/_rels/vmlDrawing108.vml.rels><?xml version="1.0" encoding="UTF-8" standalone="yes"?>
<Relationships xmlns="http://schemas.openxmlformats.org/package/2006/relationships"><Relationship Id="rId8" Type="http://schemas.openxmlformats.org/officeDocument/2006/relationships/image" Target="../media/image688.emf"/><Relationship Id="rId13" Type="http://schemas.openxmlformats.org/officeDocument/2006/relationships/image" Target="../media/image690.emf"/><Relationship Id="rId3" Type="http://schemas.openxmlformats.org/officeDocument/2006/relationships/image" Target="../media/image647.wmf"/><Relationship Id="rId7" Type="http://schemas.openxmlformats.org/officeDocument/2006/relationships/image" Target="../media/image687.emf"/><Relationship Id="rId12" Type="http://schemas.openxmlformats.org/officeDocument/2006/relationships/image" Target="../media/image689.emf"/><Relationship Id="rId2" Type="http://schemas.openxmlformats.org/officeDocument/2006/relationships/image" Target="../media/image644.wmf"/><Relationship Id="rId1" Type="http://schemas.openxmlformats.org/officeDocument/2006/relationships/image" Target="../media/image683.wmf"/><Relationship Id="rId6" Type="http://schemas.openxmlformats.org/officeDocument/2006/relationships/image" Target="../media/image686.wmf"/><Relationship Id="rId11" Type="http://schemas.openxmlformats.org/officeDocument/2006/relationships/image" Target="../media/image657.wmf"/><Relationship Id="rId5" Type="http://schemas.openxmlformats.org/officeDocument/2006/relationships/image" Target="../media/image685.emf"/><Relationship Id="rId10" Type="http://schemas.openxmlformats.org/officeDocument/2006/relationships/image" Target="../media/image656.wmf"/><Relationship Id="rId4" Type="http://schemas.openxmlformats.org/officeDocument/2006/relationships/image" Target="../media/image684.emf"/><Relationship Id="rId9" Type="http://schemas.openxmlformats.org/officeDocument/2006/relationships/image" Target="../media/image655.wmf"/></Relationships>
</file>

<file path=ppt/drawings/_rels/vmlDrawing109.vml.rels><?xml version="1.0" encoding="UTF-8" standalone="yes"?>
<Relationships xmlns="http://schemas.openxmlformats.org/package/2006/relationships"><Relationship Id="rId3" Type="http://schemas.openxmlformats.org/officeDocument/2006/relationships/image" Target="../media/image693.wmf"/><Relationship Id="rId7" Type="http://schemas.openxmlformats.org/officeDocument/2006/relationships/image" Target="../media/image697.wmf"/><Relationship Id="rId2" Type="http://schemas.openxmlformats.org/officeDocument/2006/relationships/image" Target="../media/image692.wmf"/><Relationship Id="rId1" Type="http://schemas.openxmlformats.org/officeDocument/2006/relationships/image" Target="../media/image691.wmf"/><Relationship Id="rId6" Type="http://schemas.openxmlformats.org/officeDocument/2006/relationships/image" Target="../media/image696.wmf"/><Relationship Id="rId5" Type="http://schemas.openxmlformats.org/officeDocument/2006/relationships/image" Target="../media/image695.wmf"/><Relationship Id="rId4" Type="http://schemas.openxmlformats.org/officeDocument/2006/relationships/image" Target="../media/image694.wmf"/></Relationships>
</file>

<file path=ppt/drawings/_rels/vmlDrawing1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704.emf"/><Relationship Id="rId3" Type="http://schemas.openxmlformats.org/officeDocument/2006/relationships/image" Target="../media/image699.wmf"/><Relationship Id="rId7" Type="http://schemas.openxmlformats.org/officeDocument/2006/relationships/image" Target="../media/image703.emf"/><Relationship Id="rId2" Type="http://schemas.openxmlformats.org/officeDocument/2006/relationships/image" Target="../media/image698.wmf"/><Relationship Id="rId1" Type="http://schemas.openxmlformats.org/officeDocument/2006/relationships/image" Target="../media/image691.wmf"/><Relationship Id="rId6" Type="http://schemas.openxmlformats.org/officeDocument/2006/relationships/image" Target="../media/image702.emf"/><Relationship Id="rId11" Type="http://schemas.openxmlformats.org/officeDocument/2006/relationships/image" Target="../media/image707.emf"/><Relationship Id="rId5" Type="http://schemas.openxmlformats.org/officeDocument/2006/relationships/image" Target="../media/image701.wmf"/><Relationship Id="rId10" Type="http://schemas.openxmlformats.org/officeDocument/2006/relationships/image" Target="../media/image706.emf"/><Relationship Id="rId4" Type="http://schemas.openxmlformats.org/officeDocument/2006/relationships/image" Target="../media/image700.wmf"/><Relationship Id="rId9" Type="http://schemas.openxmlformats.org/officeDocument/2006/relationships/image" Target="../media/image705.emf"/></Relationships>
</file>

<file path=ppt/drawings/_rels/vmlDrawing1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715.wmf"/><Relationship Id="rId3" Type="http://schemas.openxmlformats.org/officeDocument/2006/relationships/image" Target="../media/image710.wmf"/><Relationship Id="rId7" Type="http://schemas.openxmlformats.org/officeDocument/2006/relationships/image" Target="../media/image714.wmf"/><Relationship Id="rId2" Type="http://schemas.openxmlformats.org/officeDocument/2006/relationships/image" Target="../media/image709.wmf"/><Relationship Id="rId1" Type="http://schemas.openxmlformats.org/officeDocument/2006/relationships/image" Target="../media/image708.wmf"/><Relationship Id="rId6" Type="http://schemas.openxmlformats.org/officeDocument/2006/relationships/image" Target="../media/image713.wmf"/><Relationship Id="rId5" Type="http://schemas.openxmlformats.org/officeDocument/2006/relationships/image" Target="../media/image712.wmf"/><Relationship Id="rId10" Type="http://schemas.openxmlformats.org/officeDocument/2006/relationships/image" Target="../media/image717.wmf"/><Relationship Id="rId4" Type="http://schemas.openxmlformats.org/officeDocument/2006/relationships/image" Target="../media/image711.wmf"/><Relationship Id="rId9" Type="http://schemas.openxmlformats.org/officeDocument/2006/relationships/image" Target="../media/image716.wmf"/></Relationships>
</file>

<file path=ppt/drawings/_rels/vmlDrawing1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2.wmf"/><Relationship Id="rId13" Type="http://schemas.openxmlformats.org/officeDocument/2006/relationships/image" Target="../media/image387.wmf"/><Relationship Id="rId3" Type="http://schemas.openxmlformats.org/officeDocument/2006/relationships/image" Target="../media/image377.wmf"/><Relationship Id="rId7" Type="http://schemas.openxmlformats.org/officeDocument/2006/relationships/image" Target="../media/image381.wmf"/><Relationship Id="rId12" Type="http://schemas.openxmlformats.org/officeDocument/2006/relationships/image" Target="../media/image386.wmf"/><Relationship Id="rId2" Type="http://schemas.openxmlformats.org/officeDocument/2006/relationships/image" Target="../media/image376.wmf"/><Relationship Id="rId1" Type="http://schemas.openxmlformats.org/officeDocument/2006/relationships/image" Target="../media/image375.wmf"/><Relationship Id="rId6" Type="http://schemas.openxmlformats.org/officeDocument/2006/relationships/image" Target="../media/image380.wmf"/><Relationship Id="rId11" Type="http://schemas.openxmlformats.org/officeDocument/2006/relationships/image" Target="../media/image385.wmf"/><Relationship Id="rId5" Type="http://schemas.openxmlformats.org/officeDocument/2006/relationships/image" Target="../media/image379.wmf"/><Relationship Id="rId10" Type="http://schemas.openxmlformats.org/officeDocument/2006/relationships/image" Target="../media/image384.wmf"/><Relationship Id="rId4" Type="http://schemas.openxmlformats.org/officeDocument/2006/relationships/image" Target="../media/image378.wmf"/><Relationship Id="rId9" Type="http://schemas.openxmlformats.org/officeDocument/2006/relationships/image" Target="../media/image383.wmf"/></Relationships>
</file>

<file path=ppt/drawings/_rels/vmlDrawing1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76.wmf"/><Relationship Id="rId3" Type="http://schemas.openxmlformats.org/officeDocument/2006/relationships/image" Target="../media/image389.wmf"/><Relationship Id="rId7" Type="http://schemas.openxmlformats.org/officeDocument/2006/relationships/image" Target="../media/image393.wmf"/><Relationship Id="rId2" Type="http://schemas.openxmlformats.org/officeDocument/2006/relationships/image" Target="../media/image388.wmf"/><Relationship Id="rId1" Type="http://schemas.openxmlformats.org/officeDocument/2006/relationships/image" Target="../media/image381.wmf"/><Relationship Id="rId6" Type="http://schemas.openxmlformats.org/officeDocument/2006/relationships/image" Target="../media/image392.wmf"/><Relationship Id="rId11" Type="http://schemas.openxmlformats.org/officeDocument/2006/relationships/image" Target="../media/image379.wmf"/><Relationship Id="rId5" Type="http://schemas.openxmlformats.org/officeDocument/2006/relationships/image" Target="../media/image391.wmf"/><Relationship Id="rId10" Type="http://schemas.openxmlformats.org/officeDocument/2006/relationships/image" Target="../media/image378.wmf"/><Relationship Id="rId4" Type="http://schemas.openxmlformats.org/officeDocument/2006/relationships/image" Target="../media/image390.wmf"/><Relationship Id="rId9" Type="http://schemas.openxmlformats.org/officeDocument/2006/relationships/image" Target="../media/image377.wmf"/></Relationships>
</file>

<file path=ppt/drawings/_rels/vmlDrawing1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6.wmf"/><Relationship Id="rId2" Type="http://schemas.openxmlformats.org/officeDocument/2006/relationships/image" Target="../media/image394.wmf"/><Relationship Id="rId1" Type="http://schemas.openxmlformats.org/officeDocument/2006/relationships/image" Target="../media/image382.wmf"/><Relationship Id="rId6" Type="http://schemas.openxmlformats.org/officeDocument/2006/relationships/image" Target="../media/image379.wmf"/><Relationship Id="rId5" Type="http://schemas.openxmlformats.org/officeDocument/2006/relationships/image" Target="../media/image378.wmf"/><Relationship Id="rId4" Type="http://schemas.openxmlformats.org/officeDocument/2006/relationships/image" Target="../media/image377.wmf"/></Relationships>
</file>

<file path=ppt/drawings/_rels/vmlDrawing1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720.wmf"/><Relationship Id="rId2" Type="http://schemas.openxmlformats.org/officeDocument/2006/relationships/image" Target="../media/image719.wmf"/><Relationship Id="rId1" Type="http://schemas.openxmlformats.org/officeDocument/2006/relationships/image" Target="../media/image718.wmf"/><Relationship Id="rId4" Type="http://schemas.openxmlformats.org/officeDocument/2006/relationships/image" Target="../media/image721.wmf"/></Relationships>
</file>

<file path=ppt/drawings/_rels/vmlDrawing1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728.wmf"/><Relationship Id="rId3" Type="http://schemas.openxmlformats.org/officeDocument/2006/relationships/image" Target="../media/image723.wmf"/><Relationship Id="rId7" Type="http://schemas.openxmlformats.org/officeDocument/2006/relationships/image" Target="../media/image727.wmf"/><Relationship Id="rId2" Type="http://schemas.openxmlformats.org/officeDocument/2006/relationships/image" Target="../media/image722.wmf"/><Relationship Id="rId1" Type="http://schemas.openxmlformats.org/officeDocument/2006/relationships/image" Target="../media/image718.wmf"/><Relationship Id="rId6" Type="http://schemas.openxmlformats.org/officeDocument/2006/relationships/image" Target="../media/image726.wmf"/><Relationship Id="rId5" Type="http://schemas.openxmlformats.org/officeDocument/2006/relationships/image" Target="../media/image725.wmf"/><Relationship Id="rId4" Type="http://schemas.openxmlformats.org/officeDocument/2006/relationships/image" Target="../media/image724.wmf"/><Relationship Id="rId9" Type="http://schemas.openxmlformats.org/officeDocument/2006/relationships/image" Target="../media/image729.wmf"/></Relationships>
</file>

<file path=ppt/drawings/_rels/vmlDrawing1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734.wmf"/><Relationship Id="rId3" Type="http://schemas.openxmlformats.org/officeDocument/2006/relationships/image" Target="../media/image729.wmf"/><Relationship Id="rId7" Type="http://schemas.openxmlformats.org/officeDocument/2006/relationships/image" Target="../media/image733.emf"/><Relationship Id="rId2" Type="http://schemas.openxmlformats.org/officeDocument/2006/relationships/image" Target="../media/image728.wmf"/><Relationship Id="rId1" Type="http://schemas.openxmlformats.org/officeDocument/2006/relationships/image" Target="../media/image727.wmf"/><Relationship Id="rId6" Type="http://schemas.openxmlformats.org/officeDocument/2006/relationships/image" Target="../media/image732.wmf"/><Relationship Id="rId5" Type="http://schemas.openxmlformats.org/officeDocument/2006/relationships/image" Target="../media/image731.emf"/><Relationship Id="rId10" Type="http://schemas.openxmlformats.org/officeDocument/2006/relationships/image" Target="../media/image736.wmf"/><Relationship Id="rId4" Type="http://schemas.openxmlformats.org/officeDocument/2006/relationships/image" Target="../media/image730.wmf"/><Relationship Id="rId9" Type="http://schemas.openxmlformats.org/officeDocument/2006/relationships/image" Target="../media/image735.emf"/></Relationships>
</file>

<file path=ppt/drawings/_rels/vmlDrawing1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739.wmf"/><Relationship Id="rId2" Type="http://schemas.openxmlformats.org/officeDocument/2006/relationships/image" Target="../media/image738.wmf"/><Relationship Id="rId1" Type="http://schemas.openxmlformats.org/officeDocument/2006/relationships/image" Target="../media/image737.wmf"/></Relationships>
</file>

<file path=ppt/drawings/_rels/vmlDrawing1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742.wmf"/><Relationship Id="rId2" Type="http://schemas.openxmlformats.org/officeDocument/2006/relationships/image" Target="../media/image741.wmf"/><Relationship Id="rId1" Type="http://schemas.openxmlformats.org/officeDocument/2006/relationships/image" Target="../media/image740.wmf"/><Relationship Id="rId6" Type="http://schemas.openxmlformats.org/officeDocument/2006/relationships/image" Target="../media/image745.wmf"/><Relationship Id="rId5" Type="http://schemas.openxmlformats.org/officeDocument/2006/relationships/image" Target="../media/image744.wmf"/><Relationship Id="rId4" Type="http://schemas.openxmlformats.org/officeDocument/2006/relationships/image" Target="../media/image743.wmf"/></Relationships>
</file>

<file path=ppt/drawings/_rels/vmlDrawing1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44.wmf"/><Relationship Id="rId2" Type="http://schemas.openxmlformats.org/officeDocument/2006/relationships/image" Target="../media/image743.wmf"/><Relationship Id="rId1" Type="http://schemas.openxmlformats.org/officeDocument/2006/relationships/image" Target="../media/image742.wmf"/><Relationship Id="rId6" Type="http://schemas.openxmlformats.org/officeDocument/2006/relationships/image" Target="../media/image741.wmf"/><Relationship Id="rId5" Type="http://schemas.openxmlformats.org/officeDocument/2006/relationships/image" Target="../media/image746.wmf"/><Relationship Id="rId4" Type="http://schemas.openxmlformats.org/officeDocument/2006/relationships/image" Target="../media/image745.wmf"/></Relationships>
</file>

<file path=ppt/drawings/_rels/vmlDrawing1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49.wmf"/><Relationship Id="rId2" Type="http://schemas.openxmlformats.org/officeDocument/2006/relationships/image" Target="../media/image748.wmf"/><Relationship Id="rId1" Type="http://schemas.openxmlformats.org/officeDocument/2006/relationships/image" Target="../media/image747.wmf"/><Relationship Id="rId6" Type="http://schemas.openxmlformats.org/officeDocument/2006/relationships/image" Target="../media/image741.wmf"/><Relationship Id="rId5" Type="http://schemas.openxmlformats.org/officeDocument/2006/relationships/image" Target="../media/image746.wmf"/><Relationship Id="rId4" Type="http://schemas.openxmlformats.org/officeDocument/2006/relationships/image" Target="../media/image750.wmf"/></Relationships>
</file>

<file path=ppt/drawings/_rels/vmlDrawing1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51.wmf"/><Relationship Id="rId2" Type="http://schemas.openxmlformats.org/officeDocument/2006/relationships/image" Target="../media/image738.wmf"/><Relationship Id="rId1" Type="http://schemas.openxmlformats.org/officeDocument/2006/relationships/image" Target="../media/image737.wmf"/><Relationship Id="rId5" Type="http://schemas.openxmlformats.org/officeDocument/2006/relationships/image" Target="../media/image753.wmf"/><Relationship Id="rId4" Type="http://schemas.openxmlformats.org/officeDocument/2006/relationships/image" Target="../media/image752.wmf"/></Relationships>
</file>

<file path=ppt/drawings/_rels/vmlDrawing1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55.wmf"/><Relationship Id="rId2" Type="http://schemas.openxmlformats.org/officeDocument/2006/relationships/image" Target="../media/image737.wmf"/><Relationship Id="rId1" Type="http://schemas.openxmlformats.org/officeDocument/2006/relationships/image" Target="../media/image754.wmf"/><Relationship Id="rId6" Type="http://schemas.openxmlformats.org/officeDocument/2006/relationships/image" Target="../media/image758.wmf"/><Relationship Id="rId5" Type="http://schemas.openxmlformats.org/officeDocument/2006/relationships/image" Target="../media/image757.wmf"/><Relationship Id="rId4" Type="http://schemas.openxmlformats.org/officeDocument/2006/relationships/image" Target="../media/image756.wmf"/></Relationships>
</file>

<file path=ppt/drawings/_rels/vmlDrawing1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760.wmf"/><Relationship Id="rId2" Type="http://schemas.openxmlformats.org/officeDocument/2006/relationships/image" Target="../media/image737.wmf"/><Relationship Id="rId1" Type="http://schemas.openxmlformats.org/officeDocument/2006/relationships/image" Target="../media/image759.wmf"/><Relationship Id="rId6" Type="http://schemas.openxmlformats.org/officeDocument/2006/relationships/image" Target="../media/image763.wmf"/><Relationship Id="rId5" Type="http://schemas.openxmlformats.org/officeDocument/2006/relationships/image" Target="../media/image762.wmf"/><Relationship Id="rId4" Type="http://schemas.openxmlformats.org/officeDocument/2006/relationships/image" Target="../media/image76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zh-CN" altLang="en-US"/>
          </a:p>
        </p:txBody>
      </p:sp>
      <p:sp>
        <p:nvSpPr>
          <p:cNvPr id="4454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endParaRPr lang="zh-CN" altLang="en-US"/>
          </a:p>
        </p:txBody>
      </p:sp>
      <p:sp>
        <p:nvSpPr>
          <p:cNvPr id="4454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zh-CN" altLang="en-US"/>
          </a:p>
        </p:txBody>
      </p:sp>
      <p:sp>
        <p:nvSpPr>
          <p:cNvPr id="4454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fld id="{D9590418-5DFE-4F39-8216-53A7E80C9954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zh-CN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endParaRPr lang="zh-CN" altLang="en-US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zh-CN" alt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fld id="{3A6A2CA0-2F07-4CDC-B811-847EB2F9CC49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CED282-E1C3-4C4E-AC42-3BDDC0456307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887447"/>
      </p:ext>
    </p:extLst>
  </p:cSld>
  <p:clrMapOvr>
    <a:masterClrMapping/>
  </p:clrMapOvr>
  <p:transition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AB9960-7734-442A-B0C2-D12CF862E1FA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4961887"/>
      </p:ext>
    </p:extLst>
  </p:cSld>
  <p:clrMapOvr>
    <a:masterClrMapping/>
  </p:clrMapOvr>
  <p:transition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EBFF5B-D134-49D1-98B5-3C2850A24133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0932662"/>
      </p:ext>
    </p:extLst>
  </p:cSld>
  <p:clrMapOvr>
    <a:masterClrMapping/>
  </p:clrMapOvr>
  <p:transition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902476-5572-4C47-9455-4C1A1DB3FE96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3780918"/>
      </p:ext>
    </p:extLst>
  </p:cSld>
  <p:clrMapOvr>
    <a:masterClrMapping/>
  </p:clrMapOvr>
  <p:transition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E2578D-C6FD-4334-BD88-F56DF064E70F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9789208"/>
      </p:ext>
    </p:extLst>
  </p:cSld>
  <p:clrMapOvr>
    <a:masterClrMapping/>
  </p:clrMapOvr>
  <p:transition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7A1BC1-0312-4CDA-8202-673FECA1148C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5355988"/>
      </p:ext>
    </p:extLst>
  </p:cSld>
  <p:clrMapOvr>
    <a:masterClrMapping/>
  </p:clrMapOvr>
  <p:transition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19CAB5-E078-4BB7-B782-7D6DD508563F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8446081"/>
      </p:ext>
    </p:extLst>
  </p:cSld>
  <p:clrMapOvr>
    <a:masterClrMapping/>
  </p:clrMapOvr>
  <p:transition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D0964D-785B-4CA3-9C22-29081BFCD433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069530"/>
      </p:ext>
    </p:extLst>
  </p:cSld>
  <p:clrMapOvr>
    <a:masterClrMapping/>
  </p:clrMapOvr>
  <p:transition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2EB841-1939-4771-B1E0-2E6933E9A6BB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8499876"/>
      </p:ext>
    </p:extLst>
  </p:cSld>
  <p:clrMapOvr>
    <a:masterClrMapping/>
  </p:clrMapOvr>
  <p:transition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C551BC-DFB4-4A4D-96D7-A34EDB526B39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6781750"/>
      </p:ext>
    </p:extLst>
  </p:cSld>
  <p:clrMapOvr>
    <a:masterClrMapping/>
  </p:clrMapOvr>
  <p:transition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1B8FF8-AF49-485E-B88D-00EF4C116A3B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0612721"/>
      </p:ext>
    </p:extLst>
  </p:cSld>
  <p:clrMapOvr>
    <a:masterClrMapping/>
  </p:clrMapOvr>
  <p:transition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400" b="0"/>
            </a:lvl1pPr>
          </a:lstStyle>
          <a:p>
            <a:endParaRPr lang="zh-CN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400" b="0"/>
            </a:lvl1pPr>
          </a:lstStyle>
          <a:p>
            <a:endParaRPr lang="zh-CN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400" b="0"/>
            </a:lvl1pPr>
          </a:lstStyle>
          <a:p>
            <a:fld id="{75D66571-7B3E-4877-A97F-8E4CDBC250D4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wipe/>
  </p:transition>
  <p:hf hdr="0" ftr="0" dt="0"/>
  <p:txStyles>
    <p:titleStyle>
      <a:lvl1pPr algn="ctr" rtl="0" fontAlgn="base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9.wmf"/><Relationship Id="rId26" Type="http://schemas.openxmlformats.org/officeDocument/2006/relationships/oleObject" Target="../embeddings/oleObject14.bin"/><Relationship Id="rId3" Type="http://schemas.openxmlformats.org/officeDocument/2006/relationships/oleObject" Target="../embeddings/oleObject1.bin"/><Relationship Id="rId21" Type="http://schemas.openxmlformats.org/officeDocument/2006/relationships/image" Target="../media/image10.wmf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17" Type="http://schemas.openxmlformats.org/officeDocument/2006/relationships/oleObject" Target="../embeddings/oleObject8.bin"/><Relationship Id="rId25" Type="http://schemas.openxmlformats.org/officeDocument/2006/relationships/image" Target="../media/image11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8.wmf"/><Relationship Id="rId20" Type="http://schemas.openxmlformats.org/officeDocument/2006/relationships/oleObject" Target="../embeddings/oleObject10.bin"/><Relationship Id="rId29" Type="http://schemas.openxmlformats.org/officeDocument/2006/relationships/oleObject" Target="../embeddings/oleObject17.bin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24" Type="http://schemas.openxmlformats.org/officeDocument/2006/relationships/oleObject" Target="../embeddings/oleObject13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2.bin"/><Relationship Id="rId28" Type="http://schemas.openxmlformats.org/officeDocument/2006/relationships/oleObject" Target="../embeddings/oleObject16.bin"/><Relationship Id="rId10" Type="http://schemas.openxmlformats.org/officeDocument/2006/relationships/image" Target="../media/image5.w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wmf"/><Relationship Id="rId22" Type="http://schemas.openxmlformats.org/officeDocument/2006/relationships/oleObject" Target="../embeddings/oleObject11.bin"/><Relationship Id="rId27" Type="http://schemas.openxmlformats.org/officeDocument/2006/relationships/oleObject" Target="../embeddings/oleObject15.bin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3.bin"/><Relationship Id="rId18" Type="http://schemas.openxmlformats.org/officeDocument/2006/relationships/image" Target="../media/image6.wmf"/><Relationship Id="rId26" Type="http://schemas.openxmlformats.org/officeDocument/2006/relationships/image" Target="../media/image16.emf"/><Relationship Id="rId3" Type="http://schemas.openxmlformats.org/officeDocument/2006/relationships/oleObject" Target="../embeddings/oleObject18.bin"/><Relationship Id="rId21" Type="http://schemas.openxmlformats.org/officeDocument/2006/relationships/oleObject" Target="../embeddings/oleObject28.bin"/><Relationship Id="rId34" Type="http://schemas.openxmlformats.org/officeDocument/2006/relationships/oleObject" Target="../embeddings/oleObject37.bin"/><Relationship Id="rId7" Type="http://schemas.openxmlformats.org/officeDocument/2006/relationships/oleObject" Target="../embeddings/oleObject20.bin"/><Relationship Id="rId12" Type="http://schemas.openxmlformats.org/officeDocument/2006/relationships/image" Target="../media/image4.wmf"/><Relationship Id="rId17" Type="http://schemas.openxmlformats.org/officeDocument/2006/relationships/oleObject" Target="../embeddings/oleObject26.bin"/><Relationship Id="rId25" Type="http://schemas.openxmlformats.org/officeDocument/2006/relationships/oleObject" Target="../embeddings/oleObject32.bin"/><Relationship Id="rId33" Type="http://schemas.openxmlformats.org/officeDocument/2006/relationships/oleObject" Target="../embeddings/oleObject36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5.bin"/><Relationship Id="rId20" Type="http://schemas.openxmlformats.org/officeDocument/2006/relationships/image" Target="../media/image15.wmf"/><Relationship Id="rId29" Type="http://schemas.openxmlformats.org/officeDocument/2006/relationships/oleObject" Target="../embeddings/oleObject34.bin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wmf"/><Relationship Id="rId11" Type="http://schemas.openxmlformats.org/officeDocument/2006/relationships/oleObject" Target="../embeddings/oleObject22.bin"/><Relationship Id="rId24" Type="http://schemas.openxmlformats.org/officeDocument/2006/relationships/oleObject" Target="../embeddings/oleObject31.bin"/><Relationship Id="rId32" Type="http://schemas.openxmlformats.org/officeDocument/2006/relationships/image" Target="../media/image11.wmf"/><Relationship Id="rId5" Type="http://schemas.openxmlformats.org/officeDocument/2006/relationships/oleObject" Target="../embeddings/oleObject19.bin"/><Relationship Id="rId15" Type="http://schemas.openxmlformats.org/officeDocument/2006/relationships/image" Target="../media/image14.wmf"/><Relationship Id="rId23" Type="http://schemas.openxmlformats.org/officeDocument/2006/relationships/oleObject" Target="../embeddings/oleObject30.bin"/><Relationship Id="rId28" Type="http://schemas.openxmlformats.org/officeDocument/2006/relationships/image" Target="../media/image17.emf"/><Relationship Id="rId36" Type="http://schemas.openxmlformats.org/officeDocument/2006/relationships/oleObject" Target="../embeddings/oleObject39.bin"/><Relationship Id="rId10" Type="http://schemas.openxmlformats.org/officeDocument/2006/relationships/image" Target="../media/image13.wmf"/><Relationship Id="rId19" Type="http://schemas.openxmlformats.org/officeDocument/2006/relationships/oleObject" Target="../embeddings/oleObject27.bin"/><Relationship Id="rId31" Type="http://schemas.openxmlformats.org/officeDocument/2006/relationships/oleObject" Target="../embeddings/oleObject35.bin"/><Relationship Id="rId4" Type="http://schemas.openxmlformats.org/officeDocument/2006/relationships/image" Target="../media/image5.wmf"/><Relationship Id="rId9" Type="http://schemas.openxmlformats.org/officeDocument/2006/relationships/oleObject" Target="../embeddings/oleObject21.bin"/><Relationship Id="rId14" Type="http://schemas.openxmlformats.org/officeDocument/2006/relationships/oleObject" Target="../embeddings/oleObject24.bin"/><Relationship Id="rId22" Type="http://schemas.openxmlformats.org/officeDocument/2006/relationships/oleObject" Target="../embeddings/oleObject29.bin"/><Relationship Id="rId27" Type="http://schemas.openxmlformats.org/officeDocument/2006/relationships/oleObject" Target="../embeddings/oleObject33.bin"/><Relationship Id="rId30" Type="http://schemas.openxmlformats.org/officeDocument/2006/relationships/image" Target="../media/image18.emf"/><Relationship Id="rId35" Type="http://schemas.openxmlformats.org/officeDocument/2006/relationships/oleObject" Target="../embeddings/oleObject38.bin"/><Relationship Id="rId8" Type="http://schemas.openxmlformats.org/officeDocument/2006/relationships/image" Target="../media/image12.wmf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5.bin"/><Relationship Id="rId18" Type="http://schemas.openxmlformats.org/officeDocument/2006/relationships/oleObject" Target="../embeddings/oleObject48.bin"/><Relationship Id="rId26" Type="http://schemas.openxmlformats.org/officeDocument/2006/relationships/oleObject" Target="../embeddings/oleObject54.bin"/><Relationship Id="rId3" Type="http://schemas.openxmlformats.org/officeDocument/2006/relationships/oleObject" Target="../embeddings/oleObject40.bin"/><Relationship Id="rId21" Type="http://schemas.openxmlformats.org/officeDocument/2006/relationships/image" Target="../media/image14.wmf"/><Relationship Id="rId34" Type="http://schemas.openxmlformats.org/officeDocument/2006/relationships/oleObject" Target="../embeddings/oleObject59.bin"/><Relationship Id="rId7" Type="http://schemas.openxmlformats.org/officeDocument/2006/relationships/oleObject" Target="../embeddings/oleObject42.bin"/><Relationship Id="rId12" Type="http://schemas.openxmlformats.org/officeDocument/2006/relationships/image" Target="../media/image7.wmf"/><Relationship Id="rId17" Type="http://schemas.openxmlformats.org/officeDocument/2006/relationships/image" Target="../media/image20.wmf"/><Relationship Id="rId25" Type="http://schemas.openxmlformats.org/officeDocument/2006/relationships/image" Target="../media/image21.emf"/><Relationship Id="rId33" Type="http://schemas.openxmlformats.org/officeDocument/2006/relationships/oleObject" Target="../embeddings/oleObject58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7.bin"/><Relationship Id="rId20" Type="http://schemas.openxmlformats.org/officeDocument/2006/relationships/oleObject" Target="../embeddings/oleObject50.bin"/><Relationship Id="rId29" Type="http://schemas.openxmlformats.org/officeDocument/2006/relationships/image" Target="../media/image23.e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4.wmf"/><Relationship Id="rId11" Type="http://schemas.openxmlformats.org/officeDocument/2006/relationships/oleObject" Target="../embeddings/oleObject44.bin"/><Relationship Id="rId24" Type="http://schemas.openxmlformats.org/officeDocument/2006/relationships/oleObject" Target="../embeddings/oleObject53.bin"/><Relationship Id="rId32" Type="http://schemas.openxmlformats.org/officeDocument/2006/relationships/oleObject" Target="../embeddings/oleObject57.bin"/><Relationship Id="rId5" Type="http://schemas.openxmlformats.org/officeDocument/2006/relationships/oleObject" Target="../embeddings/oleObject41.bin"/><Relationship Id="rId15" Type="http://schemas.openxmlformats.org/officeDocument/2006/relationships/image" Target="../media/image19.wmf"/><Relationship Id="rId23" Type="http://schemas.openxmlformats.org/officeDocument/2006/relationships/oleObject" Target="../embeddings/oleObject52.bin"/><Relationship Id="rId28" Type="http://schemas.openxmlformats.org/officeDocument/2006/relationships/oleObject" Target="../embeddings/oleObject55.bin"/><Relationship Id="rId10" Type="http://schemas.openxmlformats.org/officeDocument/2006/relationships/image" Target="../media/image6.wmf"/><Relationship Id="rId19" Type="http://schemas.openxmlformats.org/officeDocument/2006/relationships/oleObject" Target="../embeddings/oleObject49.bin"/><Relationship Id="rId31" Type="http://schemas.openxmlformats.org/officeDocument/2006/relationships/image" Target="../media/image24.wmf"/><Relationship Id="rId4" Type="http://schemas.openxmlformats.org/officeDocument/2006/relationships/image" Target="../media/image15.wmf"/><Relationship Id="rId9" Type="http://schemas.openxmlformats.org/officeDocument/2006/relationships/oleObject" Target="../embeddings/oleObject43.bin"/><Relationship Id="rId14" Type="http://schemas.openxmlformats.org/officeDocument/2006/relationships/oleObject" Target="../embeddings/oleObject46.bin"/><Relationship Id="rId22" Type="http://schemas.openxmlformats.org/officeDocument/2006/relationships/oleObject" Target="../embeddings/oleObject51.bin"/><Relationship Id="rId27" Type="http://schemas.openxmlformats.org/officeDocument/2006/relationships/image" Target="../media/image22.emf"/><Relationship Id="rId30" Type="http://schemas.openxmlformats.org/officeDocument/2006/relationships/oleObject" Target="../embeddings/oleObject56.bin"/><Relationship Id="rId35" Type="http://schemas.openxmlformats.org/officeDocument/2006/relationships/oleObject" Target="../embeddings/oleObject60.bin"/><Relationship Id="rId8" Type="http://schemas.openxmlformats.org/officeDocument/2006/relationships/image" Target="../media/image5.wmf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6.bin"/><Relationship Id="rId18" Type="http://schemas.openxmlformats.org/officeDocument/2006/relationships/image" Target="../media/image26.wmf"/><Relationship Id="rId26" Type="http://schemas.openxmlformats.org/officeDocument/2006/relationships/oleObject" Target="../embeddings/oleObject76.bin"/><Relationship Id="rId39" Type="http://schemas.openxmlformats.org/officeDocument/2006/relationships/oleObject" Target="../embeddings/oleObject83.bin"/><Relationship Id="rId21" Type="http://schemas.openxmlformats.org/officeDocument/2006/relationships/oleObject" Target="../embeddings/oleObject72.bin"/><Relationship Id="rId34" Type="http://schemas.openxmlformats.org/officeDocument/2006/relationships/image" Target="../media/image31.wmf"/><Relationship Id="rId7" Type="http://schemas.openxmlformats.org/officeDocument/2006/relationships/oleObject" Target="../embeddings/oleObject63.bin"/><Relationship Id="rId12" Type="http://schemas.openxmlformats.org/officeDocument/2006/relationships/image" Target="../media/image7.wmf"/><Relationship Id="rId17" Type="http://schemas.openxmlformats.org/officeDocument/2006/relationships/oleObject" Target="../embeddings/oleObject69.bin"/><Relationship Id="rId25" Type="http://schemas.openxmlformats.org/officeDocument/2006/relationships/oleObject" Target="../embeddings/oleObject75.bin"/><Relationship Id="rId33" Type="http://schemas.openxmlformats.org/officeDocument/2006/relationships/oleObject" Target="../embeddings/oleObject80.bin"/><Relationship Id="rId38" Type="http://schemas.openxmlformats.org/officeDocument/2006/relationships/image" Target="../media/image33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68.bin"/><Relationship Id="rId20" Type="http://schemas.openxmlformats.org/officeDocument/2006/relationships/oleObject" Target="../embeddings/oleObject71.bin"/><Relationship Id="rId29" Type="http://schemas.openxmlformats.org/officeDocument/2006/relationships/oleObject" Target="../embeddings/oleObject78.bin"/><Relationship Id="rId1" Type="http://schemas.openxmlformats.org/officeDocument/2006/relationships/vmlDrawing" Target="../drawings/vmlDrawing4.vml"/><Relationship Id="rId6" Type="http://schemas.openxmlformats.org/officeDocument/2006/relationships/image" Target="../media/image4.wmf"/><Relationship Id="rId11" Type="http://schemas.openxmlformats.org/officeDocument/2006/relationships/oleObject" Target="../embeddings/oleObject65.bin"/><Relationship Id="rId24" Type="http://schemas.openxmlformats.org/officeDocument/2006/relationships/oleObject" Target="../embeddings/oleObject74.bin"/><Relationship Id="rId32" Type="http://schemas.openxmlformats.org/officeDocument/2006/relationships/image" Target="../media/image30.wmf"/><Relationship Id="rId37" Type="http://schemas.openxmlformats.org/officeDocument/2006/relationships/oleObject" Target="../embeddings/oleObject82.bin"/><Relationship Id="rId40" Type="http://schemas.openxmlformats.org/officeDocument/2006/relationships/image" Target="../media/image34.wmf"/><Relationship Id="rId5" Type="http://schemas.openxmlformats.org/officeDocument/2006/relationships/oleObject" Target="../embeddings/oleObject62.bin"/><Relationship Id="rId15" Type="http://schemas.openxmlformats.org/officeDocument/2006/relationships/oleObject" Target="../embeddings/oleObject67.bin"/><Relationship Id="rId23" Type="http://schemas.openxmlformats.org/officeDocument/2006/relationships/oleObject" Target="../embeddings/oleObject73.bin"/><Relationship Id="rId28" Type="http://schemas.openxmlformats.org/officeDocument/2006/relationships/image" Target="../media/image28.emf"/><Relationship Id="rId36" Type="http://schemas.openxmlformats.org/officeDocument/2006/relationships/image" Target="../media/image32.wmf"/><Relationship Id="rId10" Type="http://schemas.openxmlformats.org/officeDocument/2006/relationships/image" Target="../media/image6.wmf"/><Relationship Id="rId19" Type="http://schemas.openxmlformats.org/officeDocument/2006/relationships/oleObject" Target="../embeddings/oleObject70.bin"/><Relationship Id="rId31" Type="http://schemas.openxmlformats.org/officeDocument/2006/relationships/oleObject" Target="../embeddings/oleObject79.bin"/><Relationship Id="rId4" Type="http://schemas.openxmlformats.org/officeDocument/2006/relationships/image" Target="../media/image25.wmf"/><Relationship Id="rId9" Type="http://schemas.openxmlformats.org/officeDocument/2006/relationships/oleObject" Target="../embeddings/oleObject64.bin"/><Relationship Id="rId14" Type="http://schemas.openxmlformats.org/officeDocument/2006/relationships/image" Target="../media/image10.wmf"/><Relationship Id="rId22" Type="http://schemas.openxmlformats.org/officeDocument/2006/relationships/image" Target="../media/image27.wmf"/><Relationship Id="rId27" Type="http://schemas.openxmlformats.org/officeDocument/2006/relationships/oleObject" Target="../embeddings/oleObject77.bin"/><Relationship Id="rId30" Type="http://schemas.openxmlformats.org/officeDocument/2006/relationships/image" Target="../media/image29.emf"/><Relationship Id="rId35" Type="http://schemas.openxmlformats.org/officeDocument/2006/relationships/oleObject" Target="../embeddings/oleObject81.bin"/><Relationship Id="rId8" Type="http://schemas.openxmlformats.org/officeDocument/2006/relationships/image" Target="../media/image5.wmf"/><Relationship Id="rId3" Type="http://schemas.openxmlformats.org/officeDocument/2006/relationships/oleObject" Target="../embeddings/oleObject61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13" Type="http://schemas.openxmlformats.org/officeDocument/2006/relationships/image" Target="../media/image39.wmf"/><Relationship Id="rId3" Type="http://schemas.openxmlformats.org/officeDocument/2006/relationships/oleObject" Target="../embeddings/oleObject84.bin"/><Relationship Id="rId7" Type="http://schemas.openxmlformats.org/officeDocument/2006/relationships/oleObject" Target="../embeddings/oleObject86.bin"/><Relationship Id="rId12" Type="http://schemas.openxmlformats.org/officeDocument/2006/relationships/oleObject" Target="../embeddings/oleObject89.bin"/><Relationship Id="rId17" Type="http://schemas.openxmlformats.org/officeDocument/2006/relationships/oleObject" Target="../embeddings/oleObject9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0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36.wmf"/><Relationship Id="rId11" Type="http://schemas.openxmlformats.org/officeDocument/2006/relationships/oleObject" Target="../embeddings/oleObject88.bin"/><Relationship Id="rId5" Type="http://schemas.openxmlformats.org/officeDocument/2006/relationships/oleObject" Target="../embeddings/oleObject85.bin"/><Relationship Id="rId15" Type="http://schemas.openxmlformats.org/officeDocument/2006/relationships/oleObject" Target="../embeddings/oleObject91.bin"/><Relationship Id="rId10" Type="http://schemas.openxmlformats.org/officeDocument/2006/relationships/image" Target="../media/image38.wmf"/><Relationship Id="rId4" Type="http://schemas.openxmlformats.org/officeDocument/2006/relationships/image" Target="../media/image35.wmf"/><Relationship Id="rId9" Type="http://schemas.openxmlformats.org/officeDocument/2006/relationships/oleObject" Target="../embeddings/oleObject87.bin"/><Relationship Id="rId14" Type="http://schemas.openxmlformats.org/officeDocument/2006/relationships/oleObject" Target="../embeddings/oleObject90.bin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98.bin"/><Relationship Id="rId18" Type="http://schemas.openxmlformats.org/officeDocument/2006/relationships/oleObject" Target="../embeddings/oleObject101.bin"/><Relationship Id="rId26" Type="http://schemas.openxmlformats.org/officeDocument/2006/relationships/oleObject" Target="../embeddings/oleObject108.bin"/><Relationship Id="rId39" Type="http://schemas.openxmlformats.org/officeDocument/2006/relationships/image" Target="../media/image48.wmf"/><Relationship Id="rId21" Type="http://schemas.openxmlformats.org/officeDocument/2006/relationships/image" Target="../media/image40.wmf"/><Relationship Id="rId34" Type="http://schemas.openxmlformats.org/officeDocument/2006/relationships/oleObject" Target="../embeddings/oleObject114.bin"/><Relationship Id="rId42" Type="http://schemas.openxmlformats.org/officeDocument/2006/relationships/oleObject" Target="../embeddings/oleObject119.bin"/><Relationship Id="rId7" Type="http://schemas.openxmlformats.org/officeDocument/2006/relationships/oleObject" Target="../embeddings/oleObject9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4.wmf"/><Relationship Id="rId20" Type="http://schemas.openxmlformats.org/officeDocument/2006/relationships/oleObject" Target="../embeddings/oleObject103.bin"/><Relationship Id="rId29" Type="http://schemas.openxmlformats.org/officeDocument/2006/relationships/oleObject" Target="../embeddings/oleObject111.bin"/><Relationship Id="rId41" Type="http://schemas.openxmlformats.org/officeDocument/2006/relationships/image" Target="../media/image49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37.wmf"/><Relationship Id="rId11" Type="http://schemas.openxmlformats.org/officeDocument/2006/relationships/oleObject" Target="../embeddings/oleObject97.bin"/><Relationship Id="rId24" Type="http://schemas.openxmlformats.org/officeDocument/2006/relationships/oleObject" Target="../embeddings/oleObject106.bin"/><Relationship Id="rId32" Type="http://schemas.openxmlformats.org/officeDocument/2006/relationships/oleObject" Target="../embeddings/oleObject113.bin"/><Relationship Id="rId37" Type="http://schemas.openxmlformats.org/officeDocument/2006/relationships/oleObject" Target="../embeddings/oleObject116.bin"/><Relationship Id="rId40" Type="http://schemas.openxmlformats.org/officeDocument/2006/relationships/oleObject" Target="../embeddings/oleObject118.bin"/><Relationship Id="rId5" Type="http://schemas.openxmlformats.org/officeDocument/2006/relationships/oleObject" Target="../embeddings/oleObject94.bin"/><Relationship Id="rId15" Type="http://schemas.openxmlformats.org/officeDocument/2006/relationships/oleObject" Target="../embeddings/oleObject99.bin"/><Relationship Id="rId23" Type="http://schemas.openxmlformats.org/officeDocument/2006/relationships/oleObject" Target="../embeddings/oleObject105.bin"/><Relationship Id="rId28" Type="http://schemas.openxmlformats.org/officeDocument/2006/relationships/oleObject" Target="../embeddings/oleObject110.bin"/><Relationship Id="rId36" Type="http://schemas.openxmlformats.org/officeDocument/2006/relationships/image" Target="../media/image47.wmf"/><Relationship Id="rId10" Type="http://schemas.openxmlformats.org/officeDocument/2006/relationships/image" Target="../media/image42.wmf"/><Relationship Id="rId19" Type="http://schemas.openxmlformats.org/officeDocument/2006/relationships/oleObject" Target="../embeddings/oleObject102.bin"/><Relationship Id="rId31" Type="http://schemas.openxmlformats.org/officeDocument/2006/relationships/oleObject" Target="../embeddings/oleObject112.bin"/><Relationship Id="rId4" Type="http://schemas.openxmlformats.org/officeDocument/2006/relationships/image" Target="../media/image39.wmf"/><Relationship Id="rId9" Type="http://schemas.openxmlformats.org/officeDocument/2006/relationships/oleObject" Target="../embeddings/oleObject96.bin"/><Relationship Id="rId14" Type="http://schemas.openxmlformats.org/officeDocument/2006/relationships/image" Target="../media/image43.wmf"/><Relationship Id="rId22" Type="http://schemas.openxmlformats.org/officeDocument/2006/relationships/oleObject" Target="../embeddings/oleObject104.bin"/><Relationship Id="rId27" Type="http://schemas.openxmlformats.org/officeDocument/2006/relationships/oleObject" Target="../embeddings/oleObject109.bin"/><Relationship Id="rId30" Type="http://schemas.openxmlformats.org/officeDocument/2006/relationships/image" Target="../media/image45.wmf"/><Relationship Id="rId35" Type="http://schemas.openxmlformats.org/officeDocument/2006/relationships/oleObject" Target="../embeddings/oleObject115.bin"/><Relationship Id="rId43" Type="http://schemas.openxmlformats.org/officeDocument/2006/relationships/oleObject" Target="../embeddings/oleObject120.bin"/><Relationship Id="rId8" Type="http://schemas.openxmlformats.org/officeDocument/2006/relationships/image" Target="../media/image41.wmf"/><Relationship Id="rId3" Type="http://schemas.openxmlformats.org/officeDocument/2006/relationships/oleObject" Target="../embeddings/oleObject93.bin"/><Relationship Id="rId12" Type="http://schemas.openxmlformats.org/officeDocument/2006/relationships/image" Target="../media/image10.wmf"/><Relationship Id="rId17" Type="http://schemas.openxmlformats.org/officeDocument/2006/relationships/oleObject" Target="../embeddings/oleObject100.bin"/><Relationship Id="rId25" Type="http://schemas.openxmlformats.org/officeDocument/2006/relationships/oleObject" Target="../embeddings/oleObject107.bin"/><Relationship Id="rId33" Type="http://schemas.openxmlformats.org/officeDocument/2006/relationships/image" Target="../media/image46.wmf"/><Relationship Id="rId38" Type="http://schemas.openxmlformats.org/officeDocument/2006/relationships/oleObject" Target="../embeddings/oleObject117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122.bin"/><Relationship Id="rId4" Type="http://schemas.openxmlformats.org/officeDocument/2006/relationships/image" Target="../media/image50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3" Type="http://schemas.openxmlformats.org/officeDocument/2006/relationships/oleObject" Target="../embeddings/oleObject123.bin"/><Relationship Id="rId7" Type="http://schemas.openxmlformats.org/officeDocument/2006/relationships/oleObject" Target="../embeddings/oleObject125.bin"/><Relationship Id="rId12" Type="http://schemas.openxmlformats.org/officeDocument/2006/relationships/image" Target="../media/image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52.wmf"/><Relationship Id="rId11" Type="http://schemas.openxmlformats.org/officeDocument/2006/relationships/oleObject" Target="../embeddings/oleObject127.bin"/><Relationship Id="rId5" Type="http://schemas.openxmlformats.org/officeDocument/2006/relationships/oleObject" Target="../embeddings/oleObject124.bin"/><Relationship Id="rId10" Type="http://schemas.openxmlformats.org/officeDocument/2006/relationships/image" Target="../media/image54.wmf"/><Relationship Id="rId4" Type="http://schemas.openxmlformats.org/officeDocument/2006/relationships/image" Target="../media/image51.wmf"/><Relationship Id="rId9" Type="http://schemas.openxmlformats.org/officeDocument/2006/relationships/oleObject" Target="../embeddings/oleObject126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13" Type="http://schemas.openxmlformats.org/officeDocument/2006/relationships/oleObject" Target="../embeddings/oleObject133.bin"/><Relationship Id="rId18" Type="http://schemas.openxmlformats.org/officeDocument/2006/relationships/image" Target="../media/image61.emf"/><Relationship Id="rId26" Type="http://schemas.openxmlformats.org/officeDocument/2006/relationships/image" Target="../media/image65.wmf"/><Relationship Id="rId3" Type="http://schemas.openxmlformats.org/officeDocument/2006/relationships/oleObject" Target="../embeddings/oleObject128.bin"/><Relationship Id="rId21" Type="http://schemas.openxmlformats.org/officeDocument/2006/relationships/oleObject" Target="../embeddings/oleObject137.bin"/><Relationship Id="rId7" Type="http://schemas.openxmlformats.org/officeDocument/2006/relationships/oleObject" Target="../embeddings/oleObject130.bin"/><Relationship Id="rId12" Type="http://schemas.openxmlformats.org/officeDocument/2006/relationships/image" Target="../media/image58.wmf"/><Relationship Id="rId17" Type="http://schemas.openxmlformats.org/officeDocument/2006/relationships/oleObject" Target="../embeddings/oleObject135.bin"/><Relationship Id="rId25" Type="http://schemas.openxmlformats.org/officeDocument/2006/relationships/oleObject" Target="../embeddings/oleObject13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0.emf"/><Relationship Id="rId20" Type="http://schemas.openxmlformats.org/officeDocument/2006/relationships/image" Target="../media/image62.wmf"/><Relationship Id="rId29" Type="http://schemas.openxmlformats.org/officeDocument/2006/relationships/oleObject" Target="../embeddings/oleObject141.bin"/><Relationship Id="rId1" Type="http://schemas.openxmlformats.org/officeDocument/2006/relationships/vmlDrawing" Target="../drawings/vmlDrawing9.vml"/><Relationship Id="rId6" Type="http://schemas.openxmlformats.org/officeDocument/2006/relationships/image" Target="../media/image52.wmf"/><Relationship Id="rId11" Type="http://schemas.openxmlformats.org/officeDocument/2006/relationships/oleObject" Target="../embeddings/oleObject132.bin"/><Relationship Id="rId24" Type="http://schemas.openxmlformats.org/officeDocument/2006/relationships/image" Target="../media/image64.wmf"/><Relationship Id="rId32" Type="http://schemas.openxmlformats.org/officeDocument/2006/relationships/image" Target="../media/image68.emf"/><Relationship Id="rId5" Type="http://schemas.openxmlformats.org/officeDocument/2006/relationships/oleObject" Target="../embeddings/oleObject129.bin"/><Relationship Id="rId15" Type="http://schemas.openxmlformats.org/officeDocument/2006/relationships/oleObject" Target="../embeddings/oleObject134.bin"/><Relationship Id="rId23" Type="http://schemas.openxmlformats.org/officeDocument/2006/relationships/oleObject" Target="../embeddings/oleObject138.bin"/><Relationship Id="rId28" Type="http://schemas.openxmlformats.org/officeDocument/2006/relationships/image" Target="../media/image66.emf"/><Relationship Id="rId10" Type="http://schemas.openxmlformats.org/officeDocument/2006/relationships/image" Target="../media/image57.wmf"/><Relationship Id="rId19" Type="http://schemas.openxmlformats.org/officeDocument/2006/relationships/oleObject" Target="../embeddings/oleObject136.bin"/><Relationship Id="rId31" Type="http://schemas.openxmlformats.org/officeDocument/2006/relationships/oleObject" Target="../embeddings/oleObject142.bin"/><Relationship Id="rId4" Type="http://schemas.openxmlformats.org/officeDocument/2006/relationships/image" Target="../media/image55.wmf"/><Relationship Id="rId9" Type="http://schemas.openxmlformats.org/officeDocument/2006/relationships/oleObject" Target="../embeddings/oleObject131.bin"/><Relationship Id="rId14" Type="http://schemas.openxmlformats.org/officeDocument/2006/relationships/image" Target="../media/image59.emf"/><Relationship Id="rId22" Type="http://schemas.openxmlformats.org/officeDocument/2006/relationships/image" Target="../media/image63.wmf"/><Relationship Id="rId27" Type="http://schemas.openxmlformats.org/officeDocument/2006/relationships/oleObject" Target="../embeddings/oleObject140.bin"/><Relationship Id="rId30" Type="http://schemas.openxmlformats.org/officeDocument/2006/relationships/image" Target="../media/image67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wmf"/><Relationship Id="rId13" Type="http://schemas.openxmlformats.org/officeDocument/2006/relationships/oleObject" Target="../embeddings/oleObject148.bin"/><Relationship Id="rId18" Type="http://schemas.openxmlformats.org/officeDocument/2006/relationships/image" Target="../media/image32.wmf"/><Relationship Id="rId3" Type="http://schemas.openxmlformats.org/officeDocument/2006/relationships/oleObject" Target="../embeddings/oleObject143.bin"/><Relationship Id="rId21" Type="http://schemas.openxmlformats.org/officeDocument/2006/relationships/oleObject" Target="../embeddings/oleObject152.bin"/><Relationship Id="rId7" Type="http://schemas.openxmlformats.org/officeDocument/2006/relationships/oleObject" Target="../embeddings/oleObject145.bin"/><Relationship Id="rId12" Type="http://schemas.openxmlformats.org/officeDocument/2006/relationships/image" Target="../media/image73.wmf"/><Relationship Id="rId17" Type="http://schemas.openxmlformats.org/officeDocument/2006/relationships/oleObject" Target="../embeddings/oleObject15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1.wmf"/><Relationship Id="rId20" Type="http://schemas.openxmlformats.org/officeDocument/2006/relationships/image" Target="../media/image33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70.wmf"/><Relationship Id="rId11" Type="http://schemas.openxmlformats.org/officeDocument/2006/relationships/oleObject" Target="../embeddings/oleObject147.bin"/><Relationship Id="rId5" Type="http://schemas.openxmlformats.org/officeDocument/2006/relationships/oleObject" Target="../embeddings/oleObject144.bin"/><Relationship Id="rId15" Type="http://schemas.openxmlformats.org/officeDocument/2006/relationships/oleObject" Target="../embeddings/oleObject149.bin"/><Relationship Id="rId10" Type="http://schemas.openxmlformats.org/officeDocument/2006/relationships/image" Target="../media/image72.wmf"/><Relationship Id="rId19" Type="http://schemas.openxmlformats.org/officeDocument/2006/relationships/oleObject" Target="../embeddings/oleObject151.bin"/><Relationship Id="rId4" Type="http://schemas.openxmlformats.org/officeDocument/2006/relationships/image" Target="../media/image69.wmf"/><Relationship Id="rId9" Type="http://schemas.openxmlformats.org/officeDocument/2006/relationships/oleObject" Target="../embeddings/oleObject146.bin"/><Relationship Id="rId14" Type="http://schemas.openxmlformats.org/officeDocument/2006/relationships/image" Target="../media/image30.wmf"/><Relationship Id="rId22" Type="http://schemas.openxmlformats.org/officeDocument/2006/relationships/image" Target="../media/image34.wmf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58.bin"/><Relationship Id="rId18" Type="http://schemas.openxmlformats.org/officeDocument/2006/relationships/oleObject" Target="../embeddings/oleObject161.bin"/><Relationship Id="rId26" Type="http://schemas.openxmlformats.org/officeDocument/2006/relationships/image" Target="../media/image84.emf"/><Relationship Id="rId3" Type="http://schemas.openxmlformats.org/officeDocument/2006/relationships/oleObject" Target="../embeddings/oleObject153.bin"/><Relationship Id="rId21" Type="http://schemas.openxmlformats.org/officeDocument/2006/relationships/image" Target="../media/image82.emf"/><Relationship Id="rId34" Type="http://schemas.openxmlformats.org/officeDocument/2006/relationships/image" Target="../media/image88.wmf"/><Relationship Id="rId7" Type="http://schemas.openxmlformats.org/officeDocument/2006/relationships/oleObject" Target="../embeddings/oleObject155.bin"/><Relationship Id="rId12" Type="http://schemas.openxmlformats.org/officeDocument/2006/relationships/image" Target="../media/image78.emf"/><Relationship Id="rId17" Type="http://schemas.openxmlformats.org/officeDocument/2006/relationships/image" Target="../media/image80.emf"/><Relationship Id="rId25" Type="http://schemas.openxmlformats.org/officeDocument/2006/relationships/oleObject" Target="../embeddings/oleObject165.bin"/><Relationship Id="rId33" Type="http://schemas.openxmlformats.org/officeDocument/2006/relationships/oleObject" Target="../embeddings/oleObject169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60.bin"/><Relationship Id="rId20" Type="http://schemas.openxmlformats.org/officeDocument/2006/relationships/oleObject" Target="../embeddings/oleObject162.bin"/><Relationship Id="rId29" Type="http://schemas.openxmlformats.org/officeDocument/2006/relationships/oleObject" Target="../embeddings/oleObject167.bin"/><Relationship Id="rId1" Type="http://schemas.openxmlformats.org/officeDocument/2006/relationships/vmlDrawing" Target="../drawings/vmlDrawing11.vml"/><Relationship Id="rId6" Type="http://schemas.openxmlformats.org/officeDocument/2006/relationships/image" Target="../media/image75.wmf"/><Relationship Id="rId11" Type="http://schemas.openxmlformats.org/officeDocument/2006/relationships/oleObject" Target="../embeddings/oleObject157.bin"/><Relationship Id="rId24" Type="http://schemas.openxmlformats.org/officeDocument/2006/relationships/image" Target="../media/image83.emf"/><Relationship Id="rId32" Type="http://schemas.openxmlformats.org/officeDocument/2006/relationships/image" Target="../media/image87.wmf"/><Relationship Id="rId5" Type="http://schemas.openxmlformats.org/officeDocument/2006/relationships/oleObject" Target="../embeddings/oleObject154.bin"/><Relationship Id="rId15" Type="http://schemas.openxmlformats.org/officeDocument/2006/relationships/oleObject" Target="../embeddings/oleObject159.bin"/><Relationship Id="rId23" Type="http://schemas.openxmlformats.org/officeDocument/2006/relationships/oleObject" Target="../embeddings/oleObject164.bin"/><Relationship Id="rId28" Type="http://schemas.openxmlformats.org/officeDocument/2006/relationships/image" Target="../media/image85.emf"/><Relationship Id="rId10" Type="http://schemas.openxmlformats.org/officeDocument/2006/relationships/image" Target="../media/image77.emf"/><Relationship Id="rId19" Type="http://schemas.openxmlformats.org/officeDocument/2006/relationships/image" Target="../media/image81.emf"/><Relationship Id="rId31" Type="http://schemas.openxmlformats.org/officeDocument/2006/relationships/oleObject" Target="../embeddings/oleObject168.bin"/><Relationship Id="rId4" Type="http://schemas.openxmlformats.org/officeDocument/2006/relationships/image" Target="../media/image74.wmf"/><Relationship Id="rId9" Type="http://schemas.openxmlformats.org/officeDocument/2006/relationships/oleObject" Target="../embeddings/oleObject156.bin"/><Relationship Id="rId14" Type="http://schemas.openxmlformats.org/officeDocument/2006/relationships/image" Target="../media/image79.emf"/><Relationship Id="rId22" Type="http://schemas.openxmlformats.org/officeDocument/2006/relationships/oleObject" Target="../embeddings/oleObject163.bin"/><Relationship Id="rId27" Type="http://schemas.openxmlformats.org/officeDocument/2006/relationships/oleObject" Target="../embeddings/oleObject166.bin"/><Relationship Id="rId30" Type="http://schemas.openxmlformats.org/officeDocument/2006/relationships/image" Target="../media/image86.wmf"/><Relationship Id="rId8" Type="http://schemas.openxmlformats.org/officeDocument/2006/relationships/image" Target="../media/image76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wmf"/><Relationship Id="rId13" Type="http://schemas.openxmlformats.org/officeDocument/2006/relationships/oleObject" Target="../embeddings/oleObject175.bin"/><Relationship Id="rId3" Type="http://schemas.openxmlformats.org/officeDocument/2006/relationships/oleObject" Target="../embeddings/oleObject170.bin"/><Relationship Id="rId7" Type="http://schemas.openxmlformats.org/officeDocument/2006/relationships/oleObject" Target="../embeddings/oleObject172.bin"/><Relationship Id="rId12" Type="http://schemas.openxmlformats.org/officeDocument/2006/relationships/image" Target="../media/image93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5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90.wmf"/><Relationship Id="rId11" Type="http://schemas.openxmlformats.org/officeDocument/2006/relationships/oleObject" Target="../embeddings/oleObject174.bin"/><Relationship Id="rId5" Type="http://schemas.openxmlformats.org/officeDocument/2006/relationships/oleObject" Target="../embeddings/oleObject171.bin"/><Relationship Id="rId15" Type="http://schemas.openxmlformats.org/officeDocument/2006/relationships/oleObject" Target="../embeddings/oleObject176.bin"/><Relationship Id="rId10" Type="http://schemas.openxmlformats.org/officeDocument/2006/relationships/image" Target="../media/image92.wmf"/><Relationship Id="rId4" Type="http://schemas.openxmlformats.org/officeDocument/2006/relationships/image" Target="../media/image89.wmf"/><Relationship Id="rId9" Type="http://schemas.openxmlformats.org/officeDocument/2006/relationships/oleObject" Target="../embeddings/oleObject173.bin"/><Relationship Id="rId14" Type="http://schemas.openxmlformats.org/officeDocument/2006/relationships/image" Target="../media/image94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wmf"/><Relationship Id="rId3" Type="http://schemas.openxmlformats.org/officeDocument/2006/relationships/oleObject" Target="../embeddings/oleObject177.bin"/><Relationship Id="rId7" Type="http://schemas.openxmlformats.org/officeDocument/2006/relationships/oleObject" Target="../embeddings/oleObject17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97.wmf"/><Relationship Id="rId5" Type="http://schemas.openxmlformats.org/officeDocument/2006/relationships/oleObject" Target="../embeddings/oleObject178.bin"/><Relationship Id="rId4" Type="http://schemas.openxmlformats.org/officeDocument/2006/relationships/image" Target="../media/image96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wmf"/><Relationship Id="rId3" Type="http://schemas.openxmlformats.org/officeDocument/2006/relationships/oleObject" Target="../embeddings/oleObject180.bin"/><Relationship Id="rId7" Type="http://schemas.openxmlformats.org/officeDocument/2006/relationships/oleObject" Target="../embeddings/oleObject18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00.wmf"/><Relationship Id="rId5" Type="http://schemas.openxmlformats.org/officeDocument/2006/relationships/oleObject" Target="../embeddings/oleObject181.bin"/><Relationship Id="rId10" Type="http://schemas.openxmlformats.org/officeDocument/2006/relationships/image" Target="../media/image102.emf"/><Relationship Id="rId4" Type="http://schemas.openxmlformats.org/officeDocument/2006/relationships/image" Target="../media/image99.wmf"/><Relationship Id="rId9" Type="http://schemas.openxmlformats.org/officeDocument/2006/relationships/oleObject" Target="../embeddings/oleObject183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wmf"/><Relationship Id="rId13" Type="http://schemas.openxmlformats.org/officeDocument/2006/relationships/oleObject" Target="../embeddings/oleObject189.bin"/><Relationship Id="rId18" Type="http://schemas.openxmlformats.org/officeDocument/2006/relationships/image" Target="../media/image110.wmf"/><Relationship Id="rId3" Type="http://schemas.openxmlformats.org/officeDocument/2006/relationships/oleObject" Target="../embeddings/oleObject184.bin"/><Relationship Id="rId7" Type="http://schemas.openxmlformats.org/officeDocument/2006/relationships/oleObject" Target="../embeddings/oleObject186.bin"/><Relationship Id="rId12" Type="http://schemas.openxmlformats.org/officeDocument/2006/relationships/image" Target="../media/image107.emf"/><Relationship Id="rId17" Type="http://schemas.openxmlformats.org/officeDocument/2006/relationships/oleObject" Target="../embeddings/oleObject19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9.w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04.wmf"/><Relationship Id="rId11" Type="http://schemas.openxmlformats.org/officeDocument/2006/relationships/oleObject" Target="../embeddings/oleObject188.bin"/><Relationship Id="rId5" Type="http://schemas.openxmlformats.org/officeDocument/2006/relationships/oleObject" Target="../embeddings/oleObject185.bin"/><Relationship Id="rId15" Type="http://schemas.openxmlformats.org/officeDocument/2006/relationships/oleObject" Target="../embeddings/oleObject190.bin"/><Relationship Id="rId10" Type="http://schemas.openxmlformats.org/officeDocument/2006/relationships/image" Target="../media/image106.wmf"/><Relationship Id="rId4" Type="http://schemas.openxmlformats.org/officeDocument/2006/relationships/image" Target="../media/image103.wmf"/><Relationship Id="rId9" Type="http://schemas.openxmlformats.org/officeDocument/2006/relationships/oleObject" Target="../embeddings/oleObject187.bin"/><Relationship Id="rId14" Type="http://schemas.openxmlformats.org/officeDocument/2006/relationships/image" Target="../media/image108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wmf"/><Relationship Id="rId3" Type="http://schemas.openxmlformats.org/officeDocument/2006/relationships/oleObject" Target="../embeddings/oleObject192.bin"/><Relationship Id="rId7" Type="http://schemas.openxmlformats.org/officeDocument/2006/relationships/oleObject" Target="../embeddings/oleObject194.bin"/><Relationship Id="rId12" Type="http://schemas.openxmlformats.org/officeDocument/2006/relationships/image" Target="../media/image11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12.wmf"/><Relationship Id="rId11" Type="http://schemas.openxmlformats.org/officeDocument/2006/relationships/oleObject" Target="../embeddings/oleObject196.bin"/><Relationship Id="rId5" Type="http://schemas.openxmlformats.org/officeDocument/2006/relationships/oleObject" Target="../embeddings/oleObject193.bin"/><Relationship Id="rId10" Type="http://schemas.openxmlformats.org/officeDocument/2006/relationships/image" Target="../media/image114.wmf"/><Relationship Id="rId4" Type="http://schemas.openxmlformats.org/officeDocument/2006/relationships/image" Target="../media/image111.wmf"/><Relationship Id="rId9" Type="http://schemas.openxmlformats.org/officeDocument/2006/relationships/oleObject" Target="../embeddings/oleObject195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wmf"/><Relationship Id="rId3" Type="http://schemas.openxmlformats.org/officeDocument/2006/relationships/oleObject" Target="../embeddings/oleObject197.bin"/><Relationship Id="rId7" Type="http://schemas.openxmlformats.org/officeDocument/2006/relationships/oleObject" Target="../embeddings/oleObject19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17.wmf"/><Relationship Id="rId5" Type="http://schemas.openxmlformats.org/officeDocument/2006/relationships/oleObject" Target="../embeddings/oleObject198.bin"/><Relationship Id="rId4" Type="http://schemas.openxmlformats.org/officeDocument/2006/relationships/image" Target="../media/image116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wmf"/><Relationship Id="rId13" Type="http://schemas.openxmlformats.org/officeDocument/2006/relationships/oleObject" Target="../embeddings/oleObject205.bin"/><Relationship Id="rId3" Type="http://schemas.openxmlformats.org/officeDocument/2006/relationships/oleObject" Target="../embeddings/oleObject200.bin"/><Relationship Id="rId7" Type="http://schemas.openxmlformats.org/officeDocument/2006/relationships/oleObject" Target="../embeddings/oleObject202.bin"/><Relationship Id="rId12" Type="http://schemas.openxmlformats.org/officeDocument/2006/relationships/image" Target="../media/image12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19.wmf"/><Relationship Id="rId11" Type="http://schemas.openxmlformats.org/officeDocument/2006/relationships/oleObject" Target="../embeddings/oleObject204.bin"/><Relationship Id="rId5" Type="http://schemas.openxmlformats.org/officeDocument/2006/relationships/oleObject" Target="../embeddings/oleObject201.bin"/><Relationship Id="rId10" Type="http://schemas.openxmlformats.org/officeDocument/2006/relationships/image" Target="../media/image121.wmf"/><Relationship Id="rId4" Type="http://schemas.openxmlformats.org/officeDocument/2006/relationships/image" Target="../media/image118.wmf"/><Relationship Id="rId9" Type="http://schemas.openxmlformats.org/officeDocument/2006/relationships/oleObject" Target="../embeddings/oleObject203.bin"/><Relationship Id="rId14" Type="http://schemas.openxmlformats.org/officeDocument/2006/relationships/image" Target="../media/image123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wmf"/><Relationship Id="rId3" Type="http://schemas.openxmlformats.org/officeDocument/2006/relationships/oleObject" Target="../embeddings/oleObject206.bin"/><Relationship Id="rId7" Type="http://schemas.openxmlformats.org/officeDocument/2006/relationships/oleObject" Target="../embeddings/oleObject20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25.wmf"/><Relationship Id="rId5" Type="http://schemas.openxmlformats.org/officeDocument/2006/relationships/oleObject" Target="../embeddings/oleObject207.bin"/><Relationship Id="rId4" Type="http://schemas.openxmlformats.org/officeDocument/2006/relationships/image" Target="../media/image124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wmf"/><Relationship Id="rId13" Type="http://schemas.openxmlformats.org/officeDocument/2006/relationships/oleObject" Target="../embeddings/oleObject214.bin"/><Relationship Id="rId18" Type="http://schemas.openxmlformats.org/officeDocument/2006/relationships/image" Target="../media/image133.wmf"/><Relationship Id="rId3" Type="http://schemas.openxmlformats.org/officeDocument/2006/relationships/oleObject" Target="../embeddings/oleObject209.bin"/><Relationship Id="rId7" Type="http://schemas.openxmlformats.org/officeDocument/2006/relationships/oleObject" Target="../embeddings/oleObject211.bin"/><Relationship Id="rId12" Type="http://schemas.openxmlformats.org/officeDocument/2006/relationships/image" Target="../media/image130.wmf"/><Relationship Id="rId17" Type="http://schemas.openxmlformats.org/officeDocument/2006/relationships/oleObject" Target="../embeddings/oleObject21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2.wmf"/><Relationship Id="rId20" Type="http://schemas.openxmlformats.org/officeDocument/2006/relationships/image" Target="../media/image134.wmf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27.wmf"/><Relationship Id="rId11" Type="http://schemas.openxmlformats.org/officeDocument/2006/relationships/oleObject" Target="../embeddings/oleObject213.bin"/><Relationship Id="rId5" Type="http://schemas.openxmlformats.org/officeDocument/2006/relationships/oleObject" Target="../embeddings/oleObject210.bin"/><Relationship Id="rId15" Type="http://schemas.openxmlformats.org/officeDocument/2006/relationships/oleObject" Target="../embeddings/oleObject215.bin"/><Relationship Id="rId10" Type="http://schemas.openxmlformats.org/officeDocument/2006/relationships/image" Target="../media/image129.wmf"/><Relationship Id="rId19" Type="http://schemas.openxmlformats.org/officeDocument/2006/relationships/oleObject" Target="../embeddings/oleObject217.bin"/><Relationship Id="rId4" Type="http://schemas.openxmlformats.org/officeDocument/2006/relationships/image" Target="../media/image126.wmf"/><Relationship Id="rId9" Type="http://schemas.openxmlformats.org/officeDocument/2006/relationships/oleObject" Target="../embeddings/oleObject212.bin"/><Relationship Id="rId14" Type="http://schemas.openxmlformats.org/officeDocument/2006/relationships/image" Target="../media/image131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wmf"/><Relationship Id="rId3" Type="http://schemas.openxmlformats.org/officeDocument/2006/relationships/oleObject" Target="../embeddings/oleObject218.bin"/><Relationship Id="rId7" Type="http://schemas.openxmlformats.org/officeDocument/2006/relationships/oleObject" Target="../embeddings/oleObject220.bin"/><Relationship Id="rId12" Type="http://schemas.openxmlformats.org/officeDocument/2006/relationships/image" Target="../media/image13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27.wmf"/><Relationship Id="rId11" Type="http://schemas.openxmlformats.org/officeDocument/2006/relationships/oleObject" Target="../embeddings/oleObject222.bin"/><Relationship Id="rId5" Type="http://schemas.openxmlformats.org/officeDocument/2006/relationships/oleObject" Target="../embeddings/oleObject219.bin"/><Relationship Id="rId10" Type="http://schemas.openxmlformats.org/officeDocument/2006/relationships/image" Target="../media/image136.wmf"/><Relationship Id="rId4" Type="http://schemas.openxmlformats.org/officeDocument/2006/relationships/image" Target="../media/image134.wmf"/><Relationship Id="rId9" Type="http://schemas.openxmlformats.org/officeDocument/2006/relationships/oleObject" Target="../embeddings/oleObject221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wmf"/><Relationship Id="rId13" Type="http://schemas.openxmlformats.org/officeDocument/2006/relationships/oleObject" Target="../embeddings/oleObject228.bin"/><Relationship Id="rId18" Type="http://schemas.openxmlformats.org/officeDocument/2006/relationships/image" Target="../media/image145.wmf"/><Relationship Id="rId3" Type="http://schemas.openxmlformats.org/officeDocument/2006/relationships/oleObject" Target="../embeddings/oleObject223.bin"/><Relationship Id="rId7" Type="http://schemas.openxmlformats.org/officeDocument/2006/relationships/oleObject" Target="../embeddings/oleObject225.bin"/><Relationship Id="rId12" Type="http://schemas.openxmlformats.org/officeDocument/2006/relationships/image" Target="../media/image142.wmf"/><Relationship Id="rId17" Type="http://schemas.openxmlformats.org/officeDocument/2006/relationships/oleObject" Target="../embeddings/oleObject23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4.wmf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39.wmf"/><Relationship Id="rId11" Type="http://schemas.openxmlformats.org/officeDocument/2006/relationships/oleObject" Target="../embeddings/oleObject227.bin"/><Relationship Id="rId5" Type="http://schemas.openxmlformats.org/officeDocument/2006/relationships/oleObject" Target="../embeddings/oleObject224.bin"/><Relationship Id="rId15" Type="http://schemas.openxmlformats.org/officeDocument/2006/relationships/oleObject" Target="../embeddings/oleObject229.bin"/><Relationship Id="rId10" Type="http://schemas.openxmlformats.org/officeDocument/2006/relationships/image" Target="../media/image141.wmf"/><Relationship Id="rId4" Type="http://schemas.openxmlformats.org/officeDocument/2006/relationships/image" Target="../media/image138.wmf"/><Relationship Id="rId9" Type="http://schemas.openxmlformats.org/officeDocument/2006/relationships/oleObject" Target="../embeddings/oleObject226.bin"/><Relationship Id="rId14" Type="http://schemas.openxmlformats.org/officeDocument/2006/relationships/image" Target="../media/image143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wmf"/><Relationship Id="rId13" Type="http://schemas.openxmlformats.org/officeDocument/2006/relationships/oleObject" Target="../embeddings/oleObject236.bin"/><Relationship Id="rId18" Type="http://schemas.openxmlformats.org/officeDocument/2006/relationships/image" Target="../media/image153.wmf"/><Relationship Id="rId3" Type="http://schemas.openxmlformats.org/officeDocument/2006/relationships/oleObject" Target="../embeddings/oleObject231.bin"/><Relationship Id="rId7" Type="http://schemas.openxmlformats.org/officeDocument/2006/relationships/oleObject" Target="../embeddings/oleObject233.bin"/><Relationship Id="rId12" Type="http://schemas.openxmlformats.org/officeDocument/2006/relationships/image" Target="../media/image150.wmf"/><Relationship Id="rId17" Type="http://schemas.openxmlformats.org/officeDocument/2006/relationships/oleObject" Target="../embeddings/oleObject23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2.w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47.wmf"/><Relationship Id="rId11" Type="http://schemas.openxmlformats.org/officeDocument/2006/relationships/oleObject" Target="../embeddings/oleObject235.bin"/><Relationship Id="rId5" Type="http://schemas.openxmlformats.org/officeDocument/2006/relationships/oleObject" Target="../embeddings/oleObject232.bin"/><Relationship Id="rId15" Type="http://schemas.openxmlformats.org/officeDocument/2006/relationships/oleObject" Target="../embeddings/oleObject237.bin"/><Relationship Id="rId10" Type="http://schemas.openxmlformats.org/officeDocument/2006/relationships/image" Target="../media/image149.wmf"/><Relationship Id="rId4" Type="http://schemas.openxmlformats.org/officeDocument/2006/relationships/image" Target="../media/image146.wmf"/><Relationship Id="rId9" Type="http://schemas.openxmlformats.org/officeDocument/2006/relationships/oleObject" Target="../embeddings/oleObject234.bin"/><Relationship Id="rId14" Type="http://schemas.openxmlformats.org/officeDocument/2006/relationships/image" Target="../media/image151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wmf"/><Relationship Id="rId3" Type="http://schemas.openxmlformats.org/officeDocument/2006/relationships/oleObject" Target="../embeddings/oleObject239.bin"/><Relationship Id="rId7" Type="http://schemas.openxmlformats.org/officeDocument/2006/relationships/oleObject" Target="../embeddings/oleObject241.bin"/><Relationship Id="rId12" Type="http://schemas.openxmlformats.org/officeDocument/2006/relationships/image" Target="../media/image15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55.wmf"/><Relationship Id="rId11" Type="http://schemas.openxmlformats.org/officeDocument/2006/relationships/oleObject" Target="../embeddings/oleObject243.bin"/><Relationship Id="rId5" Type="http://schemas.openxmlformats.org/officeDocument/2006/relationships/oleObject" Target="../embeddings/oleObject240.bin"/><Relationship Id="rId10" Type="http://schemas.openxmlformats.org/officeDocument/2006/relationships/image" Target="../media/image157.wmf"/><Relationship Id="rId4" Type="http://schemas.openxmlformats.org/officeDocument/2006/relationships/image" Target="../media/image154.wmf"/><Relationship Id="rId9" Type="http://schemas.openxmlformats.org/officeDocument/2006/relationships/oleObject" Target="../embeddings/oleObject242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wmf"/><Relationship Id="rId3" Type="http://schemas.openxmlformats.org/officeDocument/2006/relationships/oleObject" Target="../embeddings/oleObject244.bin"/><Relationship Id="rId7" Type="http://schemas.openxmlformats.org/officeDocument/2006/relationships/oleObject" Target="../embeddings/oleObject24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60.wmf"/><Relationship Id="rId5" Type="http://schemas.openxmlformats.org/officeDocument/2006/relationships/oleObject" Target="../embeddings/oleObject245.bin"/><Relationship Id="rId10" Type="http://schemas.openxmlformats.org/officeDocument/2006/relationships/image" Target="../media/image162.wmf"/><Relationship Id="rId4" Type="http://schemas.openxmlformats.org/officeDocument/2006/relationships/image" Target="../media/image159.wmf"/><Relationship Id="rId9" Type="http://schemas.openxmlformats.org/officeDocument/2006/relationships/oleObject" Target="../embeddings/oleObject247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wmf"/><Relationship Id="rId13" Type="http://schemas.openxmlformats.org/officeDocument/2006/relationships/oleObject" Target="../embeddings/oleObject253.bin"/><Relationship Id="rId18" Type="http://schemas.openxmlformats.org/officeDocument/2006/relationships/image" Target="../media/image169.wmf"/><Relationship Id="rId26" Type="http://schemas.openxmlformats.org/officeDocument/2006/relationships/image" Target="../media/image173.wmf"/><Relationship Id="rId3" Type="http://schemas.openxmlformats.org/officeDocument/2006/relationships/oleObject" Target="../embeddings/oleObject248.bin"/><Relationship Id="rId21" Type="http://schemas.openxmlformats.org/officeDocument/2006/relationships/oleObject" Target="../embeddings/oleObject257.bin"/><Relationship Id="rId7" Type="http://schemas.openxmlformats.org/officeDocument/2006/relationships/oleObject" Target="../embeddings/oleObject250.bin"/><Relationship Id="rId12" Type="http://schemas.openxmlformats.org/officeDocument/2006/relationships/image" Target="../media/image167.wmf"/><Relationship Id="rId17" Type="http://schemas.openxmlformats.org/officeDocument/2006/relationships/oleObject" Target="../embeddings/oleObject255.bin"/><Relationship Id="rId25" Type="http://schemas.openxmlformats.org/officeDocument/2006/relationships/oleObject" Target="../embeddings/oleObject25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8.wmf"/><Relationship Id="rId20" Type="http://schemas.openxmlformats.org/officeDocument/2006/relationships/image" Target="../media/image170.wmf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64.wmf"/><Relationship Id="rId11" Type="http://schemas.openxmlformats.org/officeDocument/2006/relationships/oleObject" Target="../embeddings/oleObject252.bin"/><Relationship Id="rId24" Type="http://schemas.openxmlformats.org/officeDocument/2006/relationships/image" Target="../media/image172.wmf"/><Relationship Id="rId5" Type="http://schemas.openxmlformats.org/officeDocument/2006/relationships/oleObject" Target="../embeddings/oleObject249.bin"/><Relationship Id="rId15" Type="http://schemas.openxmlformats.org/officeDocument/2006/relationships/oleObject" Target="../embeddings/oleObject254.bin"/><Relationship Id="rId23" Type="http://schemas.openxmlformats.org/officeDocument/2006/relationships/oleObject" Target="../embeddings/oleObject258.bin"/><Relationship Id="rId10" Type="http://schemas.openxmlformats.org/officeDocument/2006/relationships/image" Target="../media/image166.wmf"/><Relationship Id="rId19" Type="http://schemas.openxmlformats.org/officeDocument/2006/relationships/oleObject" Target="../embeddings/oleObject256.bin"/><Relationship Id="rId4" Type="http://schemas.openxmlformats.org/officeDocument/2006/relationships/image" Target="../media/image163.wmf"/><Relationship Id="rId9" Type="http://schemas.openxmlformats.org/officeDocument/2006/relationships/oleObject" Target="../embeddings/oleObject251.bin"/><Relationship Id="rId14" Type="http://schemas.openxmlformats.org/officeDocument/2006/relationships/image" Target="../media/image30.wmf"/><Relationship Id="rId22" Type="http://schemas.openxmlformats.org/officeDocument/2006/relationships/image" Target="../media/image171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6.wmf"/><Relationship Id="rId13" Type="http://schemas.openxmlformats.org/officeDocument/2006/relationships/oleObject" Target="../embeddings/oleObject265.bin"/><Relationship Id="rId3" Type="http://schemas.openxmlformats.org/officeDocument/2006/relationships/oleObject" Target="../embeddings/oleObject260.bin"/><Relationship Id="rId7" Type="http://schemas.openxmlformats.org/officeDocument/2006/relationships/oleObject" Target="../embeddings/oleObject262.bin"/><Relationship Id="rId12" Type="http://schemas.openxmlformats.org/officeDocument/2006/relationships/image" Target="../media/image17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75.wmf"/><Relationship Id="rId11" Type="http://schemas.openxmlformats.org/officeDocument/2006/relationships/oleObject" Target="../embeddings/oleObject264.bin"/><Relationship Id="rId5" Type="http://schemas.openxmlformats.org/officeDocument/2006/relationships/oleObject" Target="../embeddings/oleObject261.bin"/><Relationship Id="rId10" Type="http://schemas.openxmlformats.org/officeDocument/2006/relationships/image" Target="../media/image177.wmf"/><Relationship Id="rId4" Type="http://schemas.openxmlformats.org/officeDocument/2006/relationships/image" Target="../media/image174.wmf"/><Relationship Id="rId9" Type="http://schemas.openxmlformats.org/officeDocument/2006/relationships/oleObject" Target="../embeddings/oleObject263.bin"/><Relationship Id="rId14" Type="http://schemas.openxmlformats.org/officeDocument/2006/relationships/image" Target="../media/image179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wmf"/><Relationship Id="rId13" Type="http://schemas.openxmlformats.org/officeDocument/2006/relationships/oleObject" Target="../embeddings/oleObject271.bin"/><Relationship Id="rId3" Type="http://schemas.openxmlformats.org/officeDocument/2006/relationships/oleObject" Target="../embeddings/oleObject266.bin"/><Relationship Id="rId7" Type="http://schemas.openxmlformats.org/officeDocument/2006/relationships/oleObject" Target="../embeddings/oleObject268.bin"/><Relationship Id="rId12" Type="http://schemas.openxmlformats.org/officeDocument/2006/relationships/image" Target="../media/image18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75.wmf"/><Relationship Id="rId11" Type="http://schemas.openxmlformats.org/officeDocument/2006/relationships/oleObject" Target="../embeddings/oleObject270.bin"/><Relationship Id="rId5" Type="http://schemas.openxmlformats.org/officeDocument/2006/relationships/oleObject" Target="../embeddings/oleObject267.bin"/><Relationship Id="rId10" Type="http://schemas.openxmlformats.org/officeDocument/2006/relationships/image" Target="../media/image182.wmf"/><Relationship Id="rId4" Type="http://schemas.openxmlformats.org/officeDocument/2006/relationships/image" Target="../media/image180.wmf"/><Relationship Id="rId9" Type="http://schemas.openxmlformats.org/officeDocument/2006/relationships/oleObject" Target="../embeddings/oleObject269.bin"/><Relationship Id="rId14" Type="http://schemas.openxmlformats.org/officeDocument/2006/relationships/image" Target="../media/image184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6.wmf"/><Relationship Id="rId13" Type="http://schemas.openxmlformats.org/officeDocument/2006/relationships/oleObject" Target="../embeddings/oleObject277.bin"/><Relationship Id="rId3" Type="http://schemas.openxmlformats.org/officeDocument/2006/relationships/oleObject" Target="../embeddings/oleObject272.bin"/><Relationship Id="rId7" Type="http://schemas.openxmlformats.org/officeDocument/2006/relationships/oleObject" Target="../embeddings/oleObject274.bin"/><Relationship Id="rId12" Type="http://schemas.openxmlformats.org/officeDocument/2006/relationships/image" Target="../media/image188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90.wmf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75.wmf"/><Relationship Id="rId11" Type="http://schemas.openxmlformats.org/officeDocument/2006/relationships/oleObject" Target="../embeddings/oleObject276.bin"/><Relationship Id="rId5" Type="http://schemas.openxmlformats.org/officeDocument/2006/relationships/oleObject" Target="../embeddings/oleObject273.bin"/><Relationship Id="rId15" Type="http://schemas.openxmlformats.org/officeDocument/2006/relationships/oleObject" Target="../embeddings/oleObject278.bin"/><Relationship Id="rId10" Type="http://schemas.openxmlformats.org/officeDocument/2006/relationships/image" Target="../media/image187.wmf"/><Relationship Id="rId4" Type="http://schemas.openxmlformats.org/officeDocument/2006/relationships/image" Target="../media/image185.wmf"/><Relationship Id="rId9" Type="http://schemas.openxmlformats.org/officeDocument/2006/relationships/oleObject" Target="../embeddings/oleObject275.bin"/><Relationship Id="rId14" Type="http://schemas.openxmlformats.org/officeDocument/2006/relationships/image" Target="../media/image189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3.wmf"/><Relationship Id="rId13" Type="http://schemas.openxmlformats.org/officeDocument/2006/relationships/oleObject" Target="../embeddings/oleObject284.bin"/><Relationship Id="rId3" Type="http://schemas.openxmlformats.org/officeDocument/2006/relationships/oleObject" Target="../embeddings/oleObject279.bin"/><Relationship Id="rId7" Type="http://schemas.openxmlformats.org/officeDocument/2006/relationships/oleObject" Target="../embeddings/oleObject281.bin"/><Relationship Id="rId12" Type="http://schemas.openxmlformats.org/officeDocument/2006/relationships/image" Target="../media/image195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97.wmf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92.wmf"/><Relationship Id="rId11" Type="http://schemas.openxmlformats.org/officeDocument/2006/relationships/oleObject" Target="../embeddings/oleObject283.bin"/><Relationship Id="rId5" Type="http://schemas.openxmlformats.org/officeDocument/2006/relationships/oleObject" Target="../embeddings/oleObject280.bin"/><Relationship Id="rId15" Type="http://schemas.openxmlformats.org/officeDocument/2006/relationships/oleObject" Target="../embeddings/oleObject285.bin"/><Relationship Id="rId10" Type="http://schemas.openxmlformats.org/officeDocument/2006/relationships/image" Target="../media/image194.wmf"/><Relationship Id="rId4" Type="http://schemas.openxmlformats.org/officeDocument/2006/relationships/image" Target="../media/image191.wmf"/><Relationship Id="rId9" Type="http://schemas.openxmlformats.org/officeDocument/2006/relationships/oleObject" Target="../embeddings/oleObject282.bin"/><Relationship Id="rId14" Type="http://schemas.openxmlformats.org/officeDocument/2006/relationships/image" Target="../media/image196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wmf"/><Relationship Id="rId13" Type="http://schemas.openxmlformats.org/officeDocument/2006/relationships/oleObject" Target="../embeddings/oleObject291.bin"/><Relationship Id="rId3" Type="http://schemas.openxmlformats.org/officeDocument/2006/relationships/oleObject" Target="../embeddings/oleObject286.bin"/><Relationship Id="rId7" Type="http://schemas.openxmlformats.org/officeDocument/2006/relationships/oleObject" Target="../embeddings/oleObject288.bin"/><Relationship Id="rId12" Type="http://schemas.openxmlformats.org/officeDocument/2006/relationships/image" Target="../media/image20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199.wmf"/><Relationship Id="rId11" Type="http://schemas.openxmlformats.org/officeDocument/2006/relationships/oleObject" Target="../embeddings/oleObject290.bin"/><Relationship Id="rId5" Type="http://schemas.openxmlformats.org/officeDocument/2006/relationships/oleObject" Target="../embeddings/oleObject287.bin"/><Relationship Id="rId10" Type="http://schemas.openxmlformats.org/officeDocument/2006/relationships/image" Target="../media/image201.wmf"/><Relationship Id="rId4" Type="http://schemas.openxmlformats.org/officeDocument/2006/relationships/image" Target="../media/image198.emf"/><Relationship Id="rId9" Type="http://schemas.openxmlformats.org/officeDocument/2006/relationships/oleObject" Target="../embeddings/oleObject289.bin"/><Relationship Id="rId14" Type="http://schemas.openxmlformats.org/officeDocument/2006/relationships/image" Target="../media/image203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6.wmf"/><Relationship Id="rId3" Type="http://schemas.openxmlformats.org/officeDocument/2006/relationships/oleObject" Target="../embeddings/oleObject292.bin"/><Relationship Id="rId7" Type="http://schemas.openxmlformats.org/officeDocument/2006/relationships/oleObject" Target="../embeddings/oleObject29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205.wmf"/><Relationship Id="rId5" Type="http://schemas.openxmlformats.org/officeDocument/2006/relationships/oleObject" Target="../embeddings/oleObject293.bin"/><Relationship Id="rId4" Type="http://schemas.openxmlformats.org/officeDocument/2006/relationships/image" Target="../media/image204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9.wmf"/><Relationship Id="rId13" Type="http://schemas.openxmlformats.org/officeDocument/2006/relationships/oleObject" Target="../embeddings/oleObject300.bin"/><Relationship Id="rId18" Type="http://schemas.openxmlformats.org/officeDocument/2006/relationships/image" Target="../media/image214.wmf"/><Relationship Id="rId3" Type="http://schemas.openxmlformats.org/officeDocument/2006/relationships/oleObject" Target="../embeddings/oleObject295.bin"/><Relationship Id="rId7" Type="http://schemas.openxmlformats.org/officeDocument/2006/relationships/oleObject" Target="../embeddings/oleObject297.bin"/><Relationship Id="rId12" Type="http://schemas.openxmlformats.org/officeDocument/2006/relationships/image" Target="../media/image211.wmf"/><Relationship Id="rId17" Type="http://schemas.openxmlformats.org/officeDocument/2006/relationships/oleObject" Target="../embeddings/oleObject30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13.wmf"/><Relationship Id="rId1" Type="http://schemas.openxmlformats.org/officeDocument/2006/relationships/vmlDrawing" Target="../drawings/vmlDrawing33.vml"/><Relationship Id="rId6" Type="http://schemas.openxmlformats.org/officeDocument/2006/relationships/image" Target="../media/image208.wmf"/><Relationship Id="rId11" Type="http://schemas.openxmlformats.org/officeDocument/2006/relationships/oleObject" Target="../embeddings/oleObject299.bin"/><Relationship Id="rId5" Type="http://schemas.openxmlformats.org/officeDocument/2006/relationships/oleObject" Target="../embeddings/oleObject296.bin"/><Relationship Id="rId15" Type="http://schemas.openxmlformats.org/officeDocument/2006/relationships/oleObject" Target="../embeddings/oleObject301.bin"/><Relationship Id="rId10" Type="http://schemas.openxmlformats.org/officeDocument/2006/relationships/image" Target="../media/image210.wmf"/><Relationship Id="rId4" Type="http://schemas.openxmlformats.org/officeDocument/2006/relationships/image" Target="../media/image207.wmf"/><Relationship Id="rId9" Type="http://schemas.openxmlformats.org/officeDocument/2006/relationships/oleObject" Target="../embeddings/oleObject298.bin"/><Relationship Id="rId14" Type="http://schemas.openxmlformats.org/officeDocument/2006/relationships/image" Target="../media/image212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7.wmf"/><Relationship Id="rId13" Type="http://schemas.openxmlformats.org/officeDocument/2006/relationships/oleObject" Target="../embeddings/oleObject308.bin"/><Relationship Id="rId18" Type="http://schemas.openxmlformats.org/officeDocument/2006/relationships/image" Target="../media/image222.wmf"/><Relationship Id="rId3" Type="http://schemas.openxmlformats.org/officeDocument/2006/relationships/oleObject" Target="../embeddings/oleObject303.bin"/><Relationship Id="rId21" Type="http://schemas.openxmlformats.org/officeDocument/2006/relationships/oleObject" Target="../embeddings/oleObject312.bin"/><Relationship Id="rId7" Type="http://schemas.openxmlformats.org/officeDocument/2006/relationships/oleObject" Target="../embeddings/oleObject305.bin"/><Relationship Id="rId12" Type="http://schemas.openxmlformats.org/officeDocument/2006/relationships/image" Target="../media/image219.wmf"/><Relationship Id="rId17" Type="http://schemas.openxmlformats.org/officeDocument/2006/relationships/oleObject" Target="../embeddings/oleObject31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21.wmf"/><Relationship Id="rId20" Type="http://schemas.openxmlformats.org/officeDocument/2006/relationships/image" Target="../media/image223.wmf"/><Relationship Id="rId1" Type="http://schemas.openxmlformats.org/officeDocument/2006/relationships/vmlDrawing" Target="../drawings/vmlDrawing34.vml"/><Relationship Id="rId6" Type="http://schemas.openxmlformats.org/officeDocument/2006/relationships/image" Target="../media/image216.wmf"/><Relationship Id="rId11" Type="http://schemas.openxmlformats.org/officeDocument/2006/relationships/oleObject" Target="../embeddings/oleObject307.bin"/><Relationship Id="rId5" Type="http://schemas.openxmlformats.org/officeDocument/2006/relationships/oleObject" Target="../embeddings/oleObject304.bin"/><Relationship Id="rId15" Type="http://schemas.openxmlformats.org/officeDocument/2006/relationships/oleObject" Target="../embeddings/oleObject309.bin"/><Relationship Id="rId10" Type="http://schemas.openxmlformats.org/officeDocument/2006/relationships/image" Target="../media/image218.wmf"/><Relationship Id="rId19" Type="http://schemas.openxmlformats.org/officeDocument/2006/relationships/oleObject" Target="../embeddings/oleObject311.bin"/><Relationship Id="rId4" Type="http://schemas.openxmlformats.org/officeDocument/2006/relationships/image" Target="../media/image215.wmf"/><Relationship Id="rId9" Type="http://schemas.openxmlformats.org/officeDocument/2006/relationships/oleObject" Target="../embeddings/oleObject306.bin"/><Relationship Id="rId14" Type="http://schemas.openxmlformats.org/officeDocument/2006/relationships/image" Target="../media/image220.wmf"/><Relationship Id="rId22" Type="http://schemas.openxmlformats.org/officeDocument/2006/relationships/image" Target="../media/image224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5.vml"/><Relationship Id="rId4" Type="http://schemas.openxmlformats.org/officeDocument/2006/relationships/image" Target="../media/image225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6.bin"/><Relationship Id="rId13" Type="http://schemas.openxmlformats.org/officeDocument/2006/relationships/image" Target="../media/image230.wmf"/><Relationship Id="rId3" Type="http://schemas.openxmlformats.org/officeDocument/2006/relationships/audio" Target="../media/audio1.wav"/><Relationship Id="rId7" Type="http://schemas.openxmlformats.org/officeDocument/2006/relationships/image" Target="../media/image227.wmf"/><Relationship Id="rId12" Type="http://schemas.openxmlformats.org/officeDocument/2006/relationships/oleObject" Target="../embeddings/oleObject318.bin"/><Relationship Id="rId17" Type="http://schemas.openxmlformats.org/officeDocument/2006/relationships/image" Target="../media/image232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20.bin"/><Relationship Id="rId1" Type="http://schemas.openxmlformats.org/officeDocument/2006/relationships/vmlDrawing" Target="../drawings/vmlDrawing36.vml"/><Relationship Id="rId6" Type="http://schemas.openxmlformats.org/officeDocument/2006/relationships/oleObject" Target="../embeddings/oleObject315.bin"/><Relationship Id="rId11" Type="http://schemas.openxmlformats.org/officeDocument/2006/relationships/image" Target="../media/image229.wmf"/><Relationship Id="rId5" Type="http://schemas.openxmlformats.org/officeDocument/2006/relationships/image" Target="../media/image226.wmf"/><Relationship Id="rId15" Type="http://schemas.openxmlformats.org/officeDocument/2006/relationships/image" Target="../media/image231.wmf"/><Relationship Id="rId10" Type="http://schemas.openxmlformats.org/officeDocument/2006/relationships/oleObject" Target="../embeddings/oleObject317.bin"/><Relationship Id="rId4" Type="http://schemas.openxmlformats.org/officeDocument/2006/relationships/oleObject" Target="../embeddings/oleObject314.bin"/><Relationship Id="rId9" Type="http://schemas.openxmlformats.org/officeDocument/2006/relationships/image" Target="../media/image228.wmf"/><Relationship Id="rId14" Type="http://schemas.openxmlformats.org/officeDocument/2006/relationships/oleObject" Target="../embeddings/oleObject319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5.emf"/><Relationship Id="rId13" Type="http://schemas.openxmlformats.org/officeDocument/2006/relationships/oleObject" Target="../embeddings/oleObject326.bin"/><Relationship Id="rId18" Type="http://schemas.openxmlformats.org/officeDocument/2006/relationships/image" Target="../media/image240.wmf"/><Relationship Id="rId3" Type="http://schemas.openxmlformats.org/officeDocument/2006/relationships/oleObject" Target="../embeddings/oleObject321.bin"/><Relationship Id="rId7" Type="http://schemas.openxmlformats.org/officeDocument/2006/relationships/oleObject" Target="../embeddings/oleObject323.bin"/><Relationship Id="rId12" Type="http://schemas.openxmlformats.org/officeDocument/2006/relationships/image" Target="../media/image237.wmf"/><Relationship Id="rId17" Type="http://schemas.openxmlformats.org/officeDocument/2006/relationships/oleObject" Target="../embeddings/oleObject32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39.wmf"/><Relationship Id="rId20" Type="http://schemas.openxmlformats.org/officeDocument/2006/relationships/image" Target="../media/image241.wmf"/><Relationship Id="rId1" Type="http://schemas.openxmlformats.org/officeDocument/2006/relationships/vmlDrawing" Target="../drawings/vmlDrawing37.vml"/><Relationship Id="rId6" Type="http://schemas.openxmlformats.org/officeDocument/2006/relationships/image" Target="../media/image234.wmf"/><Relationship Id="rId11" Type="http://schemas.openxmlformats.org/officeDocument/2006/relationships/oleObject" Target="../embeddings/oleObject325.bin"/><Relationship Id="rId5" Type="http://schemas.openxmlformats.org/officeDocument/2006/relationships/oleObject" Target="../embeddings/oleObject322.bin"/><Relationship Id="rId15" Type="http://schemas.openxmlformats.org/officeDocument/2006/relationships/oleObject" Target="../embeddings/oleObject327.bin"/><Relationship Id="rId10" Type="http://schemas.openxmlformats.org/officeDocument/2006/relationships/image" Target="../media/image236.wmf"/><Relationship Id="rId19" Type="http://schemas.openxmlformats.org/officeDocument/2006/relationships/oleObject" Target="../embeddings/oleObject329.bin"/><Relationship Id="rId4" Type="http://schemas.openxmlformats.org/officeDocument/2006/relationships/image" Target="../media/image233.wmf"/><Relationship Id="rId9" Type="http://schemas.openxmlformats.org/officeDocument/2006/relationships/oleObject" Target="../embeddings/oleObject324.bin"/><Relationship Id="rId14" Type="http://schemas.openxmlformats.org/officeDocument/2006/relationships/image" Target="../media/image238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4.wmf"/><Relationship Id="rId13" Type="http://schemas.openxmlformats.org/officeDocument/2006/relationships/oleObject" Target="../embeddings/oleObject335.bin"/><Relationship Id="rId3" Type="http://schemas.openxmlformats.org/officeDocument/2006/relationships/oleObject" Target="../embeddings/oleObject330.bin"/><Relationship Id="rId7" Type="http://schemas.openxmlformats.org/officeDocument/2006/relationships/oleObject" Target="../embeddings/oleObject332.bin"/><Relationship Id="rId12" Type="http://schemas.openxmlformats.org/officeDocument/2006/relationships/image" Target="../media/image246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48.wmf"/><Relationship Id="rId1" Type="http://schemas.openxmlformats.org/officeDocument/2006/relationships/vmlDrawing" Target="../drawings/vmlDrawing38.vml"/><Relationship Id="rId6" Type="http://schemas.openxmlformats.org/officeDocument/2006/relationships/image" Target="../media/image243.wmf"/><Relationship Id="rId11" Type="http://schemas.openxmlformats.org/officeDocument/2006/relationships/oleObject" Target="../embeddings/oleObject334.bin"/><Relationship Id="rId5" Type="http://schemas.openxmlformats.org/officeDocument/2006/relationships/oleObject" Target="../embeddings/oleObject331.bin"/><Relationship Id="rId15" Type="http://schemas.openxmlformats.org/officeDocument/2006/relationships/oleObject" Target="../embeddings/oleObject336.bin"/><Relationship Id="rId10" Type="http://schemas.openxmlformats.org/officeDocument/2006/relationships/image" Target="../media/image245.wmf"/><Relationship Id="rId4" Type="http://schemas.openxmlformats.org/officeDocument/2006/relationships/image" Target="../media/image242.wmf"/><Relationship Id="rId9" Type="http://schemas.openxmlformats.org/officeDocument/2006/relationships/oleObject" Target="../embeddings/oleObject333.bin"/><Relationship Id="rId14" Type="http://schemas.openxmlformats.org/officeDocument/2006/relationships/image" Target="../media/image247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1.wmf"/><Relationship Id="rId13" Type="http://schemas.openxmlformats.org/officeDocument/2006/relationships/oleObject" Target="../embeddings/oleObject342.bin"/><Relationship Id="rId3" Type="http://schemas.openxmlformats.org/officeDocument/2006/relationships/oleObject" Target="../embeddings/oleObject337.bin"/><Relationship Id="rId7" Type="http://schemas.openxmlformats.org/officeDocument/2006/relationships/oleObject" Target="../embeddings/oleObject339.bin"/><Relationship Id="rId12" Type="http://schemas.openxmlformats.org/officeDocument/2006/relationships/image" Target="../media/image25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250.wmf"/><Relationship Id="rId11" Type="http://schemas.openxmlformats.org/officeDocument/2006/relationships/oleObject" Target="../embeddings/oleObject341.bin"/><Relationship Id="rId5" Type="http://schemas.openxmlformats.org/officeDocument/2006/relationships/oleObject" Target="../embeddings/oleObject338.bin"/><Relationship Id="rId10" Type="http://schemas.openxmlformats.org/officeDocument/2006/relationships/image" Target="../media/image252.wmf"/><Relationship Id="rId4" Type="http://schemas.openxmlformats.org/officeDocument/2006/relationships/image" Target="../media/image249.wmf"/><Relationship Id="rId9" Type="http://schemas.openxmlformats.org/officeDocument/2006/relationships/oleObject" Target="../embeddings/oleObject340.bin"/><Relationship Id="rId14" Type="http://schemas.openxmlformats.org/officeDocument/2006/relationships/image" Target="../media/image254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7.wmf"/><Relationship Id="rId3" Type="http://schemas.openxmlformats.org/officeDocument/2006/relationships/oleObject" Target="../embeddings/oleObject343.bin"/><Relationship Id="rId7" Type="http://schemas.openxmlformats.org/officeDocument/2006/relationships/oleObject" Target="../embeddings/oleObject345.bin"/><Relationship Id="rId12" Type="http://schemas.openxmlformats.org/officeDocument/2006/relationships/image" Target="../media/image25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256.wmf"/><Relationship Id="rId11" Type="http://schemas.openxmlformats.org/officeDocument/2006/relationships/oleObject" Target="../embeddings/oleObject347.bin"/><Relationship Id="rId5" Type="http://schemas.openxmlformats.org/officeDocument/2006/relationships/oleObject" Target="../embeddings/oleObject344.bin"/><Relationship Id="rId10" Type="http://schemas.openxmlformats.org/officeDocument/2006/relationships/image" Target="../media/image258.wmf"/><Relationship Id="rId4" Type="http://schemas.openxmlformats.org/officeDocument/2006/relationships/image" Target="../media/image255.wmf"/><Relationship Id="rId9" Type="http://schemas.openxmlformats.org/officeDocument/2006/relationships/oleObject" Target="../embeddings/oleObject346.bin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2.wmf"/><Relationship Id="rId13" Type="http://schemas.openxmlformats.org/officeDocument/2006/relationships/oleObject" Target="../embeddings/oleObject353.bin"/><Relationship Id="rId18" Type="http://schemas.openxmlformats.org/officeDocument/2006/relationships/image" Target="../media/image267.wmf"/><Relationship Id="rId3" Type="http://schemas.openxmlformats.org/officeDocument/2006/relationships/oleObject" Target="../embeddings/oleObject348.bin"/><Relationship Id="rId7" Type="http://schemas.openxmlformats.org/officeDocument/2006/relationships/oleObject" Target="../embeddings/oleObject350.bin"/><Relationship Id="rId12" Type="http://schemas.openxmlformats.org/officeDocument/2006/relationships/image" Target="../media/image264.wmf"/><Relationship Id="rId17" Type="http://schemas.openxmlformats.org/officeDocument/2006/relationships/oleObject" Target="../embeddings/oleObject35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66.wmf"/><Relationship Id="rId1" Type="http://schemas.openxmlformats.org/officeDocument/2006/relationships/vmlDrawing" Target="../drawings/vmlDrawing41.vml"/><Relationship Id="rId6" Type="http://schemas.openxmlformats.org/officeDocument/2006/relationships/image" Target="../media/image261.wmf"/><Relationship Id="rId11" Type="http://schemas.openxmlformats.org/officeDocument/2006/relationships/oleObject" Target="../embeddings/oleObject352.bin"/><Relationship Id="rId5" Type="http://schemas.openxmlformats.org/officeDocument/2006/relationships/oleObject" Target="../embeddings/oleObject349.bin"/><Relationship Id="rId15" Type="http://schemas.openxmlformats.org/officeDocument/2006/relationships/oleObject" Target="../embeddings/oleObject354.bin"/><Relationship Id="rId10" Type="http://schemas.openxmlformats.org/officeDocument/2006/relationships/image" Target="../media/image263.wmf"/><Relationship Id="rId4" Type="http://schemas.openxmlformats.org/officeDocument/2006/relationships/image" Target="../media/image260.wmf"/><Relationship Id="rId9" Type="http://schemas.openxmlformats.org/officeDocument/2006/relationships/oleObject" Target="../embeddings/oleObject351.bin"/><Relationship Id="rId14" Type="http://schemas.openxmlformats.org/officeDocument/2006/relationships/image" Target="../media/image265.w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0.wmf"/><Relationship Id="rId13" Type="http://schemas.openxmlformats.org/officeDocument/2006/relationships/oleObject" Target="../embeddings/oleObject361.bin"/><Relationship Id="rId3" Type="http://schemas.openxmlformats.org/officeDocument/2006/relationships/oleObject" Target="../embeddings/oleObject356.bin"/><Relationship Id="rId7" Type="http://schemas.openxmlformats.org/officeDocument/2006/relationships/oleObject" Target="../embeddings/oleObject358.bin"/><Relationship Id="rId12" Type="http://schemas.openxmlformats.org/officeDocument/2006/relationships/image" Target="../media/image272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74.wmf"/><Relationship Id="rId1" Type="http://schemas.openxmlformats.org/officeDocument/2006/relationships/vmlDrawing" Target="../drawings/vmlDrawing42.vml"/><Relationship Id="rId6" Type="http://schemas.openxmlformats.org/officeDocument/2006/relationships/image" Target="../media/image269.wmf"/><Relationship Id="rId11" Type="http://schemas.openxmlformats.org/officeDocument/2006/relationships/oleObject" Target="../embeddings/oleObject360.bin"/><Relationship Id="rId5" Type="http://schemas.openxmlformats.org/officeDocument/2006/relationships/oleObject" Target="../embeddings/oleObject357.bin"/><Relationship Id="rId15" Type="http://schemas.openxmlformats.org/officeDocument/2006/relationships/oleObject" Target="../embeddings/oleObject362.bin"/><Relationship Id="rId10" Type="http://schemas.openxmlformats.org/officeDocument/2006/relationships/image" Target="../media/image271.wmf"/><Relationship Id="rId4" Type="http://schemas.openxmlformats.org/officeDocument/2006/relationships/image" Target="../media/image268.bin"/><Relationship Id="rId9" Type="http://schemas.openxmlformats.org/officeDocument/2006/relationships/oleObject" Target="../embeddings/oleObject359.bin"/><Relationship Id="rId14" Type="http://schemas.openxmlformats.org/officeDocument/2006/relationships/image" Target="../media/image273.w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7.wmf"/><Relationship Id="rId13" Type="http://schemas.openxmlformats.org/officeDocument/2006/relationships/oleObject" Target="../embeddings/oleObject368.bin"/><Relationship Id="rId3" Type="http://schemas.openxmlformats.org/officeDocument/2006/relationships/oleObject" Target="../embeddings/oleObject363.bin"/><Relationship Id="rId7" Type="http://schemas.openxmlformats.org/officeDocument/2006/relationships/oleObject" Target="../embeddings/oleObject365.bin"/><Relationship Id="rId12" Type="http://schemas.openxmlformats.org/officeDocument/2006/relationships/image" Target="../media/image27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3.vml"/><Relationship Id="rId6" Type="http://schemas.openxmlformats.org/officeDocument/2006/relationships/image" Target="../media/image276.wmf"/><Relationship Id="rId11" Type="http://schemas.openxmlformats.org/officeDocument/2006/relationships/oleObject" Target="../embeddings/oleObject367.bin"/><Relationship Id="rId5" Type="http://schemas.openxmlformats.org/officeDocument/2006/relationships/oleObject" Target="../embeddings/oleObject364.bin"/><Relationship Id="rId10" Type="http://schemas.openxmlformats.org/officeDocument/2006/relationships/image" Target="../media/image278.wmf"/><Relationship Id="rId4" Type="http://schemas.openxmlformats.org/officeDocument/2006/relationships/image" Target="../media/image275.wmf"/><Relationship Id="rId9" Type="http://schemas.openxmlformats.org/officeDocument/2006/relationships/oleObject" Target="../embeddings/oleObject366.bin"/><Relationship Id="rId14" Type="http://schemas.openxmlformats.org/officeDocument/2006/relationships/image" Target="../media/image268.bin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2.wmf"/><Relationship Id="rId3" Type="http://schemas.openxmlformats.org/officeDocument/2006/relationships/oleObject" Target="../embeddings/oleObject369.bin"/><Relationship Id="rId7" Type="http://schemas.openxmlformats.org/officeDocument/2006/relationships/oleObject" Target="../embeddings/oleObject37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4.vml"/><Relationship Id="rId6" Type="http://schemas.openxmlformats.org/officeDocument/2006/relationships/image" Target="../media/image281.wmf"/><Relationship Id="rId5" Type="http://schemas.openxmlformats.org/officeDocument/2006/relationships/oleObject" Target="../embeddings/oleObject370.bin"/><Relationship Id="rId10" Type="http://schemas.openxmlformats.org/officeDocument/2006/relationships/image" Target="../media/image283.wmf"/><Relationship Id="rId4" Type="http://schemas.openxmlformats.org/officeDocument/2006/relationships/image" Target="../media/image280.wmf"/><Relationship Id="rId9" Type="http://schemas.openxmlformats.org/officeDocument/2006/relationships/oleObject" Target="../embeddings/oleObject372.bin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6.wmf"/><Relationship Id="rId13" Type="http://schemas.openxmlformats.org/officeDocument/2006/relationships/image" Target="../media/image288.wmf"/><Relationship Id="rId3" Type="http://schemas.openxmlformats.org/officeDocument/2006/relationships/oleObject" Target="../embeddings/oleObject373.bin"/><Relationship Id="rId7" Type="http://schemas.openxmlformats.org/officeDocument/2006/relationships/oleObject" Target="../embeddings/oleObject375.bin"/><Relationship Id="rId12" Type="http://schemas.openxmlformats.org/officeDocument/2006/relationships/oleObject" Target="../embeddings/oleObject37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5.vml"/><Relationship Id="rId6" Type="http://schemas.openxmlformats.org/officeDocument/2006/relationships/image" Target="../media/image285.wmf"/><Relationship Id="rId11" Type="http://schemas.openxmlformats.org/officeDocument/2006/relationships/image" Target="../media/image287.wmf"/><Relationship Id="rId5" Type="http://schemas.openxmlformats.org/officeDocument/2006/relationships/oleObject" Target="../embeddings/oleObject374.bin"/><Relationship Id="rId10" Type="http://schemas.openxmlformats.org/officeDocument/2006/relationships/oleObject" Target="../embeddings/oleObject377.bin"/><Relationship Id="rId4" Type="http://schemas.openxmlformats.org/officeDocument/2006/relationships/image" Target="../media/image284.wmf"/><Relationship Id="rId9" Type="http://schemas.openxmlformats.org/officeDocument/2006/relationships/oleObject" Target="../embeddings/oleObject376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1.wmf"/><Relationship Id="rId3" Type="http://schemas.openxmlformats.org/officeDocument/2006/relationships/oleObject" Target="../embeddings/oleObject379.bin"/><Relationship Id="rId7" Type="http://schemas.openxmlformats.org/officeDocument/2006/relationships/oleObject" Target="../embeddings/oleObject38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6.vml"/><Relationship Id="rId6" Type="http://schemas.openxmlformats.org/officeDocument/2006/relationships/image" Target="../media/image290.emf"/><Relationship Id="rId5" Type="http://schemas.openxmlformats.org/officeDocument/2006/relationships/oleObject" Target="../embeddings/oleObject380.bin"/><Relationship Id="rId10" Type="http://schemas.openxmlformats.org/officeDocument/2006/relationships/image" Target="../media/image292.wmf"/><Relationship Id="rId4" Type="http://schemas.openxmlformats.org/officeDocument/2006/relationships/image" Target="../media/image289.wmf"/><Relationship Id="rId9" Type="http://schemas.openxmlformats.org/officeDocument/2006/relationships/oleObject" Target="../embeddings/oleObject382.bin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5.bin"/><Relationship Id="rId13" Type="http://schemas.openxmlformats.org/officeDocument/2006/relationships/image" Target="../media/image297.wmf"/><Relationship Id="rId3" Type="http://schemas.openxmlformats.org/officeDocument/2006/relationships/audio" Target="../media/audio1.wav"/><Relationship Id="rId7" Type="http://schemas.openxmlformats.org/officeDocument/2006/relationships/image" Target="../media/image294.wmf"/><Relationship Id="rId12" Type="http://schemas.openxmlformats.org/officeDocument/2006/relationships/oleObject" Target="../embeddings/oleObject38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7.vml"/><Relationship Id="rId6" Type="http://schemas.openxmlformats.org/officeDocument/2006/relationships/oleObject" Target="../embeddings/oleObject384.bin"/><Relationship Id="rId11" Type="http://schemas.openxmlformats.org/officeDocument/2006/relationships/image" Target="../media/image296.wmf"/><Relationship Id="rId5" Type="http://schemas.openxmlformats.org/officeDocument/2006/relationships/image" Target="../media/image293.wmf"/><Relationship Id="rId10" Type="http://schemas.openxmlformats.org/officeDocument/2006/relationships/oleObject" Target="../embeddings/oleObject386.bin"/><Relationship Id="rId4" Type="http://schemas.openxmlformats.org/officeDocument/2006/relationships/oleObject" Target="../embeddings/oleObject383.bin"/><Relationship Id="rId9" Type="http://schemas.openxmlformats.org/officeDocument/2006/relationships/image" Target="../media/image295.w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0.wmf"/><Relationship Id="rId13" Type="http://schemas.openxmlformats.org/officeDocument/2006/relationships/oleObject" Target="../embeddings/oleObject393.bin"/><Relationship Id="rId18" Type="http://schemas.openxmlformats.org/officeDocument/2006/relationships/image" Target="../media/image305.wmf"/><Relationship Id="rId3" Type="http://schemas.openxmlformats.org/officeDocument/2006/relationships/oleObject" Target="../embeddings/oleObject388.bin"/><Relationship Id="rId7" Type="http://schemas.openxmlformats.org/officeDocument/2006/relationships/oleObject" Target="../embeddings/oleObject390.bin"/><Relationship Id="rId12" Type="http://schemas.openxmlformats.org/officeDocument/2006/relationships/image" Target="../media/image302.wmf"/><Relationship Id="rId17" Type="http://schemas.openxmlformats.org/officeDocument/2006/relationships/oleObject" Target="../embeddings/oleObject39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04.wmf"/><Relationship Id="rId1" Type="http://schemas.openxmlformats.org/officeDocument/2006/relationships/vmlDrawing" Target="../drawings/vmlDrawing48.vml"/><Relationship Id="rId6" Type="http://schemas.openxmlformats.org/officeDocument/2006/relationships/image" Target="../media/image299.wmf"/><Relationship Id="rId11" Type="http://schemas.openxmlformats.org/officeDocument/2006/relationships/oleObject" Target="../embeddings/oleObject392.bin"/><Relationship Id="rId5" Type="http://schemas.openxmlformats.org/officeDocument/2006/relationships/oleObject" Target="../embeddings/oleObject389.bin"/><Relationship Id="rId15" Type="http://schemas.openxmlformats.org/officeDocument/2006/relationships/oleObject" Target="../embeddings/oleObject394.bin"/><Relationship Id="rId10" Type="http://schemas.openxmlformats.org/officeDocument/2006/relationships/image" Target="../media/image301.wmf"/><Relationship Id="rId4" Type="http://schemas.openxmlformats.org/officeDocument/2006/relationships/image" Target="../media/image298.wmf"/><Relationship Id="rId9" Type="http://schemas.openxmlformats.org/officeDocument/2006/relationships/oleObject" Target="../embeddings/oleObject391.bin"/><Relationship Id="rId14" Type="http://schemas.openxmlformats.org/officeDocument/2006/relationships/image" Target="../media/image303.wmf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8.wmf"/><Relationship Id="rId3" Type="http://schemas.openxmlformats.org/officeDocument/2006/relationships/oleObject" Target="../embeddings/oleObject396.bin"/><Relationship Id="rId7" Type="http://schemas.openxmlformats.org/officeDocument/2006/relationships/oleObject" Target="../embeddings/oleObject398.bin"/><Relationship Id="rId12" Type="http://schemas.openxmlformats.org/officeDocument/2006/relationships/image" Target="../media/image31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9.vml"/><Relationship Id="rId6" Type="http://schemas.openxmlformats.org/officeDocument/2006/relationships/image" Target="../media/image307.wmf"/><Relationship Id="rId11" Type="http://schemas.openxmlformats.org/officeDocument/2006/relationships/oleObject" Target="../embeddings/oleObject400.bin"/><Relationship Id="rId5" Type="http://schemas.openxmlformats.org/officeDocument/2006/relationships/oleObject" Target="../embeddings/oleObject397.bin"/><Relationship Id="rId10" Type="http://schemas.openxmlformats.org/officeDocument/2006/relationships/image" Target="../media/image309.wmf"/><Relationship Id="rId4" Type="http://schemas.openxmlformats.org/officeDocument/2006/relationships/image" Target="../media/image306.wmf"/><Relationship Id="rId9" Type="http://schemas.openxmlformats.org/officeDocument/2006/relationships/oleObject" Target="../embeddings/oleObject399.bin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3.wmf"/><Relationship Id="rId3" Type="http://schemas.openxmlformats.org/officeDocument/2006/relationships/oleObject" Target="../embeddings/oleObject401.bin"/><Relationship Id="rId7" Type="http://schemas.openxmlformats.org/officeDocument/2006/relationships/oleObject" Target="../embeddings/oleObject403.bin"/><Relationship Id="rId12" Type="http://schemas.openxmlformats.org/officeDocument/2006/relationships/image" Target="../media/image31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0.vml"/><Relationship Id="rId6" Type="http://schemas.openxmlformats.org/officeDocument/2006/relationships/image" Target="../media/image312.wmf"/><Relationship Id="rId11" Type="http://schemas.openxmlformats.org/officeDocument/2006/relationships/oleObject" Target="../embeddings/oleObject405.bin"/><Relationship Id="rId5" Type="http://schemas.openxmlformats.org/officeDocument/2006/relationships/oleObject" Target="../embeddings/oleObject402.bin"/><Relationship Id="rId10" Type="http://schemas.openxmlformats.org/officeDocument/2006/relationships/image" Target="../media/image314.wmf"/><Relationship Id="rId4" Type="http://schemas.openxmlformats.org/officeDocument/2006/relationships/image" Target="../media/image311.wmf"/><Relationship Id="rId9" Type="http://schemas.openxmlformats.org/officeDocument/2006/relationships/oleObject" Target="../embeddings/oleObject404.bin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7.wmf"/><Relationship Id="rId13" Type="http://schemas.openxmlformats.org/officeDocument/2006/relationships/oleObject" Target="../embeddings/oleObject411.bin"/><Relationship Id="rId3" Type="http://schemas.openxmlformats.org/officeDocument/2006/relationships/oleObject" Target="../embeddings/oleObject406.bin"/><Relationship Id="rId7" Type="http://schemas.openxmlformats.org/officeDocument/2006/relationships/oleObject" Target="../embeddings/oleObject408.bin"/><Relationship Id="rId12" Type="http://schemas.openxmlformats.org/officeDocument/2006/relationships/image" Target="../media/image27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1.vml"/><Relationship Id="rId6" Type="http://schemas.openxmlformats.org/officeDocument/2006/relationships/image" Target="../media/image310.wmf"/><Relationship Id="rId11" Type="http://schemas.openxmlformats.org/officeDocument/2006/relationships/oleObject" Target="../embeddings/oleObject410.bin"/><Relationship Id="rId5" Type="http://schemas.openxmlformats.org/officeDocument/2006/relationships/oleObject" Target="../embeddings/oleObject407.bin"/><Relationship Id="rId10" Type="http://schemas.openxmlformats.org/officeDocument/2006/relationships/image" Target="../media/image270.wmf"/><Relationship Id="rId4" Type="http://schemas.openxmlformats.org/officeDocument/2006/relationships/image" Target="../media/image316.wmf"/><Relationship Id="rId9" Type="http://schemas.openxmlformats.org/officeDocument/2006/relationships/oleObject" Target="../embeddings/oleObject409.bin"/><Relationship Id="rId14" Type="http://schemas.openxmlformats.org/officeDocument/2006/relationships/image" Target="../media/image272.wmf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7.wmf"/><Relationship Id="rId13" Type="http://schemas.openxmlformats.org/officeDocument/2006/relationships/oleObject" Target="../embeddings/oleObject417.bin"/><Relationship Id="rId3" Type="http://schemas.openxmlformats.org/officeDocument/2006/relationships/oleObject" Target="../embeddings/oleObject412.bin"/><Relationship Id="rId7" Type="http://schemas.openxmlformats.org/officeDocument/2006/relationships/oleObject" Target="../embeddings/oleObject414.bin"/><Relationship Id="rId12" Type="http://schemas.openxmlformats.org/officeDocument/2006/relationships/image" Target="../media/image32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2.vml"/><Relationship Id="rId6" Type="http://schemas.openxmlformats.org/officeDocument/2006/relationships/image" Target="../media/image319.wmf"/><Relationship Id="rId11" Type="http://schemas.openxmlformats.org/officeDocument/2006/relationships/oleObject" Target="../embeddings/oleObject416.bin"/><Relationship Id="rId5" Type="http://schemas.openxmlformats.org/officeDocument/2006/relationships/oleObject" Target="../embeddings/oleObject413.bin"/><Relationship Id="rId10" Type="http://schemas.openxmlformats.org/officeDocument/2006/relationships/image" Target="../media/image320.wmf"/><Relationship Id="rId4" Type="http://schemas.openxmlformats.org/officeDocument/2006/relationships/image" Target="../media/image318.wmf"/><Relationship Id="rId9" Type="http://schemas.openxmlformats.org/officeDocument/2006/relationships/oleObject" Target="../embeddings/oleObject415.bin"/><Relationship Id="rId14" Type="http://schemas.openxmlformats.org/officeDocument/2006/relationships/image" Target="../media/image322.wmf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5.wmf"/><Relationship Id="rId13" Type="http://schemas.openxmlformats.org/officeDocument/2006/relationships/oleObject" Target="../embeddings/oleObject423.bin"/><Relationship Id="rId3" Type="http://schemas.openxmlformats.org/officeDocument/2006/relationships/oleObject" Target="../embeddings/oleObject418.bin"/><Relationship Id="rId7" Type="http://schemas.openxmlformats.org/officeDocument/2006/relationships/oleObject" Target="../embeddings/oleObject420.bin"/><Relationship Id="rId12" Type="http://schemas.openxmlformats.org/officeDocument/2006/relationships/image" Target="../media/image327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29.wmf"/><Relationship Id="rId1" Type="http://schemas.openxmlformats.org/officeDocument/2006/relationships/vmlDrawing" Target="../drawings/vmlDrawing53.vml"/><Relationship Id="rId6" Type="http://schemas.openxmlformats.org/officeDocument/2006/relationships/image" Target="../media/image324.wmf"/><Relationship Id="rId11" Type="http://schemas.openxmlformats.org/officeDocument/2006/relationships/oleObject" Target="../embeddings/oleObject422.bin"/><Relationship Id="rId5" Type="http://schemas.openxmlformats.org/officeDocument/2006/relationships/oleObject" Target="../embeddings/oleObject419.bin"/><Relationship Id="rId15" Type="http://schemas.openxmlformats.org/officeDocument/2006/relationships/oleObject" Target="../embeddings/oleObject424.bin"/><Relationship Id="rId10" Type="http://schemas.openxmlformats.org/officeDocument/2006/relationships/image" Target="../media/image326.wmf"/><Relationship Id="rId4" Type="http://schemas.openxmlformats.org/officeDocument/2006/relationships/image" Target="../media/image323.wmf"/><Relationship Id="rId9" Type="http://schemas.openxmlformats.org/officeDocument/2006/relationships/oleObject" Target="../embeddings/oleObject421.bin"/><Relationship Id="rId14" Type="http://schemas.openxmlformats.org/officeDocument/2006/relationships/image" Target="../media/image328.wmf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1.wmf"/><Relationship Id="rId3" Type="http://schemas.openxmlformats.org/officeDocument/2006/relationships/oleObject" Target="../embeddings/oleObject425.bin"/><Relationship Id="rId7" Type="http://schemas.openxmlformats.org/officeDocument/2006/relationships/oleObject" Target="../embeddings/oleObject42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4.vml"/><Relationship Id="rId6" Type="http://schemas.openxmlformats.org/officeDocument/2006/relationships/image" Target="../media/image330.wmf"/><Relationship Id="rId5" Type="http://schemas.openxmlformats.org/officeDocument/2006/relationships/oleObject" Target="../embeddings/oleObject426.bin"/><Relationship Id="rId4" Type="http://schemas.openxmlformats.org/officeDocument/2006/relationships/image" Target="../media/image230.wmf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4.wmf"/><Relationship Id="rId13" Type="http://schemas.openxmlformats.org/officeDocument/2006/relationships/oleObject" Target="../embeddings/oleObject433.bin"/><Relationship Id="rId18" Type="http://schemas.openxmlformats.org/officeDocument/2006/relationships/image" Target="../media/image339.wmf"/><Relationship Id="rId3" Type="http://schemas.openxmlformats.org/officeDocument/2006/relationships/oleObject" Target="../embeddings/oleObject428.bin"/><Relationship Id="rId7" Type="http://schemas.openxmlformats.org/officeDocument/2006/relationships/oleObject" Target="../embeddings/oleObject430.bin"/><Relationship Id="rId12" Type="http://schemas.openxmlformats.org/officeDocument/2006/relationships/image" Target="../media/image336.wmf"/><Relationship Id="rId17" Type="http://schemas.openxmlformats.org/officeDocument/2006/relationships/oleObject" Target="../embeddings/oleObject43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38.wmf"/><Relationship Id="rId20" Type="http://schemas.openxmlformats.org/officeDocument/2006/relationships/image" Target="../media/image340.wmf"/><Relationship Id="rId1" Type="http://schemas.openxmlformats.org/officeDocument/2006/relationships/vmlDrawing" Target="../drawings/vmlDrawing55.vml"/><Relationship Id="rId6" Type="http://schemas.openxmlformats.org/officeDocument/2006/relationships/image" Target="../media/image333.wmf"/><Relationship Id="rId11" Type="http://schemas.openxmlformats.org/officeDocument/2006/relationships/oleObject" Target="../embeddings/oleObject432.bin"/><Relationship Id="rId5" Type="http://schemas.openxmlformats.org/officeDocument/2006/relationships/oleObject" Target="../embeddings/oleObject429.bin"/><Relationship Id="rId15" Type="http://schemas.openxmlformats.org/officeDocument/2006/relationships/oleObject" Target="../embeddings/oleObject434.bin"/><Relationship Id="rId10" Type="http://schemas.openxmlformats.org/officeDocument/2006/relationships/image" Target="../media/image335.wmf"/><Relationship Id="rId19" Type="http://schemas.openxmlformats.org/officeDocument/2006/relationships/oleObject" Target="../embeddings/oleObject436.bin"/><Relationship Id="rId4" Type="http://schemas.openxmlformats.org/officeDocument/2006/relationships/image" Target="../media/image332.wmf"/><Relationship Id="rId9" Type="http://schemas.openxmlformats.org/officeDocument/2006/relationships/oleObject" Target="../embeddings/oleObject431.bin"/><Relationship Id="rId14" Type="http://schemas.openxmlformats.org/officeDocument/2006/relationships/image" Target="../media/image337.wmf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3.wmf"/><Relationship Id="rId13" Type="http://schemas.openxmlformats.org/officeDocument/2006/relationships/oleObject" Target="../embeddings/oleObject442.bin"/><Relationship Id="rId18" Type="http://schemas.openxmlformats.org/officeDocument/2006/relationships/image" Target="../media/image348.emf"/><Relationship Id="rId26" Type="http://schemas.openxmlformats.org/officeDocument/2006/relationships/image" Target="../media/image352.wmf"/><Relationship Id="rId3" Type="http://schemas.openxmlformats.org/officeDocument/2006/relationships/oleObject" Target="../embeddings/oleObject437.bin"/><Relationship Id="rId21" Type="http://schemas.openxmlformats.org/officeDocument/2006/relationships/oleObject" Target="../embeddings/oleObject446.bin"/><Relationship Id="rId7" Type="http://schemas.openxmlformats.org/officeDocument/2006/relationships/oleObject" Target="../embeddings/oleObject439.bin"/><Relationship Id="rId12" Type="http://schemas.openxmlformats.org/officeDocument/2006/relationships/image" Target="../media/image345.wmf"/><Relationship Id="rId17" Type="http://schemas.openxmlformats.org/officeDocument/2006/relationships/oleObject" Target="../embeddings/oleObject444.bin"/><Relationship Id="rId25" Type="http://schemas.openxmlformats.org/officeDocument/2006/relationships/oleObject" Target="../embeddings/oleObject44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47.emf"/><Relationship Id="rId20" Type="http://schemas.openxmlformats.org/officeDocument/2006/relationships/image" Target="../media/image349.emf"/><Relationship Id="rId1" Type="http://schemas.openxmlformats.org/officeDocument/2006/relationships/vmlDrawing" Target="../drawings/vmlDrawing56.vml"/><Relationship Id="rId6" Type="http://schemas.openxmlformats.org/officeDocument/2006/relationships/image" Target="../media/image342.wmf"/><Relationship Id="rId11" Type="http://schemas.openxmlformats.org/officeDocument/2006/relationships/oleObject" Target="../embeddings/oleObject441.bin"/><Relationship Id="rId24" Type="http://schemas.openxmlformats.org/officeDocument/2006/relationships/image" Target="../media/image351.wmf"/><Relationship Id="rId5" Type="http://schemas.openxmlformats.org/officeDocument/2006/relationships/oleObject" Target="../embeddings/oleObject438.bin"/><Relationship Id="rId15" Type="http://schemas.openxmlformats.org/officeDocument/2006/relationships/oleObject" Target="../embeddings/oleObject443.bin"/><Relationship Id="rId23" Type="http://schemas.openxmlformats.org/officeDocument/2006/relationships/oleObject" Target="../embeddings/oleObject447.bin"/><Relationship Id="rId10" Type="http://schemas.openxmlformats.org/officeDocument/2006/relationships/image" Target="../media/image344.wmf"/><Relationship Id="rId19" Type="http://schemas.openxmlformats.org/officeDocument/2006/relationships/oleObject" Target="../embeddings/oleObject445.bin"/><Relationship Id="rId4" Type="http://schemas.openxmlformats.org/officeDocument/2006/relationships/image" Target="../media/image341.wmf"/><Relationship Id="rId9" Type="http://schemas.openxmlformats.org/officeDocument/2006/relationships/oleObject" Target="../embeddings/oleObject440.bin"/><Relationship Id="rId14" Type="http://schemas.openxmlformats.org/officeDocument/2006/relationships/image" Target="../media/image346.wmf"/><Relationship Id="rId22" Type="http://schemas.openxmlformats.org/officeDocument/2006/relationships/image" Target="../media/image350.wmf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5.wmf"/><Relationship Id="rId13" Type="http://schemas.openxmlformats.org/officeDocument/2006/relationships/oleObject" Target="../embeddings/oleObject454.bin"/><Relationship Id="rId18" Type="http://schemas.openxmlformats.org/officeDocument/2006/relationships/image" Target="../media/image359.wmf"/><Relationship Id="rId3" Type="http://schemas.openxmlformats.org/officeDocument/2006/relationships/oleObject" Target="../embeddings/oleObject449.bin"/><Relationship Id="rId7" Type="http://schemas.openxmlformats.org/officeDocument/2006/relationships/oleObject" Target="../embeddings/oleObject451.bin"/><Relationship Id="rId12" Type="http://schemas.openxmlformats.org/officeDocument/2006/relationships/image" Target="../media/image345.wmf"/><Relationship Id="rId17" Type="http://schemas.openxmlformats.org/officeDocument/2006/relationships/oleObject" Target="../embeddings/oleObject45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58.wmf"/><Relationship Id="rId1" Type="http://schemas.openxmlformats.org/officeDocument/2006/relationships/vmlDrawing" Target="../drawings/vmlDrawing57.vml"/><Relationship Id="rId6" Type="http://schemas.openxmlformats.org/officeDocument/2006/relationships/image" Target="../media/image354.wmf"/><Relationship Id="rId11" Type="http://schemas.openxmlformats.org/officeDocument/2006/relationships/oleObject" Target="../embeddings/oleObject453.bin"/><Relationship Id="rId5" Type="http://schemas.openxmlformats.org/officeDocument/2006/relationships/oleObject" Target="../embeddings/oleObject450.bin"/><Relationship Id="rId15" Type="http://schemas.openxmlformats.org/officeDocument/2006/relationships/oleObject" Target="../embeddings/oleObject455.bin"/><Relationship Id="rId10" Type="http://schemas.openxmlformats.org/officeDocument/2006/relationships/image" Target="../media/image356.wmf"/><Relationship Id="rId4" Type="http://schemas.openxmlformats.org/officeDocument/2006/relationships/image" Target="../media/image353.wmf"/><Relationship Id="rId9" Type="http://schemas.openxmlformats.org/officeDocument/2006/relationships/oleObject" Target="../embeddings/oleObject452.bin"/><Relationship Id="rId14" Type="http://schemas.openxmlformats.org/officeDocument/2006/relationships/image" Target="../media/image357.wmf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2.wmf"/><Relationship Id="rId3" Type="http://schemas.openxmlformats.org/officeDocument/2006/relationships/oleObject" Target="../embeddings/oleObject457.bin"/><Relationship Id="rId7" Type="http://schemas.openxmlformats.org/officeDocument/2006/relationships/oleObject" Target="../embeddings/oleObject45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8.vml"/><Relationship Id="rId6" Type="http://schemas.openxmlformats.org/officeDocument/2006/relationships/image" Target="../media/image361.wmf"/><Relationship Id="rId5" Type="http://schemas.openxmlformats.org/officeDocument/2006/relationships/oleObject" Target="../embeddings/oleObject458.bin"/><Relationship Id="rId4" Type="http://schemas.openxmlformats.org/officeDocument/2006/relationships/image" Target="../media/image360.wmf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5.wmf"/><Relationship Id="rId13" Type="http://schemas.openxmlformats.org/officeDocument/2006/relationships/oleObject" Target="../embeddings/oleObject465.bin"/><Relationship Id="rId3" Type="http://schemas.openxmlformats.org/officeDocument/2006/relationships/oleObject" Target="../embeddings/oleObject460.bin"/><Relationship Id="rId7" Type="http://schemas.openxmlformats.org/officeDocument/2006/relationships/oleObject" Target="../embeddings/oleObject462.bin"/><Relationship Id="rId12" Type="http://schemas.openxmlformats.org/officeDocument/2006/relationships/image" Target="../media/image36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9.vml"/><Relationship Id="rId6" Type="http://schemas.openxmlformats.org/officeDocument/2006/relationships/image" Target="../media/image364.wmf"/><Relationship Id="rId11" Type="http://schemas.openxmlformats.org/officeDocument/2006/relationships/oleObject" Target="../embeddings/oleObject464.bin"/><Relationship Id="rId5" Type="http://schemas.openxmlformats.org/officeDocument/2006/relationships/oleObject" Target="../embeddings/oleObject461.bin"/><Relationship Id="rId10" Type="http://schemas.openxmlformats.org/officeDocument/2006/relationships/image" Target="../media/image366.wmf"/><Relationship Id="rId4" Type="http://schemas.openxmlformats.org/officeDocument/2006/relationships/image" Target="../media/image363.wmf"/><Relationship Id="rId9" Type="http://schemas.openxmlformats.org/officeDocument/2006/relationships/oleObject" Target="../embeddings/oleObject463.bin"/><Relationship Id="rId14" Type="http://schemas.openxmlformats.org/officeDocument/2006/relationships/image" Target="../media/image368.wmf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1.wmf"/><Relationship Id="rId13" Type="http://schemas.openxmlformats.org/officeDocument/2006/relationships/oleObject" Target="../embeddings/oleObject471.bin"/><Relationship Id="rId3" Type="http://schemas.openxmlformats.org/officeDocument/2006/relationships/oleObject" Target="../embeddings/oleObject466.bin"/><Relationship Id="rId7" Type="http://schemas.openxmlformats.org/officeDocument/2006/relationships/oleObject" Target="../embeddings/oleObject468.bin"/><Relationship Id="rId12" Type="http://schemas.openxmlformats.org/officeDocument/2006/relationships/image" Target="../media/image37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0.vml"/><Relationship Id="rId6" Type="http://schemas.openxmlformats.org/officeDocument/2006/relationships/image" Target="../media/image370.wmf"/><Relationship Id="rId11" Type="http://schemas.openxmlformats.org/officeDocument/2006/relationships/oleObject" Target="../embeddings/oleObject470.bin"/><Relationship Id="rId5" Type="http://schemas.openxmlformats.org/officeDocument/2006/relationships/oleObject" Target="../embeddings/oleObject467.bin"/><Relationship Id="rId10" Type="http://schemas.openxmlformats.org/officeDocument/2006/relationships/image" Target="../media/image372.wmf"/><Relationship Id="rId4" Type="http://schemas.openxmlformats.org/officeDocument/2006/relationships/image" Target="../media/image369.wmf"/><Relationship Id="rId9" Type="http://schemas.openxmlformats.org/officeDocument/2006/relationships/oleObject" Target="../embeddings/oleObject469.bin"/><Relationship Id="rId14" Type="http://schemas.openxmlformats.org/officeDocument/2006/relationships/image" Target="../media/image374.wmf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7.wmf"/><Relationship Id="rId13" Type="http://schemas.openxmlformats.org/officeDocument/2006/relationships/oleObject" Target="../embeddings/oleObject477.bin"/><Relationship Id="rId18" Type="http://schemas.openxmlformats.org/officeDocument/2006/relationships/image" Target="../media/image382.wmf"/><Relationship Id="rId26" Type="http://schemas.openxmlformats.org/officeDocument/2006/relationships/image" Target="../media/image386.wmf"/><Relationship Id="rId3" Type="http://schemas.openxmlformats.org/officeDocument/2006/relationships/oleObject" Target="../embeddings/oleObject472.bin"/><Relationship Id="rId21" Type="http://schemas.openxmlformats.org/officeDocument/2006/relationships/oleObject" Target="../embeddings/oleObject481.bin"/><Relationship Id="rId7" Type="http://schemas.openxmlformats.org/officeDocument/2006/relationships/oleObject" Target="../embeddings/oleObject474.bin"/><Relationship Id="rId12" Type="http://schemas.openxmlformats.org/officeDocument/2006/relationships/image" Target="../media/image379.wmf"/><Relationship Id="rId17" Type="http://schemas.openxmlformats.org/officeDocument/2006/relationships/oleObject" Target="../embeddings/oleObject479.bin"/><Relationship Id="rId25" Type="http://schemas.openxmlformats.org/officeDocument/2006/relationships/oleObject" Target="../embeddings/oleObject48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81.wmf"/><Relationship Id="rId20" Type="http://schemas.openxmlformats.org/officeDocument/2006/relationships/image" Target="../media/image383.wmf"/><Relationship Id="rId1" Type="http://schemas.openxmlformats.org/officeDocument/2006/relationships/vmlDrawing" Target="../drawings/vmlDrawing61.vml"/><Relationship Id="rId6" Type="http://schemas.openxmlformats.org/officeDocument/2006/relationships/image" Target="../media/image376.wmf"/><Relationship Id="rId11" Type="http://schemas.openxmlformats.org/officeDocument/2006/relationships/oleObject" Target="../embeddings/oleObject476.bin"/><Relationship Id="rId24" Type="http://schemas.openxmlformats.org/officeDocument/2006/relationships/image" Target="../media/image385.wmf"/><Relationship Id="rId5" Type="http://schemas.openxmlformats.org/officeDocument/2006/relationships/oleObject" Target="../embeddings/oleObject473.bin"/><Relationship Id="rId15" Type="http://schemas.openxmlformats.org/officeDocument/2006/relationships/oleObject" Target="../embeddings/oleObject478.bin"/><Relationship Id="rId23" Type="http://schemas.openxmlformats.org/officeDocument/2006/relationships/oleObject" Target="../embeddings/oleObject482.bin"/><Relationship Id="rId28" Type="http://schemas.openxmlformats.org/officeDocument/2006/relationships/image" Target="../media/image387.wmf"/><Relationship Id="rId10" Type="http://schemas.openxmlformats.org/officeDocument/2006/relationships/image" Target="../media/image378.wmf"/><Relationship Id="rId19" Type="http://schemas.openxmlformats.org/officeDocument/2006/relationships/oleObject" Target="../embeddings/oleObject480.bin"/><Relationship Id="rId4" Type="http://schemas.openxmlformats.org/officeDocument/2006/relationships/image" Target="../media/image375.wmf"/><Relationship Id="rId9" Type="http://schemas.openxmlformats.org/officeDocument/2006/relationships/oleObject" Target="../embeddings/oleObject475.bin"/><Relationship Id="rId14" Type="http://schemas.openxmlformats.org/officeDocument/2006/relationships/image" Target="../media/image380.wmf"/><Relationship Id="rId22" Type="http://schemas.openxmlformats.org/officeDocument/2006/relationships/image" Target="../media/image384.wmf"/><Relationship Id="rId27" Type="http://schemas.openxmlformats.org/officeDocument/2006/relationships/oleObject" Target="../embeddings/oleObject484.bin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9.wmf"/><Relationship Id="rId13" Type="http://schemas.openxmlformats.org/officeDocument/2006/relationships/oleObject" Target="../embeddings/oleObject490.bin"/><Relationship Id="rId18" Type="http://schemas.openxmlformats.org/officeDocument/2006/relationships/image" Target="../media/image376.wmf"/><Relationship Id="rId3" Type="http://schemas.openxmlformats.org/officeDocument/2006/relationships/oleObject" Target="../embeddings/oleObject485.bin"/><Relationship Id="rId21" Type="http://schemas.openxmlformats.org/officeDocument/2006/relationships/oleObject" Target="../embeddings/oleObject494.bin"/><Relationship Id="rId7" Type="http://schemas.openxmlformats.org/officeDocument/2006/relationships/oleObject" Target="../embeddings/oleObject487.bin"/><Relationship Id="rId12" Type="http://schemas.openxmlformats.org/officeDocument/2006/relationships/image" Target="../media/image391.wmf"/><Relationship Id="rId17" Type="http://schemas.openxmlformats.org/officeDocument/2006/relationships/oleObject" Target="../embeddings/oleObject49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93.wmf"/><Relationship Id="rId20" Type="http://schemas.openxmlformats.org/officeDocument/2006/relationships/image" Target="../media/image377.wmf"/><Relationship Id="rId1" Type="http://schemas.openxmlformats.org/officeDocument/2006/relationships/vmlDrawing" Target="../drawings/vmlDrawing62.vml"/><Relationship Id="rId6" Type="http://schemas.openxmlformats.org/officeDocument/2006/relationships/image" Target="../media/image388.wmf"/><Relationship Id="rId11" Type="http://schemas.openxmlformats.org/officeDocument/2006/relationships/oleObject" Target="../embeddings/oleObject489.bin"/><Relationship Id="rId24" Type="http://schemas.openxmlformats.org/officeDocument/2006/relationships/image" Target="../media/image379.wmf"/><Relationship Id="rId5" Type="http://schemas.openxmlformats.org/officeDocument/2006/relationships/oleObject" Target="../embeddings/oleObject486.bin"/><Relationship Id="rId15" Type="http://schemas.openxmlformats.org/officeDocument/2006/relationships/oleObject" Target="../embeddings/oleObject491.bin"/><Relationship Id="rId23" Type="http://schemas.openxmlformats.org/officeDocument/2006/relationships/oleObject" Target="../embeddings/oleObject495.bin"/><Relationship Id="rId10" Type="http://schemas.openxmlformats.org/officeDocument/2006/relationships/image" Target="../media/image390.wmf"/><Relationship Id="rId19" Type="http://schemas.openxmlformats.org/officeDocument/2006/relationships/oleObject" Target="../embeddings/oleObject493.bin"/><Relationship Id="rId4" Type="http://schemas.openxmlformats.org/officeDocument/2006/relationships/image" Target="../media/image381.wmf"/><Relationship Id="rId9" Type="http://schemas.openxmlformats.org/officeDocument/2006/relationships/oleObject" Target="../embeddings/oleObject488.bin"/><Relationship Id="rId14" Type="http://schemas.openxmlformats.org/officeDocument/2006/relationships/image" Target="../media/image392.wmf"/><Relationship Id="rId22" Type="http://schemas.openxmlformats.org/officeDocument/2006/relationships/image" Target="../media/image378.wmf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6.wmf"/><Relationship Id="rId13" Type="http://schemas.openxmlformats.org/officeDocument/2006/relationships/oleObject" Target="../embeddings/oleObject501.bin"/><Relationship Id="rId3" Type="http://schemas.openxmlformats.org/officeDocument/2006/relationships/oleObject" Target="../embeddings/oleObject496.bin"/><Relationship Id="rId7" Type="http://schemas.openxmlformats.org/officeDocument/2006/relationships/oleObject" Target="../embeddings/oleObject498.bin"/><Relationship Id="rId12" Type="http://schemas.openxmlformats.org/officeDocument/2006/relationships/image" Target="../media/image37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3.vml"/><Relationship Id="rId6" Type="http://schemas.openxmlformats.org/officeDocument/2006/relationships/image" Target="../media/image394.wmf"/><Relationship Id="rId11" Type="http://schemas.openxmlformats.org/officeDocument/2006/relationships/oleObject" Target="../embeddings/oleObject500.bin"/><Relationship Id="rId5" Type="http://schemas.openxmlformats.org/officeDocument/2006/relationships/oleObject" Target="../embeddings/oleObject497.bin"/><Relationship Id="rId10" Type="http://schemas.openxmlformats.org/officeDocument/2006/relationships/image" Target="../media/image377.wmf"/><Relationship Id="rId4" Type="http://schemas.openxmlformats.org/officeDocument/2006/relationships/image" Target="../media/image382.wmf"/><Relationship Id="rId9" Type="http://schemas.openxmlformats.org/officeDocument/2006/relationships/oleObject" Target="../embeddings/oleObject499.bin"/><Relationship Id="rId14" Type="http://schemas.openxmlformats.org/officeDocument/2006/relationships/image" Target="../media/image379.wmf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7.wmf"/><Relationship Id="rId13" Type="http://schemas.openxmlformats.org/officeDocument/2006/relationships/oleObject" Target="../embeddings/oleObject507.bin"/><Relationship Id="rId18" Type="http://schemas.openxmlformats.org/officeDocument/2006/relationships/image" Target="../media/image402.wmf"/><Relationship Id="rId3" Type="http://schemas.openxmlformats.org/officeDocument/2006/relationships/oleObject" Target="../embeddings/oleObject502.bin"/><Relationship Id="rId21" Type="http://schemas.openxmlformats.org/officeDocument/2006/relationships/oleObject" Target="../embeddings/oleObject511.bin"/><Relationship Id="rId7" Type="http://schemas.openxmlformats.org/officeDocument/2006/relationships/oleObject" Target="../embeddings/oleObject504.bin"/><Relationship Id="rId12" Type="http://schemas.openxmlformats.org/officeDocument/2006/relationships/image" Target="../media/image399.wmf"/><Relationship Id="rId17" Type="http://schemas.openxmlformats.org/officeDocument/2006/relationships/oleObject" Target="../embeddings/oleObject509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01.wmf"/><Relationship Id="rId20" Type="http://schemas.openxmlformats.org/officeDocument/2006/relationships/image" Target="../media/image403.wmf"/><Relationship Id="rId1" Type="http://schemas.openxmlformats.org/officeDocument/2006/relationships/vmlDrawing" Target="../drawings/vmlDrawing64.vml"/><Relationship Id="rId6" Type="http://schemas.openxmlformats.org/officeDocument/2006/relationships/image" Target="../media/image396.wmf"/><Relationship Id="rId11" Type="http://schemas.openxmlformats.org/officeDocument/2006/relationships/oleObject" Target="../embeddings/oleObject506.bin"/><Relationship Id="rId24" Type="http://schemas.openxmlformats.org/officeDocument/2006/relationships/image" Target="../media/image405.wmf"/><Relationship Id="rId5" Type="http://schemas.openxmlformats.org/officeDocument/2006/relationships/oleObject" Target="../embeddings/oleObject503.bin"/><Relationship Id="rId15" Type="http://schemas.openxmlformats.org/officeDocument/2006/relationships/oleObject" Target="../embeddings/oleObject508.bin"/><Relationship Id="rId23" Type="http://schemas.openxmlformats.org/officeDocument/2006/relationships/oleObject" Target="../embeddings/oleObject512.bin"/><Relationship Id="rId10" Type="http://schemas.openxmlformats.org/officeDocument/2006/relationships/image" Target="../media/image398.emf"/><Relationship Id="rId19" Type="http://schemas.openxmlformats.org/officeDocument/2006/relationships/oleObject" Target="../embeddings/oleObject510.bin"/><Relationship Id="rId4" Type="http://schemas.openxmlformats.org/officeDocument/2006/relationships/image" Target="../media/image395.wmf"/><Relationship Id="rId9" Type="http://schemas.openxmlformats.org/officeDocument/2006/relationships/oleObject" Target="../embeddings/oleObject505.bin"/><Relationship Id="rId14" Type="http://schemas.openxmlformats.org/officeDocument/2006/relationships/image" Target="../media/image400.emf"/><Relationship Id="rId22" Type="http://schemas.openxmlformats.org/officeDocument/2006/relationships/image" Target="../media/image404.wmf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8.wmf"/><Relationship Id="rId13" Type="http://schemas.openxmlformats.org/officeDocument/2006/relationships/oleObject" Target="../embeddings/oleObject518.bin"/><Relationship Id="rId18" Type="http://schemas.openxmlformats.org/officeDocument/2006/relationships/image" Target="../media/image413.wmf"/><Relationship Id="rId26" Type="http://schemas.openxmlformats.org/officeDocument/2006/relationships/image" Target="../media/image417.wmf"/><Relationship Id="rId3" Type="http://schemas.openxmlformats.org/officeDocument/2006/relationships/oleObject" Target="../embeddings/oleObject513.bin"/><Relationship Id="rId21" Type="http://schemas.openxmlformats.org/officeDocument/2006/relationships/oleObject" Target="../embeddings/oleObject522.bin"/><Relationship Id="rId7" Type="http://schemas.openxmlformats.org/officeDocument/2006/relationships/oleObject" Target="../embeddings/oleObject515.bin"/><Relationship Id="rId12" Type="http://schemas.openxmlformats.org/officeDocument/2006/relationships/image" Target="../media/image410.wmf"/><Relationship Id="rId17" Type="http://schemas.openxmlformats.org/officeDocument/2006/relationships/oleObject" Target="../embeddings/oleObject520.bin"/><Relationship Id="rId25" Type="http://schemas.openxmlformats.org/officeDocument/2006/relationships/oleObject" Target="../embeddings/oleObject52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12.wmf"/><Relationship Id="rId20" Type="http://schemas.openxmlformats.org/officeDocument/2006/relationships/image" Target="../media/image414.wmf"/><Relationship Id="rId1" Type="http://schemas.openxmlformats.org/officeDocument/2006/relationships/vmlDrawing" Target="../drawings/vmlDrawing65.vml"/><Relationship Id="rId6" Type="http://schemas.openxmlformats.org/officeDocument/2006/relationships/image" Target="../media/image407.wmf"/><Relationship Id="rId11" Type="http://schemas.openxmlformats.org/officeDocument/2006/relationships/oleObject" Target="../embeddings/oleObject517.bin"/><Relationship Id="rId24" Type="http://schemas.openxmlformats.org/officeDocument/2006/relationships/image" Target="../media/image416.wmf"/><Relationship Id="rId5" Type="http://schemas.openxmlformats.org/officeDocument/2006/relationships/oleObject" Target="../embeddings/oleObject514.bin"/><Relationship Id="rId15" Type="http://schemas.openxmlformats.org/officeDocument/2006/relationships/oleObject" Target="../embeddings/oleObject519.bin"/><Relationship Id="rId23" Type="http://schemas.openxmlformats.org/officeDocument/2006/relationships/oleObject" Target="../embeddings/oleObject523.bin"/><Relationship Id="rId10" Type="http://schemas.openxmlformats.org/officeDocument/2006/relationships/image" Target="../media/image409.wmf"/><Relationship Id="rId19" Type="http://schemas.openxmlformats.org/officeDocument/2006/relationships/oleObject" Target="../embeddings/oleObject521.bin"/><Relationship Id="rId4" Type="http://schemas.openxmlformats.org/officeDocument/2006/relationships/image" Target="../media/image406.wmf"/><Relationship Id="rId9" Type="http://schemas.openxmlformats.org/officeDocument/2006/relationships/oleObject" Target="../embeddings/oleObject516.bin"/><Relationship Id="rId14" Type="http://schemas.openxmlformats.org/officeDocument/2006/relationships/image" Target="../media/image411.wmf"/><Relationship Id="rId22" Type="http://schemas.openxmlformats.org/officeDocument/2006/relationships/image" Target="../media/image415.wmf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8.wmf"/><Relationship Id="rId13" Type="http://schemas.openxmlformats.org/officeDocument/2006/relationships/oleObject" Target="../embeddings/oleObject530.bin"/><Relationship Id="rId18" Type="http://schemas.openxmlformats.org/officeDocument/2006/relationships/image" Target="../media/image423.wmf"/><Relationship Id="rId3" Type="http://schemas.openxmlformats.org/officeDocument/2006/relationships/oleObject" Target="../embeddings/oleObject525.bin"/><Relationship Id="rId7" Type="http://schemas.openxmlformats.org/officeDocument/2006/relationships/oleObject" Target="../embeddings/oleObject527.bin"/><Relationship Id="rId12" Type="http://schemas.openxmlformats.org/officeDocument/2006/relationships/image" Target="../media/image420.wmf"/><Relationship Id="rId17" Type="http://schemas.openxmlformats.org/officeDocument/2006/relationships/oleObject" Target="../embeddings/oleObject53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22.wmf"/><Relationship Id="rId1" Type="http://schemas.openxmlformats.org/officeDocument/2006/relationships/vmlDrawing" Target="../drawings/vmlDrawing66.vml"/><Relationship Id="rId6" Type="http://schemas.openxmlformats.org/officeDocument/2006/relationships/image" Target="../media/image407.wmf"/><Relationship Id="rId11" Type="http://schemas.openxmlformats.org/officeDocument/2006/relationships/oleObject" Target="../embeddings/oleObject529.bin"/><Relationship Id="rId5" Type="http://schemas.openxmlformats.org/officeDocument/2006/relationships/oleObject" Target="../embeddings/oleObject526.bin"/><Relationship Id="rId15" Type="http://schemas.openxmlformats.org/officeDocument/2006/relationships/oleObject" Target="../embeddings/oleObject531.bin"/><Relationship Id="rId10" Type="http://schemas.openxmlformats.org/officeDocument/2006/relationships/image" Target="../media/image419.wmf"/><Relationship Id="rId4" Type="http://schemas.openxmlformats.org/officeDocument/2006/relationships/image" Target="../media/image406.wmf"/><Relationship Id="rId9" Type="http://schemas.openxmlformats.org/officeDocument/2006/relationships/oleObject" Target="../embeddings/oleObject528.bin"/><Relationship Id="rId14" Type="http://schemas.openxmlformats.org/officeDocument/2006/relationships/image" Target="../media/image421.wmf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35.bin"/><Relationship Id="rId13" Type="http://schemas.openxmlformats.org/officeDocument/2006/relationships/image" Target="../media/image428.emf"/><Relationship Id="rId3" Type="http://schemas.openxmlformats.org/officeDocument/2006/relationships/audio" Target="../media/audio1.wav"/><Relationship Id="rId7" Type="http://schemas.openxmlformats.org/officeDocument/2006/relationships/image" Target="../media/image425.wmf"/><Relationship Id="rId12" Type="http://schemas.openxmlformats.org/officeDocument/2006/relationships/oleObject" Target="../embeddings/oleObject53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7.vml"/><Relationship Id="rId6" Type="http://schemas.openxmlformats.org/officeDocument/2006/relationships/oleObject" Target="../embeddings/oleObject534.bin"/><Relationship Id="rId11" Type="http://schemas.openxmlformats.org/officeDocument/2006/relationships/image" Target="../media/image427.wmf"/><Relationship Id="rId5" Type="http://schemas.openxmlformats.org/officeDocument/2006/relationships/image" Target="../media/image424.wmf"/><Relationship Id="rId10" Type="http://schemas.openxmlformats.org/officeDocument/2006/relationships/oleObject" Target="../embeddings/oleObject536.bin"/><Relationship Id="rId4" Type="http://schemas.openxmlformats.org/officeDocument/2006/relationships/oleObject" Target="../embeddings/oleObject533.bin"/><Relationship Id="rId9" Type="http://schemas.openxmlformats.org/officeDocument/2006/relationships/image" Target="../media/image426.wmf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1.wmf"/><Relationship Id="rId13" Type="http://schemas.openxmlformats.org/officeDocument/2006/relationships/oleObject" Target="../embeddings/oleObject543.bin"/><Relationship Id="rId18" Type="http://schemas.openxmlformats.org/officeDocument/2006/relationships/image" Target="../media/image436.wmf"/><Relationship Id="rId3" Type="http://schemas.openxmlformats.org/officeDocument/2006/relationships/oleObject" Target="../embeddings/oleObject538.bin"/><Relationship Id="rId21" Type="http://schemas.openxmlformats.org/officeDocument/2006/relationships/oleObject" Target="../embeddings/oleObject547.bin"/><Relationship Id="rId7" Type="http://schemas.openxmlformats.org/officeDocument/2006/relationships/oleObject" Target="../embeddings/oleObject540.bin"/><Relationship Id="rId12" Type="http://schemas.openxmlformats.org/officeDocument/2006/relationships/image" Target="../media/image433.wmf"/><Relationship Id="rId17" Type="http://schemas.openxmlformats.org/officeDocument/2006/relationships/oleObject" Target="../embeddings/oleObject54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35.wmf"/><Relationship Id="rId20" Type="http://schemas.openxmlformats.org/officeDocument/2006/relationships/image" Target="../media/image437.wmf"/><Relationship Id="rId1" Type="http://schemas.openxmlformats.org/officeDocument/2006/relationships/vmlDrawing" Target="../drawings/vmlDrawing68.vml"/><Relationship Id="rId6" Type="http://schemas.openxmlformats.org/officeDocument/2006/relationships/image" Target="../media/image430.wmf"/><Relationship Id="rId11" Type="http://schemas.openxmlformats.org/officeDocument/2006/relationships/oleObject" Target="../embeddings/oleObject542.bin"/><Relationship Id="rId24" Type="http://schemas.openxmlformats.org/officeDocument/2006/relationships/image" Target="../media/image439.wmf"/><Relationship Id="rId5" Type="http://schemas.openxmlformats.org/officeDocument/2006/relationships/oleObject" Target="../embeddings/oleObject539.bin"/><Relationship Id="rId15" Type="http://schemas.openxmlformats.org/officeDocument/2006/relationships/oleObject" Target="../embeddings/oleObject544.bin"/><Relationship Id="rId23" Type="http://schemas.openxmlformats.org/officeDocument/2006/relationships/oleObject" Target="../embeddings/oleObject548.bin"/><Relationship Id="rId10" Type="http://schemas.openxmlformats.org/officeDocument/2006/relationships/image" Target="../media/image432.wmf"/><Relationship Id="rId19" Type="http://schemas.openxmlformats.org/officeDocument/2006/relationships/oleObject" Target="../embeddings/oleObject546.bin"/><Relationship Id="rId4" Type="http://schemas.openxmlformats.org/officeDocument/2006/relationships/image" Target="../media/image429.wmf"/><Relationship Id="rId9" Type="http://schemas.openxmlformats.org/officeDocument/2006/relationships/oleObject" Target="../embeddings/oleObject541.bin"/><Relationship Id="rId14" Type="http://schemas.openxmlformats.org/officeDocument/2006/relationships/image" Target="../media/image434.wmf"/><Relationship Id="rId22" Type="http://schemas.openxmlformats.org/officeDocument/2006/relationships/image" Target="../media/image438.wmf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1.wmf"/><Relationship Id="rId13" Type="http://schemas.openxmlformats.org/officeDocument/2006/relationships/oleObject" Target="../embeddings/oleObject554.bin"/><Relationship Id="rId3" Type="http://schemas.openxmlformats.org/officeDocument/2006/relationships/oleObject" Target="../embeddings/oleObject549.bin"/><Relationship Id="rId7" Type="http://schemas.openxmlformats.org/officeDocument/2006/relationships/oleObject" Target="../embeddings/oleObject551.bin"/><Relationship Id="rId12" Type="http://schemas.openxmlformats.org/officeDocument/2006/relationships/image" Target="../media/image44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9.vml"/><Relationship Id="rId6" Type="http://schemas.openxmlformats.org/officeDocument/2006/relationships/image" Target="../media/image424.wmf"/><Relationship Id="rId11" Type="http://schemas.openxmlformats.org/officeDocument/2006/relationships/oleObject" Target="../embeddings/oleObject553.bin"/><Relationship Id="rId5" Type="http://schemas.openxmlformats.org/officeDocument/2006/relationships/oleObject" Target="../embeddings/oleObject550.bin"/><Relationship Id="rId10" Type="http://schemas.openxmlformats.org/officeDocument/2006/relationships/image" Target="../media/image442.wmf"/><Relationship Id="rId4" Type="http://schemas.openxmlformats.org/officeDocument/2006/relationships/image" Target="../media/image440.wmf"/><Relationship Id="rId9" Type="http://schemas.openxmlformats.org/officeDocument/2006/relationships/oleObject" Target="../embeddings/oleObject552.bin"/><Relationship Id="rId14" Type="http://schemas.openxmlformats.org/officeDocument/2006/relationships/image" Target="../media/image444.wmf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7.wmf"/><Relationship Id="rId13" Type="http://schemas.openxmlformats.org/officeDocument/2006/relationships/oleObject" Target="../embeddings/oleObject560.bin"/><Relationship Id="rId3" Type="http://schemas.openxmlformats.org/officeDocument/2006/relationships/oleObject" Target="../embeddings/oleObject555.bin"/><Relationship Id="rId7" Type="http://schemas.openxmlformats.org/officeDocument/2006/relationships/oleObject" Target="../embeddings/oleObject557.bin"/><Relationship Id="rId12" Type="http://schemas.openxmlformats.org/officeDocument/2006/relationships/image" Target="../media/image449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51.wmf"/><Relationship Id="rId1" Type="http://schemas.openxmlformats.org/officeDocument/2006/relationships/vmlDrawing" Target="../drawings/vmlDrawing70.vml"/><Relationship Id="rId6" Type="http://schemas.openxmlformats.org/officeDocument/2006/relationships/image" Target="../media/image446.wmf"/><Relationship Id="rId11" Type="http://schemas.openxmlformats.org/officeDocument/2006/relationships/oleObject" Target="../embeddings/oleObject559.bin"/><Relationship Id="rId5" Type="http://schemas.openxmlformats.org/officeDocument/2006/relationships/oleObject" Target="../embeddings/oleObject556.bin"/><Relationship Id="rId15" Type="http://schemas.openxmlformats.org/officeDocument/2006/relationships/oleObject" Target="../embeddings/oleObject561.bin"/><Relationship Id="rId10" Type="http://schemas.openxmlformats.org/officeDocument/2006/relationships/image" Target="../media/image448.wmf"/><Relationship Id="rId4" Type="http://schemas.openxmlformats.org/officeDocument/2006/relationships/image" Target="../media/image445.wmf"/><Relationship Id="rId9" Type="http://schemas.openxmlformats.org/officeDocument/2006/relationships/oleObject" Target="../embeddings/oleObject558.bin"/><Relationship Id="rId14" Type="http://schemas.openxmlformats.org/officeDocument/2006/relationships/image" Target="../media/image450.wmf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4.wmf"/><Relationship Id="rId13" Type="http://schemas.openxmlformats.org/officeDocument/2006/relationships/oleObject" Target="../embeddings/oleObject567.bin"/><Relationship Id="rId3" Type="http://schemas.openxmlformats.org/officeDocument/2006/relationships/oleObject" Target="../embeddings/oleObject562.bin"/><Relationship Id="rId7" Type="http://schemas.openxmlformats.org/officeDocument/2006/relationships/oleObject" Target="../embeddings/oleObject564.bin"/><Relationship Id="rId12" Type="http://schemas.openxmlformats.org/officeDocument/2006/relationships/image" Target="../media/image456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07.wmf"/><Relationship Id="rId1" Type="http://schemas.openxmlformats.org/officeDocument/2006/relationships/vmlDrawing" Target="../drawings/vmlDrawing71.vml"/><Relationship Id="rId6" Type="http://schemas.openxmlformats.org/officeDocument/2006/relationships/image" Target="../media/image453.wmf"/><Relationship Id="rId11" Type="http://schemas.openxmlformats.org/officeDocument/2006/relationships/oleObject" Target="../embeddings/oleObject566.bin"/><Relationship Id="rId5" Type="http://schemas.openxmlformats.org/officeDocument/2006/relationships/oleObject" Target="../embeddings/oleObject563.bin"/><Relationship Id="rId15" Type="http://schemas.openxmlformats.org/officeDocument/2006/relationships/oleObject" Target="../embeddings/oleObject568.bin"/><Relationship Id="rId10" Type="http://schemas.openxmlformats.org/officeDocument/2006/relationships/image" Target="../media/image455.wmf"/><Relationship Id="rId4" Type="http://schemas.openxmlformats.org/officeDocument/2006/relationships/image" Target="../media/image452.wmf"/><Relationship Id="rId9" Type="http://schemas.openxmlformats.org/officeDocument/2006/relationships/oleObject" Target="../embeddings/oleObject565.bin"/><Relationship Id="rId14" Type="http://schemas.openxmlformats.org/officeDocument/2006/relationships/image" Target="../media/image406.wmf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4.wmf"/><Relationship Id="rId13" Type="http://schemas.openxmlformats.org/officeDocument/2006/relationships/oleObject" Target="../embeddings/oleObject574.bin"/><Relationship Id="rId3" Type="http://schemas.openxmlformats.org/officeDocument/2006/relationships/oleObject" Target="../embeddings/oleObject569.bin"/><Relationship Id="rId7" Type="http://schemas.openxmlformats.org/officeDocument/2006/relationships/oleObject" Target="../embeddings/oleObject571.bin"/><Relationship Id="rId12" Type="http://schemas.openxmlformats.org/officeDocument/2006/relationships/image" Target="../media/image45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2.vml"/><Relationship Id="rId6" Type="http://schemas.openxmlformats.org/officeDocument/2006/relationships/image" Target="../media/image453.wmf"/><Relationship Id="rId11" Type="http://schemas.openxmlformats.org/officeDocument/2006/relationships/oleObject" Target="../embeddings/oleObject573.bin"/><Relationship Id="rId5" Type="http://schemas.openxmlformats.org/officeDocument/2006/relationships/oleObject" Target="../embeddings/oleObject570.bin"/><Relationship Id="rId10" Type="http://schemas.openxmlformats.org/officeDocument/2006/relationships/image" Target="../media/image456.wmf"/><Relationship Id="rId4" Type="http://schemas.openxmlformats.org/officeDocument/2006/relationships/image" Target="../media/image452.wmf"/><Relationship Id="rId9" Type="http://schemas.openxmlformats.org/officeDocument/2006/relationships/oleObject" Target="../embeddings/oleObject572.bin"/><Relationship Id="rId14" Type="http://schemas.openxmlformats.org/officeDocument/2006/relationships/image" Target="../media/image455.wmf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0.wmf"/><Relationship Id="rId13" Type="http://schemas.openxmlformats.org/officeDocument/2006/relationships/oleObject" Target="../embeddings/oleObject580.bin"/><Relationship Id="rId3" Type="http://schemas.openxmlformats.org/officeDocument/2006/relationships/oleObject" Target="../embeddings/oleObject575.bin"/><Relationship Id="rId7" Type="http://schemas.openxmlformats.org/officeDocument/2006/relationships/oleObject" Target="../embeddings/oleObject577.bin"/><Relationship Id="rId12" Type="http://schemas.openxmlformats.org/officeDocument/2006/relationships/image" Target="../media/image46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3.vml"/><Relationship Id="rId6" Type="http://schemas.openxmlformats.org/officeDocument/2006/relationships/image" Target="../media/image459.wmf"/><Relationship Id="rId11" Type="http://schemas.openxmlformats.org/officeDocument/2006/relationships/oleObject" Target="../embeddings/oleObject579.bin"/><Relationship Id="rId5" Type="http://schemas.openxmlformats.org/officeDocument/2006/relationships/oleObject" Target="../embeddings/oleObject576.bin"/><Relationship Id="rId10" Type="http://schemas.openxmlformats.org/officeDocument/2006/relationships/image" Target="../media/image461.wmf"/><Relationship Id="rId4" Type="http://schemas.openxmlformats.org/officeDocument/2006/relationships/image" Target="../media/image458.wmf"/><Relationship Id="rId9" Type="http://schemas.openxmlformats.org/officeDocument/2006/relationships/oleObject" Target="../embeddings/oleObject578.bin"/><Relationship Id="rId14" Type="http://schemas.openxmlformats.org/officeDocument/2006/relationships/image" Target="../media/image463.wmf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6.wmf"/><Relationship Id="rId3" Type="http://schemas.openxmlformats.org/officeDocument/2006/relationships/oleObject" Target="../embeddings/oleObject581.bin"/><Relationship Id="rId7" Type="http://schemas.openxmlformats.org/officeDocument/2006/relationships/oleObject" Target="../embeddings/oleObject58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4.vml"/><Relationship Id="rId6" Type="http://schemas.openxmlformats.org/officeDocument/2006/relationships/image" Target="../media/image465.wmf"/><Relationship Id="rId5" Type="http://schemas.openxmlformats.org/officeDocument/2006/relationships/oleObject" Target="../embeddings/oleObject582.bin"/><Relationship Id="rId4" Type="http://schemas.openxmlformats.org/officeDocument/2006/relationships/image" Target="../media/image464.wmf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8.wmf"/><Relationship Id="rId3" Type="http://schemas.openxmlformats.org/officeDocument/2006/relationships/oleObject" Target="../embeddings/oleObject584.bin"/><Relationship Id="rId7" Type="http://schemas.openxmlformats.org/officeDocument/2006/relationships/oleObject" Target="../embeddings/oleObject58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5.vml"/><Relationship Id="rId6" Type="http://schemas.openxmlformats.org/officeDocument/2006/relationships/image" Target="../media/image467.wmf"/><Relationship Id="rId5" Type="http://schemas.openxmlformats.org/officeDocument/2006/relationships/oleObject" Target="../embeddings/oleObject585.bin"/><Relationship Id="rId4" Type="http://schemas.openxmlformats.org/officeDocument/2006/relationships/image" Target="../media/image464.wmf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1.wmf"/><Relationship Id="rId3" Type="http://schemas.openxmlformats.org/officeDocument/2006/relationships/oleObject" Target="../embeddings/oleObject587.bin"/><Relationship Id="rId7" Type="http://schemas.openxmlformats.org/officeDocument/2006/relationships/oleObject" Target="../embeddings/oleObject58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6.vml"/><Relationship Id="rId6" Type="http://schemas.openxmlformats.org/officeDocument/2006/relationships/image" Target="../media/image470.wmf"/><Relationship Id="rId5" Type="http://schemas.openxmlformats.org/officeDocument/2006/relationships/oleObject" Target="../embeddings/oleObject588.bin"/><Relationship Id="rId4" Type="http://schemas.openxmlformats.org/officeDocument/2006/relationships/image" Target="../media/image469.wmf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3.wmf"/><Relationship Id="rId13" Type="http://schemas.openxmlformats.org/officeDocument/2006/relationships/oleObject" Target="../embeddings/oleObject595.bin"/><Relationship Id="rId18" Type="http://schemas.openxmlformats.org/officeDocument/2006/relationships/image" Target="../media/image478.wmf"/><Relationship Id="rId3" Type="http://schemas.openxmlformats.org/officeDocument/2006/relationships/oleObject" Target="../embeddings/oleObject590.bin"/><Relationship Id="rId7" Type="http://schemas.openxmlformats.org/officeDocument/2006/relationships/oleObject" Target="../embeddings/oleObject592.bin"/><Relationship Id="rId12" Type="http://schemas.openxmlformats.org/officeDocument/2006/relationships/image" Target="../media/image475.wmf"/><Relationship Id="rId17" Type="http://schemas.openxmlformats.org/officeDocument/2006/relationships/oleObject" Target="../embeddings/oleObject59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77.wmf"/><Relationship Id="rId20" Type="http://schemas.openxmlformats.org/officeDocument/2006/relationships/image" Target="../media/image479.wmf"/><Relationship Id="rId1" Type="http://schemas.openxmlformats.org/officeDocument/2006/relationships/vmlDrawing" Target="../drawings/vmlDrawing77.vml"/><Relationship Id="rId6" Type="http://schemas.openxmlformats.org/officeDocument/2006/relationships/image" Target="../media/image471.wmf"/><Relationship Id="rId11" Type="http://schemas.openxmlformats.org/officeDocument/2006/relationships/oleObject" Target="../embeddings/oleObject594.bin"/><Relationship Id="rId5" Type="http://schemas.openxmlformats.org/officeDocument/2006/relationships/oleObject" Target="../embeddings/oleObject591.bin"/><Relationship Id="rId15" Type="http://schemas.openxmlformats.org/officeDocument/2006/relationships/oleObject" Target="../embeddings/oleObject596.bin"/><Relationship Id="rId10" Type="http://schemas.openxmlformats.org/officeDocument/2006/relationships/image" Target="../media/image474.wmf"/><Relationship Id="rId19" Type="http://schemas.openxmlformats.org/officeDocument/2006/relationships/oleObject" Target="../embeddings/oleObject598.bin"/><Relationship Id="rId4" Type="http://schemas.openxmlformats.org/officeDocument/2006/relationships/image" Target="../media/image472.wmf"/><Relationship Id="rId9" Type="http://schemas.openxmlformats.org/officeDocument/2006/relationships/oleObject" Target="../embeddings/oleObject593.bin"/><Relationship Id="rId14" Type="http://schemas.openxmlformats.org/officeDocument/2006/relationships/image" Target="../media/image476.wmf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2.wmf"/><Relationship Id="rId3" Type="http://schemas.openxmlformats.org/officeDocument/2006/relationships/oleObject" Target="../embeddings/oleObject599.bin"/><Relationship Id="rId7" Type="http://schemas.openxmlformats.org/officeDocument/2006/relationships/oleObject" Target="../embeddings/oleObject60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8.vml"/><Relationship Id="rId6" Type="http://schemas.openxmlformats.org/officeDocument/2006/relationships/image" Target="../media/image481.wmf"/><Relationship Id="rId5" Type="http://schemas.openxmlformats.org/officeDocument/2006/relationships/oleObject" Target="../embeddings/oleObject600.bin"/><Relationship Id="rId4" Type="http://schemas.openxmlformats.org/officeDocument/2006/relationships/image" Target="../media/image480.wmf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4.wmf"/><Relationship Id="rId3" Type="http://schemas.openxmlformats.org/officeDocument/2006/relationships/oleObject" Target="../embeddings/oleObject602.bin"/><Relationship Id="rId7" Type="http://schemas.openxmlformats.org/officeDocument/2006/relationships/oleObject" Target="../embeddings/oleObject60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9.vml"/><Relationship Id="rId6" Type="http://schemas.openxmlformats.org/officeDocument/2006/relationships/image" Target="../media/image483.wmf"/><Relationship Id="rId5" Type="http://schemas.openxmlformats.org/officeDocument/2006/relationships/oleObject" Target="../embeddings/oleObject603.bin"/><Relationship Id="rId10" Type="http://schemas.openxmlformats.org/officeDocument/2006/relationships/image" Target="../media/image485.wmf"/><Relationship Id="rId4" Type="http://schemas.openxmlformats.org/officeDocument/2006/relationships/image" Target="../media/image482.wmf"/><Relationship Id="rId9" Type="http://schemas.openxmlformats.org/officeDocument/2006/relationships/oleObject" Target="../embeddings/oleObject605.bin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7.wmf"/><Relationship Id="rId13" Type="http://schemas.openxmlformats.org/officeDocument/2006/relationships/oleObject" Target="../embeddings/oleObject611.bin"/><Relationship Id="rId18" Type="http://schemas.openxmlformats.org/officeDocument/2006/relationships/oleObject" Target="../embeddings/oleObject614.bin"/><Relationship Id="rId3" Type="http://schemas.openxmlformats.org/officeDocument/2006/relationships/oleObject" Target="../embeddings/oleObject606.bin"/><Relationship Id="rId7" Type="http://schemas.openxmlformats.org/officeDocument/2006/relationships/oleObject" Target="../embeddings/oleObject608.bin"/><Relationship Id="rId12" Type="http://schemas.openxmlformats.org/officeDocument/2006/relationships/image" Target="../media/image489.wmf"/><Relationship Id="rId17" Type="http://schemas.openxmlformats.org/officeDocument/2006/relationships/image" Target="../media/image491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613.bin"/><Relationship Id="rId1" Type="http://schemas.openxmlformats.org/officeDocument/2006/relationships/vmlDrawing" Target="../drawings/vmlDrawing80.vml"/><Relationship Id="rId6" Type="http://schemas.openxmlformats.org/officeDocument/2006/relationships/image" Target="../media/image486.wmf"/><Relationship Id="rId11" Type="http://schemas.openxmlformats.org/officeDocument/2006/relationships/oleObject" Target="../embeddings/oleObject610.bin"/><Relationship Id="rId5" Type="http://schemas.openxmlformats.org/officeDocument/2006/relationships/oleObject" Target="../embeddings/oleObject607.bin"/><Relationship Id="rId15" Type="http://schemas.openxmlformats.org/officeDocument/2006/relationships/oleObject" Target="../embeddings/oleObject612.bin"/><Relationship Id="rId10" Type="http://schemas.openxmlformats.org/officeDocument/2006/relationships/image" Target="../media/image488.wmf"/><Relationship Id="rId19" Type="http://schemas.openxmlformats.org/officeDocument/2006/relationships/image" Target="../media/image492.wmf"/><Relationship Id="rId4" Type="http://schemas.openxmlformats.org/officeDocument/2006/relationships/image" Target="../media/image484.wmf"/><Relationship Id="rId9" Type="http://schemas.openxmlformats.org/officeDocument/2006/relationships/oleObject" Target="../embeddings/oleObject609.bin"/><Relationship Id="rId14" Type="http://schemas.openxmlformats.org/officeDocument/2006/relationships/image" Target="../media/image490.wmf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7.wmf"/><Relationship Id="rId13" Type="http://schemas.openxmlformats.org/officeDocument/2006/relationships/oleObject" Target="../embeddings/oleObject620.bin"/><Relationship Id="rId18" Type="http://schemas.openxmlformats.org/officeDocument/2006/relationships/oleObject" Target="../embeddings/oleObject623.bin"/><Relationship Id="rId26" Type="http://schemas.openxmlformats.org/officeDocument/2006/relationships/oleObject" Target="../embeddings/oleObject627.bin"/><Relationship Id="rId3" Type="http://schemas.openxmlformats.org/officeDocument/2006/relationships/oleObject" Target="../embeddings/oleObject615.bin"/><Relationship Id="rId21" Type="http://schemas.openxmlformats.org/officeDocument/2006/relationships/image" Target="../media/image495.wmf"/><Relationship Id="rId7" Type="http://schemas.openxmlformats.org/officeDocument/2006/relationships/oleObject" Target="../embeddings/oleObject617.bin"/><Relationship Id="rId12" Type="http://schemas.openxmlformats.org/officeDocument/2006/relationships/image" Target="../media/image490.wmf"/><Relationship Id="rId17" Type="http://schemas.openxmlformats.org/officeDocument/2006/relationships/image" Target="../media/image493.wmf"/><Relationship Id="rId25" Type="http://schemas.openxmlformats.org/officeDocument/2006/relationships/image" Target="../media/image497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622.bin"/><Relationship Id="rId20" Type="http://schemas.openxmlformats.org/officeDocument/2006/relationships/oleObject" Target="../embeddings/oleObject624.bin"/><Relationship Id="rId1" Type="http://schemas.openxmlformats.org/officeDocument/2006/relationships/vmlDrawing" Target="../drawings/vmlDrawing81.vml"/><Relationship Id="rId6" Type="http://schemas.openxmlformats.org/officeDocument/2006/relationships/image" Target="../media/image486.wmf"/><Relationship Id="rId11" Type="http://schemas.openxmlformats.org/officeDocument/2006/relationships/oleObject" Target="../embeddings/oleObject619.bin"/><Relationship Id="rId24" Type="http://schemas.openxmlformats.org/officeDocument/2006/relationships/oleObject" Target="../embeddings/oleObject626.bin"/><Relationship Id="rId5" Type="http://schemas.openxmlformats.org/officeDocument/2006/relationships/oleObject" Target="../embeddings/oleObject616.bin"/><Relationship Id="rId15" Type="http://schemas.openxmlformats.org/officeDocument/2006/relationships/image" Target="../media/image491.wmf"/><Relationship Id="rId23" Type="http://schemas.openxmlformats.org/officeDocument/2006/relationships/image" Target="../media/image496.wmf"/><Relationship Id="rId28" Type="http://schemas.openxmlformats.org/officeDocument/2006/relationships/image" Target="../media/image489.wmf"/><Relationship Id="rId10" Type="http://schemas.openxmlformats.org/officeDocument/2006/relationships/image" Target="../media/image488.wmf"/><Relationship Id="rId19" Type="http://schemas.openxmlformats.org/officeDocument/2006/relationships/image" Target="../media/image494.wmf"/><Relationship Id="rId4" Type="http://schemas.openxmlformats.org/officeDocument/2006/relationships/image" Target="../media/image484.wmf"/><Relationship Id="rId9" Type="http://schemas.openxmlformats.org/officeDocument/2006/relationships/oleObject" Target="../embeddings/oleObject618.bin"/><Relationship Id="rId14" Type="http://schemas.openxmlformats.org/officeDocument/2006/relationships/oleObject" Target="../embeddings/oleObject621.bin"/><Relationship Id="rId22" Type="http://schemas.openxmlformats.org/officeDocument/2006/relationships/oleObject" Target="../embeddings/oleObject625.bin"/><Relationship Id="rId27" Type="http://schemas.openxmlformats.org/officeDocument/2006/relationships/oleObject" Target="../embeddings/oleObject628.bin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0.wmf"/><Relationship Id="rId13" Type="http://schemas.openxmlformats.org/officeDocument/2006/relationships/oleObject" Target="../embeddings/oleObject634.bin"/><Relationship Id="rId18" Type="http://schemas.openxmlformats.org/officeDocument/2006/relationships/image" Target="../media/image505.wmf"/><Relationship Id="rId26" Type="http://schemas.openxmlformats.org/officeDocument/2006/relationships/image" Target="../media/image508.wmf"/><Relationship Id="rId3" Type="http://schemas.openxmlformats.org/officeDocument/2006/relationships/oleObject" Target="../embeddings/oleObject629.bin"/><Relationship Id="rId21" Type="http://schemas.openxmlformats.org/officeDocument/2006/relationships/oleObject" Target="../embeddings/oleObject638.bin"/><Relationship Id="rId7" Type="http://schemas.openxmlformats.org/officeDocument/2006/relationships/oleObject" Target="../embeddings/oleObject631.bin"/><Relationship Id="rId12" Type="http://schemas.openxmlformats.org/officeDocument/2006/relationships/image" Target="../media/image502.wmf"/><Relationship Id="rId17" Type="http://schemas.openxmlformats.org/officeDocument/2006/relationships/oleObject" Target="../embeddings/oleObject636.bin"/><Relationship Id="rId25" Type="http://schemas.openxmlformats.org/officeDocument/2006/relationships/oleObject" Target="../embeddings/oleObject64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04.wmf"/><Relationship Id="rId20" Type="http://schemas.openxmlformats.org/officeDocument/2006/relationships/image" Target="../media/image506.wmf"/><Relationship Id="rId1" Type="http://schemas.openxmlformats.org/officeDocument/2006/relationships/vmlDrawing" Target="../drawings/vmlDrawing82.vml"/><Relationship Id="rId6" Type="http://schemas.openxmlformats.org/officeDocument/2006/relationships/image" Target="../media/image499.wmf"/><Relationship Id="rId11" Type="http://schemas.openxmlformats.org/officeDocument/2006/relationships/oleObject" Target="../embeddings/oleObject633.bin"/><Relationship Id="rId24" Type="http://schemas.openxmlformats.org/officeDocument/2006/relationships/image" Target="../media/image479.wmf"/><Relationship Id="rId5" Type="http://schemas.openxmlformats.org/officeDocument/2006/relationships/oleObject" Target="../embeddings/oleObject630.bin"/><Relationship Id="rId15" Type="http://schemas.openxmlformats.org/officeDocument/2006/relationships/oleObject" Target="../embeddings/oleObject635.bin"/><Relationship Id="rId23" Type="http://schemas.openxmlformats.org/officeDocument/2006/relationships/oleObject" Target="../embeddings/oleObject639.bin"/><Relationship Id="rId28" Type="http://schemas.openxmlformats.org/officeDocument/2006/relationships/image" Target="../media/image509.wmf"/><Relationship Id="rId10" Type="http://schemas.openxmlformats.org/officeDocument/2006/relationships/image" Target="../media/image501.wmf"/><Relationship Id="rId19" Type="http://schemas.openxmlformats.org/officeDocument/2006/relationships/oleObject" Target="../embeddings/oleObject637.bin"/><Relationship Id="rId4" Type="http://schemas.openxmlformats.org/officeDocument/2006/relationships/image" Target="../media/image498.wmf"/><Relationship Id="rId9" Type="http://schemas.openxmlformats.org/officeDocument/2006/relationships/oleObject" Target="../embeddings/oleObject632.bin"/><Relationship Id="rId14" Type="http://schemas.openxmlformats.org/officeDocument/2006/relationships/image" Target="../media/image503.wmf"/><Relationship Id="rId22" Type="http://schemas.openxmlformats.org/officeDocument/2006/relationships/image" Target="../media/image507.wmf"/><Relationship Id="rId27" Type="http://schemas.openxmlformats.org/officeDocument/2006/relationships/oleObject" Target="../embeddings/oleObject641.bin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2.wmf"/><Relationship Id="rId3" Type="http://schemas.openxmlformats.org/officeDocument/2006/relationships/oleObject" Target="../embeddings/oleObject642.bin"/><Relationship Id="rId7" Type="http://schemas.openxmlformats.org/officeDocument/2006/relationships/oleObject" Target="../embeddings/oleObject644.bin"/><Relationship Id="rId12" Type="http://schemas.openxmlformats.org/officeDocument/2006/relationships/image" Target="../media/image51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3.vml"/><Relationship Id="rId6" Type="http://schemas.openxmlformats.org/officeDocument/2006/relationships/image" Target="../media/image511.wmf"/><Relationship Id="rId11" Type="http://schemas.openxmlformats.org/officeDocument/2006/relationships/oleObject" Target="../embeddings/oleObject646.bin"/><Relationship Id="rId5" Type="http://schemas.openxmlformats.org/officeDocument/2006/relationships/oleObject" Target="../embeddings/oleObject643.bin"/><Relationship Id="rId10" Type="http://schemas.openxmlformats.org/officeDocument/2006/relationships/image" Target="../media/image513.wmf"/><Relationship Id="rId4" Type="http://schemas.openxmlformats.org/officeDocument/2006/relationships/image" Target="../media/image510.wmf"/><Relationship Id="rId9" Type="http://schemas.openxmlformats.org/officeDocument/2006/relationships/oleObject" Target="../embeddings/oleObject645.bin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7.wmf"/><Relationship Id="rId13" Type="http://schemas.openxmlformats.org/officeDocument/2006/relationships/oleObject" Target="../embeddings/oleObject652.bin"/><Relationship Id="rId18" Type="http://schemas.openxmlformats.org/officeDocument/2006/relationships/image" Target="../media/image512.wmf"/><Relationship Id="rId3" Type="http://schemas.openxmlformats.org/officeDocument/2006/relationships/oleObject" Target="../embeddings/oleObject647.bin"/><Relationship Id="rId7" Type="http://schemas.openxmlformats.org/officeDocument/2006/relationships/oleObject" Target="../embeddings/oleObject649.bin"/><Relationship Id="rId12" Type="http://schemas.openxmlformats.org/officeDocument/2006/relationships/image" Target="../media/image519.wmf"/><Relationship Id="rId17" Type="http://schemas.openxmlformats.org/officeDocument/2006/relationships/oleObject" Target="../embeddings/oleObject65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11.wmf"/><Relationship Id="rId20" Type="http://schemas.openxmlformats.org/officeDocument/2006/relationships/image" Target="../media/image514.wmf"/><Relationship Id="rId1" Type="http://schemas.openxmlformats.org/officeDocument/2006/relationships/vmlDrawing" Target="../drawings/vmlDrawing84.vml"/><Relationship Id="rId6" Type="http://schemas.openxmlformats.org/officeDocument/2006/relationships/image" Target="../media/image516.wmf"/><Relationship Id="rId11" Type="http://schemas.openxmlformats.org/officeDocument/2006/relationships/oleObject" Target="../embeddings/oleObject651.bin"/><Relationship Id="rId5" Type="http://schemas.openxmlformats.org/officeDocument/2006/relationships/oleObject" Target="../embeddings/oleObject648.bin"/><Relationship Id="rId15" Type="http://schemas.openxmlformats.org/officeDocument/2006/relationships/oleObject" Target="../embeddings/oleObject653.bin"/><Relationship Id="rId10" Type="http://schemas.openxmlformats.org/officeDocument/2006/relationships/image" Target="../media/image518.wmf"/><Relationship Id="rId19" Type="http://schemas.openxmlformats.org/officeDocument/2006/relationships/oleObject" Target="../embeddings/oleObject655.bin"/><Relationship Id="rId4" Type="http://schemas.openxmlformats.org/officeDocument/2006/relationships/image" Target="../media/image515.wmf"/><Relationship Id="rId9" Type="http://schemas.openxmlformats.org/officeDocument/2006/relationships/oleObject" Target="../embeddings/oleObject650.bin"/><Relationship Id="rId14" Type="http://schemas.openxmlformats.org/officeDocument/2006/relationships/image" Target="../media/image510.wmf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2.wmf"/><Relationship Id="rId13" Type="http://schemas.openxmlformats.org/officeDocument/2006/relationships/oleObject" Target="../embeddings/oleObject661.bin"/><Relationship Id="rId3" Type="http://schemas.openxmlformats.org/officeDocument/2006/relationships/oleObject" Target="../embeddings/oleObject656.bin"/><Relationship Id="rId7" Type="http://schemas.openxmlformats.org/officeDocument/2006/relationships/oleObject" Target="../embeddings/oleObject658.bin"/><Relationship Id="rId12" Type="http://schemas.openxmlformats.org/officeDocument/2006/relationships/image" Target="../media/image52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5.vml"/><Relationship Id="rId6" Type="http://schemas.openxmlformats.org/officeDocument/2006/relationships/image" Target="../media/image521.wmf"/><Relationship Id="rId11" Type="http://schemas.openxmlformats.org/officeDocument/2006/relationships/oleObject" Target="../embeddings/oleObject660.bin"/><Relationship Id="rId5" Type="http://schemas.openxmlformats.org/officeDocument/2006/relationships/oleObject" Target="../embeddings/oleObject657.bin"/><Relationship Id="rId10" Type="http://schemas.openxmlformats.org/officeDocument/2006/relationships/image" Target="../media/image523.wmf"/><Relationship Id="rId4" Type="http://schemas.openxmlformats.org/officeDocument/2006/relationships/image" Target="../media/image520.wmf"/><Relationship Id="rId9" Type="http://schemas.openxmlformats.org/officeDocument/2006/relationships/oleObject" Target="../embeddings/oleObject659.bin"/><Relationship Id="rId14" Type="http://schemas.openxmlformats.org/officeDocument/2006/relationships/image" Target="../media/image525.wmf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8.wmf"/><Relationship Id="rId13" Type="http://schemas.openxmlformats.org/officeDocument/2006/relationships/oleObject" Target="../embeddings/oleObject667.bin"/><Relationship Id="rId3" Type="http://schemas.openxmlformats.org/officeDocument/2006/relationships/oleObject" Target="../embeddings/oleObject662.bin"/><Relationship Id="rId7" Type="http://schemas.openxmlformats.org/officeDocument/2006/relationships/oleObject" Target="../embeddings/oleObject664.bin"/><Relationship Id="rId12" Type="http://schemas.openxmlformats.org/officeDocument/2006/relationships/image" Target="../media/image53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6.vml"/><Relationship Id="rId6" Type="http://schemas.openxmlformats.org/officeDocument/2006/relationships/image" Target="../media/image527.wmf"/><Relationship Id="rId11" Type="http://schemas.openxmlformats.org/officeDocument/2006/relationships/oleObject" Target="../embeddings/oleObject666.bin"/><Relationship Id="rId5" Type="http://schemas.openxmlformats.org/officeDocument/2006/relationships/oleObject" Target="../embeddings/oleObject663.bin"/><Relationship Id="rId10" Type="http://schemas.openxmlformats.org/officeDocument/2006/relationships/image" Target="../media/image529.wmf"/><Relationship Id="rId4" Type="http://schemas.openxmlformats.org/officeDocument/2006/relationships/image" Target="../media/image526.emf"/><Relationship Id="rId9" Type="http://schemas.openxmlformats.org/officeDocument/2006/relationships/oleObject" Target="../embeddings/oleObject665.bin"/><Relationship Id="rId14" Type="http://schemas.openxmlformats.org/officeDocument/2006/relationships/image" Target="../media/image531.wmf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4.wmf"/><Relationship Id="rId13" Type="http://schemas.openxmlformats.org/officeDocument/2006/relationships/oleObject" Target="../embeddings/oleObject673.bin"/><Relationship Id="rId3" Type="http://schemas.openxmlformats.org/officeDocument/2006/relationships/oleObject" Target="../embeddings/oleObject668.bin"/><Relationship Id="rId7" Type="http://schemas.openxmlformats.org/officeDocument/2006/relationships/oleObject" Target="../embeddings/oleObject670.bin"/><Relationship Id="rId12" Type="http://schemas.openxmlformats.org/officeDocument/2006/relationships/image" Target="../media/image53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7.vml"/><Relationship Id="rId6" Type="http://schemas.openxmlformats.org/officeDocument/2006/relationships/image" Target="../media/image533.emf"/><Relationship Id="rId11" Type="http://schemas.openxmlformats.org/officeDocument/2006/relationships/oleObject" Target="../embeddings/oleObject672.bin"/><Relationship Id="rId5" Type="http://schemas.openxmlformats.org/officeDocument/2006/relationships/oleObject" Target="../embeddings/oleObject669.bin"/><Relationship Id="rId10" Type="http://schemas.openxmlformats.org/officeDocument/2006/relationships/image" Target="../media/image535.wmf"/><Relationship Id="rId4" Type="http://schemas.openxmlformats.org/officeDocument/2006/relationships/image" Target="../media/image532.wmf"/><Relationship Id="rId9" Type="http://schemas.openxmlformats.org/officeDocument/2006/relationships/oleObject" Target="../embeddings/oleObject671.bin"/><Relationship Id="rId14" Type="http://schemas.openxmlformats.org/officeDocument/2006/relationships/image" Target="../media/image537.wmf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0.wmf"/><Relationship Id="rId13" Type="http://schemas.openxmlformats.org/officeDocument/2006/relationships/oleObject" Target="../embeddings/oleObject679.bin"/><Relationship Id="rId3" Type="http://schemas.openxmlformats.org/officeDocument/2006/relationships/oleObject" Target="../embeddings/oleObject674.bin"/><Relationship Id="rId7" Type="http://schemas.openxmlformats.org/officeDocument/2006/relationships/oleObject" Target="../embeddings/oleObject676.bin"/><Relationship Id="rId12" Type="http://schemas.openxmlformats.org/officeDocument/2006/relationships/image" Target="../media/image54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8.vml"/><Relationship Id="rId6" Type="http://schemas.openxmlformats.org/officeDocument/2006/relationships/image" Target="../media/image539.emf"/><Relationship Id="rId11" Type="http://schemas.openxmlformats.org/officeDocument/2006/relationships/oleObject" Target="../embeddings/oleObject678.bin"/><Relationship Id="rId5" Type="http://schemas.openxmlformats.org/officeDocument/2006/relationships/oleObject" Target="../embeddings/oleObject675.bin"/><Relationship Id="rId10" Type="http://schemas.openxmlformats.org/officeDocument/2006/relationships/image" Target="../media/image541.wmf"/><Relationship Id="rId4" Type="http://schemas.openxmlformats.org/officeDocument/2006/relationships/image" Target="../media/image538.wmf"/><Relationship Id="rId9" Type="http://schemas.openxmlformats.org/officeDocument/2006/relationships/oleObject" Target="../embeddings/oleObject677.bin"/><Relationship Id="rId14" Type="http://schemas.openxmlformats.org/officeDocument/2006/relationships/image" Target="../media/image543.wmf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6.wmf"/><Relationship Id="rId13" Type="http://schemas.openxmlformats.org/officeDocument/2006/relationships/oleObject" Target="../embeddings/oleObject685.bin"/><Relationship Id="rId18" Type="http://schemas.openxmlformats.org/officeDocument/2006/relationships/image" Target="../media/image551.wmf"/><Relationship Id="rId26" Type="http://schemas.openxmlformats.org/officeDocument/2006/relationships/image" Target="../media/image555.wmf"/><Relationship Id="rId3" Type="http://schemas.openxmlformats.org/officeDocument/2006/relationships/oleObject" Target="../embeddings/oleObject680.bin"/><Relationship Id="rId21" Type="http://schemas.openxmlformats.org/officeDocument/2006/relationships/oleObject" Target="../embeddings/oleObject689.bin"/><Relationship Id="rId7" Type="http://schemas.openxmlformats.org/officeDocument/2006/relationships/oleObject" Target="../embeddings/oleObject682.bin"/><Relationship Id="rId12" Type="http://schemas.openxmlformats.org/officeDocument/2006/relationships/image" Target="../media/image548.wmf"/><Relationship Id="rId17" Type="http://schemas.openxmlformats.org/officeDocument/2006/relationships/oleObject" Target="../embeddings/oleObject687.bin"/><Relationship Id="rId25" Type="http://schemas.openxmlformats.org/officeDocument/2006/relationships/oleObject" Target="../embeddings/oleObject69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50.wmf"/><Relationship Id="rId20" Type="http://schemas.openxmlformats.org/officeDocument/2006/relationships/image" Target="../media/image552.wmf"/><Relationship Id="rId1" Type="http://schemas.openxmlformats.org/officeDocument/2006/relationships/vmlDrawing" Target="../drawings/vmlDrawing89.vml"/><Relationship Id="rId6" Type="http://schemas.openxmlformats.org/officeDocument/2006/relationships/image" Target="../media/image545.wmf"/><Relationship Id="rId11" Type="http://schemas.openxmlformats.org/officeDocument/2006/relationships/oleObject" Target="../embeddings/oleObject684.bin"/><Relationship Id="rId24" Type="http://schemas.openxmlformats.org/officeDocument/2006/relationships/image" Target="../media/image554.wmf"/><Relationship Id="rId5" Type="http://schemas.openxmlformats.org/officeDocument/2006/relationships/oleObject" Target="../embeddings/oleObject681.bin"/><Relationship Id="rId15" Type="http://schemas.openxmlformats.org/officeDocument/2006/relationships/oleObject" Target="../embeddings/oleObject686.bin"/><Relationship Id="rId23" Type="http://schemas.openxmlformats.org/officeDocument/2006/relationships/oleObject" Target="../embeddings/oleObject690.bin"/><Relationship Id="rId10" Type="http://schemas.openxmlformats.org/officeDocument/2006/relationships/image" Target="../media/image547.wmf"/><Relationship Id="rId19" Type="http://schemas.openxmlformats.org/officeDocument/2006/relationships/oleObject" Target="../embeddings/oleObject688.bin"/><Relationship Id="rId4" Type="http://schemas.openxmlformats.org/officeDocument/2006/relationships/image" Target="../media/image544.wmf"/><Relationship Id="rId9" Type="http://schemas.openxmlformats.org/officeDocument/2006/relationships/oleObject" Target="../embeddings/oleObject683.bin"/><Relationship Id="rId14" Type="http://schemas.openxmlformats.org/officeDocument/2006/relationships/image" Target="../media/image549.wmf"/><Relationship Id="rId22" Type="http://schemas.openxmlformats.org/officeDocument/2006/relationships/image" Target="../media/image553.wmf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8.wmf"/><Relationship Id="rId3" Type="http://schemas.openxmlformats.org/officeDocument/2006/relationships/oleObject" Target="../embeddings/oleObject692.bin"/><Relationship Id="rId7" Type="http://schemas.openxmlformats.org/officeDocument/2006/relationships/oleObject" Target="../embeddings/oleObject694.bin"/><Relationship Id="rId12" Type="http://schemas.openxmlformats.org/officeDocument/2006/relationships/image" Target="../media/image56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0.vml"/><Relationship Id="rId6" Type="http://schemas.openxmlformats.org/officeDocument/2006/relationships/image" Target="../media/image557.wmf"/><Relationship Id="rId11" Type="http://schemas.openxmlformats.org/officeDocument/2006/relationships/oleObject" Target="../embeddings/oleObject696.bin"/><Relationship Id="rId5" Type="http://schemas.openxmlformats.org/officeDocument/2006/relationships/oleObject" Target="../embeddings/oleObject693.bin"/><Relationship Id="rId10" Type="http://schemas.openxmlformats.org/officeDocument/2006/relationships/image" Target="../media/image559.wmf"/><Relationship Id="rId4" Type="http://schemas.openxmlformats.org/officeDocument/2006/relationships/image" Target="../media/image556.wmf"/><Relationship Id="rId9" Type="http://schemas.openxmlformats.org/officeDocument/2006/relationships/oleObject" Target="../embeddings/oleObject695.bin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3.wmf"/><Relationship Id="rId3" Type="http://schemas.openxmlformats.org/officeDocument/2006/relationships/oleObject" Target="../embeddings/oleObject697.bin"/><Relationship Id="rId7" Type="http://schemas.openxmlformats.org/officeDocument/2006/relationships/oleObject" Target="../embeddings/oleObject69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1.vml"/><Relationship Id="rId6" Type="http://schemas.openxmlformats.org/officeDocument/2006/relationships/image" Target="../media/image562.wmf"/><Relationship Id="rId5" Type="http://schemas.openxmlformats.org/officeDocument/2006/relationships/oleObject" Target="../embeddings/oleObject698.bin"/><Relationship Id="rId4" Type="http://schemas.openxmlformats.org/officeDocument/2006/relationships/image" Target="../media/image561.wmf"/></Relationships>
</file>

<file path=ppt/slides/_rels/slide9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4.wmf"/><Relationship Id="rId3" Type="http://schemas.openxmlformats.org/officeDocument/2006/relationships/oleObject" Target="../embeddings/oleObject700.bin"/><Relationship Id="rId7" Type="http://schemas.openxmlformats.org/officeDocument/2006/relationships/oleObject" Target="../embeddings/oleObject702.bin"/><Relationship Id="rId12" Type="http://schemas.openxmlformats.org/officeDocument/2006/relationships/image" Target="../media/image56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2.vml"/><Relationship Id="rId6" Type="http://schemas.openxmlformats.org/officeDocument/2006/relationships/image" Target="../media/image563.wmf"/><Relationship Id="rId11" Type="http://schemas.openxmlformats.org/officeDocument/2006/relationships/oleObject" Target="../embeddings/oleObject704.bin"/><Relationship Id="rId5" Type="http://schemas.openxmlformats.org/officeDocument/2006/relationships/oleObject" Target="../embeddings/oleObject701.bin"/><Relationship Id="rId10" Type="http://schemas.openxmlformats.org/officeDocument/2006/relationships/image" Target="../media/image565.wmf"/><Relationship Id="rId4" Type="http://schemas.openxmlformats.org/officeDocument/2006/relationships/image" Target="../media/image562.wmf"/><Relationship Id="rId9" Type="http://schemas.openxmlformats.org/officeDocument/2006/relationships/oleObject" Target="../embeddings/oleObject703.bin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8.wmf"/><Relationship Id="rId13" Type="http://schemas.openxmlformats.org/officeDocument/2006/relationships/oleObject" Target="../embeddings/oleObject710.bin"/><Relationship Id="rId18" Type="http://schemas.openxmlformats.org/officeDocument/2006/relationships/image" Target="../media/image573.emf"/><Relationship Id="rId3" Type="http://schemas.openxmlformats.org/officeDocument/2006/relationships/oleObject" Target="../embeddings/oleObject705.bin"/><Relationship Id="rId21" Type="http://schemas.openxmlformats.org/officeDocument/2006/relationships/oleObject" Target="../embeddings/oleObject714.bin"/><Relationship Id="rId7" Type="http://schemas.openxmlformats.org/officeDocument/2006/relationships/oleObject" Target="../embeddings/oleObject707.bin"/><Relationship Id="rId12" Type="http://schemas.openxmlformats.org/officeDocument/2006/relationships/image" Target="../media/image570.emf"/><Relationship Id="rId17" Type="http://schemas.openxmlformats.org/officeDocument/2006/relationships/oleObject" Target="../embeddings/oleObject71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72.emf"/><Relationship Id="rId20" Type="http://schemas.openxmlformats.org/officeDocument/2006/relationships/image" Target="../media/image574.emf"/><Relationship Id="rId1" Type="http://schemas.openxmlformats.org/officeDocument/2006/relationships/vmlDrawing" Target="../drawings/vmlDrawing93.vml"/><Relationship Id="rId6" Type="http://schemas.openxmlformats.org/officeDocument/2006/relationships/image" Target="../media/image567.wmf"/><Relationship Id="rId11" Type="http://schemas.openxmlformats.org/officeDocument/2006/relationships/oleObject" Target="../embeddings/oleObject709.bin"/><Relationship Id="rId24" Type="http://schemas.openxmlformats.org/officeDocument/2006/relationships/image" Target="../media/image576.wmf"/><Relationship Id="rId5" Type="http://schemas.openxmlformats.org/officeDocument/2006/relationships/oleObject" Target="../embeddings/oleObject706.bin"/><Relationship Id="rId15" Type="http://schemas.openxmlformats.org/officeDocument/2006/relationships/oleObject" Target="../embeddings/oleObject711.bin"/><Relationship Id="rId23" Type="http://schemas.openxmlformats.org/officeDocument/2006/relationships/oleObject" Target="../embeddings/oleObject715.bin"/><Relationship Id="rId10" Type="http://schemas.openxmlformats.org/officeDocument/2006/relationships/image" Target="../media/image569.emf"/><Relationship Id="rId19" Type="http://schemas.openxmlformats.org/officeDocument/2006/relationships/oleObject" Target="../embeddings/oleObject713.bin"/><Relationship Id="rId4" Type="http://schemas.openxmlformats.org/officeDocument/2006/relationships/image" Target="../media/image564.wmf"/><Relationship Id="rId9" Type="http://schemas.openxmlformats.org/officeDocument/2006/relationships/oleObject" Target="../embeddings/oleObject708.bin"/><Relationship Id="rId14" Type="http://schemas.openxmlformats.org/officeDocument/2006/relationships/image" Target="../media/image571.wmf"/><Relationship Id="rId22" Type="http://schemas.openxmlformats.org/officeDocument/2006/relationships/image" Target="../media/image575.emf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9.wmf"/><Relationship Id="rId3" Type="http://schemas.openxmlformats.org/officeDocument/2006/relationships/oleObject" Target="../embeddings/oleObject716.bin"/><Relationship Id="rId7" Type="http://schemas.openxmlformats.org/officeDocument/2006/relationships/oleObject" Target="../embeddings/oleObject71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4.vml"/><Relationship Id="rId6" Type="http://schemas.openxmlformats.org/officeDocument/2006/relationships/image" Target="../media/image578.wmf"/><Relationship Id="rId5" Type="http://schemas.openxmlformats.org/officeDocument/2006/relationships/oleObject" Target="../embeddings/oleObject717.bin"/><Relationship Id="rId4" Type="http://schemas.openxmlformats.org/officeDocument/2006/relationships/image" Target="../media/image577.wmf"/></Relationships>
</file>

<file path=ppt/slides/_rels/slide10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9.wmf"/><Relationship Id="rId3" Type="http://schemas.openxmlformats.org/officeDocument/2006/relationships/oleObject" Target="../embeddings/oleObject719.bin"/><Relationship Id="rId7" Type="http://schemas.openxmlformats.org/officeDocument/2006/relationships/oleObject" Target="../embeddings/oleObject721.bin"/><Relationship Id="rId12" Type="http://schemas.openxmlformats.org/officeDocument/2006/relationships/image" Target="../media/image58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5.vml"/><Relationship Id="rId6" Type="http://schemas.openxmlformats.org/officeDocument/2006/relationships/image" Target="../media/image577.wmf"/><Relationship Id="rId11" Type="http://schemas.openxmlformats.org/officeDocument/2006/relationships/oleObject" Target="../embeddings/oleObject723.bin"/><Relationship Id="rId5" Type="http://schemas.openxmlformats.org/officeDocument/2006/relationships/oleObject" Target="../embeddings/oleObject720.bin"/><Relationship Id="rId10" Type="http://schemas.openxmlformats.org/officeDocument/2006/relationships/image" Target="../media/image581.wmf"/><Relationship Id="rId4" Type="http://schemas.openxmlformats.org/officeDocument/2006/relationships/image" Target="../media/image580.wmf"/><Relationship Id="rId9" Type="http://schemas.openxmlformats.org/officeDocument/2006/relationships/oleObject" Target="../embeddings/oleObject722.bin"/></Relationships>
</file>

<file path=ppt/slides/_rels/slide10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3.wmf"/><Relationship Id="rId13" Type="http://schemas.openxmlformats.org/officeDocument/2006/relationships/oleObject" Target="../embeddings/oleObject729.bin"/><Relationship Id="rId18" Type="http://schemas.openxmlformats.org/officeDocument/2006/relationships/image" Target="../media/image588.emf"/><Relationship Id="rId3" Type="http://schemas.openxmlformats.org/officeDocument/2006/relationships/oleObject" Target="../embeddings/oleObject724.bin"/><Relationship Id="rId21" Type="http://schemas.openxmlformats.org/officeDocument/2006/relationships/oleObject" Target="../embeddings/oleObject733.bin"/><Relationship Id="rId7" Type="http://schemas.openxmlformats.org/officeDocument/2006/relationships/oleObject" Target="../embeddings/oleObject726.bin"/><Relationship Id="rId12" Type="http://schemas.openxmlformats.org/officeDocument/2006/relationships/image" Target="../media/image585.emf"/><Relationship Id="rId17" Type="http://schemas.openxmlformats.org/officeDocument/2006/relationships/oleObject" Target="../embeddings/oleObject73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87.wmf"/><Relationship Id="rId20" Type="http://schemas.openxmlformats.org/officeDocument/2006/relationships/image" Target="../media/image589.emf"/><Relationship Id="rId1" Type="http://schemas.openxmlformats.org/officeDocument/2006/relationships/vmlDrawing" Target="../drawings/vmlDrawing96.vml"/><Relationship Id="rId6" Type="http://schemas.openxmlformats.org/officeDocument/2006/relationships/image" Target="../media/image582.wmf"/><Relationship Id="rId11" Type="http://schemas.openxmlformats.org/officeDocument/2006/relationships/oleObject" Target="../embeddings/oleObject728.bin"/><Relationship Id="rId5" Type="http://schemas.openxmlformats.org/officeDocument/2006/relationships/oleObject" Target="../embeddings/oleObject725.bin"/><Relationship Id="rId15" Type="http://schemas.openxmlformats.org/officeDocument/2006/relationships/oleObject" Target="../embeddings/oleObject730.bin"/><Relationship Id="rId10" Type="http://schemas.openxmlformats.org/officeDocument/2006/relationships/image" Target="../media/image584.emf"/><Relationship Id="rId19" Type="http://schemas.openxmlformats.org/officeDocument/2006/relationships/oleObject" Target="../embeddings/oleObject732.bin"/><Relationship Id="rId4" Type="http://schemas.openxmlformats.org/officeDocument/2006/relationships/image" Target="../media/image581.wmf"/><Relationship Id="rId9" Type="http://schemas.openxmlformats.org/officeDocument/2006/relationships/oleObject" Target="../embeddings/oleObject727.bin"/><Relationship Id="rId14" Type="http://schemas.openxmlformats.org/officeDocument/2006/relationships/image" Target="../media/image586.emf"/><Relationship Id="rId22" Type="http://schemas.openxmlformats.org/officeDocument/2006/relationships/image" Target="../media/image590.emf"/></Relationships>
</file>

<file path=ppt/slides/_rels/slide10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3.wmf"/><Relationship Id="rId3" Type="http://schemas.openxmlformats.org/officeDocument/2006/relationships/oleObject" Target="../embeddings/oleObject734.bin"/><Relationship Id="rId7" Type="http://schemas.openxmlformats.org/officeDocument/2006/relationships/oleObject" Target="../embeddings/oleObject736.bin"/><Relationship Id="rId12" Type="http://schemas.openxmlformats.org/officeDocument/2006/relationships/image" Target="../media/image59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7.vml"/><Relationship Id="rId6" Type="http://schemas.openxmlformats.org/officeDocument/2006/relationships/image" Target="../media/image592.wmf"/><Relationship Id="rId11" Type="http://schemas.openxmlformats.org/officeDocument/2006/relationships/oleObject" Target="../embeddings/oleObject738.bin"/><Relationship Id="rId5" Type="http://schemas.openxmlformats.org/officeDocument/2006/relationships/oleObject" Target="../embeddings/oleObject735.bin"/><Relationship Id="rId10" Type="http://schemas.openxmlformats.org/officeDocument/2006/relationships/image" Target="../media/image594.wmf"/><Relationship Id="rId4" Type="http://schemas.openxmlformats.org/officeDocument/2006/relationships/image" Target="../media/image591.wmf"/><Relationship Id="rId9" Type="http://schemas.openxmlformats.org/officeDocument/2006/relationships/oleObject" Target="../embeddings/oleObject737.bin"/></Relationships>
</file>

<file path=ppt/slides/_rels/slide10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6.wmf"/><Relationship Id="rId13" Type="http://schemas.openxmlformats.org/officeDocument/2006/relationships/oleObject" Target="../embeddings/oleObject744.bin"/><Relationship Id="rId18" Type="http://schemas.openxmlformats.org/officeDocument/2006/relationships/image" Target="../media/image601.emf"/><Relationship Id="rId26" Type="http://schemas.openxmlformats.org/officeDocument/2006/relationships/image" Target="../media/image576.wmf"/><Relationship Id="rId3" Type="http://schemas.openxmlformats.org/officeDocument/2006/relationships/oleObject" Target="../embeddings/oleObject739.bin"/><Relationship Id="rId21" Type="http://schemas.openxmlformats.org/officeDocument/2006/relationships/oleObject" Target="../embeddings/oleObject748.bin"/><Relationship Id="rId7" Type="http://schemas.openxmlformats.org/officeDocument/2006/relationships/oleObject" Target="../embeddings/oleObject741.bin"/><Relationship Id="rId12" Type="http://schemas.openxmlformats.org/officeDocument/2006/relationships/image" Target="../media/image598.emf"/><Relationship Id="rId17" Type="http://schemas.openxmlformats.org/officeDocument/2006/relationships/oleObject" Target="../embeddings/oleObject746.bin"/><Relationship Id="rId25" Type="http://schemas.openxmlformats.org/officeDocument/2006/relationships/oleObject" Target="../embeddings/oleObject75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00.wmf"/><Relationship Id="rId20" Type="http://schemas.openxmlformats.org/officeDocument/2006/relationships/image" Target="../media/image602.emf"/><Relationship Id="rId1" Type="http://schemas.openxmlformats.org/officeDocument/2006/relationships/vmlDrawing" Target="../drawings/vmlDrawing98.vml"/><Relationship Id="rId6" Type="http://schemas.openxmlformats.org/officeDocument/2006/relationships/image" Target="../media/image566.wmf"/><Relationship Id="rId11" Type="http://schemas.openxmlformats.org/officeDocument/2006/relationships/oleObject" Target="../embeddings/oleObject743.bin"/><Relationship Id="rId24" Type="http://schemas.openxmlformats.org/officeDocument/2006/relationships/image" Target="../media/image604.emf"/><Relationship Id="rId5" Type="http://schemas.openxmlformats.org/officeDocument/2006/relationships/oleObject" Target="../embeddings/oleObject740.bin"/><Relationship Id="rId15" Type="http://schemas.openxmlformats.org/officeDocument/2006/relationships/oleObject" Target="../embeddings/oleObject745.bin"/><Relationship Id="rId23" Type="http://schemas.openxmlformats.org/officeDocument/2006/relationships/oleObject" Target="../embeddings/oleObject749.bin"/><Relationship Id="rId10" Type="http://schemas.openxmlformats.org/officeDocument/2006/relationships/image" Target="../media/image597.wmf"/><Relationship Id="rId19" Type="http://schemas.openxmlformats.org/officeDocument/2006/relationships/oleObject" Target="../embeddings/oleObject747.bin"/><Relationship Id="rId4" Type="http://schemas.openxmlformats.org/officeDocument/2006/relationships/image" Target="../media/image595.wmf"/><Relationship Id="rId9" Type="http://schemas.openxmlformats.org/officeDocument/2006/relationships/oleObject" Target="../embeddings/oleObject742.bin"/><Relationship Id="rId14" Type="http://schemas.openxmlformats.org/officeDocument/2006/relationships/image" Target="../media/image599.emf"/><Relationship Id="rId22" Type="http://schemas.openxmlformats.org/officeDocument/2006/relationships/image" Target="../media/image603.emf"/></Relationships>
</file>

<file path=ppt/slides/_rels/slide10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1.wmf"/><Relationship Id="rId13" Type="http://schemas.openxmlformats.org/officeDocument/2006/relationships/oleObject" Target="../embeddings/oleObject756.bin"/><Relationship Id="rId3" Type="http://schemas.openxmlformats.org/officeDocument/2006/relationships/oleObject" Target="../embeddings/oleObject751.bin"/><Relationship Id="rId7" Type="http://schemas.openxmlformats.org/officeDocument/2006/relationships/oleObject" Target="../embeddings/oleObject753.bin"/><Relationship Id="rId12" Type="http://schemas.openxmlformats.org/officeDocument/2006/relationships/image" Target="../media/image60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9.vml"/><Relationship Id="rId6" Type="http://schemas.openxmlformats.org/officeDocument/2006/relationships/image" Target="../media/image540.wmf"/><Relationship Id="rId11" Type="http://schemas.openxmlformats.org/officeDocument/2006/relationships/oleObject" Target="../embeddings/oleObject755.bin"/><Relationship Id="rId5" Type="http://schemas.openxmlformats.org/officeDocument/2006/relationships/oleObject" Target="../embeddings/oleObject752.bin"/><Relationship Id="rId10" Type="http://schemas.openxmlformats.org/officeDocument/2006/relationships/image" Target="../media/image96.wmf"/><Relationship Id="rId4" Type="http://schemas.openxmlformats.org/officeDocument/2006/relationships/image" Target="../media/image605.emf"/><Relationship Id="rId9" Type="http://schemas.openxmlformats.org/officeDocument/2006/relationships/oleObject" Target="../embeddings/oleObject754.bin"/><Relationship Id="rId14" Type="http://schemas.openxmlformats.org/officeDocument/2006/relationships/image" Target="../media/image607.wmf"/></Relationships>
</file>

<file path=ppt/slides/_rels/slide10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0.wmf"/><Relationship Id="rId13" Type="http://schemas.openxmlformats.org/officeDocument/2006/relationships/oleObject" Target="../embeddings/oleObject762.bin"/><Relationship Id="rId18" Type="http://schemas.openxmlformats.org/officeDocument/2006/relationships/image" Target="../media/image615.wmf"/><Relationship Id="rId26" Type="http://schemas.openxmlformats.org/officeDocument/2006/relationships/image" Target="../media/image619.wmf"/><Relationship Id="rId3" Type="http://schemas.openxmlformats.org/officeDocument/2006/relationships/oleObject" Target="../embeddings/oleObject757.bin"/><Relationship Id="rId21" Type="http://schemas.openxmlformats.org/officeDocument/2006/relationships/oleObject" Target="../embeddings/oleObject766.bin"/><Relationship Id="rId7" Type="http://schemas.openxmlformats.org/officeDocument/2006/relationships/oleObject" Target="../embeddings/oleObject759.bin"/><Relationship Id="rId12" Type="http://schemas.openxmlformats.org/officeDocument/2006/relationships/image" Target="../media/image612.wmf"/><Relationship Id="rId17" Type="http://schemas.openxmlformats.org/officeDocument/2006/relationships/oleObject" Target="../embeddings/oleObject764.bin"/><Relationship Id="rId25" Type="http://schemas.openxmlformats.org/officeDocument/2006/relationships/oleObject" Target="../embeddings/oleObject76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14.wmf"/><Relationship Id="rId20" Type="http://schemas.openxmlformats.org/officeDocument/2006/relationships/image" Target="../media/image616.wmf"/><Relationship Id="rId1" Type="http://schemas.openxmlformats.org/officeDocument/2006/relationships/vmlDrawing" Target="../drawings/vmlDrawing100.vml"/><Relationship Id="rId6" Type="http://schemas.openxmlformats.org/officeDocument/2006/relationships/image" Target="../media/image609.wmf"/><Relationship Id="rId11" Type="http://schemas.openxmlformats.org/officeDocument/2006/relationships/oleObject" Target="../embeddings/oleObject761.bin"/><Relationship Id="rId24" Type="http://schemas.openxmlformats.org/officeDocument/2006/relationships/image" Target="../media/image618.emf"/><Relationship Id="rId5" Type="http://schemas.openxmlformats.org/officeDocument/2006/relationships/oleObject" Target="../embeddings/oleObject758.bin"/><Relationship Id="rId15" Type="http://schemas.openxmlformats.org/officeDocument/2006/relationships/oleObject" Target="../embeddings/oleObject763.bin"/><Relationship Id="rId23" Type="http://schemas.openxmlformats.org/officeDocument/2006/relationships/oleObject" Target="../embeddings/oleObject767.bin"/><Relationship Id="rId28" Type="http://schemas.openxmlformats.org/officeDocument/2006/relationships/image" Target="../media/image620.wmf"/><Relationship Id="rId10" Type="http://schemas.openxmlformats.org/officeDocument/2006/relationships/image" Target="../media/image611.wmf"/><Relationship Id="rId19" Type="http://schemas.openxmlformats.org/officeDocument/2006/relationships/oleObject" Target="../embeddings/oleObject765.bin"/><Relationship Id="rId4" Type="http://schemas.openxmlformats.org/officeDocument/2006/relationships/image" Target="../media/image608.wmf"/><Relationship Id="rId9" Type="http://schemas.openxmlformats.org/officeDocument/2006/relationships/oleObject" Target="../embeddings/oleObject760.bin"/><Relationship Id="rId14" Type="http://schemas.openxmlformats.org/officeDocument/2006/relationships/image" Target="../media/image613.wmf"/><Relationship Id="rId22" Type="http://schemas.openxmlformats.org/officeDocument/2006/relationships/image" Target="../media/image617.emf"/><Relationship Id="rId27" Type="http://schemas.openxmlformats.org/officeDocument/2006/relationships/oleObject" Target="../embeddings/oleObject769.bin"/></Relationships>
</file>

<file path=ppt/slides/_rels/slide10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3.wmf"/><Relationship Id="rId13" Type="http://schemas.openxmlformats.org/officeDocument/2006/relationships/oleObject" Target="../embeddings/oleObject775.bin"/><Relationship Id="rId18" Type="http://schemas.openxmlformats.org/officeDocument/2006/relationships/image" Target="../media/image628.wmf"/><Relationship Id="rId3" Type="http://schemas.openxmlformats.org/officeDocument/2006/relationships/oleObject" Target="../embeddings/oleObject770.bin"/><Relationship Id="rId7" Type="http://schemas.openxmlformats.org/officeDocument/2006/relationships/oleObject" Target="../embeddings/oleObject772.bin"/><Relationship Id="rId12" Type="http://schemas.openxmlformats.org/officeDocument/2006/relationships/image" Target="../media/image625.wmf"/><Relationship Id="rId17" Type="http://schemas.openxmlformats.org/officeDocument/2006/relationships/oleObject" Target="../embeddings/oleObject77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27.wmf"/><Relationship Id="rId1" Type="http://schemas.openxmlformats.org/officeDocument/2006/relationships/vmlDrawing" Target="../drawings/vmlDrawing101.vml"/><Relationship Id="rId6" Type="http://schemas.openxmlformats.org/officeDocument/2006/relationships/image" Target="../media/image622.wmf"/><Relationship Id="rId11" Type="http://schemas.openxmlformats.org/officeDocument/2006/relationships/oleObject" Target="../embeddings/oleObject774.bin"/><Relationship Id="rId5" Type="http://schemas.openxmlformats.org/officeDocument/2006/relationships/oleObject" Target="../embeddings/oleObject771.bin"/><Relationship Id="rId15" Type="http://schemas.openxmlformats.org/officeDocument/2006/relationships/oleObject" Target="../embeddings/oleObject776.bin"/><Relationship Id="rId10" Type="http://schemas.openxmlformats.org/officeDocument/2006/relationships/image" Target="../media/image624.wmf"/><Relationship Id="rId19" Type="http://schemas.openxmlformats.org/officeDocument/2006/relationships/oleObject" Target="../embeddings/oleObject778.bin"/><Relationship Id="rId4" Type="http://schemas.openxmlformats.org/officeDocument/2006/relationships/image" Target="../media/image621.wmf"/><Relationship Id="rId9" Type="http://schemas.openxmlformats.org/officeDocument/2006/relationships/oleObject" Target="../embeddings/oleObject773.bin"/><Relationship Id="rId14" Type="http://schemas.openxmlformats.org/officeDocument/2006/relationships/image" Target="../media/image626.wmf"/></Relationships>
</file>

<file path=ppt/slides/_rels/slide10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1.emf"/><Relationship Id="rId13" Type="http://schemas.openxmlformats.org/officeDocument/2006/relationships/oleObject" Target="../embeddings/oleObject784.bin"/><Relationship Id="rId18" Type="http://schemas.openxmlformats.org/officeDocument/2006/relationships/image" Target="../media/image636.wmf"/><Relationship Id="rId3" Type="http://schemas.openxmlformats.org/officeDocument/2006/relationships/oleObject" Target="../embeddings/oleObject779.bin"/><Relationship Id="rId7" Type="http://schemas.openxmlformats.org/officeDocument/2006/relationships/oleObject" Target="../embeddings/oleObject781.bin"/><Relationship Id="rId12" Type="http://schemas.openxmlformats.org/officeDocument/2006/relationships/image" Target="../media/image633.wmf"/><Relationship Id="rId17" Type="http://schemas.openxmlformats.org/officeDocument/2006/relationships/oleObject" Target="../embeddings/oleObject78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35.wmf"/><Relationship Id="rId1" Type="http://schemas.openxmlformats.org/officeDocument/2006/relationships/vmlDrawing" Target="../drawings/vmlDrawing102.vml"/><Relationship Id="rId6" Type="http://schemas.openxmlformats.org/officeDocument/2006/relationships/image" Target="../media/image630.wmf"/><Relationship Id="rId11" Type="http://schemas.openxmlformats.org/officeDocument/2006/relationships/oleObject" Target="../embeddings/oleObject783.bin"/><Relationship Id="rId5" Type="http://schemas.openxmlformats.org/officeDocument/2006/relationships/oleObject" Target="../embeddings/oleObject780.bin"/><Relationship Id="rId15" Type="http://schemas.openxmlformats.org/officeDocument/2006/relationships/oleObject" Target="../embeddings/oleObject785.bin"/><Relationship Id="rId10" Type="http://schemas.openxmlformats.org/officeDocument/2006/relationships/image" Target="../media/image632.wmf"/><Relationship Id="rId4" Type="http://schemas.openxmlformats.org/officeDocument/2006/relationships/image" Target="../media/image629.emf"/><Relationship Id="rId9" Type="http://schemas.openxmlformats.org/officeDocument/2006/relationships/oleObject" Target="../embeddings/oleObject782.bin"/><Relationship Id="rId14" Type="http://schemas.openxmlformats.org/officeDocument/2006/relationships/image" Target="../media/image634.emf"/></Relationships>
</file>

<file path=ppt/slides/_rels/slide10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9.emf"/><Relationship Id="rId13" Type="http://schemas.openxmlformats.org/officeDocument/2006/relationships/oleObject" Target="../embeddings/oleObject792.bin"/><Relationship Id="rId18" Type="http://schemas.openxmlformats.org/officeDocument/2006/relationships/image" Target="../media/image644.wmf"/><Relationship Id="rId3" Type="http://schemas.openxmlformats.org/officeDocument/2006/relationships/oleObject" Target="../embeddings/oleObject787.bin"/><Relationship Id="rId21" Type="http://schemas.openxmlformats.org/officeDocument/2006/relationships/oleObject" Target="../embeddings/oleObject796.bin"/><Relationship Id="rId7" Type="http://schemas.openxmlformats.org/officeDocument/2006/relationships/oleObject" Target="../embeddings/oleObject789.bin"/><Relationship Id="rId12" Type="http://schemas.openxmlformats.org/officeDocument/2006/relationships/image" Target="../media/image641.emf"/><Relationship Id="rId17" Type="http://schemas.openxmlformats.org/officeDocument/2006/relationships/oleObject" Target="../embeddings/oleObject79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43.wmf"/><Relationship Id="rId20" Type="http://schemas.openxmlformats.org/officeDocument/2006/relationships/image" Target="../media/image645.wmf"/><Relationship Id="rId1" Type="http://schemas.openxmlformats.org/officeDocument/2006/relationships/vmlDrawing" Target="../drawings/vmlDrawing103.vml"/><Relationship Id="rId6" Type="http://schemas.openxmlformats.org/officeDocument/2006/relationships/image" Target="../media/image638.wmf"/><Relationship Id="rId11" Type="http://schemas.openxmlformats.org/officeDocument/2006/relationships/oleObject" Target="../embeddings/oleObject791.bin"/><Relationship Id="rId5" Type="http://schemas.openxmlformats.org/officeDocument/2006/relationships/oleObject" Target="../embeddings/oleObject788.bin"/><Relationship Id="rId15" Type="http://schemas.openxmlformats.org/officeDocument/2006/relationships/oleObject" Target="../embeddings/oleObject793.bin"/><Relationship Id="rId10" Type="http://schemas.openxmlformats.org/officeDocument/2006/relationships/image" Target="../media/image640.emf"/><Relationship Id="rId19" Type="http://schemas.openxmlformats.org/officeDocument/2006/relationships/oleObject" Target="../embeddings/oleObject795.bin"/><Relationship Id="rId4" Type="http://schemas.openxmlformats.org/officeDocument/2006/relationships/image" Target="../media/image637.wmf"/><Relationship Id="rId9" Type="http://schemas.openxmlformats.org/officeDocument/2006/relationships/oleObject" Target="../embeddings/oleObject790.bin"/><Relationship Id="rId14" Type="http://schemas.openxmlformats.org/officeDocument/2006/relationships/image" Target="../media/image642.wmf"/><Relationship Id="rId22" Type="http://schemas.openxmlformats.org/officeDocument/2006/relationships/image" Target="../media/image646.wmf"/></Relationships>
</file>

<file path=ppt/slides/_rels/slide1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7.wmf"/><Relationship Id="rId13" Type="http://schemas.openxmlformats.org/officeDocument/2006/relationships/oleObject" Target="../embeddings/oleObject802.bin"/><Relationship Id="rId18" Type="http://schemas.openxmlformats.org/officeDocument/2006/relationships/image" Target="../media/image652.emf"/><Relationship Id="rId26" Type="http://schemas.openxmlformats.org/officeDocument/2006/relationships/image" Target="../media/image656.wmf"/><Relationship Id="rId3" Type="http://schemas.openxmlformats.org/officeDocument/2006/relationships/oleObject" Target="../embeddings/oleObject797.bin"/><Relationship Id="rId21" Type="http://schemas.openxmlformats.org/officeDocument/2006/relationships/oleObject" Target="../embeddings/oleObject806.bin"/><Relationship Id="rId7" Type="http://schemas.openxmlformats.org/officeDocument/2006/relationships/oleObject" Target="../embeddings/oleObject799.bin"/><Relationship Id="rId12" Type="http://schemas.openxmlformats.org/officeDocument/2006/relationships/image" Target="../media/image649.emf"/><Relationship Id="rId17" Type="http://schemas.openxmlformats.org/officeDocument/2006/relationships/oleObject" Target="../embeddings/oleObject804.bin"/><Relationship Id="rId25" Type="http://schemas.openxmlformats.org/officeDocument/2006/relationships/oleObject" Target="../embeddings/oleObject80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51.wmf"/><Relationship Id="rId20" Type="http://schemas.openxmlformats.org/officeDocument/2006/relationships/image" Target="../media/image653.emf"/><Relationship Id="rId29" Type="http://schemas.openxmlformats.org/officeDocument/2006/relationships/oleObject" Target="../embeddings/oleObject810.bin"/><Relationship Id="rId1" Type="http://schemas.openxmlformats.org/officeDocument/2006/relationships/vmlDrawing" Target="../drawings/vmlDrawing104.vml"/><Relationship Id="rId6" Type="http://schemas.openxmlformats.org/officeDocument/2006/relationships/image" Target="../media/image645.wmf"/><Relationship Id="rId11" Type="http://schemas.openxmlformats.org/officeDocument/2006/relationships/oleObject" Target="../embeddings/oleObject801.bin"/><Relationship Id="rId24" Type="http://schemas.openxmlformats.org/officeDocument/2006/relationships/image" Target="../media/image655.wmf"/><Relationship Id="rId32" Type="http://schemas.openxmlformats.org/officeDocument/2006/relationships/image" Target="../media/image659.emf"/><Relationship Id="rId5" Type="http://schemas.openxmlformats.org/officeDocument/2006/relationships/oleObject" Target="../embeddings/oleObject798.bin"/><Relationship Id="rId15" Type="http://schemas.openxmlformats.org/officeDocument/2006/relationships/oleObject" Target="../embeddings/oleObject803.bin"/><Relationship Id="rId23" Type="http://schemas.openxmlformats.org/officeDocument/2006/relationships/oleObject" Target="../embeddings/oleObject807.bin"/><Relationship Id="rId28" Type="http://schemas.openxmlformats.org/officeDocument/2006/relationships/image" Target="../media/image657.wmf"/><Relationship Id="rId10" Type="http://schemas.openxmlformats.org/officeDocument/2006/relationships/image" Target="../media/image648.wmf"/><Relationship Id="rId19" Type="http://schemas.openxmlformats.org/officeDocument/2006/relationships/oleObject" Target="../embeddings/oleObject805.bin"/><Relationship Id="rId31" Type="http://schemas.openxmlformats.org/officeDocument/2006/relationships/oleObject" Target="../embeddings/oleObject811.bin"/><Relationship Id="rId4" Type="http://schemas.openxmlformats.org/officeDocument/2006/relationships/image" Target="../media/image644.wmf"/><Relationship Id="rId9" Type="http://schemas.openxmlformats.org/officeDocument/2006/relationships/oleObject" Target="../embeddings/oleObject800.bin"/><Relationship Id="rId14" Type="http://schemas.openxmlformats.org/officeDocument/2006/relationships/image" Target="../media/image650.emf"/><Relationship Id="rId22" Type="http://schemas.openxmlformats.org/officeDocument/2006/relationships/image" Target="../media/image654.wmf"/><Relationship Id="rId27" Type="http://schemas.openxmlformats.org/officeDocument/2006/relationships/oleObject" Target="../embeddings/oleObject809.bin"/><Relationship Id="rId30" Type="http://schemas.openxmlformats.org/officeDocument/2006/relationships/image" Target="../media/image658.emf"/></Relationships>
</file>

<file path=ppt/slides/_rels/slide1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2.wmf"/><Relationship Id="rId13" Type="http://schemas.openxmlformats.org/officeDocument/2006/relationships/oleObject" Target="../embeddings/oleObject817.bin"/><Relationship Id="rId18" Type="http://schemas.openxmlformats.org/officeDocument/2006/relationships/image" Target="../media/image667.emf"/><Relationship Id="rId26" Type="http://schemas.openxmlformats.org/officeDocument/2006/relationships/image" Target="../media/image671.emf"/><Relationship Id="rId3" Type="http://schemas.openxmlformats.org/officeDocument/2006/relationships/oleObject" Target="../embeddings/oleObject812.bin"/><Relationship Id="rId21" Type="http://schemas.openxmlformats.org/officeDocument/2006/relationships/oleObject" Target="../embeddings/oleObject821.bin"/><Relationship Id="rId7" Type="http://schemas.openxmlformats.org/officeDocument/2006/relationships/oleObject" Target="../embeddings/oleObject814.bin"/><Relationship Id="rId12" Type="http://schemas.openxmlformats.org/officeDocument/2006/relationships/image" Target="../media/image664.wmf"/><Relationship Id="rId17" Type="http://schemas.openxmlformats.org/officeDocument/2006/relationships/oleObject" Target="../embeddings/oleObject819.bin"/><Relationship Id="rId25" Type="http://schemas.openxmlformats.org/officeDocument/2006/relationships/oleObject" Target="../embeddings/oleObject82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66.wmf"/><Relationship Id="rId20" Type="http://schemas.openxmlformats.org/officeDocument/2006/relationships/image" Target="../media/image668.emf"/><Relationship Id="rId1" Type="http://schemas.openxmlformats.org/officeDocument/2006/relationships/vmlDrawing" Target="../drawings/vmlDrawing105.vml"/><Relationship Id="rId6" Type="http://schemas.openxmlformats.org/officeDocument/2006/relationships/image" Target="../media/image661.wmf"/><Relationship Id="rId11" Type="http://schemas.openxmlformats.org/officeDocument/2006/relationships/oleObject" Target="../embeddings/oleObject816.bin"/><Relationship Id="rId24" Type="http://schemas.openxmlformats.org/officeDocument/2006/relationships/image" Target="../media/image670.emf"/><Relationship Id="rId5" Type="http://schemas.openxmlformats.org/officeDocument/2006/relationships/oleObject" Target="../embeddings/oleObject813.bin"/><Relationship Id="rId15" Type="http://schemas.openxmlformats.org/officeDocument/2006/relationships/oleObject" Target="../embeddings/oleObject818.bin"/><Relationship Id="rId23" Type="http://schemas.openxmlformats.org/officeDocument/2006/relationships/oleObject" Target="../embeddings/oleObject822.bin"/><Relationship Id="rId28" Type="http://schemas.openxmlformats.org/officeDocument/2006/relationships/image" Target="../media/image672.wmf"/><Relationship Id="rId10" Type="http://schemas.openxmlformats.org/officeDocument/2006/relationships/image" Target="../media/image663.emf"/><Relationship Id="rId19" Type="http://schemas.openxmlformats.org/officeDocument/2006/relationships/oleObject" Target="../embeddings/oleObject820.bin"/><Relationship Id="rId4" Type="http://schemas.openxmlformats.org/officeDocument/2006/relationships/image" Target="../media/image660.wmf"/><Relationship Id="rId9" Type="http://schemas.openxmlformats.org/officeDocument/2006/relationships/oleObject" Target="../embeddings/oleObject815.bin"/><Relationship Id="rId14" Type="http://schemas.openxmlformats.org/officeDocument/2006/relationships/image" Target="../media/image665.emf"/><Relationship Id="rId22" Type="http://schemas.openxmlformats.org/officeDocument/2006/relationships/image" Target="../media/image669.wmf"/><Relationship Id="rId27" Type="http://schemas.openxmlformats.org/officeDocument/2006/relationships/oleObject" Target="../embeddings/oleObject824.bin"/></Relationships>
</file>

<file path=ppt/slides/_rels/slide1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4.wmf"/><Relationship Id="rId13" Type="http://schemas.openxmlformats.org/officeDocument/2006/relationships/oleObject" Target="../embeddings/oleObject830.bin"/><Relationship Id="rId18" Type="http://schemas.openxmlformats.org/officeDocument/2006/relationships/image" Target="../media/image677.emf"/><Relationship Id="rId3" Type="http://schemas.openxmlformats.org/officeDocument/2006/relationships/oleObject" Target="../embeddings/oleObject825.bin"/><Relationship Id="rId7" Type="http://schemas.openxmlformats.org/officeDocument/2006/relationships/oleObject" Target="../embeddings/oleObject827.bin"/><Relationship Id="rId12" Type="http://schemas.openxmlformats.org/officeDocument/2006/relationships/image" Target="../media/image674.wmf"/><Relationship Id="rId17" Type="http://schemas.openxmlformats.org/officeDocument/2006/relationships/oleObject" Target="../embeddings/oleObject83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76.emf"/><Relationship Id="rId20" Type="http://schemas.openxmlformats.org/officeDocument/2006/relationships/image" Target="../media/image678.wmf"/><Relationship Id="rId1" Type="http://schemas.openxmlformats.org/officeDocument/2006/relationships/vmlDrawing" Target="../drawings/vmlDrawing106.vml"/><Relationship Id="rId6" Type="http://schemas.openxmlformats.org/officeDocument/2006/relationships/image" Target="../media/image661.wmf"/><Relationship Id="rId11" Type="http://schemas.openxmlformats.org/officeDocument/2006/relationships/oleObject" Target="../embeddings/oleObject829.bin"/><Relationship Id="rId5" Type="http://schemas.openxmlformats.org/officeDocument/2006/relationships/oleObject" Target="../embeddings/oleObject826.bin"/><Relationship Id="rId15" Type="http://schemas.openxmlformats.org/officeDocument/2006/relationships/oleObject" Target="../embeddings/oleObject831.bin"/><Relationship Id="rId10" Type="http://schemas.openxmlformats.org/officeDocument/2006/relationships/image" Target="../media/image673.wmf"/><Relationship Id="rId19" Type="http://schemas.openxmlformats.org/officeDocument/2006/relationships/oleObject" Target="../embeddings/oleObject833.bin"/><Relationship Id="rId4" Type="http://schemas.openxmlformats.org/officeDocument/2006/relationships/image" Target="../media/image660.wmf"/><Relationship Id="rId9" Type="http://schemas.openxmlformats.org/officeDocument/2006/relationships/oleObject" Target="../embeddings/oleObject828.bin"/><Relationship Id="rId14" Type="http://schemas.openxmlformats.org/officeDocument/2006/relationships/image" Target="../media/image675.wmf"/></Relationships>
</file>

<file path=ppt/slides/_rels/slide1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1.wmf"/><Relationship Id="rId3" Type="http://schemas.openxmlformats.org/officeDocument/2006/relationships/oleObject" Target="../embeddings/oleObject834.bin"/><Relationship Id="rId7" Type="http://schemas.openxmlformats.org/officeDocument/2006/relationships/oleObject" Target="../embeddings/oleObject836.bin"/><Relationship Id="rId12" Type="http://schemas.openxmlformats.org/officeDocument/2006/relationships/image" Target="../media/image64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7.vml"/><Relationship Id="rId6" Type="http://schemas.openxmlformats.org/officeDocument/2006/relationships/image" Target="../media/image680.wmf"/><Relationship Id="rId11" Type="http://schemas.openxmlformats.org/officeDocument/2006/relationships/oleObject" Target="../embeddings/oleObject838.bin"/><Relationship Id="rId5" Type="http://schemas.openxmlformats.org/officeDocument/2006/relationships/oleObject" Target="../embeddings/oleObject835.bin"/><Relationship Id="rId10" Type="http://schemas.openxmlformats.org/officeDocument/2006/relationships/image" Target="../media/image682.wmf"/><Relationship Id="rId4" Type="http://schemas.openxmlformats.org/officeDocument/2006/relationships/image" Target="../media/image679.wmf"/><Relationship Id="rId9" Type="http://schemas.openxmlformats.org/officeDocument/2006/relationships/oleObject" Target="../embeddings/oleObject837.bin"/></Relationships>
</file>

<file path=ppt/slides/_rels/slide1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7.wmf"/><Relationship Id="rId13" Type="http://schemas.openxmlformats.org/officeDocument/2006/relationships/oleObject" Target="../embeddings/oleObject844.bin"/><Relationship Id="rId18" Type="http://schemas.openxmlformats.org/officeDocument/2006/relationships/image" Target="../media/image688.emf"/><Relationship Id="rId26" Type="http://schemas.openxmlformats.org/officeDocument/2006/relationships/image" Target="../media/image689.emf"/><Relationship Id="rId3" Type="http://schemas.openxmlformats.org/officeDocument/2006/relationships/oleObject" Target="../embeddings/oleObject839.bin"/><Relationship Id="rId21" Type="http://schemas.openxmlformats.org/officeDocument/2006/relationships/oleObject" Target="../embeddings/oleObject848.bin"/><Relationship Id="rId7" Type="http://schemas.openxmlformats.org/officeDocument/2006/relationships/oleObject" Target="../embeddings/oleObject841.bin"/><Relationship Id="rId12" Type="http://schemas.openxmlformats.org/officeDocument/2006/relationships/image" Target="../media/image685.emf"/><Relationship Id="rId17" Type="http://schemas.openxmlformats.org/officeDocument/2006/relationships/oleObject" Target="../embeddings/oleObject846.bin"/><Relationship Id="rId25" Type="http://schemas.openxmlformats.org/officeDocument/2006/relationships/oleObject" Target="../embeddings/oleObject85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87.emf"/><Relationship Id="rId20" Type="http://schemas.openxmlformats.org/officeDocument/2006/relationships/image" Target="../media/image655.wmf"/><Relationship Id="rId1" Type="http://schemas.openxmlformats.org/officeDocument/2006/relationships/vmlDrawing" Target="../drawings/vmlDrawing108.vml"/><Relationship Id="rId6" Type="http://schemas.openxmlformats.org/officeDocument/2006/relationships/image" Target="../media/image644.wmf"/><Relationship Id="rId11" Type="http://schemas.openxmlformats.org/officeDocument/2006/relationships/oleObject" Target="../embeddings/oleObject843.bin"/><Relationship Id="rId24" Type="http://schemas.openxmlformats.org/officeDocument/2006/relationships/image" Target="../media/image657.wmf"/><Relationship Id="rId5" Type="http://schemas.openxmlformats.org/officeDocument/2006/relationships/oleObject" Target="../embeddings/oleObject840.bin"/><Relationship Id="rId15" Type="http://schemas.openxmlformats.org/officeDocument/2006/relationships/oleObject" Target="../embeddings/oleObject845.bin"/><Relationship Id="rId23" Type="http://schemas.openxmlformats.org/officeDocument/2006/relationships/oleObject" Target="../embeddings/oleObject849.bin"/><Relationship Id="rId28" Type="http://schemas.openxmlformats.org/officeDocument/2006/relationships/image" Target="../media/image690.emf"/><Relationship Id="rId10" Type="http://schemas.openxmlformats.org/officeDocument/2006/relationships/image" Target="../media/image684.emf"/><Relationship Id="rId19" Type="http://schemas.openxmlformats.org/officeDocument/2006/relationships/oleObject" Target="../embeddings/oleObject847.bin"/><Relationship Id="rId4" Type="http://schemas.openxmlformats.org/officeDocument/2006/relationships/image" Target="../media/image683.wmf"/><Relationship Id="rId9" Type="http://schemas.openxmlformats.org/officeDocument/2006/relationships/oleObject" Target="../embeddings/oleObject842.bin"/><Relationship Id="rId14" Type="http://schemas.openxmlformats.org/officeDocument/2006/relationships/image" Target="../media/image686.wmf"/><Relationship Id="rId22" Type="http://schemas.openxmlformats.org/officeDocument/2006/relationships/image" Target="../media/image656.wmf"/><Relationship Id="rId27" Type="http://schemas.openxmlformats.org/officeDocument/2006/relationships/oleObject" Target="../embeddings/oleObject851.bin"/></Relationships>
</file>

<file path=ppt/slides/_rels/slide1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3.wmf"/><Relationship Id="rId13" Type="http://schemas.openxmlformats.org/officeDocument/2006/relationships/oleObject" Target="../embeddings/oleObject857.bin"/><Relationship Id="rId3" Type="http://schemas.openxmlformats.org/officeDocument/2006/relationships/oleObject" Target="../embeddings/oleObject852.bin"/><Relationship Id="rId7" Type="http://schemas.openxmlformats.org/officeDocument/2006/relationships/oleObject" Target="../embeddings/oleObject854.bin"/><Relationship Id="rId12" Type="http://schemas.openxmlformats.org/officeDocument/2006/relationships/image" Target="../media/image695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97.wmf"/><Relationship Id="rId1" Type="http://schemas.openxmlformats.org/officeDocument/2006/relationships/vmlDrawing" Target="../drawings/vmlDrawing109.vml"/><Relationship Id="rId6" Type="http://schemas.openxmlformats.org/officeDocument/2006/relationships/image" Target="../media/image692.wmf"/><Relationship Id="rId11" Type="http://schemas.openxmlformats.org/officeDocument/2006/relationships/oleObject" Target="../embeddings/oleObject856.bin"/><Relationship Id="rId5" Type="http://schemas.openxmlformats.org/officeDocument/2006/relationships/oleObject" Target="../embeddings/oleObject853.bin"/><Relationship Id="rId15" Type="http://schemas.openxmlformats.org/officeDocument/2006/relationships/oleObject" Target="../embeddings/oleObject858.bin"/><Relationship Id="rId10" Type="http://schemas.openxmlformats.org/officeDocument/2006/relationships/image" Target="../media/image694.wmf"/><Relationship Id="rId4" Type="http://schemas.openxmlformats.org/officeDocument/2006/relationships/image" Target="../media/image691.wmf"/><Relationship Id="rId9" Type="http://schemas.openxmlformats.org/officeDocument/2006/relationships/oleObject" Target="../embeddings/oleObject855.bin"/><Relationship Id="rId14" Type="http://schemas.openxmlformats.org/officeDocument/2006/relationships/image" Target="../media/image696.wmf"/></Relationships>
</file>

<file path=ppt/slides/_rels/slide1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9.wmf"/><Relationship Id="rId13" Type="http://schemas.openxmlformats.org/officeDocument/2006/relationships/oleObject" Target="../embeddings/oleObject864.bin"/><Relationship Id="rId18" Type="http://schemas.openxmlformats.org/officeDocument/2006/relationships/image" Target="../media/image704.emf"/><Relationship Id="rId3" Type="http://schemas.openxmlformats.org/officeDocument/2006/relationships/oleObject" Target="../embeddings/oleObject859.bin"/><Relationship Id="rId21" Type="http://schemas.openxmlformats.org/officeDocument/2006/relationships/oleObject" Target="../embeddings/oleObject868.bin"/><Relationship Id="rId7" Type="http://schemas.openxmlformats.org/officeDocument/2006/relationships/oleObject" Target="../embeddings/oleObject861.bin"/><Relationship Id="rId12" Type="http://schemas.openxmlformats.org/officeDocument/2006/relationships/image" Target="../media/image701.wmf"/><Relationship Id="rId17" Type="http://schemas.openxmlformats.org/officeDocument/2006/relationships/oleObject" Target="../embeddings/oleObject86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03.emf"/><Relationship Id="rId20" Type="http://schemas.openxmlformats.org/officeDocument/2006/relationships/image" Target="../media/image705.emf"/><Relationship Id="rId1" Type="http://schemas.openxmlformats.org/officeDocument/2006/relationships/vmlDrawing" Target="../drawings/vmlDrawing110.vml"/><Relationship Id="rId6" Type="http://schemas.openxmlformats.org/officeDocument/2006/relationships/image" Target="../media/image698.wmf"/><Relationship Id="rId11" Type="http://schemas.openxmlformats.org/officeDocument/2006/relationships/oleObject" Target="../embeddings/oleObject863.bin"/><Relationship Id="rId24" Type="http://schemas.openxmlformats.org/officeDocument/2006/relationships/image" Target="../media/image707.emf"/><Relationship Id="rId5" Type="http://schemas.openxmlformats.org/officeDocument/2006/relationships/oleObject" Target="../embeddings/oleObject860.bin"/><Relationship Id="rId15" Type="http://schemas.openxmlformats.org/officeDocument/2006/relationships/oleObject" Target="../embeddings/oleObject865.bin"/><Relationship Id="rId23" Type="http://schemas.openxmlformats.org/officeDocument/2006/relationships/oleObject" Target="../embeddings/oleObject869.bin"/><Relationship Id="rId10" Type="http://schemas.openxmlformats.org/officeDocument/2006/relationships/image" Target="../media/image700.wmf"/><Relationship Id="rId19" Type="http://schemas.openxmlformats.org/officeDocument/2006/relationships/oleObject" Target="../embeddings/oleObject867.bin"/><Relationship Id="rId4" Type="http://schemas.openxmlformats.org/officeDocument/2006/relationships/image" Target="../media/image691.wmf"/><Relationship Id="rId9" Type="http://schemas.openxmlformats.org/officeDocument/2006/relationships/oleObject" Target="../embeddings/oleObject862.bin"/><Relationship Id="rId14" Type="http://schemas.openxmlformats.org/officeDocument/2006/relationships/image" Target="../media/image702.emf"/><Relationship Id="rId22" Type="http://schemas.openxmlformats.org/officeDocument/2006/relationships/image" Target="../media/image706.emf"/></Relationships>
</file>

<file path=ppt/slides/_rels/slide1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0.wmf"/><Relationship Id="rId13" Type="http://schemas.openxmlformats.org/officeDocument/2006/relationships/oleObject" Target="../embeddings/oleObject875.bin"/><Relationship Id="rId18" Type="http://schemas.openxmlformats.org/officeDocument/2006/relationships/image" Target="../media/image715.wmf"/><Relationship Id="rId3" Type="http://schemas.openxmlformats.org/officeDocument/2006/relationships/oleObject" Target="../embeddings/oleObject870.bin"/><Relationship Id="rId21" Type="http://schemas.openxmlformats.org/officeDocument/2006/relationships/oleObject" Target="../embeddings/oleObject879.bin"/><Relationship Id="rId7" Type="http://schemas.openxmlformats.org/officeDocument/2006/relationships/oleObject" Target="../embeddings/oleObject872.bin"/><Relationship Id="rId12" Type="http://schemas.openxmlformats.org/officeDocument/2006/relationships/image" Target="../media/image712.wmf"/><Relationship Id="rId17" Type="http://schemas.openxmlformats.org/officeDocument/2006/relationships/oleObject" Target="../embeddings/oleObject87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14.wmf"/><Relationship Id="rId20" Type="http://schemas.openxmlformats.org/officeDocument/2006/relationships/image" Target="../media/image716.wmf"/><Relationship Id="rId1" Type="http://schemas.openxmlformats.org/officeDocument/2006/relationships/vmlDrawing" Target="../drawings/vmlDrawing111.vml"/><Relationship Id="rId6" Type="http://schemas.openxmlformats.org/officeDocument/2006/relationships/image" Target="../media/image709.wmf"/><Relationship Id="rId11" Type="http://schemas.openxmlformats.org/officeDocument/2006/relationships/oleObject" Target="../embeddings/oleObject874.bin"/><Relationship Id="rId5" Type="http://schemas.openxmlformats.org/officeDocument/2006/relationships/oleObject" Target="../embeddings/oleObject871.bin"/><Relationship Id="rId15" Type="http://schemas.openxmlformats.org/officeDocument/2006/relationships/oleObject" Target="../embeddings/oleObject876.bin"/><Relationship Id="rId10" Type="http://schemas.openxmlformats.org/officeDocument/2006/relationships/image" Target="../media/image711.wmf"/><Relationship Id="rId19" Type="http://schemas.openxmlformats.org/officeDocument/2006/relationships/oleObject" Target="../embeddings/oleObject878.bin"/><Relationship Id="rId4" Type="http://schemas.openxmlformats.org/officeDocument/2006/relationships/image" Target="../media/image708.wmf"/><Relationship Id="rId9" Type="http://schemas.openxmlformats.org/officeDocument/2006/relationships/oleObject" Target="../embeddings/oleObject873.bin"/><Relationship Id="rId14" Type="http://schemas.openxmlformats.org/officeDocument/2006/relationships/image" Target="../media/image713.wmf"/><Relationship Id="rId22" Type="http://schemas.openxmlformats.org/officeDocument/2006/relationships/image" Target="../media/image717.wmf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7.wmf"/><Relationship Id="rId13" Type="http://schemas.openxmlformats.org/officeDocument/2006/relationships/oleObject" Target="../embeddings/oleObject885.bin"/><Relationship Id="rId18" Type="http://schemas.openxmlformats.org/officeDocument/2006/relationships/image" Target="../media/image382.wmf"/><Relationship Id="rId26" Type="http://schemas.openxmlformats.org/officeDocument/2006/relationships/image" Target="../media/image386.wmf"/><Relationship Id="rId3" Type="http://schemas.openxmlformats.org/officeDocument/2006/relationships/oleObject" Target="../embeddings/oleObject880.bin"/><Relationship Id="rId21" Type="http://schemas.openxmlformats.org/officeDocument/2006/relationships/oleObject" Target="../embeddings/oleObject889.bin"/><Relationship Id="rId7" Type="http://schemas.openxmlformats.org/officeDocument/2006/relationships/oleObject" Target="../embeddings/oleObject882.bin"/><Relationship Id="rId12" Type="http://schemas.openxmlformats.org/officeDocument/2006/relationships/image" Target="../media/image379.wmf"/><Relationship Id="rId17" Type="http://schemas.openxmlformats.org/officeDocument/2006/relationships/oleObject" Target="../embeddings/oleObject887.bin"/><Relationship Id="rId25" Type="http://schemas.openxmlformats.org/officeDocument/2006/relationships/oleObject" Target="../embeddings/oleObject89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81.wmf"/><Relationship Id="rId20" Type="http://schemas.openxmlformats.org/officeDocument/2006/relationships/image" Target="../media/image383.wmf"/><Relationship Id="rId1" Type="http://schemas.openxmlformats.org/officeDocument/2006/relationships/vmlDrawing" Target="../drawings/vmlDrawing112.vml"/><Relationship Id="rId6" Type="http://schemas.openxmlformats.org/officeDocument/2006/relationships/image" Target="../media/image376.wmf"/><Relationship Id="rId11" Type="http://schemas.openxmlformats.org/officeDocument/2006/relationships/oleObject" Target="../embeddings/oleObject884.bin"/><Relationship Id="rId24" Type="http://schemas.openxmlformats.org/officeDocument/2006/relationships/image" Target="../media/image385.wmf"/><Relationship Id="rId5" Type="http://schemas.openxmlformats.org/officeDocument/2006/relationships/oleObject" Target="../embeddings/oleObject881.bin"/><Relationship Id="rId15" Type="http://schemas.openxmlformats.org/officeDocument/2006/relationships/oleObject" Target="../embeddings/oleObject886.bin"/><Relationship Id="rId23" Type="http://schemas.openxmlformats.org/officeDocument/2006/relationships/oleObject" Target="../embeddings/oleObject890.bin"/><Relationship Id="rId28" Type="http://schemas.openxmlformats.org/officeDocument/2006/relationships/image" Target="../media/image387.wmf"/><Relationship Id="rId10" Type="http://schemas.openxmlformats.org/officeDocument/2006/relationships/image" Target="../media/image378.wmf"/><Relationship Id="rId19" Type="http://schemas.openxmlformats.org/officeDocument/2006/relationships/oleObject" Target="../embeddings/oleObject888.bin"/><Relationship Id="rId4" Type="http://schemas.openxmlformats.org/officeDocument/2006/relationships/image" Target="../media/image375.wmf"/><Relationship Id="rId9" Type="http://schemas.openxmlformats.org/officeDocument/2006/relationships/oleObject" Target="../embeddings/oleObject883.bin"/><Relationship Id="rId14" Type="http://schemas.openxmlformats.org/officeDocument/2006/relationships/image" Target="../media/image380.wmf"/><Relationship Id="rId22" Type="http://schemas.openxmlformats.org/officeDocument/2006/relationships/image" Target="../media/image384.wmf"/><Relationship Id="rId27" Type="http://schemas.openxmlformats.org/officeDocument/2006/relationships/oleObject" Target="../embeddings/oleObject892.bin"/></Relationships>
</file>

<file path=ppt/slides/_rels/slide1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9.wmf"/><Relationship Id="rId13" Type="http://schemas.openxmlformats.org/officeDocument/2006/relationships/oleObject" Target="../embeddings/oleObject898.bin"/><Relationship Id="rId18" Type="http://schemas.openxmlformats.org/officeDocument/2006/relationships/image" Target="../media/image376.wmf"/><Relationship Id="rId3" Type="http://schemas.openxmlformats.org/officeDocument/2006/relationships/oleObject" Target="../embeddings/oleObject893.bin"/><Relationship Id="rId21" Type="http://schemas.openxmlformats.org/officeDocument/2006/relationships/oleObject" Target="../embeddings/oleObject902.bin"/><Relationship Id="rId7" Type="http://schemas.openxmlformats.org/officeDocument/2006/relationships/oleObject" Target="../embeddings/oleObject895.bin"/><Relationship Id="rId12" Type="http://schemas.openxmlformats.org/officeDocument/2006/relationships/image" Target="../media/image391.wmf"/><Relationship Id="rId17" Type="http://schemas.openxmlformats.org/officeDocument/2006/relationships/oleObject" Target="../embeddings/oleObject90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93.wmf"/><Relationship Id="rId20" Type="http://schemas.openxmlformats.org/officeDocument/2006/relationships/image" Target="../media/image377.wmf"/><Relationship Id="rId1" Type="http://schemas.openxmlformats.org/officeDocument/2006/relationships/vmlDrawing" Target="../drawings/vmlDrawing113.vml"/><Relationship Id="rId6" Type="http://schemas.openxmlformats.org/officeDocument/2006/relationships/image" Target="../media/image388.wmf"/><Relationship Id="rId11" Type="http://schemas.openxmlformats.org/officeDocument/2006/relationships/oleObject" Target="../embeddings/oleObject897.bin"/><Relationship Id="rId24" Type="http://schemas.openxmlformats.org/officeDocument/2006/relationships/image" Target="../media/image379.wmf"/><Relationship Id="rId5" Type="http://schemas.openxmlformats.org/officeDocument/2006/relationships/oleObject" Target="../embeddings/oleObject894.bin"/><Relationship Id="rId15" Type="http://schemas.openxmlformats.org/officeDocument/2006/relationships/oleObject" Target="../embeddings/oleObject899.bin"/><Relationship Id="rId23" Type="http://schemas.openxmlformats.org/officeDocument/2006/relationships/oleObject" Target="../embeddings/oleObject903.bin"/><Relationship Id="rId10" Type="http://schemas.openxmlformats.org/officeDocument/2006/relationships/image" Target="../media/image390.wmf"/><Relationship Id="rId19" Type="http://schemas.openxmlformats.org/officeDocument/2006/relationships/oleObject" Target="../embeddings/oleObject901.bin"/><Relationship Id="rId4" Type="http://schemas.openxmlformats.org/officeDocument/2006/relationships/image" Target="../media/image381.wmf"/><Relationship Id="rId9" Type="http://schemas.openxmlformats.org/officeDocument/2006/relationships/oleObject" Target="../embeddings/oleObject896.bin"/><Relationship Id="rId14" Type="http://schemas.openxmlformats.org/officeDocument/2006/relationships/image" Target="../media/image392.wmf"/><Relationship Id="rId22" Type="http://schemas.openxmlformats.org/officeDocument/2006/relationships/image" Target="../media/image378.wmf"/></Relationships>
</file>

<file path=ppt/slides/_rels/slide1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6.wmf"/><Relationship Id="rId13" Type="http://schemas.openxmlformats.org/officeDocument/2006/relationships/oleObject" Target="../embeddings/oleObject909.bin"/><Relationship Id="rId3" Type="http://schemas.openxmlformats.org/officeDocument/2006/relationships/oleObject" Target="../embeddings/oleObject904.bin"/><Relationship Id="rId7" Type="http://schemas.openxmlformats.org/officeDocument/2006/relationships/oleObject" Target="../embeddings/oleObject906.bin"/><Relationship Id="rId12" Type="http://schemas.openxmlformats.org/officeDocument/2006/relationships/image" Target="../media/image37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4.vml"/><Relationship Id="rId6" Type="http://schemas.openxmlformats.org/officeDocument/2006/relationships/image" Target="../media/image394.wmf"/><Relationship Id="rId11" Type="http://schemas.openxmlformats.org/officeDocument/2006/relationships/oleObject" Target="../embeddings/oleObject908.bin"/><Relationship Id="rId5" Type="http://schemas.openxmlformats.org/officeDocument/2006/relationships/oleObject" Target="../embeddings/oleObject905.bin"/><Relationship Id="rId10" Type="http://schemas.openxmlformats.org/officeDocument/2006/relationships/image" Target="../media/image377.wmf"/><Relationship Id="rId4" Type="http://schemas.openxmlformats.org/officeDocument/2006/relationships/image" Target="../media/image382.wmf"/><Relationship Id="rId9" Type="http://schemas.openxmlformats.org/officeDocument/2006/relationships/oleObject" Target="../embeddings/oleObject907.bin"/><Relationship Id="rId14" Type="http://schemas.openxmlformats.org/officeDocument/2006/relationships/image" Target="../media/image379.wmf"/></Relationships>
</file>

<file path=ppt/slides/_rels/slide1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0.wmf"/><Relationship Id="rId3" Type="http://schemas.openxmlformats.org/officeDocument/2006/relationships/oleObject" Target="../embeddings/oleObject910.bin"/><Relationship Id="rId7" Type="http://schemas.openxmlformats.org/officeDocument/2006/relationships/oleObject" Target="../embeddings/oleObject9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5.vml"/><Relationship Id="rId6" Type="http://schemas.openxmlformats.org/officeDocument/2006/relationships/image" Target="../media/image719.wmf"/><Relationship Id="rId5" Type="http://schemas.openxmlformats.org/officeDocument/2006/relationships/oleObject" Target="../embeddings/oleObject911.bin"/><Relationship Id="rId10" Type="http://schemas.openxmlformats.org/officeDocument/2006/relationships/image" Target="../media/image721.wmf"/><Relationship Id="rId4" Type="http://schemas.openxmlformats.org/officeDocument/2006/relationships/image" Target="../media/image718.wmf"/><Relationship Id="rId9" Type="http://schemas.openxmlformats.org/officeDocument/2006/relationships/oleObject" Target="../embeddings/oleObject913.bin"/></Relationships>
</file>

<file path=ppt/slides/_rels/slide1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3.wmf"/><Relationship Id="rId13" Type="http://schemas.openxmlformats.org/officeDocument/2006/relationships/oleObject" Target="../embeddings/oleObject919.bin"/><Relationship Id="rId18" Type="http://schemas.openxmlformats.org/officeDocument/2006/relationships/image" Target="../media/image728.wmf"/><Relationship Id="rId3" Type="http://schemas.openxmlformats.org/officeDocument/2006/relationships/oleObject" Target="../embeddings/oleObject914.bin"/><Relationship Id="rId7" Type="http://schemas.openxmlformats.org/officeDocument/2006/relationships/oleObject" Target="../embeddings/oleObject916.bin"/><Relationship Id="rId12" Type="http://schemas.openxmlformats.org/officeDocument/2006/relationships/image" Target="../media/image725.wmf"/><Relationship Id="rId17" Type="http://schemas.openxmlformats.org/officeDocument/2006/relationships/oleObject" Target="../embeddings/oleObject92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27.wmf"/><Relationship Id="rId20" Type="http://schemas.openxmlformats.org/officeDocument/2006/relationships/image" Target="../media/image729.wmf"/><Relationship Id="rId1" Type="http://schemas.openxmlformats.org/officeDocument/2006/relationships/vmlDrawing" Target="../drawings/vmlDrawing116.vml"/><Relationship Id="rId6" Type="http://schemas.openxmlformats.org/officeDocument/2006/relationships/image" Target="../media/image722.wmf"/><Relationship Id="rId11" Type="http://schemas.openxmlformats.org/officeDocument/2006/relationships/oleObject" Target="../embeddings/oleObject918.bin"/><Relationship Id="rId5" Type="http://schemas.openxmlformats.org/officeDocument/2006/relationships/oleObject" Target="../embeddings/oleObject915.bin"/><Relationship Id="rId15" Type="http://schemas.openxmlformats.org/officeDocument/2006/relationships/oleObject" Target="../embeddings/oleObject920.bin"/><Relationship Id="rId10" Type="http://schemas.openxmlformats.org/officeDocument/2006/relationships/image" Target="../media/image724.wmf"/><Relationship Id="rId19" Type="http://schemas.openxmlformats.org/officeDocument/2006/relationships/oleObject" Target="../embeddings/oleObject922.bin"/><Relationship Id="rId4" Type="http://schemas.openxmlformats.org/officeDocument/2006/relationships/image" Target="../media/image718.wmf"/><Relationship Id="rId9" Type="http://schemas.openxmlformats.org/officeDocument/2006/relationships/oleObject" Target="../embeddings/oleObject917.bin"/><Relationship Id="rId14" Type="http://schemas.openxmlformats.org/officeDocument/2006/relationships/image" Target="../media/image726.wmf"/></Relationships>
</file>

<file path=ppt/slides/_rels/slide1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9.wmf"/><Relationship Id="rId13" Type="http://schemas.openxmlformats.org/officeDocument/2006/relationships/oleObject" Target="../embeddings/oleObject928.bin"/><Relationship Id="rId18" Type="http://schemas.openxmlformats.org/officeDocument/2006/relationships/image" Target="../media/image734.wmf"/><Relationship Id="rId3" Type="http://schemas.openxmlformats.org/officeDocument/2006/relationships/oleObject" Target="../embeddings/oleObject923.bin"/><Relationship Id="rId21" Type="http://schemas.openxmlformats.org/officeDocument/2006/relationships/oleObject" Target="../embeddings/oleObject932.bin"/><Relationship Id="rId7" Type="http://schemas.openxmlformats.org/officeDocument/2006/relationships/oleObject" Target="../embeddings/oleObject925.bin"/><Relationship Id="rId12" Type="http://schemas.openxmlformats.org/officeDocument/2006/relationships/image" Target="../media/image731.emf"/><Relationship Id="rId17" Type="http://schemas.openxmlformats.org/officeDocument/2006/relationships/oleObject" Target="../embeddings/oleObject93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33.emf"/><Relationship Id="rId20" Type="http://schemas.openxmlformats.org/officeDocument/2006/relationships/image" Target="../media/image735.emf"/><Relationship Id="rId1" Type="http://schemas.openxmlformats.org/officeDocument/2006/relationships/vmlDrawing" Target="../drawings/vmlDrawing117.vml"/><Relationship Id="rId6" Type="http://schemas.openxmlformats.org/officeDocument/2006/relationships/image" Target="../media/image728.wmf"/><Relationship Id="rId11" Type="http://schemas.openxmlformats.org/officeDocument/2006/relationships/oleObject" Target="../embeddings/oleObject927.bin"/><Relationship Id="rId5" Type="http://schemas.openxmlformats.org/officeDocument/2006/relationships/oleObject" Target="../embeddings/oleObject924.bin"/><Relationship Id="rId15" Type="http://schemas.openxmlformats.org/officeDocument/2006/relationships/oleObject" Target="../embeddings/oleObject929.bin"/><Relationship Id="rId10" Type="http://schemas.openxmlformats.org/officeDocument/2006/relationships/image" Target="../media/image730.wmf"/><Relationship Id="rId19" Type="http://schemas.openxmlformats.org/officeDocument/2006/relationships/oleObject" Target="../embeddings/oleObject931.bin"/><Relationship Id="rId4" Type="http://schemas.openxmlformats.org/officeDocument/2006/relationships/image" Target="../media/image727.wmf"/><Relationship Id="rId9" Type="http://schemas.openxmlformats.org/officeDocument/2006/relationships/oleObject" Target="../embeddings/oleObject926.bin"/><Relationship Id="rId14" Type="http://schemas.openxmlformats.org/officeDocument/2006/relationships/image" Target="../media/image732.wmf"/><Relationship Id="rId22" Type="http://schemas.openxmlformats.org/officeDocument/2006/relationships/image" Target="../media/image736.wmf"/></Relationships>
</file>

<file path=ppt/slides/_rels/slide1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9.wmf"/><Relationship Id="rId3" Type="http://schemas.openxmlformats.org/officeDocument/2006/relationships/oleObject" Target="../embeddings/oleObject933.bin"/><Relationship Id="rId7" Type="http://schemas.openxmlformats.org/officeDocument/2006/relationships/oleObject" Target="../embeddings/oleObject93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8.vml"/><Relationship Id="rId6" Type="http://schemas.openxmlformats.org/officeDocument/2006/relationships/image" Target="../media/image738.wmf"/><Relationship Id="rId5" Type="http://schemas.openxmlformats.org/officeDocument/2006/relationships/oleObject" Target="../embeddings/oleObject934.bin"/><Relationship Id="rId4" Type="http://schemas.openxmlformats.org/officeDocument/2006/relationships/image" Target="../media/image737.wmf"/></Relationships>
</file>

<file path=ppt/slides/_rels/slide1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2.wmf"/><Relationship Id="rId13" Type="http://schemas.openxmlformats.org/officeDocument/2006/relationships/oleObject" Target="../embeddings/oleObject941.bin"/><Relationship Id="rId3" Type="http://schemas.openxmlformats.org/officeDocument/2006/relationships/oleObject" Target="../embeddings/oleObject936.bin"/><Relationship Id="rId7" Type="http://schemas.openxmlformats.org/officeDocument/2006/relationships/oleObject" Target="../embeddings/oleObject938.bin"/><Relationship Id="rId12" Type="http://schemas.openxmlformats.org/officeDocument/2006/relationships/image" Target="../media/image74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9.vml"/><Relationship Id="rId6" Type="http://schemas.openxmlformats.org/officeDocument/2006/relationships/image" Target="../media/image741.wmf"/><Relationship Id="rId11" Type="http://schemas.openxmlformats.org/officeDocument/2006/relationships/oleObject" Target="../embeddings/oleObject940.bin"/><Relationship Id="rId5" Type="http://schemas.openxmlformats.org/officeDocument/2006/relationships/oleObject" Target="../embeddings/oleObject937.bin"/><Relationship Id="rId10" Type="http://schemas.openxmlformats.org/officeDocument/2006/relationships/image" Target="../media/image743.wmf"/><Relationship Id="rId4" Type="http://schemas.openxmlformats.org/officeDocument/2006/relationships/image" Target="../media/image740.wmf"/><Relationship Id="rId9" Type="http://schemas.openxmlformats.org/officeDocument/2006/relationships/oleObject" Target="../embeddings/oleObject939.bin"/><Relationship Id="rId14" Type="http://schemas.openxmlformats.org/officeDocument/2006/relationships/image" Target="../media/image745.wmf"/></Relationships>
</file>

<file path=ppt/slides/_rels/slide1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4.wmf"/><Relationship Id="rId13" Type="http://schemas.openxmlformats.org/officeDocument/2006/relationships/oleObject" Target="../embeddings/oleObject947.bin"/><Relationship Id="rId3" Type="http://schemas.openxmlformats.org/officeDocument/2006/relationships/oleObject" Target="../embeddings/oleObject942.bin"/><Relationship Id="rId7" Type="http://schemas.openxmlformats.org/officeDocument/2006/relationships/oleObject" Target="../embeddings/oleObject944.bin"/><Relationship Id="rId12" Type="http://schemas.openxmlformats.org/officeDocument/2006/relationships/image" Target="../media/image74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0.vml"/><Relationship Id="rId6" Type="http://schemas.openxmlformats.org/officeDocument/2006/relationships/image" Target="../media/image743.wmf"/><Relationship Id="rId11" Type="http://schemas.openxmlformats.org/officeDocument/2006/relationships/oleObject" Target="../embeddings/oleObject946.bin"/><Relationship Id="rId5" Type="http://schemas.openxmlformats.org/officeDocument/2006/relationships/oleObject" Target="../embeddings/oleObject943.bin"/><Relationship Id="rId10" Type="http://schemas.openxmlformats.org/officeDocument/2006/relationships/image" Target="../media/image745.wmf"/><Relationship Id="rId4" Type="http://schemas.openxmlformats.org/officeDocument/2006/relationships/image" Target="../media/image742.wmf"/><Relationship Id="rId9" Type="http://schemas.openxmlformats.org/officeDocument/2006/relationships/oleObject" Target="../embeddings/oleObject945.bin"/><Relationship Id="rId14" Type="http://schemas.openxmlformats.org/officeDocument/2006/relationships/image" Target="../media/image741.wmf"/></Relationships>
</file>

<file path=ppt/slides/_rels/slide1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9.wmf"/><Relationship Id="rId13" Type="http://schemas.openxmlformats.org/officeDocument/2006/relationships/oleObject" Target="../embeddings/oleObject953.bin"/><Relationship Id="rId3" Type="http://schemas.openxmlformats.org/officeDocument/2006/relationships/oleObject" Target="../embeddings/oleObject948.bin"/><Relationship Id="rId7" Type="http://schemas.openxmlformats.org/officeDocument/2006/relationships/oleObject" Target="../embeddings/oleObject950.bin"/><Relationship Id="rId12" Type="http://schemas.openxmlformats.org/officeDocument/2006/relationships/image" Target="../media/image74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1.vml"/><Relationship Id="rId6" Type="http://schemas.openxmlformats.org/officeDocument/2006/relationships/image" Target="../media/image748.wmf"/><Relationship Id="rId11" Type="http://schemas.openxmlformats.org/officeDocument/2006/relationships/oleObject" Target="../embeddings/oleObject952.bin"/><Relationship Id="rId5" Type="http://schemas.openxmlformats.org/officeDocument/2006/relationships/oleObject" Target="../embeddings/oleObject949.bin"/><Relationship Id="rId10" Type="http://schemas.openxmlformats.org/officeDocument/2006/relationships/image" Target="../media/image750.wmf"/><Relationship Id="rId4" Type="http://schemas.openxmlformats.org/officeDocument/2006/relationships/image" Target="../media/image747.wmf"/><Relationship Id="rId9" Type="http://schemas.openxmlformats.org/officeDocument/2006/relationships/oleObject" Target="../embeddings/oleObject951.bin"/><Relationship Id="rId14" Type="http://schemas.openxmlformats.org/officeDocument/2006/relationships/image" Target="../media/image741.wmf"/></Relationships>
</file>

<file path=ppt/slides/_rels/slide1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1.wmf"/><Relationship Id="rId3" Type="http://schemas.openxmlformats.org/officeDocument/2006/relationships/oleObject" Target="../embeddings/oleObject954.bin"/><Relationship Id="rId7" Type="http://schemas.openxmlformats.org/officeDocument/2006/relationships/oleObject" Target="../embeddings/oleObject956.bin"/><Relationship Id="rId12" Type="http://schemas.openxmlformats.org/officeDocument/2006/relationships/image" Target="../media/image75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2.vml"/><Relationship Id="rId6" Type="http://schemas.openxmlformats.org/officeDocument/2006/relationships/image" Target="../media/image738.wmf"/><Relationship Id="rId11" Type="http://schemas.openxmlformats.org/officeDocument/2006/relationships/oleObject" Target="../embeddings/oleObject958.bin"/><Relationship Id="rId5" Type="http://schemas.openxmlformats.org/officeDocument/2006/relationships/oleObject" Target="../embeddings/oleObject955.bin"/><Relationship Id="rId10" Type="http://schemas.openxmlformats.org/officeDocument/2006/relationships/image" Target="../media/image752.wmf"/><Relationship Id="rId4" Type="http://schemas.openxmlformats.org/officeDocument/2006/relationships/image" Target="../media/image737.wmf"/><Relationship Id="rId9" Type="http://schemas.openxmlformats.org/officeDocument/2006/relationships/oleObject" Target="../embeddings/oleObject957.bin"/></Relationships>
</file>

<file path=ppt/slides/_rels/slide1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5.wmf"/><Relationship Id="rId13" Type="http://schemas.openxmlformats.org/officeDocument/2006/relationships/oleObject" Target="../embeddings/oleObject964.bin"/><Relationship Id="rId3" Type="http://schemas.openxmlformats.org/officeDocument/2006/relationships/oleObject" Target="../embeddings/oleObject959.bin"/><Relationship Id="rId7" Type="http://schemas.openxmlformats.org/officeDocument/2006/relationships/oleObject" Target="../embeddings/oleObject961.bin"/><Relationship Id="rId12" Type="http://schemas.openxmlformats.org/officeDocument/2006/relationships/image" Target="../media/image75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3.vml"/><Relationship Id="rId6" Type="http://schemas.openxmlformats.org/officeDocument/2006/relationships/image" Target="../media/image737.wmf"/><Relationship Id="rId11" Type="http://schemas.openxmlformats.org/officeDocument/2006/relationships/oleObject" Target="../embeddings/oleObject963.bin"/><Relationship Id="rId5" Type="http://schemas.openxmlformats.org/officeDocument/2006/relationships/oleObject" Target="../embeddings/oleObject960.bin"/><Relationship Id="rId10" Type="http://schemas.openxmlformats.org/officeDocument/2006/relationships/image" Target="../media/image756.wmf"/><Relationship Id="rId4" Type="http://schemas.openxmlformats.org/officeDocument/2006/relationships/image" Target="../media/image754.wmf"/><Relationship Id="rId9" Type="http://schemas.openxmlformats.org/officeDocument/2006/relationships/oleObject" Target="../embeddings/oleObject962.bin"/><Relationship Id="rId14" Type="http://schemas.openxmlformats.org/officeDocument/2006/relationships/image" Target="../media/image758.wmf"/></Relationships>
</file>

<file path=ppt/slides/_rels/slide1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0.wmf"/><Relationship Id="rId13" Type="http://schemas.openxmlformats.org/officeDocument/2006/relationships/oleObject" Target="../embeddings/oleObject970.bin"/><Relationship Id="rId3" Type="http://schemas.openxmlformats.org/officeDocument/2006/relationships/oleObject" Target="../embeddings/oleObject965.bin"/><Relationship Id="rId7" Type="http://schemas.openxmlformats.org/officeDocument/2006/relationships/oleObject" Target="../embeddings/oleObject967.bin"/><Relationship Id="rId12" Type="http://schemas.openxmlformats.org/officeDocument/2006/relationships/image" Target="../media/image76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4.vml"/><Relationship Id="rId6" Type="http://schemas.openxmlformats.org/officeDocument/2006/relationships/image" Target="../media/image737.wmf"/><Relationship Id="rId11" Type="http://schemas.openxmlformats.org/officeDocument/2006/relationships/oleObject" Target="../embeddings/oleObject969.bin"/><Relationship Id="rId5" Type="http://schemas.openxmlformats.org/officeDocument/2006/relationships/oleObject" Target="../embeddings/oleObject966.bin"/><Relationship Id="rId10" Type="http://schemas.openxmlformats.org/officeDocument/2006/relationships/image" Target="../media/image761.wmf"/><Relationship Id="rId4" Type="http://schemas.openxmlformats.org/officeDocument/2006/relationships/image" Target="../media/image759.wmf"/><Relationship Id="rId9" Type="http://schemas.openxmlformats.org/officeDocument/2006/relationships/oleObject" Target="../embeddings/oleObject968.bin"/><Relationship Id="rId14" Type="http://schemas.openxmlformats.org/officeDocument/2006/relationships/image" Target="../media/image763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E5809-8ADC-4ACC-B55F-A449E4C9AED5}" type="slidenum">
              <a:rPr lang="zh-CN" altLang="en-US"/>
              <a:pPr/>
              <a:t>1</a:t>
            </a:fld>
            <a:endParaRPr lang="zh-CN" altLang="en-US"/>
          </a:p>
        </p:txBody>
      </p:sp>
      <p:sp>
        <p:nvSpPr>
          <p:cNvPr id="837635" name="WordArt 3"/>
          <p:cNvSpPr>
            <a:spLocks noChangeArrowheads="1" noChangeShapeType="1" noTextEdit="1"/>
          </p:cNvSpPr>
          <p:nvPr/>
        </p:nvSpPr>
        <p:spPr bwMode="auto">
          <a:xfrm rot="-228073">
            <a:off x="1295400" y="2132013"/>
            <a:ext cx="6781800" cy="236220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47597"/>
              </a:avLst>
            </a:prstTxWarp>
            <a:scene3d>
              <a:camera prst="legacyPerspectiveBottomRight">
                <a:rot lat="0" lon="21239999" rev="0"/>
              </a:camera>
              <a:lightRig rig="legacyHarsh3" dir="l"/>
            </a:scene3d>
            <a:sp3d extrusionH="430200" prstMaterial="legacyMatte">
              <a:extrusionClr>
                <a:srgbClr val="C0C0C0"/>
              </a:extrusionClr>
              <a:contourClr>
                <a:srgbClr val="FFFF00"/>
              </a:contourClr>
            </a:sp3d>
          </a:bodyPr>
          <a:lstStyle/>
          <a:p>
            <a:pPr algn="ctr"/>
            <a:r>
              <a:rPr lang="zh-CN" altLang="en-US" sz="3600" kern="10">
                <a:ln w="9525">
                  <a:round/>
                  <a:headEnd/>
                  <a:tailEnd/>
                </a:ln>
                <a:gradFill rotWithShape="0">
                  <a:gsLst>
                    <a:gs pos="0">
                      <a:srgbClr val="FFFF00"/>
                    </a:gs>
                    <a:gs pos="100000">
                      <a:srgbClr val="FFFF00"/>
                    </a:gs>
                  </a:gsLst>
                  <a:lin ang="5628073" scaled="1"/>
                </a:gradFill>
                <a:latin typeface="宋体" panose="02010600030101010101" pitchFamily="2" charset="-122"/>
              </a:rPr>
              <a:t>线性方程组</a:t>
            </a:r>
          </a:p>
        </p:txBody>
      </p:sp>
      <p:sp>
        <p:nvSpPr>
          <p:cNvPr id="837636" name="Rectangle 4"/>
          <p:cNvSpPr>
            <a:spLocks noGrp="1" noChangeArrowheads="1"/>
          </p:cNvSpPr>
          <p:nvPr>
            <p:ph type="title"/>
          </p:nvPr>
        </p:nvSpPr>
        <p:spPr>
          <a:xfrm>
            <a:off x="762000" y="304800"/>
            <a:ext cx="7772400" cy="1524000"/>
          </a:xfrm>
        </p:spPr>
        <p:txBody>
          <a:bodyPr/>
          <a:lstStyle/>
          <a:p>
            <a:r>
              <a:rPr lang="zh-CN" altLang="en-US" sz="12000" b="1">
                <a:solidFill>
                  <a:srgbClr val="FFFFFF"/>
                </a:solidFill>
                <a:ea typeface="隶书" panose="02010509060101010101" pitchFamily="49" charset="-122"/>
              </a:rPr>
              <a:t>第三章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FDD62-2DE3-4D98-ADE2-A05AF9A9C18F}" type="slidenum">
              <a:rPr lang="zh-CN" altLang="en-US"/>
              <a:pPr/>
              <a:t>2</a:t>
            </a:fld>
            <a:endParaRPr lang="zh-CN" altLang="en-US"/>
          </a:p>
        </p:txBody>
      </p:sp>
      <p:sp>
        <p:nvSpPr>
          <p:cNvPr id="1011714" name="Text Box 2"/>
          <p:cNvSpPr txBox="1">
            <a:spLocks noChangeArrowheads="1"/>
          </p:cNvSpPr>
          <p:nvPr/>
        </p:nvSpPr>
        <p:spPr bwMode="auto">
          <a:xfrm>
            <a:off x="396875" y="381000"/>
            <a:ext cx="71310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</a:rPr>
              <a:t>本章讨论关于</a:t>
            </a:r>
            <a:r>
              <a:rPr lang="zh-CN" altLang="en-US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线性方程组</a:t>
            </a:r>
            <a:r>
              <a:rPr lang="zh-CN" altLang="en-US">
                <a:latin typeface="宋体" panose="02010600030101010101" pitchFamily="2" charset="-122"/>
              </a:rPr>
              <a:t>的两个问题：</a:t>
            </a:r>
            <a:r>
              <a:rPr lang="zh-CN" altLang="en-US"/>
              <a:t> </a:t>
            </a:r>
          </a:p>
        </p:txBody>
      </p:sp>
      <p:sp>
        <p:nvSpPr>
          <p:cNvPr id="1011715" name="Text Box 3"/>
          <p:cNvSpPr txBox="1">
            <a:spLocks noChangeArrowheads="1"/>
          </p:cNvSpPr>
          <p:nvPr/>
        </p:nvSpPr>
        <p:spPr bwMode="auto">
          <a:xfrm>
            <a:off x="381000" y="1066800"/>
            <a:ext cx="827405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/>
              <a:t>一、探讨 </a:t>
            </a:r>
            <a:r>
              <a:rPr lang="en-US" altLang="zh-CN" i="1"/>
              <a:t>n </a:t>
            </a:r>
            <a:r>
              <a:rPr lang="zh-CN" altLang="en-US"/>
              <a:t>个未知数 </a:t>
            </a:r>
            <a:r>
              <a:rPr lang="en-US" altLang="zh-CN" i="1"/>
              <a:t>m </a:t>
            </a:r>
            <a:r>
              <a:rPr lang="zh-CN" altLang="en-US"/>
              <a:t>个方程的线性方程组的解法</a:t>
            </a:r>
            <a:r>
              <a:rPr lang="zh-CN" altLang="en-US">
                <a:latin typeface="宋体" panose="02010600030101010101" pitchFamily="2" charset="-122"/>
              </a:rPr>
              <a:t>（即下面介绍的</a:t>
            </a:r>
            <a:r>
              <a:rPr lang="zh-CN" altLang="en-US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高斯消元法</a:t>
            </a:r>
            <a:r>
              <a:rPr lang="zh-CN" altLang="en-US">
                <a:latin typeface="宋体" panose="02010600030101010101" pitchFamily="2" charset="-122"/>
              </a:rPr>
              <a:t>）。</a:t>
            </a:r>
            <a:r>
              <a:rPr lang="zh-CN" altLang="en-US"/>
              <a:t> </a:t>
            </a:r>
          </a:p>
        </p:txBody>
      </p:sp>
      <p:sp>
        <p:nvSpPr>
          <p:cNvPr id="1011716" name="Text Box 4"/>
          <p:cNvSpPr txBox="1">
            <a:spLocks noChangeArrowheads="1"/>
          </p:cNvSpPr>
          <p:nvPr/>
        </p:nvSpPr>
        <p:spPr bwMode="auto">
          <a:xfrm>
            <a:off x="381000" y="2255838"/>
            <a:ext cx="8274050" cy="1630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>
                <a:latin typeface="宋体" panose="02010600030101010101" pitchFamily="2" charset="-122"/>
              </a:rPr>
              <a:t>二、从理论上探讨线性方程组解的情况：何时有解，何时无解。若有解，则有多少组解；若有无穷多解，如何表示。</a:t>
            </a:r>
            <a:r>
              <a:rPr lang="zh-CN" altLang="en-US"/>
              <a:t> </a:t>
            </a:r>
          </a:p>
        </p:txBody>
      </p:sp>
      <p:sp>
        <p:nvSpPr>
          <p:cNvPr id="1011717" name="Text Box 5"/>
          <p:cNvSpPr txBox="1">
            <a:spLocks noChangeArrowheads="1"/>
          </p:cNvSpPr>
          <p:nvPr/>
        </p:nvSpPr>
        <p:spPr bwMode="auto">
          <a:xfrm>
            <a:off x="381000" y="3886200"/>
            <a:ext cx="8289925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/>
              <a:t>    运用 </a:t>
            </a:r>
            <a:r>
              <a:rPr lang="en-US" altLang="zh-CN" i="1"/>
              <a:t>n </a:t>
            </a:r>
            <a:r>
              <a:rPr lang="zh-CN" altLang="en-US"/>
              <a:t>维</a:t>
            </a:r>
            <a:r>
              <a:rPr lang="zh-CN" altLang="en-US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向量</a:t>
            </a:r>
            <a:r>
              <a:rPr lang="zh-CN" altLang="en-US">
                <a:latin typeface="宋体" panose="02010600030101010101" pitchFamily="2" charset="-122"/>
              </a:rPr>
              <a:t>的理论可全面地解决第二个方面的问题。</a:t>
            </a:r>
            <a:endParaRPr lang="zh-CN" altLang="en-US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11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11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11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11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1714" grpId="0" autoUpdateAnimBg="0"/>
      <p:bldP spid="1011715" grpId="0" autoUpdateAnimBg="0"/>
      <p:bldP spid="1011716" grpId="0" autoUpdateAnimBg="0"/>
      <p:bldP spid="1011717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72170-1814-4229-8742-E557A7575409}" type="slidenum">
              <a:rPr lang="zh-CN" altLang="en-US"/>
              <a:pPr/>
              <a:t>3</a:t>
            </a:fld>
            <a:endParaRPr lang="zh-CN" altLang="en-US"/>
          </a:p>
        </p:txBody>
      </p:sp>
      <p:sp>
        <p:nvSpPr>
          <p:cNvPr id="114176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305800" cy="685800"/>
          </a:xfrm>
        </p:spPr>
        <p:txBody>
          <a:bodyPr/>
          <a:lstStyle/>
          <a:p>
            <a:r>
              <a:rPr lang="zh-CN" altLang="en-US" sz="3600" b="1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第一节  线性方程组的消元解法</a:t>
            </a:r>
          </a:p>
        </p:txBody>
      </p:sp>
      <p:sp>
        <p:nvSpPr>
          <p:cNvPr id="1141768" name="Text Box 8"/>
          <p:cNvSpPr txBox="1">
            <a:spLocks noChangeArrowheads="1"/>
          </p:cNvSpPr>
          <p:nvPr/>
        </p:nvSpPr>
        <p:spPr bwMode="auto">
          <a:xfrm>
            <a:off x="533400" y="1143000"/>
            <a:ext cx="5943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例  </a:t>
            </a:r>
            <a:r>
              <a:rPr lang="zh-CN" altLang="en-US"/>
              <a:t>用高斯消元法解线性方程组</a:t>
            </a:r>
          </a:p>
        </p:txBody>
      </p:sp>
      <p:grpSp>
        <p:nvGrpSpPr>
          <p:cNvPr id="1141769" name="Group 9"/>
          <p:cNvGrpSpPr>
            <a:grpSpLocks/>
          </p:cNvGrpSpPr>
          <p:nvPr/>
        </p:nvGrpSpPr>
        <p:grpSpPr bwMode="auto">
          <a:xfrm>
            <a:off x="1676400" y="1752600"/>
            <a:ext cx="5829300" cy="2139950"/>
            <a:chOff x="1056" y="1104"/>
            <a:chExt cx="3672" cy="1348"/>
          </a:xfrm>
        </p:grpSpPr>
        <p:graphicFrame>
          <p:nvGraphicFramePr>
            <p:cNvPr id="1141770" name="Object 10"/>
            <p:cNvGraphicFramePr>
              <a:graphicFrameLocks noChangeAspect="1"/>
            </p:cNvGraphicFramePr>
            <p:nvPr/>
          </p:nvGraphicFramePr>
          <p:xfrm>
            <a:off x="4464" y="1632"/>
            <a:ext cx="264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1848" name="Equation" r:id="rId3" imgW="419040" imgH="393480" progId="Equation.3">
                    <p:embed/>
                  </p:oleObj>
                </mc:Choice>
                <mc:Fallback>
                  <p:oleObj name="Equation" r:id="rId3" imgW="419040" imgH="39348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" y="1632"/>
                          <a:ext cx="264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41771" name="Object 11"/>
            <p:cNvGraphicFramePr>
              <a:graphicFrameLocks noChangeAspect="1"/>
            </p:cNvGraphicFramePr>
            <p:nvPr/>
          </p:nvGraphicFramePr>
          <p:xfrm>
            <a:off x="1056" y="1104"/>
            <a:ext cx="2544" cy="13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1849" name="Equation" r:id="rId5" imgW="1701720" imgH="901440" progId="Equation.3">
                    <p:embed/>
                  </p:oleObj>
                </mc:Choice>
                <mc:Fallback>
                  <p:oleObj name="Equation" r:id="rId5" imgW="1701720" imgH="90144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1104"/>
                          <a:ext cx="2544" cy="13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141772" name="Group 12"/>
            <p:cNvGrpSpPr>
              <a:grpSpLocks/>
            </p:cNvGrpSpPr>
            <p:nvPr/>
          </p:nvGrpSpPr>
          <p:grpSpPr bwMode="auto">
            <a:xfrm>
              <a:off x="3744" y="1200"/>
              <a:ext cx="144" cy="144"/>
              <a:chOff x="3888" y="1680"/>
              <a:chExt cx="144" cy="144"/>
            </a:xfrm>
          </p:grpSpPr>
          <p:graphicFrame>
            <p:nvGraphicFramePr>
              <p:cNvPr id="1141773" name="Object 13"/>
              <p:cNvGraphicFramePr>
                <a:graphicFrameLocks noChangeAspect="1"/>
              </p:cNvGraphicFramePr>
              <p:nvPr/>
            </p:nvGraphicFramePr>
            <p:xfrm>
              <a:off x="3920" y="1680"/>
              <a:ext cx="84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41850" name="Equation" r:id="rId7" imgW="177480" imgH="304560" progId="Equation.3">
                      <p:embed/>
                    </p:oleObj>
                  </mc:Choice>
                  <mc:Fallback>
                    <p:oleObj name="Equation" r:id="rId7" imgW="177480" imgH="304560" progId="Equation.3">
                      <p:embed/>
                      <p:pic>
                        <p:nvPicPr>
                          <p:cNvPr id="0" name="Object 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20" y="1680"/>
                            <a:ext cx="84" cy="1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41774" name="Oval 14"/>
              <p:cNvSpPr>
                <a:spLocks noChangeArrowheads="1"/>
              </p:cNvSpPr>
              <p:nvPr/>
            </p:nvSpPr>
            <p:spPr bwMode="auto">
              <a:xfrm>
                <a:off x="3888" y="1680"/>
                <a:ext cx="144" cy="144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141775" name="Group 15"/>
            <p:cNvGrpSpPr>
              <a:grpSpLocks/>
            </p:cNvGrpSpPr>
            <p:nvPr/>
          </p:nvGrpSpPr>
          <p:grpSpPr bwMode="auto">
            <a:xfrm>
              <a:off x="3744" y="1872"/>
              <a:ext cx="144" cy="155"/>
              <a:chOff x="4720" y="1677"/>
              <a:chExt cx="144" cy="155"/>
            </a:xfrm>
          </p:grpSpPr>
          <p:graphicFrame>
            <p:nvGraphicFramePr>
              <p:cNvPr id="1141776" name="Object 16"/>
              <p:cNvGraphicFramePr>
                <a:graphicFrameLocks noChangeAspect="1"/>
              </p:cNvGraphicFramePr>
              <p:nvPr/>
            </p:nvGraphicFramePr>
            <p:xfrm>
              <a:off x="4743" y="1677"/>
              <a:ext cx="102" cy="1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41851" name="Equation" r:id="rId9" imgW="215640" imgH="317160" progId="Equation.3">
                      <p:embed/>
                    </p:oleObj>
                  </mc:Choice>
                  <mc:Fallback>
                    <p:oleObj name="Equation" r:id="rId9" imgW="215640" imgH="317160" progId="Equation.3">
                      <p:embed/>
                      <p:pic>
                        <p:nvPicPr>
                          <p:cNvPr id="0" name="Object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43" y="1677"/>
                            <a:ext cx="102" cy="1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41777" name="Oval 17"/>
              <p:cNvSpPr>
                <a:spLocks noChangeArrowheads="1"/>
              </p:cNvSpPr>
              <p:nvPr/>
            </p:nvSpPr>
            <p:spPr bwMode="auto">
              <a:xfrm>
                <a:off x="4720" y="1688"/>
                <a:ext cx="144" cy="144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141778" name="Group 18"/>
            <p:cNvGrpSpPr>
              <a:grpSpLocks/>
            </p:cNvGrpSpPr>
            <p:nvPr/>
          </p:nvGrpSpPr>
          <p:grpSpPr bwMode="auto">
            <a:xfrm>
              <a:off x="3744" y="2192"/>
              <a:ext cx="144" cy="152"/>
              <a:chOff x="5064" y="1728"/>
              <a:chExt cx="144" cy="152"/>
            </a:xfrm>
          </p:grpSpPr>
          <p:graphicFrame>
            <p:nvGraphicFramePr>
              <p:cNvPr id="1141779" name="Object 19"/>
              <p:cNvGraphicFramePr>
                <a:graphicFrameLocks noChangeAspect="1"/>
              </p:cNvGraphicFramePr>
              <p:nvPr/>
            </p:nvGraphicFramePr>
            <p:xfrm>
              <a:off x="5082" y="1728"/>
              <a:ext cx="96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41852" name="Equation" r:id="rId11" imgW="203040" imgH="304560" progId="Equation.3">
                      <p:embed/>
                    </p:oleObj>
                  </mc:Choice>
                  <mc:Fallback>
                    <p:oleObj name="Equation" r:id="rId11" imgW="203040" imgH="304560" progId="Equation.3">
                      <p:embed/>
                      <p:pic>
                        <p:nvPicPr>
                          <p:cNvPr id="0" name="Object 1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82" y="1728"/>
                            <a:ext cx="96" cy="1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41780" name="Oval 20"/>
              <p:cNvSpPr>
                <a:spLocks noChangeArrowheads="1"/>
              </p:cNvSpPr>
              <p:nvPr/>
            </p:nvSpPr>
            <p:spPr bwMode="auto">
              <a:xfrm>
                <a:off x="5064" y="1736"/>
                <a:ext cx="144" cy="144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141781" name="Group 21"/>
            <p:cNvGrpSpPr>
              <a:grpSpLocks/>
            </p:cNvGrpSpPr>
            <p:nvPr/>
          </p:nvGrpSpPr>
          <p:grpSpPr bwMode="auto">
            <a:xfrm>
              <a:off x="3744" y="1556"/>
              <a:ext cx="144" cy="152"/>
              <a:chOff x="4328" y="1680"/>
              <a:chExt cx="144" cy="152"/>
            </a:xfrm>
          </p:grpSpPr>
          <p:graphicFrame>
            <p:nvGraphicFramePr>
              <p:cNvPr id="1141782" name="Object 22"/>
              <p:cNvGraphicFramePr>
                <a:graphicFrameLocks noChangeAspect="1"/>
              </p:cNvGraphicFramePr>
              <p:nvPr/>
            </p:nvGraphicFramePr>
            <p:xfrm>
              <a:off x="4359" y="1680"/>
              <a:ext cx="102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41853" name="Equation" r:id="rId13" imgW="215640" imgH="304560" progId="Equation.3">
                      <p:embed/>
                    </p:oleObj>
                  </mc:Choice>
                  <mc:Fallback>
                    <p:oleObj name="Equation" r:id="rId13" imgW="215640" imgH="304560" progId="Equation.3">
                      <p:embed/>
                      <p:pic>
                        <p:nvPicPr>
                          <p:cNvPr id="0" name="Object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59" y="1680"/>
                            <a:ext cx="102" cy="1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41783" name="Oval 23"/>
              <p:cNvSpPr>
                <a:spLocks noChangeArrowheads="1"/>
              </p:cNvSpPr>
              <p:nvPr/>
            </p:nvSpPr>
            <p:spPr bwMode="auto">
              <a:xfrm>
                <a:off x="4328" y="1688"/>
                <a:ext cx="144" cy="144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1141784" name="Text Box 24"/>
          <p:cNvSpPr txBox="1">
            <a:spLocks noChangeArrowheads="1"/>
          </p:cNvSpPr>
          <p:nvPr/>
        </p:nvSpPr>
        <p:spPr bwMode="auto">
          <a:xfrm>
            <a:off x="533400" y="4038600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1141785" name="Object 25"/>
          <p:cNvGraphicFramePr>
            <a:graphicFrameLocks noChangeAspect="1"/>
          </p:cNvGraphicFramePr>
          <p:nvPr/>
        </p:nvGraphicFramePr>
        <p:xfrm>
          <a:off x="800100" y="4800600"/>
          <a:ext cx="419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1854" name="Equation" r:id="rId15" imgW="419040" imgH="393480" progId="Equation.3">
                  <p:embed/>
                </p:oleObj>
              </mc:Choice>
              <mc:Fallback>
                <p:oleObj name="Equation" r:id="rId15" imgW="419040" imgH="39348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" y="4800600"/>
                        <a:ext cx="4191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41786" name="Line 26"/>
          <p:cNvSpPr>
            <a:spLocks noChangeShapeType="1"/>
          </p:cNvSpPr>
          <p:nvPr/>
        </p:nvSpPr>
        <p:spPr bwMode="auto">
          <a:xfrm>
            <a:off x="1295400" y="4975225"/>
            <a:ext cx="137160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141787" name="Group 27"/>
          <p:cNvGrpSpPr>
            <a:grpSpLocks/>
          </p:cNvGrpSpPr>
          <p:nvPr/>
        </p:nvGrpSpPr>
        <p:grpSpPr bwMode="auto">
          <a:xfrm>
            <a:off x="1524000" y="4984750"/>
            <a:ext cx="742950" cy="304800"/>
            <a:chOff x="960" y="3140"/>
            <a:chExt cx="468" cy="192"/>
          </a:xfrm>
        </p:grpSpPr>
        <p:graphicFrame>
          <p:nvGraphicFramePr>
            <p:cNvPr id="1141788" name="Object 28"/>
            <p:cNvGraphicFramePr>
              <a:graphicFrameLocks noChangeAspect="1"/>
            </p:cNvGraphicFramePr>
            <p:nvPr/>
          </p:nvGraphicFramePr>
          <p:xfrm>
            <a:off x="1124" y="3140"/>
            <a:ext cx="304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1855" name="Equation" r:id="rId17" imgW="482400" imgH="304560" progId="Equation.3">
                    <p:embed/>
                  </p:oleObj>
                </mc:Choice>
                <mc:Fallback>
                  <p:oleObj name="Equation" r:id="rId17" imgW="482400" imgH="304560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24" y="3140"/>
                          <a:ext cx="304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141789" name="Group 29"/>
            <p:cNvGrpSpPr>
              <a:grpSpLocks/>
            </p:cNvGrpSpPr>
            <p:nvPr/>
          </p:nvGrpSpPr>
          <p:grpSpPr bwMode="auto">
            <a:xfrm>
              <a:off x="960" y="3168"/>
              <a:ext cx="144" cy="155"/>
              <a:chOff x="4720" y="1677"/>
              <a:chExt cx="144" cy="155"/>
            </a:xfrm>
          </p:grpSpPr>
          <p:graphicFrame>
            <p:nvGraphicFramePr>
              <p:cNvPr id="1141790" name="Object 30"/>
              <p:cNvGraphicFramePr>
                <a:graphicFrameLocks noChangeAspect="1"/>
              </p:cNvGraphicFramePr>
              <p:nvPr/>
            </p:nvGraphicFramePr>
            <p:xfrm>
              <a:off x="4743" y="1677"/>
              <a:ext cx="102" cy="1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41856" name="Equation" r:id="rId19" imgW="215640" imgH="317160" progId="Equation.3">
                      <p:embed/>
                    </p:oleObj>
                  </mc:Choice>
                  <mc:Fallback>
                    <p:oleObj name="Equation" r:id="rId19" imgW="215640" imgH="317160" progId="Equation.3">
                      <p:embed/>
                      <p:pic>
                        <p:nvPicPr>
                          <p:cNvPr id="0" name="Object 3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43" y="1677"/>
                            <a:ext cx="102" cy="1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41791" name="Oval 31"/>
              <p:cNvSpPr>
                <a:spLocks noChangeArrowheads="1"/>
              </p:cNvSpPr>
              <p:nvPr/>
            </p:nvSpPr>
            <p:spPr bwMode="auto">
              <a:xfrm>
                <a:off x="4720" y="1688"/>
                <a:ext cx="144" cy="144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1141792" name="Group 32"/>
          <p:cNvGrpSpPr>
            <a:grpSpLocks/>
          </p:cNvGrpSpPr>
          <p:nvPr/>
        </p:nvGrpSpPr>
        <p:grpSpPr bwMode="auto">
          <a:xfrm>
            <a:off x="1447800" y="4648200"/>
            <a:ext cx="990600" cy="254000"/>
            <a:chOff x="912" y="2928"/>
            <a:chExt cx="624" cy="160"/>
          </a:xfrm>
        </p:grpSpPr>
        <p:graphicFrame>
          <p:nvGraphicFramePr>
            <p:cNvPr id="1141793" name="Object 33"/>
            <p:cNvGraphicFramePr>
              <a:graphicFrameLocks noChangeAspect="1"/>
            </p:cNvGraphicFramePr>
            <p:nvPr/>
          </p:nvGraphicFramePr>
          <p:xfrm>
            <a:off x="1094" y="2928"/>
            <a:ext cx="264" cy="1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1857" name="Equation" r:id="rId20" imgW="419040" imgH="253800" progId="Equation.3">
                    <p:embed/>
                  </p:oleObj>
                </mc:Choice>
                <mc:Fallback>
                  <p:oleObj name="Equation" r:id="rId20" imgW="419040" imgH="253800" progId="Equation.3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94" y="2928"/>
                          <a:ext cx="264" cy="1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141794" name="Group 34"/>
            <p:cNvGrpSpPr>
              <a:grpSpLocks/>
            </p:cNvGrpSpPr>
            <p:nvPr/>
          </p:nvGrpSpPr>
          <p:grpSpPr bwMode="auto">
            <a:xfrm>
              <a:off x="912" y="2928"/>
              <a:ext cx="144" cy="144"/>
              <a:chOff x="3888" y="1680"/>
              <a:chExt cx="144" cy="144"/>
            </a:xfrm>
          </p:grpSpPr>
          <p:graphicFrame>
            <p:nvGraphicFramePr>
              <p:cNvPr id="1141795" name="Object 35"/>
              <p:cNvGraphicFramePr>
                <a:graphicFrameLocks noChangeAspect="1"/>
              </p:cNvGraphicFramePr>
              <p:nvPr/>
            </p:nvGraphicFramePr>
            <p:xfrm>
              <a:off x="3920" y="1680"/>
              <a:ext cx="84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41858" name="Equation" r:id="rId22" imgW="177480" imgH="304560" progId="Equation.3">
                      <p:embed/>
                    </p:oleObj>
                  </mc:Choice>
                  <mc:Fallback>
                    <p:oleObj name="Equation" r:id="rId22" imgW="177480" imgH="304560" progId="Equation.3">
                      <p:embed/>
                      <p:pic>
                        <p:nvPicPr>
                          <p:cNvPr id="0" name="Object 3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20" y="1680"/>
                            <a:ext cx="84" cy="1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41796" name="Oval 36"/>
              <p:cNvSpPr>
                <a:spLocks noChangeArrowheads="1"/>
              </p:cNvSpPr>
              <p:nvPr/>
            </p:nvSpPr>
            <p:spPr bwMode="auto">
              <a:xfrm>
                <a:off x="3888" y="1680"/>
                <a:ext cx="144" cy="144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141797" name="Group 37"/>
            <p:cNvGrpSpPr>
              <a:grpSpLocks/>
            </p:cNvGrpSpPr>
            <p:nvPr/>
          </p:nvGrpSpPr>
          <p:grpSpPr bwMode="auto">
            <a:xfrm>
              <a:off x="1392" y="2928"/>
              <a:ext cx="144" cy="152"/>
              <a:chOff x="4328" y="1680"/>
              <a:chExt cx="144" cy="152"/>
            </a:xfrm>
          </p:grpSpPr>
          <p:graphicFrame>
            <p:nvGraphicFramePr>
              <p:cNvPr id="1141798" name="Object 38"/>
              <p:cNvGraphicFramePr>
                <a:graphicFrameLocks noChangeAspect="1"/>
              </p:cNvGraphicFramePr>
              <p:nvPr/>
            </p:nvGraphicFramePr>
            <p:xfrm>
              <a:off x="4359" y="1680"/>
              <a:ext cx="102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41859" name="Equation" r:id="rId23" imgW="215640" imgH="304560" progId="Equation.3">
                      <p:embed/>
                    </p:oleObj>
                  </mc:Choice>
                  <mc:Fallback>
                    <p:oleObj name="Equation" r:id="rId23" imgW="215640" imgH="304560" progId="Equation.3">
                      <p:embed/>
                      <p:pic>
                        <p:nvPicPr>
                          <p:cNvPr id="0" name="Object 3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59" y="1680"/>
                            <a:ext cx="102" cy="1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41799" name="Oval 39"/>
              <p:cNvSpPr>
                <a:spLocks noChangeArrowheads="1"/>
              </p:cNvSpPr>
              <p:nvPr/>
            </p:nvSpPr>
            <p:spPr bwMode="auto">
              <a:xfrm>
                <a:off x="4328" y="1688"/>
                <a:ext cx="144" cy="144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1141800" name="Group 40"/>
          <p:cNvGrpSpPr>
            <a:grpSpLocks/>
          </p:cNvGrpSpPr>
          <p:nvPr/>
        </p:nvGrpSpPr>
        <p:grpSpPr bwMode="auto">
          <a:xfrm>
            <a:off x="2743200" y="3902075"/>
            <a:ext cx="4495800" cy="2139950"/>
            <a:chOff x="1728" y="2458"/>
            <a:chExt cx="2832" cy="1348"/>
          </a:xfrm>
        </p:grpSpPr>
        <p:graphicFrame>
          <p:nvGraphicFramePr>
            <p:cNvPr id="1141801" name="Object 41"/>
            <p:cNvGraphicFramePr>
              <a:graphicFrameLocks noChangeAspect="1"/>
            </p:cNvGraphicFramePr>
            <p:nvPr/>
          </p:nvGraphicFramePr>
          <p:xfrm>
            <a:off x="1728" y="2458"/>
            <a:ext cx="2544" cy="13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1860" name="Equation" r:id="rId24" imgW="1701720" imgH="901440" progId="Equation.3">
                    <p:embed/>
                  </p:oleObj>
                </mc:Choice>
                <mc:Fallback>
                  <p:oleObj name="Equation" r:id="rId24" imgW="1701720" imgH="901440" progId="Equation.3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8" y="2458"/>
                          <a:ext cx="2544" cy="13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141802" name="Group 42"/>
            <p:cNvGrpSpPr>
              <a:grpSpLocks/>
            </p:cNvGrpSpPr>
            <p:nvPr/>
          </p:nvGrpSpPr>
          <p:grpSpPr bwMode="auto">
            <a:xfrm>
              <a:off x="4416" y="2544"/>
              <a:ext cx="144" cy="144"/>
              <a:chOff x="3888" y="1680"/>
              <a:chExt cx="144" cy="144"/>
            </a:xfrm>
          </p:grpSpPr>
          <p:graphicFrame>
            <p:nvGraphicFramePr>
              <p:cNvPr id="1141803" name="Object 43"/>
              <p:cNvGraphicFramePr>
                <a:graphicFrameLocks noChangeAspect="1"/>
              </p:cNvGraphicFramePr>
              <p:nvPr/>
            </p:nvGraphicFramePr>
            <p:xfrm>
              <a:off x="3920" y="1680"/>
              <a:ext cx="84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41861" name="Equation" r:id="rId26" imgW="177480" imgH="304560" progId="Equation.3">
                      <p:embed/>
                    </p:oleObj>
                  </mc:Choice>
                  <mc:Fallback>
                    <p:oleObj name="Equation" r:id="rId26" imgW="177480" imgH="304560" progId="Equation.3">
                      <p:embed/>
                      <p:pic>
                        <p:nvPicPr>
                          <p:cNvPr id="0" name="Object 4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20" y="1680"/>
                            <a:ext cx="84" cy="1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41804" name="Oval 44"/>
              <p:cNvSpPr>
                <a:spLocks noChangeArrowheads="1"/>
              </p:cNvSpPr>
              <p:nvPr/>
            </p:nvSpPr>
            <p:spPr bwMode="auto">
              <a:xfrm>
                <a:off x="3888" y="1680"/>
                <a:ext cx="144" cy="144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141805" name="Group 45"/>
            <p:cNvGrpSpPr>
              <a:grpSpLocks/>
            </p:cNvGrpSpPr>
            <p:nvPr/>
          </p:nvGrpSpPr>
          <p:grpSpPr bwMode="auto">
            <a:xfrm>
              <a:off x="4416" y="3216"/>
              <a:ext cx="144" cy="155"/>
              <a:chOff x="4720" y="1677"/>
              <a:chExt cx="144" cy="155"/>
            </a:xfrm>
          </p:grpSpPr>
          <p:graphicFrame>
            <p:nvGraphicFramePr>
              <p:cNvPr id="1141806" name="Object 46"/>
              <p:cNvGraphicFramePr>
                <a:graphicFrameLocks noChangeAspect="1"/>
              </p:cNvGraphicFramePr>
              <p:nvPr/>
            </p:nvGraphicFramePr>
            <p:xfrm>
              <a:off x="4743" y="1677"/>
              <a:ext cx="102" cy="1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41862" name="Equation" r:id="rId27" imgW="215640" imgH="317160" progId="Equation.3">
                      <p:embed/>
                    </p:oleObj>
                  </mc:Choice>
                  <mc:Fallback>
                    <p:oleObj name="Equation" r:id="rId27" imgW="215640" imgH="317160" progId="Equation.3">
                      <p:embed/>
                      <p:pic>
                        <p:nvPicPr>
                          <p:cNvPr id="0" name="Object 4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43" y="1677"/>
                            <a:ext cx="102" cy="1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41807" name="Oval 47"/>
              <p:cNvSpPr>
                <a:spLocks noChangeArrowheads="1"/>
              </p:cNvSpPr>
              <p:nvPr/>
            </p:nvSpPr>
            <p:spPr bwMode="auto">
              <a:xfrm>
                <a:off x="4720" y="1688"/>
                <a:ext cx="144" cy="144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141808" name="Group 48"/>
            <p:cNvGrpSpPr>
              <a:grpSpLocks/>
            </p:cNvGrpSpPr>
            <p:nvPr/>
          </p:nvGrpSpPr>
          <p:grpSpPr bwMode="auto">
            <a:xfrm>
              <a:off x="4416" y="3544"/>
              <a:ext cx="144" cy="152"/>
              <a:chOff x="5064" y="1728"/>
              <a:chExt cx="144" cy="152"/>
            </a:xfrm>
          </p:grpSpPr>
          <p:graphicFrame>
            <p:nvGraphicFramePr>
              <p:cNvPr id="1141809" name="Object 49"/>
              <p:cNvGraphicFramePr>
                <a:graphicFrameLocks noChangeAspect="1"/>
              </p:cNvGraphicFramePr>
              <p:nvPr/>
            </p:nvGraphicFramePr>
            <p:xfrm>
              <a:off x="5082" y="1728"/>
              <a:ext cx="96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41863" name="Equation" r:id="rId28" imgW="203040" imgH="304560" progId="Equation.3">
                      <p:embed/>
                    </p:oleObj>
                  </mc:Choice>
                  <mc:Fallback>
                    <p:oleObj name="Equation" r:id="rId28" imgW="203040" imgH="304560" progId="Equation.3">
                      <p:embed/>
                      <p:pic>
                        <p:nvPicPr>
                          <p:cNvPr id="0" name="Object 4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82" y="1728"/>
                            <a:ext cx="96" cy="1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41810" name="Oval 50"/>
              <p:cNvSpPr>
                <a:spLocks noChangeArrowheads="1"/>
              </p:cNvSpPr>
              <p:nvPr/>
            </p:nvSpPr>
            <p:spPr bwMode="auto">
              <a:xfrm>
                <a:off x="5064" y="1736"/>
                <a:ext cx="144" cy="144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141811" name="Group 51"/>
            <p:cNvGrpSpPr>
              <a:grpSpLocks/>
            </p:cNvGrpSpPr>
            <p:nvPr/>
          </p:nvGrpSpPr>
          <p:grpSpPr bwMode="auto">
            <a:xfrm>
              <a:off x="4416" y="2900"/>
              <a:ext cx="144" cy="152"/>
              <a:chOff x="4328" y="1680"/>
              <a:chExt cx="144" cy="152"/>
            </a:xfrm>
          </p:grpSpPr>
          <p:graphicFrame>
            <p:nvGraphicFramePr>
              <p:cNvPr id="1141812" name="Object 52"/>
              <p:cNvGraphicFramePr>
                <a:graphicFrameLocks noChangeAspect="1"/>
              </p:cNvGraphicFramePr>
              <p:nvPr/>
            </p:nvGraphicFramePr>
            <p:xfrm>
              <a:off x="4359" y="1680"/>
              <a:ext cx="102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41864" name="Equation" r:id="rId29" imgW="215640" imgH="304560" progId="Equation.3">
                      <p:embed/>
                    </p:oleObj>
                  </mc:Choice>
                  <mc:Fallback>
                    <p:oleObj name="Equation" r:id="rId29" imgW="215640" imgH="304560" progId="Equation.3">
                      <p:embed/>
                      <p:pic>
                        <p:nvPicPr>
                          <p:cNvPr id="0" name="Object 5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59" y="1680"/>
                            <a:ext cx="102" cy="1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41813" name="Oval 53"/>
              <p:cNvSpPr>
                <a:spLocks noChangeArrowheads="1"/>
              </p:cNvSpPr>
              <p:nvPr/>
            </p:nvSpPr>
            <p:spPr bwMode="auto">
              <a:xfrm>
                <a:off x="4328" y="1688"/>
                <a:ext cx="144" cy="144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41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41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41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41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41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41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41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41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141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1762" grpId="0" autoUpdateAnimBg="0"/>
      <p:bldP spid="1141768" grpId="0" autoUpdateAnimBg="0"/>
      <p:bldP spid="1141784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65A1C-729B-432A-854D-4FD6A37FBAB0}" type="slidenum">
              <a:rPr lang="zh-CN" altLang="en-US"/>
              <a:pPr/>
              <a:t>4</a:t>
            </a:fld>
            <a:endParaRPr lang="zh-CN" altLang="en-US"/>
          </a:p>
        </p:txBody>
      </p:sp>
      <p:sp>
        <p:nvSpPr>
          <p:cNvPr id="1013762" name="Line 2"/>
          <p:cNvSpPr>
            <a:spLocks noChangeShapeType="1"/>
          </p:cNvSpPr>
          <p:nvPr/>
        </p:nvSpPr>
        <p:spPr bwMode="auto">
          <a:xfrm>
            <a:off x="533400" y="4105275"/>
            <a:ext cx="1371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13763" name="Group 3"/>
          <p:cNvGrpSpPr>
            <a:grpSpLocks/>
          </p:cNvGrpSpPr>
          <p:nvPr/>
        </p:nvGrpSpPr>
        <p:grpSpPr bwMode="auto">
          <a:xfrm>
            <a:off x="685800" y="3419475"/>
            <a:ext cx="914400" cy="246063"/>
            <a:chOff x="864" y="2448"/>
            <a:chExt cx="528" cy="155"/>
          </a:xfrm>
        </p:grpSpPr>
        <p:grpSp>
          <p:nvGrpSpPr>
            <p:cNvPr id="1013764" name="Group 4"/>
            <p:cNvGrpSpPr>
              <a:grpSpLocks/>
            </p:cNvGrpSpPr>
            <p:nvPr/>
          </p:nvGrpSpPr>
          <p:grpSpPr bwMode="auto">
            <a:xfrm>
              <a:off x="1248" y="2448"/>
              <a:ext cx="144" cy="155"/>
              <a:chOff x="4720" y="1677"/>
              <a:chExt cx="144" cy="155"/>
            </a:xfrm>
          </p:grpSpPr>
          <p:graphicFrame>
            <p:nvGraphicFramePr>
              <p:cNvPr id="1013765" name="Object 5"/>
              <p:cNvGraphicFramePr>
                <a:graphicFrameLocks noChangeAspect="1"/>
              </p:cNvGraphicFramePr>
              <p:nvPr/>
            </p:nvGraphicFramePr>
            <p:xfrm>
              <a:off x="4743" y="1677"/>
              <a:ext cx="102" cy="1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13863" name="Equation" r:id="rId3" imgW="215640" imgH="317160" progId="Equation.3">
                      <p:embed/>
                    </p:oleObj>
                  </mc:Choice>
                  <mc:Fallback>
                    <p:oleObj name="Equation" r:id="rId3" imgW="215640" imgH="317160" progId="Equation.3">
                      <p:embed/>
                      <p:pic>
                        <p:nvPicPr>
                          <p:cNvPr id="0" name="Object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43" y="1677"/>
                            <a:ext cx="102" cy="1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13766" name="Oval 6"/>
              <p:cNvSpPr>
                <a:spLocks noChangeArrowheads="1"/>
              </p:cNvSpPr>
              <p:nvPr/>
            </p:nvSpPr>
            <p:spPr bwMode="auto">
              <a:xfrm>
                <a:off x="4720" y="1688"/>
                <a:ext cx="144" cy="144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013767" name="Group 7"/>
            <p:cNvGrpSpPr>
              <a:grpSpLocks/>
            </p:cNvGrpSpPr>
            <p:nvPr/>
          </p:nvGrpSpPr>
          <p:grpSpPr bwMode="auto">
            <a:xfrm>
              <a:off x="864" y="2448"/>
              <a:ext cx="144" cy="152"/>
              <a:chOff x="4328" y="1680"/>
              <a:chExt cx="144" cy="152"/>
            </a:xfrm>
          </p:grpSpPr>
          <p:graphicFrame>
            <p:nvGraphicFramePr>
              <p:cNvPr id="1013768" name="Object 8"/>
              <p:cNvGraphicFramePr>
                <a:graphicFrameLocks noChangeAspect="1"/>
              </p:cNvGraphicFramePr>
              <p:nvPr/>
            </p:nvGraphicFramePr>
            <p:xfrm>
              <a:off x="4359" y="1680"/>
              <a:ext cx="102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13864" name="Equation" r:id="rId5" imgW="215640" imgH="304560" progId="Equation.3">
                      <p:embed/>
                    </p:oleObj>
                  </mc:Choice>
                  <mc:Fallback>
                    <p:oleObj name="Equation" r:id="rId5" imgW="215640" imgH="304560" progId="Equation.3">
                      <p:embed/>
                      <p:pic>
                        <p:nvPicPr>
                          <p:cNvPr id="0" name="Object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59" y="1680"/>
                            <a:ext cx="102" cy="1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13769" name="Oval 9"/>
              <p:cNvSpPr>
                <a:spLocks noChangeArrowheads="1"/>
              </p:cNvSpPr>
              <p:nvPr/>
            </p:nvSpPr>
            <p:spPr bwMode="auto">
              <a:xfrm>
                <a:off x="4328" y="1688"/>
                <a:ext cx="144" cy="144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1013770" name="Object 10"/>
            <p:cNvGraphicFramePr>
              <a:graphicFrameLocks noChangeAspect="1"/>
            </p:cNvGraphicFramePr>
            <p:nvPr/>
          </p:nvGraphicFramePr>
          <p:xfrm>
            <a:off x="1056" y="2504"/>
            <a:ext cx="152" cy="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3865" name="Equation" r:id="rId7" imgW="241200" imgH="88560" progId="Equation.3">
                    <p:embed/>
                  </p:oleObj>
                </mc:Choice>
                <mc:Fallback>
                  <p:oleObj name="Equation" r:id="rId7" imgW="241200" imgH="8856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2504"/>
                          <a:ext cx="152" cy="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13771" name="Group 11"/>
          <p:cNvGrpSpPr>
            <a:grpSpLocks/>
          </p:cNvGrpSpPr>
          <p:nvPr/>
        </p:nvGrpSpPr>
        <p:grpSpPr bwMode="auto">
          <a:xfrm>
            <a:off x="685800" y="3749675"/>
            <a:ext cx="977900" cy="304800"/>
            <a:chOff x="864" y="2656"/>
            <a:chExt cx="616" cy="192"/>
          </a:xfrm>
        </p:grpSpPr>
        <p:graphicFrame>
          <p:nvGraphicFramePr>
            <p:cNvPr id="1013772" name="Object 12"/>
            <p:cNvGraphicFramePr>
              <a:graphicFrameLocks noChangeAspect="1"/>
            </p:cNvGraphicFramePr>
            <p:nvPr/>
          </p:nvGraphicFramePr>
          <p:xfrm>
            <a:off x="1040" y="2656"/>
            <a:ext cx="256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3866" name="Equation" r:id="rId9" imgW="482400" imgH="304560" progId="Equation.3">
                    <p:embed/>
                  </p:oleObj>
                </mc:Choice>
                <mc:Fallback>
                  <p:oleObj name="Equation" r:id="rId9" imgW="482400" imgH="30456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40" y="2656"/>
                          <a:ext cx="256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13773" name="Group 13"/>
            <p:cNvGrpSpPr>
              <a:grpSpLocks/>
            </p:cNvGrpSpPr>
            <p:nvPr/>
          </p:nvGrpSpPr>
          <p:grpSpPr bwMode="auto">
            <a:xfrm>
              <a:off x="1336" y="2688"/>
              <a:ext cx="144" cy="144"/>
              <a:chOff x="3888" y="1680"/>
              <a:chExt cx="144" cy="144"/>
            </a:xfrm>
          </p:grpSpPr>
          <p:graphicFrame>
            <p:nvGraphicFramePr>
              <p:cNvPr id="1013774" name="Object 14"/>
              <p:cNvGraphicFramePr>
                <a:graphicFrameLocks noChangeAspect="1"/>
              </p:cNvGraphicFramePr>
              <p:nvPr/>
            </p:nvGraphicFramePr>
            <p:xfrm>
              <a:off x="3920" y="1680"/>
              <a:ext cx="84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13867" name="Equation" r:id="rId11" imgW="177480" imgH="304560" progId="Equation.3">
                      <p:embed/>
                    </p:oleObj>
                  </mc:Choice>
                  <mc:Fallback>
                    <p:oleObj name="Equation" r:id="rId11" imgW="177480" imgH="304560" progId="Equation.3">
                      <p:embed/>
                      <p:pic>
                        <p:nvPicPr>
                          <p:cNvPr id="0" name="Object 1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20" y="1680"/>
                            <a:ext cx="84" cy="1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13775" name="Oval 15"/>
              <p:cNvSpPr>
                <a:spLocks noChangeArrowheads="1"/>
              </p:cNvSpPr>
              <p:nvPr/>
            </p:nvSpPr>
            <p:spPr bwMode="auto">
              <a:xfrm>
                <a:off x="3888" y="1680"/>
                <a:ext cx="144" cy="144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013776" name="Group 16"/>
            <p:cNvGrpSpPr>
              <a:grpSpLocks/>
            </p:cNvGrpSpPr>
            <p:nvPr/>
          </p:nvGrpSpPr>
          <p:grpSpPr bwMode="auto">
            <a:xfrm>
              <a:off x="864" y="2672"/>
              <a:ext cx="144" cy="155"/>
              <a:chOff x="4720" y="1677"/>
              <a:chExt cx="144" cy="155"/>
            </a:xfrm>
          </p:grpSpPr>
          <p:graphicFrame>
            <p:nvGraphicFramePr>
              <p:cNvPr id="1013777" name="Object 17"/>
              <p:cNvGraphicFramePr>
                <a:graphicFrameLocks noChangeAspect="1"/>
              </p:cNvGraphicFramePr>
              <p:nvPr/>
            </p:nvGraphicFramePr>
            <p:xfrm>
              <a:off x="4743" y="1677"/>
              <a:ext cx="102" cy="1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13868" name="Equation" r:id="rId13" imgW="215640" imgH="317160" progId="Equation.3">
                      <p:embed/>
                    </p:oleObj>
                  </mc:Choice>
                  <mc:Fallback>
                    <p:oleObj name="Equation" r:id="rId13" imgW="215640" imgH="317160" progId="Equation.3">
                      <p:embed/>
                      <p:pic>
                        <p:nvPicPr>
                          <p:cNvPr id="0" name="Object 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43" y="1677"/>
                            <a:ext cx="102" cy="1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13778" name="Oval 18"/>
              <p:cNvSpPr>
                <a:spLocks noChangeArrowheads="1"/>
              </p:cNvSpPr>
              <p:nvPr/>
            </p:nvSpPr>
            <p:spPr bwMode="auto">
              <a:xfrm>
                <a:off x="4720" y="1688"/>
                <a:ext cx="144" cy="144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1013779" name="Group 19"/>
          <p:cNvGrpSpPr>
            <a:grpSpLocks/>
          </p:cNvGrpSpPr>
          <p:nvPr/>
        </p:nvGrpSpPr>
        <p:grpSpPr bwMode="auto">
          <a:xfrm>
            <a:off x="685800" y="4254500"/>
            <a:ext cx="977900" cy="317500"/>
            <a:chOff x="864" y="2931"/>
            <a:chExt cx="616" cy="200"/>
          </a:xfrm>
        </p:grpSpPr>
        <p:graphicFrame>
          <p:nvGraphicFramePr>
            <p:cNvPr id="1013780" name="Object 20"/>
            <p:cNvGraphicFramePr>
              <a:graphicFrameLocks noChangeAspect="1"/>
            </p:cNvGraphicFramePr>
            <p:nvPr/>
          </p:nvGraphicFramePr>
          <p:xfrm>
            <a:off x="1040" y="2931"/>
            <a:ext cx="304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3869" name="Equation" r:id="rId14" imgW="482400" imgH="317160" progId="Equation.3">
                    <p:embed/>
                  </p:oleObj>
                </mc:Choice>
                <mc:Fallback>
                  <p:oleObj name="Equation" r:id="rId14" imgW="482400" imgH="317160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40" y="2931"/>
                          <a:ext cx="304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13781" name="Group 21"/>
            <p:cNvGrpSpPr>
              <a:grpSpLocks/>
            </p:cNvGrpSpPr>
            <p:nvPr/>
          </p:nvGrpSpPr>
          <p:grpSpPr bwMode="auto">
            <a:xfrm>
              <a:off x="1336" y="2975"/>
              <a:ext cx="144" cy="144"/>
              <a:chOff x="3888" y="1680"/>
              <a:chExt cx="144" cy="144"/>
            </a:xfrm>
          </p:grpSpPr>
          <p:graphicFrame>
            <p:nvGraphicFramePr>
              <p:cNvPr id="1013782" name="Object 22"/>
              <p:cNvGraphicFramePr>
                <a:graphicFrameLocks noChangeAspect="1"/>
              </p:cNvGraphicFramePr>
              <p:nvPr/>
            </p:nvGraphicFramePr>
            <p:xfrm>
              <a:off x="3920" y="1680"/>
              <a:ext cx="84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13870" name="Equation" r:id="rId16" imgW="177480" imgH="304560" progId="Equation.3">
                      <p:embed/>
                    </p:oleObj>
                  </mc:Choice>
                  <mc:Fallback>
                    <p:oleObj name="Equation" r:id="rId16" imgW="177480" imgH="304560" progId="Equation.3">
                      <p:embed/>
                      <p:pic>
                        <p:nvPicPr>
                          <p:cNvPr id="0" name="Object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20" y="1680"/>
                            <a:ext cx="84" cy="1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13783" name="Oval 23"/>
              <p:cNvSpPr>
                <a:spLocks noChangeArrowheads="1"/>
              </p:cNvSpPr>
              <p:nvPr/>
            </p:nvSpPr>
            <p:spPr bwMode="auto">
              <a:xfrm>
                <a:off x="3888" y="1680"/>
                <a:ext cx="144" cy="144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013784" name="Group 24"/>
            <p:cNvGrpSpPr>
              <a:grpSpLocks/>
            </p:cNvGrpSpPr>
            <p:nvPr/>
          </p:nvGrpSpPr>
          <p:grpSpPr bwMode="auto">
            <a:xfrm>
              <a:off x="864" y="2960"/>
              <a:ext cx="144" cy="152"/>
              <a:chOff x="5064" y="1728"/>
              <a:chExt cx="144" cy="152"/>
            </a:xfrm>
          </p:grpSpPr>
          <p:graphicFrame>
            <p:nvGraphicFramePr>
              <p:cNvPr id="1013785" name="Object 25"/>
              <p:cNvGraphicFramePr>
                <a:graphicFrameLocks noChangeAspect="1"/>
              </p:cNvGraphicFramePr>
              <p:nvPr/>
            </p:nvGraphicFramePr>
            <p:xfrm>
              <a:off x="5082" y="1728"/>
              <a:ext cx="96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13871" name="Equation" r:id="rId17" imgW="203040" imgH="304560" progId="Equation.3">
                      <p:embed/>
                    </p:oleObj>
                  </mc:Choice>
                  <mc:Fallback>
                    <p:oleObj name="Equation" r:id="rId17" imgW="203040" imgH="304560" progId="Equation.3">
                      <p:embed/>
                      <p:pic>
                        <p:nvPicPr>
                          <p:cNvPr id="0" name="Object 2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82" y="1728"/>
                            <a:ext cx="96" cy="1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13786" name="Oval 26"/>
              <p:cNvSpPr>
                <a:spLocks noChangeArrowheads="1"/>
              </p:cNvSpPr>
              <p:nvPr/>
            </p:nvSpPr>
            <p:spPr bwMode="auto">
              <a:xfrm>
                <a:off x="5064" y="1736"/>
                <a:ext cx="144" cy="144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1013787" name="Group 27"/>
          <p:cNvGrpSpPr>
            <a:grpSpLocks/>
          </p:cNvGrpSpPr>
          <p:nvPr/>
        </p:nvGrpSpPr>
        <p:grpSpPr bwMode="auto">
          <a:xfrm>
            <a:off x="2028825" y="3055938"/>
            <a:ext cx="4371975" cy="2152650"/>
            <a:chOff x="1278" y="1925"/>
            <a:chExt cx="2754" cy="1356"/>
          </a:xfrm>
        </p:grpSpPr>
        <p:graphicFrame>
          <p:nvGraphicFramePr>
            <p:cNvPr id="1013788" name="Object 28"/>
            <p:cNvGraphicFramePr>
              <a:graphicFrameLocks noChangeAspect="1"/>
            </p:cNvGraphicFramePr>
            <p:nvPr/>
          </p:nvGraphicFramePr>
          <p:xfrm>
            <a:off x="1278" y="1925"/>
            <a:ext cx="2466" cy="13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3872" name="Equation" r:id="rId19" imgW="1460160" imgH="888840" progId="Equation.3">
                    <p:embed/>
                  </p:oleObj>
                </mc:Choice>
                <mc:Fallback>
                  <p:oleObj name="Equation" r:id="rId19" imgW="1460160" imgH="888840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78" y="1925"/>
                          <a:ext cx="2466" cy="13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13789" name="Group 29"/>
            <p:cNvGrpSpPr>
              <a:grpSpLocks/>
            </p:cNvGrpSpPr>
            <p:nvPr/>
          </p:nvGrpSpPr>
          <p:grpSpPr bwMode="auto">
            <a:xfrm>
              <a:off x="3888" y="2024"/>
              <a:ext cx="144" cy="144"/>
              <a:chOff x="3888" y="1680"/>
              <a:chExt cx="144" cy="144"/>
            </a:xfrm>
          </p:grpSpPr>
          <p:graphicFrame>
            <p:nvGraphicFramePr>
              <p:cNvPr id="1013790" name="Object 30"/>
              <p:cNvGraphicFramePr>
                <a:graphicFrameLocks noChangeAspect="1"/>
              </p:cNvGraphicFramePr>
              <p:nvPr/>
            </p:nvGraphicFramePr>
            <p:xfrm>
              <a:off x="3920" y="1680"/>
              <a:ext cx="84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13873" name="Equation" r:id="rId21" imgW="177480" imgH="304560" progId="Equation.3">
                      <p:embed/>
                    </p:oleObj>
                  </mc:Choice>
                  <mc:Fallback>
                    <p:oleObj name="Equation" r:id="rId21" imgW="177480" imgH="304560" progId="Equation.3">
                      <p:embed/>
                      <p:pic>
                        <p:nvPicPr>
                          <p:cNvPr id="0" name="Object 3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20" y="1680"/>
                            <a:ext cx="84" cy="1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13791" name="Oval 31"/>
              <p:cNvSpPr>
                <a:spLocks noChangeArrowheads="1"/>
              </p:cNvSpPr>
              <p:nvPr/>
            </p:nvSpPr>
            <p:spPr bwMode="auto">
              <a:xfrm>
                <a:off x="3888" y="1680"/>
                <a:ext cx="144" cy="144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013792" name="Group 32"/>
            <p:cNvGrpSpPr>
              <a:grpSpLocks/>
            </p:cNvGrpSpPr>
            <p:nvPr/>
          </p:nvGrpSpPr>
          <p:grpSpPr bwMode="auto">
            <a:xfrm>
              <a:off x="3888" y="2710"/>
              <a:ext cx="144" cy="155"/>
              <a:chOff x="4720" y="1677"/>
              <a:chExt cx="144" cy="155"/>
            </a:xfrm>
          </p:grpSpPr>
          <p:graphicFrame>
            <p:nvGraphicFramePr>
              <p:cNvPr id="1013793" name="Object 33"/>
              <p:cNvGraphicFramePr>
                <a:graphicFrameLocks noChangeAspect="1"/>
              </p:cNvGraphicFramePr>
              <p:nvPr/>
            </p:nvGraphicFramePr>
            <p:xfrm>
              <a:off x="4743" y="1677"/>
              <a:ext cx="102" cy="1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13874" name="Equation" r:id="rId22" imgW="215640" imgH="317160" progId="Equation.3">
                      <p:embed/>
                    </p:oleObj>
                  </mc:Choice>
                  <mc:Fallback>
                    <p:oleObj name="Equation" r:id="rId22" imgW="215640" imgH="317160" progId="Equation.3">
                      <p:embed/>
                      <p:pic>
                        <p:nvPicPr>
                          <p:cNvPr id="0" name="Object 3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43" y="1677"/>
                            <a:ext cx="102" cy="1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13794" name="Oval 34"/>
              <p:cNvSpPr>
                <a:spLocks noChangeArrowheads="1"/>
              </p:cNvSpPr>
              <p:nvPr/>
            </p:nvSpPr>
            <p:spPr bwMode="auto">
              <a:xfrm>
                <a:off x="4720" y="1688"/>
                <a:ext cx="144" cy="144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013795" name="Group 35"/>
            <p:cNvGrpSpPr>
              <a:grpSpLocks/>
            </p:cNvGrpSpPr>
            <p:nvPr/>
          </p:nvGrpSpPr>
          <p:grpSpPr bwMode="auto">
            <a:xfrm>
              <a:off x="3888" y="3051"/>
              <a:ext cx="144" cy="152"/>
              <a:chOff x="5064" y="1728"/>
              <a:chExt cx="144" cy="152"/>
            </a:xfrm>
          </p:grpSpPr>
          <p:graphicFrame>
            <p:nvGraphicFramePr>
              <p:cNvPr id="1013796" name="Object 36"/>
              <p:cNvGraphicFramePr>
                <a:graphicFrameLocks noChangeAspect="1"/>
              </p:cNvGraphicFramePr>
              <p:nvPr/>
            </p:nvGraphicFramePr>
            <p:xfrm>
              <a:off x="5082" y="1728"/>
              <a:ext cx="96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13875" name="Equation" r:id="rId23" imgW="203040" imgH="304560" progId="Equation.3">
                      <p:embed/>
                    </p:oleObj>
                  </mc:Choice>
                  <mc:Fallback>
                    <p:oleObj name="Equation" r:id="rId23" imgW="203040" imgH="304560" progId="Equation.3">
                      <p:embed/>
                      <p:pic>
                        <p:nvPicPr>
                          <p:cNvPr id="0" name="Object 3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82" y="1728"/>
                            <a:ext cx="96" cy="1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13797" name="Oval 37"/>
              <p:cNvSpPr>
                <a:spLocks noChangeArrowheads="1"/>
              </p:cNvSpPr>
              <p:nvPr/>
            </p:nvSpPr>
            <p:spPr bwMode="auto">
              <a:xfrm>
                <a:off x="5064" y="1736"/>
                <a:ext cx="144" cy="144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013798" name="Group 38"/>
            <p:cNvGrpSpPr>
              <a:grpSpLocks/>
            </p:cNvGrpSpPr>
            <p:nvPr/>
          </p:nvGrpSpPr>
          <p:grpSpPr bwMode="auto">
            <a:xfrm>
              <a:off x="3888" y="2387"/>
              <a:ext cx="144" cy="152"/>
              <a:chOff x="4328" y="1680"/>
              <a:chExt cx="144" cy="152"/>
            </a:xfrm>
          </p:grpSpPr>
          <p:graphicFrame>
            <p:nvGraphicFramePr>
              <p:cNvPr id="1013799" name="Object 39"/>
              <p:cNvGraphicFramePr>
                <a:graphicFrameLocks noChangeAspect="1"/>
              </p:cNvGraphicFramePr>
              <p:nvPr/>
            </p:nvGraphicFramePr>
            <p:xfrm>
              <a:off x="4359" y="1680"/>
              <a:ext cx="102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13876" name="Equation" r:id="rId24" imgW="215640" imgH="304560" progId="Equation.3">
                      <p:embed/>
                    </p:oleObj>
                  </mc:Choice>
                  <mc:Fallback>
                    <p:oleObj name="Equation" r:id="rId24" imgW="215640" imgH="304560" progId="Equation.3">
                      <p:embed/>
                      <p:pic>
                        <p:nvPicPr>
                          <p:cNvPr id="0" name="Object 3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59" y="1680"/>
                            <a:ext cx="102" cy="1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13800" name="Oval 40"/>
              <p:cNvSpPr>
                <a:spLocks noChangeArrowheads="1"/>
              </p:cNvSpPr>
              <p:nvPr/>
            </p:nvSpPr>
            <p:spPr bwMode="auto">
              <a:xfrm>
                <a:off x="4328" y="1688"/>
                <a:ext cx="144" cy="144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1013801" name="Object 41"/>
          <p:cNvGraphicFramePr>
            <a:graphicFrameLocks noChangeAspect="1"/>
          </p:cNvGraphicFramePr>
          <p:nvPr/>
        </p:nvGraphicFramePr>
        <p:xfrm>
          <a:off x="2846388" y="3656013"/>
          <a:ext cx="2763837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3877" name="Equation" r:id="rId25" imgW="1257120" imgH="228600" progId="Equation.3">
                  <p:embed/>
                </p:oleObj>
              </mc:Choice>
              <mc:Fallback>
                <p:oleObj name="Equation" r:id="rId25" imgW="1257120" imgH="228600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6388" y="3656013"/>
                        <a:ext cx="2763837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802" name="Object 42"/>
          <p:cNvGraphicFramePr>
            <a:graphicFrameLocks noChangeAspect="1"/>
          </p:cNvGraphicFramePr>
          <p:nvPr/>
        </p:nvGraphicFramePr>
        <p:xfrm>
          <a:off x="2651125" y="4244975"/>
          <a:ext cx="30988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3878" name="Equation" r:id="rId27" imgW="1447560" imgH="228600" progId="Equation.3">
                  <p:embed/>
                </p:oleObj>
              </mc:Choice>
              <mc:Fallback>
                <p:oleObj name="Equation" r:id="rId27" imgW="1447560" imgH="228600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1125" y="4244975"/>
                        <a:ext cx="3098800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803" name="Object 43"/>
          <p:cNvGraphicFramePr>
            <a:graphicFrameLocks noChangeAspect="1"/>
          </p:cNvGraphicFramePr>
          <p:nvPr/>
        </p:nvGraphicFramePr>
        <p:xfrm>
          <a:off x="2805113" y="4749800"/>
          <a:ext cx="299085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3879" name="Equation" r:id="rId29" imgW="1346040" imgH="228600" progId="Equation.3">
                  <p:embed/>
                </p:oleObj>
              </mc:Choice>
              <mc:Fallback>
                <p:oleObj name="Equation" r:id="rId29" imgW="1346040" imgH="228600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5113" y="4749800"/>
                        <a:ext cx="299085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3804" name="Line 44"/>
          <p:cNvSpPr>
            <a:spLocks noChangeShapeType="1"/>
          </p:cNvSpPr>
          <p:nvPr/>
        </p:nvSpPr>
        <p:spPr bwMode="auto">
          <a:xfrm>
            <a:off x="685800" y="1676400"/>
            <a:ext cx="1143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13805" name="Group 45"/>
          <p:cNvGrpSpPr>
            <a:grpSpLocks/>
          </p:cNvGrpSpPr>
          <p:nvPr/>
        </p:nvGrpSpPr>
        <p:grpSpPr bwMode="auto">
          <a:xfrm>
            <a:off x="1981200" y="533400"/>
            <a:ext cx="4495800" cy="2139950"/>
            <a:chOff x="1728" y="2458"/>
            <a:chExt cx="2832" cy="1348"/>
          </a:xfrm>
        </p:grpSpPr>
        <p:graphicFrame>
          <p:nvGraphicFramePr>
            <p:cNvPr id="1013806" name="Object 46"/>
            <p:cNvGraphicFramePr>
              <a:graphicFrameLocks noChangeAspect="1"/>
            </p:cNvGraphicFramePr>
            <p:nvPr/>
          </p:nvGraphicFramePr>
          <p:xfrm>
            <a:off x="1728" y="2458"/>
            <a:ext cx="2544" cy="13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3880" name="Equation" r:id="rId31" imgW="1701720" imgH="901440" progId="Equation.3">
                    <p:embed/>
                  </p:oleObj>
                </mc:Choice>
                <mc:Fallback>
                  <p:oleObj name="Equation" r:id="rId31" imgW="1701720" imgH="901440" progId="Equation.3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8" y="2458"/>
                          <a:ext cx="2544" cy="13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13807" name="Group 47"/>
            <p:cNvGrpSpPr>
              <a:grpSpLocks/>
            </p:cNvGrpSpPr>
            <p:nvPr/>
          </p:nvGrpSpPr>
          <p:grpSpPr bwMode="auto">
            <a:xfrm>
              <a:off x="4416" y="2544"/>
              <a:ext cx="144" cy="144"/>
              <a:chOff x="3888" y="1680"/>
              <a:chExt cx="144" cy="144"/>
            </a:xfrm>
          </p:grpSpPr>
          <p:graphicFrame>
            <p:nvGraphicFramePr>
              <p:cNvPr id="1013808" name="Object 48"/>
              <p:cNvGraphicFramePr>
                <a:graphicFrameLocks noChangeAspect="1"/>
              </p:cNvGraphicFramePr>
              <p:nvPr/>
            </p:nvGraphicFramePr>
            <p:xfrm>
              <a:off x="3920" y="1680"/>
              <a:ext cx="84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13881" name="Equation" r:id="rId33" imgW="177480" imgH="304560" progId="Equation.3">
                      <p:embed/>
                    </p:oleObj>
                  </mc:Choice>
                  <mc:Fallback>
                    <p:oleObj name="Equation" r:id="rId33" imgW="177480" imgH="304560" progId="Equation.3">
                      <p:embed/>
                      <p:pic>
                        <p:nvPicPr>
                          <p:cNvPr id="0" name="Object 4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20" y="1680"/>
                            <a:ext cx="84" cy="1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13809" name="Oval 49"/>
              <p:cNvSpPr>
                <a:spLocks noChangeArrowheads="1"/>
              </p:cNvSpPr>
              <p:nvPr/>
            </p:nvSpPr>
            <p:spPr bwMode="auto">
              <a:xfrm>
                <a:off x="3888" y="1680"/>
                <a:ext cx="144" cy="144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013810" name="Group 50"/>
            <p:cNvGrpSpPr>
              <a:grpSpLocks/>
            </p:cNvGrpSpPr>
            <p:nvPr/>
          </p:nvGrpSpPr>
          <p:grpSpPr bwMode="auto">
            <a:xfrm>
              <a:off x="4416" y="3216"/>
              <a:ext cx="144" cy="155"/>
              <a:chOff x="4720" y="1677"/>
              <a:chExt cx="144" cy="155"/>
            </a:xfrm>
          </p:grpSpPr>
          <p:graphicFrame>
            <p:nvGraphicFramePr>
              <p:cNvPr id="1013811" name="Object 51"/>
              <p:cNvGraphicFramePr>
                <a:graphicFrameLocks noChangeAspect="1"/>
              </p:cNvGraphicFramePr>
              <p:nvPr/>
            </p:nvGraphicFramePr>
            <p:xfrm>
              <a:off x="4743" y="1677"/>
              <a:ext cx="102" cy="1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13882" name="Equation" r:id="rId34" imgW="215640" imgH="317160" progId="Equation.3">
                      <p:embed/>
                    </p:oleObj>
                  </mc:Choice>
                  <mc:Fallback>
                    <p:oleObj name="Equation" r:id="rId34" imgW="215640" imgH="317160" progId="Equation.3">
                      <p:embed/>
                      <p:pic>
                        <p:nvPicPr>
                          <p:cNvPr id="0" name="Object 5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43" y="1677"/>
                            <a:ext cx="102" cy="1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13812" name="Oval 52"/>
              <p:cNvSpPr>
                <a:spLocks noChangeArrowheads="1"/>
              </p:cNvSpPr>
              <p:nvPr/>
            </p:nvSpPr>
            <p:spPr bwMode="auto">
              <a:xfrm>
                <a:off x="4720" y="1688"/>
                <a:ext cx="144" cy="144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013813" name="Group 53"/>
            <p:cNvGrpSpPr>
              <a:grpSpLocks/>
            </p:cNvGrpSpPr>
            <p:nvPr/>
          </p:nvGrpSpPr>
          <p:grpSpPr bwMode="auto">
            <a:xfrm>
              <a:off x="4416" y="3544"/>
              <a:ext cx="144" cy="152"/>
              <a:chOff x="5064" y="1728"/>
              <a:chExt cx="144" cy="152"/>
            </a:xfrm>
          </p:grpSpPr>
          <p:graphicFrame>
            <p:nvGraphicFramePr>
              <p:cNvPr id="1013814" name="Object 54"/>
              <p:cNvGraphicFramePr>
                <a:graphicFrameLocks noChangeAspect="1"/>
              </p:cNvGraphicFramePr>
              <p:nvPr/>
            </p:nvGraphicFramePr>
            <p:xfrm>
              <a:off x="5082" y="1728"/>
              <a:ext cx="96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13883" name="Equation" r:id="rId35" imgW="203040" imgH="304560" progId="Equation.3">
                      <p:embed/>
                    </p:oleObj>
                  </mc:Choice>
                  <mc:Fallback>
                    <p:oleObj name="Equation" r:id="rId35" imgW="203040" imgH="304560" progId="Equation.3">
                      <p:embed/>
                      <p:pic>
                        <p:nvPicPr>
                          <p:cNvPr id="0" name="Object 5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82" y="1728"/>
                            <a:ext cx="96" cy="1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13815" name="Oval 55"/>
              <p:cNvSpPr>
                <a:spLocks noChangeArrowheads="1"/>
              </p:cNvSpPr>
              <p:nvPr/>
            </p:nvSpPr>
            <p:spPr bwMode="auto">
              <a:xfrm>
                <a:off x="5064" y="1736"/>
                <a:ext cx="144" cy="144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013816" name="Group 56"/>
            <p:cNvGrpSpPr>
              <a:grpSpLocks/>
            </p:cNvGrpSpPr>
            <p:nvPr/>
          </p:nvGrpSpPr>
          <p:grpSpPr bwMode="auto">
            <a:xfrm>
              <a:off x="4416" y="2900"/>
              <a:ext cx="144" cy="152"/>
              <a:chOff x="4328" y="1680"/>
              <a:chExt cx="144" cy="152"/>
            </a:xfrm>
          </p:grpSpPr>
          <p:graphicFrame>
            <p:nvGraphicFramePr>
              <p:cNvPr id="1013817" name="Object 57"/>
              <p:cNvGraphicFramePr>
                <a:graphicFrameLocks noChangeAspect="1"/>
              </p:cNvGraphicFramePr>
              <p:nvPr/>
            </p:nvGraphicFramePr>
            <p:xfrm>
              <a:off x="4359" y="1680"/>
              <a:ext cx="102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13884" name="Equation" r:id="rId36" imgW="215640" imgH="304560" progId="Equation.3">
                      <p:embed/>
                    </p:oleObj>
                  </mc:Choice>
                  <mc:Fallback>
                    <p:oleObj name="Equation" r:id="rId36" imgW="215640" imgH="304560" progId="Equation.3">
                      <p:embed/>
                      <p:pic>
                        <p:nvPicPr>
                          <p:cNvPr id="0" name="Object 5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59" y="1680"/>
                            <a:ext cx="102" cy="1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13818" name="Oval 58"/>
              <p:cNvSpPr>
                <a:spLocks noChangeArrowheads="1"/>
              </p:cNvSpPr>
              <p:nvPr/>
            </p:nvSpPr>
            <p:spPr bwMode="auto">
              <a:xfrm>
                <a:off x="4328" y="1688"/>
                <a:ext cx="144" cy="144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13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13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13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138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1380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13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138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1380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13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138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1380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F668D-F55E-4C21-BA17-ACBA052126EA}" type="slidenum">
              <a:rPr lang="zh-CN" altLang="en-US"/>
              <a:pPr/>
              <a:t>5</a:t>
            </a:fld>
            <a:endParaRPr lang="zh-CN" altLang="en-US"/>
          </a:p>
        </p:txBody>
      </p:sp>
      <p:grpSp>
        <p:nvGrpSpPr>
          <p:cNvPr id="1014786" name="Group 2"/>
          <p:cNvGrpSpPr>
            <a:grpSpLocks/>
          </p:cNvGrpSpPr>
          <p:nvPr/>
        </p:nvGrpSpPr>
        <p:grpSpPr bwMode="auto">
          <a:xfrm>
            <a:off x="2028825" y="3055938"/>
            <a:ext cx="4676775" cy="2152650"/>
            <a:chOff x="1278" y="1925"/>
            <a:chExt cx="2946" cy="1356"/>
          </a:xfrm>
        </p:grpSpPr>
        <p:graphicFrame>
          <p:nvGraphicFramePr>
            <p:cNvPr id="1014787" name="Object 3"/>
            <p:cNvGraphicFramePr>
              <a:graphicFrameLocks noChangeAspect="1"/>
            </p:cNvGraphicFramePr>
            <p:nvPr/>
          </p:nvGraphicFramePr>
          <p:xfrm>
            <a:off x="1278" y="1925"/>
            <a:ext cx="2466" cy="13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4882" name="Equation" r:id="rId3" imgW="1460160" imgH="888840" progId="Equation.3">
                    <p:embed/>
                  </p:oleObj>
                </mc:Choice>
                <mc:Fallback>
                  <p:oleObj name="Equation" r:id="rId3" imgW="1460160" imgH="88884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78" y="1925"/>
                          <a:ext cx="2466" cy="13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14788" name="Group 4"/>
            <p:cNvGrpSpPr>
              <a:grpSpLocks/>
            </p:cNvGrpSpPr>
            <p:nvPr/>
          </p:nvGrpSpPr>
          <p:grpSpPr bwMode="auto">
            <a:xfrm>
              <a:off x="4080" y="2024"/>
              <a:ext cx="144" cy="144"/>
              <a:chOff x="3888" y="1680"/>
              <a:chExt cx="144" cy="144"/>
            </a:xfrm>
          </p:grpSpPr>
          <p:graphicFrame>
            <p:nvGraphicFramePr>
              <p:cNvPr id="1014789" name="Object 5"/>
              <p:cNvGraphicFramePr>
                <a:graphicFrameLocks noChangeAspect="1"/>
              </p:cNvGraphicFramePr>
              <p:nvPr/>
            </p:nvGraphicFramePr>
            <p:xfrm>
              <a:off x="3920" y="1680"/>
              <a:ext cx="84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14883" name="Equation" r:id="rId5" imgW="177480" imgH="304560" progId="Equation.3">
                      <p:embed/>
                    </p:oleObj>
                  </mc:Choice>
                  <mc:Fallback>
                    <p:oleObj name="Equation" r:id="rId5" imgW="177480" imgH="304560" progId="Equation.3">
                      <p:embed/>
                      <p:pic>
                        <p:nvPicPr>
                          <p:cNvPr id="0" name="Object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20" y="1680"/>
                            <a:ext cx="84" cy="1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14790" name="Oval 6"/>
              <p:cNvSpPr>
                <a:spLocks noChangeArrowheads="1"/>
              </p:cNvSpPr>
              <p:nvPr/>
            </p:nvSpPr>
            <p:spPr bwMode="auto">
              <a:xfrm>
                <a:off x="3888" y="1680"/>
                <a:ext cx="144" cy="144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014791" name="Group 7"/>
            <p:cNvGrpSpPr>
              <a:grpSpLocks/>
            </p:cNvGrpSpPr>
            <p:nvPr/>
          </p:nvGrpSpPr>
          <p:grpSpPr bwMode="auto">
            <a:xfrm>
              <a:off x="4080" y="2710"/>
              <a:ext cx="144" cy="155"/>
              <a:chOff x="4720" y="1677"/>
              <a:chExt cx="144" cy="155"/>
            </a:xfrm>
          </p:grpSpPr>
          <p:graphicFrame>
            <p:nvGraphicFramePr>
              <p:cNvPr id="1014792" name="Object 8"/>
              <p:cNvGraphicFramePr>
                <a:graphicFrameLocks noChangeAspect="1"/>
              </p:cNvGraphicFramePr>
              <p:nvPr/>
            </p:nvGraphicFramePr>
            <p:xfrm>
              <a:off x="4743" y="1677"/>
              <a:ext cx="102" cy="1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14884" name="Equation" r:id="rId7" imgW="215640" imgH="317160" progId="Equation.3">
                      <p:embed/>
                    </p:oleObj>
                  </mc:Choice>
                  <mc:Fallback>
                    <p:oleObj name="Equation" r:id="rId7" imgW="215640" imgH="317160" progId="Equation.3">
                      <p:embed/>
                      <p:pic>
                        <p:nvPicPr>
                          <p:cNvPr id="0" name="Object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43" y="1677"/>
                            <a:ext cx="102" cy="1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14793" name="Oval 9"/>
              <p:cNvSpPr>
                <a:spLocks noChangeArrowheads="1"/>
              </p:cNvSpPr>
              <p:nvPr/>
            </p:nvSpPr>
            <p:spPr bwMode="auto">
              <a:xfrm>
                <a:off x="4720" y="1688"/>
                <a:ext cx="144" cy="144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014794" name="Group 10"/>
            <p:cNvGrpSpPr>
              <a:grpSpLocks/>
            </p:cNvGrpSpPr>
            <p:nvPr/>
          </p:nvGrpSpPr>
          <p:grpSpPr bwMode="auto">
            <a:xfrm>
              <a:off x="4080" y="3051"/>
              <a:ext cx="144" cy="152"/>
              <a:chOff x="5064" y="1728"/>
              <a:chExt cx="144" cy="152"/>
            </a:xfrm>
          </p:grpSpPr>
          <p:graphicFrame>
            <p:nvGraphicFramePr>
              <p:cNvPr id="1014795" name="Object 11"/>
              <p:cNvGraphicFramePr>
                <a:graphicFrameLocks noChangeAspect="1"/>
              </p:cNvGraphicFramePr>
              <p:nvPr/>
            </p:nvGraphicFramePr>
            <p:xfrm>
              <a:off x="5082" y="1728"/>
              <a:ext cx="96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14885" name="Equation" r:id="rId9" imgW="203040" imgH="304560" progId="Equation.3">
                      <p:embed/>
                    </p:oleObj>
                  </mc:Choice>
                  <mc:Fallback>
                    <p:oleObj name="Equation" r:id="rId9" imgW="203040" imgH="304560" progId="Equation.3">
                      <p:embed/>
                      <p:pic>
                        <p:nvPicPr>
                          <p:cNvPr id="0" name="Object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82" y="1728"/>
                            <a:ext cx="96" cy="1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14796" name="Oval 12"/>
              <p:cNvSpPr>
                <a:spLocks noChangeArrowheads="1"/>
              </p:cNvSpPr>
              <p:nvPr/>
            </p:nvSpPr>
            <p:spPr bwMode="auto">
              <a:xfrm>
                <a:off x="5064" y="1736"/>
                <a:ext cx="144" cy="144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014797" name="Group 13"/>
            <p:cNvGrpSpPr>
              <a:grpSpLocks/>
            </p:cNvGrpSpPr>
            <p:nvPr/>
          </p:nvGrpSpPr>
          <p:grpSpPr bwMode="auto">
            <a:xfrm>
              <a:off x="4080" y="2387"/>
              <a:ext cx="144" cy="152"/>
              <a:chOff x="4328" y="1680"/>
              <a:chExt cx="144" cy="152"/>
            </a:xfrm>
          </p:grpSpPr>
          <p:graphicFrame>
            <p:nvGraphicFramePr>
              <p:cNvPr id="1014798" name="Object 14"/>
              <p:cNvGraphicFramePr>
                <a:graphicFrameLocks noChangeAspect="1"/>
              </p:cNvGraphicFramePr>
              <p:nvPr/>
            </p:nvGraphicFramePr>
            <p:xfrm>
              <a:off x="4359" y="1680"/>
              <a:ext cx="102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14886" name="Equation" r:id="rId11" imgW="215640" imgH="304560" progId="Equation.3">
                      <p:embed/>
                    </p:oleObj>
                  </mc:Choice>
                  <mc:Fallback>
                    <p:oleObj name="Equation" r:id="rId11" imgW="215640" imgH="304560" progId="Equation.3">
                      <p:embed/>
                      <p:pic>
                        <p:nvPicPr>
                          <p:cNvPr id="0" name="Object 1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59" y="1680"/>
                            <a:ext cx="102" cy="1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14799" name="Oval 15"/>
              <p:cNvSpPr>
                <a:spLocks noChangeArrowheads="1"/>
              </p:cNvSpPr>
              <p:nvPr/>
            </p:nvSpPr>
            <p:spPr bwMode="auto">
              <a:xfrm>
                <a:off x="4328" y="1688"/>
                <a:ext cx="144" cy="144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1014800" name="Line 16"/>
          <p:cNvSpPr>
            <a:spLocks noChangeShapeType="1"/>
          </p:cNvSpPr>
          <p:nvPr/>
        </p:nvSpPr>
        <p:spPr bwMode="auto">
          <a:xfrm>
            <a:off x="533400" y="4102100"/>
            <a:ext cx="13716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14801" name="Group 17"/>
          <p:cNvGrpSpPr>
            <a:grpSpLocks/>
          </p:cNvGrpSpPr>
          <p:nvPr/>
        </p:nvGrpSpPr>
        <p:grpSpPr bwMode="auto">
          <a:xfrm>
            <a:off x="723900" y="3327400"/>
            <a:ext cx="700088" cy="685800"/>
            <a:chOff x="552" y="1920"/>
            <a:chExt cx="441" cy="432"/>
          </a:xfrm>
        </p:grpSpPr>
        <p:grpSp>
          <p:nvGrpSpPr>
            <p:cNvPr id="1014802" name="Group 18"/>
            <p:cNvGrpSpPr>
              <a:grpSpLocks/>
            </p:cNvGrpSpPr>
            <p:nvPr/>
          </p:nvGrpSpPr>
          <p:grpSpPr bwMode="auto">
            <a:xfrm>
              <a:off x="552" y="2072"/>
              <a:ext cx="144" cy="152"/>
              <a:chOff x="4328" y="1680"/>
              <a:chExt cx="144" cy="152"/>
            </a:xfrm>
          </p:grpSpPr>
          <p:graphicFrame>
            <p:nvGraphicFramePr>
              <p:cNvPr id="1014803" name="Object 19"/>
              <p:cNvGraphicFramePr>
                <a:graphicFrameLocks noChangeAspect="1"/>
              </p:cNvGraphicFramePr>
              <p:nvPr/>
            </p:nvGraphicFramePr>
            <p:xfrm>
              <a:off x="4359" y="1680"/>
              <a:ext cx="102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14887" name="Equation" r:id="rId13" imgW="215640" imgH="304560" progId="Equation.3">
                      <p:embed/>
                    </p:oleObj>
                  </mc:Choice>
                  <mc:Fallback>
                    <p:oleObj name="Equation" r:id="rId13" imgW="215640" imgH="304560" progId="Equation.3">
                      <p:embed/>
                      <p:pic>
                        <p:nvPicPr>
                          <p:cNvPr id="0" name="Object 1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59" y="1680"/>
                            <a:ext cx="102" cy="1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14804" name="Oval 20"/>
              <p:cNvSpPr>
                <a:spLocks noChangeArrowheads="1"/>
              </p:cNvSpPr>
              <p:nvPr/>
            </p:nvSpPr>
            <p:spPr bwMode="auto">
              <a:xfrm>
                <a:off x="4328" y="1688"/>
                <a:ext cx="144" cy="144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1014805" name="Object 21"/>
            <p:cNvGraphicFramePr>
              <a:graphicFrameLocks noChangeAspect="1"/>
            </p:cNvGraphicFramePr>
            <p:nvPr/>
          </p:nvGraphicFramePr>
          <p:xfrm>
            <a:off x="747" y="1920"/>
            <a:ext cx="246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4888" name="Equation" r:id="rId14" imgW="469800" imgH="825480" progId="Equation.3">
                    <p:embed/>
                  </p:oleObj>
                </mc:Choice>
                <mc:Fallback>
                  <p:oleObj name="Equation" r:id="rId14" imgW="469800" imgH="825480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7" y="1920"/>
                          <a:ext cx="246" cy="4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14806" name="Group 22"/>
          <p:cNvGrpSpPr>
            <a:grpSpLocks/>
          </p:cNvGrpSpPr>
          <p:nvPr/>
        </p:nvGrpSpPr>
        <p:grpSpPr bwMode="auto">
          <a:xfrm>
            <a:off x="719138" y="4165600"/>
            <a:ext cx="982662" cy="304800"/>
            <a:chOff x="549" y="2448"/>
            <a:chExt cx="619" cy="192"/>
          </a:xfrm>
        </p:grpSpPr>
        <p:graphicFrame>
          <p:nvGraphicFramePr>
            <p:cNvPr id="1014807" name="Object 23"/>
            <p:cNvGraphicFramePr>
              <a:graphicFrameLocks noChangeAspect="1"/>
            </p:cNvGraphicFramePr>
            <p:nvPr/>
          </p:nvGraphicFramePr>
          <p:xfrm>
            <a:off x="720" y="2448"/>
            <a:ext cx="304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4889" name="Equation" r:id="rId16" imgW="482400" imgH="304560" progId="Equation.3">
                    <p:embed/>
                  </p:oleObj>
                </mc:Choice>
                <mc:Fallback>
                  <p:oleObj name="Equation" r:id="rId16" imgW="482400" imgH="304560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" y="2448"/>
                          <a:ext cx="304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14808" name="Group 24"/>
            <p:cNvGrpSpPr>
              <a:grpSpLocks/>
            </p:cNvGrpSpPr>
            <p:nvPr/>
          </p:nvGrpSpPr>
          <p:grpSpPr bwMode="auto">
            <a:xfrm>
              <a:off x="549" y="2469"/>
              <a:ext cx="144" cy="155"/>
              <a:chOff x="4720" y="1677"/>
              <a:chExt cx="144" cy="155"/>
            </a:xfrm>
          </p:grpSpPr>
          <p:graphicFrame>
            <p:nvGraphicFramePr>
              <p:cNvPr id="1014809" name="Object 25"/>
              <p:cNvGraphicFramePr>
                <a:graphicFrameLocks noChangeAspect="1"/>
              </p:cNvGraphicFramePr>
              <p:nvPr/>
            </p:nvGraphicFramePr>
            <p:xfrm>
              <a:off x="4743" y="1677"/>
              <a:ext cx="102" cy="1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14890" name="Equation" r:id="rId18" imgW="215640" imgH="317160" progId="Equation.3">
                      <p:embed/>
                    </p:oleObj>
                  </mc:Choice>
                  <mc:Fallback>
                    <p:oleObj name="Equation" r:id="rId18" imgW="215640" imgH="317160" progId="Equation.3">
                      <p:embed/>
                      <p:pic>
                        <p:nvPicPr>
                          <p:cNvPr id="0" name="Object 2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43" y="1677"/>
                            <a:ext cx="102" cy="1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14810" name="Oval 26"/>
              <p:cNvSpPr>
                <a:spLocks noChangeArrowheads="1"/>
              </p:cNvSpPr>
              <p:nvPr/>
            </p:nvSpPr>
            <p:spPr bwMode="auto">
              <a:xfrm>
                <a:off x="4720" y="1688"/>
                <a:ext cx="144" cy="144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014811" name="Group 27"/>
            <p:cNvGrpSpPr>
              <a:grpSpLocks/>
            </p:cNvGrpSpPr>
            <p:nvPr/>
          </p:nvGrpSpPr>
          <p:grpSpPr bwMode="auto">
            <a:xfrm>
              <a:off x="1024" y="2472"/>
              <a:ext cx="144" cy="152"/>
              <a:chOff x="4328" y="1680"/>
              <a:chExt cx="144" cy="152"/>
            </a:xfrm>
          </p:grpSpPr>
          <p:graphicFrame>
            <p:nvGraphicFramePr>
              <p:cNvPr id="1014812" name="Object 28"/>
              <p:cNvGraphicFramePr>
                <a:graphicFrameLocks noChangeAspect="1"/>
              </p:cNvGraphicFramePr>
              <p:nvPr/>
            </p:nvGraphicFramePr>
            <p:xfrm>
              <a:off x="4359" y="1680"/>
              <a:ext cx="102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14891" name="Equation" r:id="rId19" imgW="215640" imgH="304560" progId="Equation.3">
                      <p:embed/>
                    </p:oleObj>
                  </mc:Choice>
                  <mc:Fallback>
                    <p:oleObj name="Equation" r:id="rId19" imgW="215640" imgH="304560" progId="Equation.3">
                      <p:embed/>
                      <p:pic>
                        <p:nvPicPr>
                          <p:cNvPr id="0" name="Object 2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59" y="1680"/>
                            <a:ext cx="102" cy="1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14813" name="Oval 29"/>
              <p:cNvSpPr>
                <a:spLocks noChangeArrowheads="1"/>
              </p:cNvSpPr>
              <p:nvPr/>
            </p:nvSpPr>
            <p:spPr bwMode="auto">
              <a:xfrm>
                <a:off x="4328" y="1688"/>
                <a:ext cx="144" cy="144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1014814" name="Group 30"/>
          <p:cNvGrpSpPr>
            <a:grpSpLocks/>
          </p:cNvGrpSpPr>
          <p:nvPr/>
        </p:nvGrpSpPr>
        <p:grpSpPr bwMode="auto">
          <a:xfrm>
            <a:off x="685800" y="4538663"/>
            <a:ext cx="990600" cy="317500"/>
            <a:chOff x="528" y="2683"/>
            <a:chExt cx="624" cy="200"/>
          </a:xfrm>
        </p:grpSpPr>
        <p:graphicFrame>
          <p:nvGraphicFramePr>
            <p:cNvPr id="1014815" name="Object 31"/>
            <p:cNvGraphicFramePr>
              <a:graphicFrameLocks noChangeAspect="1"/>
            </p:cNvGraphicFramePr>
            <p:nvPr/>
          </p:nvGraphicFramePr>
          <p:xfrm>
            <a:off x="704" y="2683"/>
            <a:ext cx="304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4892" name="Equation" r:id="rId20" imgW="482400" imgH="317160" progId="Equation.3">
                    <p:embed/>
                  </p:oleObj>
                </mc:Choice>
                <mc:Fallback>
                  <p:oleObj name="Equation" r:id="rId20" imgW="482400" imgH="317160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4" y="2683"/>
                          <a:ext cx="304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14816" name="Group 32"/>
            <p:cNvGrpSpPr>
              <a:grpSpLocks/>
            </p:cNvGrpSpPr>
            <p:nvPr/>
          </p:nvGrpSpPr>
          <p:grpSpPr bwMode="auto">
            <a:xfrm>
              <a:off x="528" y="2712"/>
              <a:ext cx="144" cy="152"/>
              <a:chOff x="5064" y="1728"/>
              <a:chExt cx="144" cy="152"/>
            </a:xfrm>
          </p:grpSpPr>
          <p:graphicFrame>
            <p:nvGraphicFramePr>
              <p:cNvPr id="1014817" name="Object 33"/>
              <p:cNvGraphicFramePr>
                <a:graphicFrameLocks noChangeAspect="1"/>
              </p:cNvGraphicFramePr>
              <p:nvPr/>
            </p:nvGraphicFramePr>
            <p:xfrm>
              <a:off x="5082" y="1728"/>
              <a:ext cx="96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14893" name="Equation" r:id="rId22" imgW="203040" imgH="304560" progId="Equation.3">
                      <p:embed/>
                    </p:oleObj>
                  </mc:Choice>
                  <mc:Fallback>
                    <p:oleObj name="Equation" r:id="rId22" imgW="203040" imgH="304560" progId="Equation.3">
                      <p:embed/>
                      <p:pic>
                        <p:nvPicPr>
                          <p:cNvPr id="0" name="Object 3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82" y="1728"/>
                            <a:ext cx="96" cy="1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14818" name="Oval 34"/>
              <p:cNvSpPr>
                <a:spLocks noChangeArrowheads="1"/>
              </p:cNvSpPr>
              <p:nvPr/>
            </p:nvSpPr>
            <p:spPr bwMode="auto">
              <a:xfrm>
                <a:off x="5064" y="1736"/>
                <a:ext cx="144" cy="144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014819" name="Group 35"/>
            <p:cNvGrpSpPr>
              <a:grpSpLocks/>
            </p:cNvGrpSpPr>
            <p:nvPr/>
          </p:nvGrpSpPr>
          <p:grpSpPr bwMode="auto">
            <a:xfrm>
              <a:off x="1008" y="2711"/>
              <a:ext cx="144" cy="152"/>
              <a:chOff x="4328" y="1680"/>
              <a:chExt cx="144" cy="152"/>
            </a:xfrm>
          </p:grpSpPr>
          <p:graphicFrame>
            <p:nvGraphicFramePr>
              <p:cNvPr id="1014820" name="Object 36"/>
              <p:cNvGraphicFramePr>
                <a:graphicFrameLocks noChangeAspect="1"/>
              </p:cNvGraphicFramePr>
              <p:nvPr/>
            </p:nvGraphicFramePr>
            <p:xfrm>
              <a:off x="4359" y="1680"/>
              <a:ext cx="102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14894" name="Equation" r:id="rId23" imgW="215640" imgH="304560" progId="Equation.3">
                      <p:embed/>
                    </p:oleObj>
                  </mc:Choice>
                  <mc:Fallback>
                    <p:oleObj name="Equation" r:id="rId23" imgW="215640" imgH="304560" progId="Equation.3">
                      <p:embed/>
                      <p:pic>
                        <p:nvPicPr>
                          <p:cNvPr id="0" name="Object 3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59" y="1680"/>
                            <a:ext cx="102" cy="1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14821" name="Oval 37"/>
              <p:cNvSpPr>
                <a:spLocks noChangeArrowheads="1"/>
              </p:cNvSpPr>
              <p:nvPr/>
            </p:nvSpPr>
            <p:spPr bwMode="auto">
              <a:xfrm>
                <a:off x="4328" y="1688"/>
                <a:ext cx="144" cy="144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1014822" name="Object 38"/>
          <p:cNvGraphicFramePr>
            <a:graphicFrameLocks noChangeAspect="1"/>
          </p:cNvGraphicFramePr>
          <p:nvPr/>
        </p:nvGraphicFramePr>
        <p:xfrm>
          <a:off x="3021013" y="3646488"/>
          <a:ext cx="2693987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4895" name="Equation" r:id="rId24" imgW="1015920" imgH="228600" progId="Equation.3">
                  <p:embed/>
                </p:oleObj>
              </mc:Choice>
              <mc:Fallback>
                <p:oleObj name="Equation" r:id="rId24" imgW="1015920" imgH="22860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1013" y="3646488"/>
                        <a:ext cx="2693987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4823" name="Object 39"/>
          <p:cNvGraphicFramePr>
            <a:graphicFrameLocks noChangeAspect="1"/>
          </p:cNvGraphicFramePr>
          <p:nvPr/>
        </p:nvGraphicFramePr>
        <p:xfrm>
          <a:off x="4419600" y="4191000"/>
          <a:ext cx="144780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4896" name="Equation" r:id="rId26" imgW="596880" imgH="215640" progId="Equation.3">
                  <p:embed/>
                </p:oleObj>
              </mc:Choice>
              <mc:Fallback>
                <p:oleObj name="Equation" r:id="rId26" imgW="596880" imgH="21564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4191000"/>
                        <a:ext cx="1447800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4824" name="Object 40"/>
          <p:cNvGraphicFramePr>
            <a:graphicFrameLocks noChangeAspect="1"/>
          </p:cNvGraphicFramePr>
          <p:nvPr/>
        </p:nvGraphicFramePr>
        <p:xfrm>
          <a:off x="4460875" y="4691063"/>
          <a:ext cx="1254125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4897" name="Equation" r:id="rId28" imgW="520560" imgH="215640" progId="Equation.3">
                  <p:embed/>
                </p:oleObj>
              </mc:Choice>
              <mc:Fallback>
                <p:oleObj name="Equation" r:id="rId28" imgW="520560" imgH="215640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0875" y="4691063"/>
                        <a:ext cx="1254125" cy="51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4825" name="Line 41"/>
          <p:cNvSpPr>
            <a:spLocks noChangeShapeType="1"/>
          </p:cNvSpPr>
          <p:nvPr/>
        </p:nvSpPr>
        <p:spPr bwMode="auto">
          <a:xfrm>
            <a:off x="685800" y="1625600"/>
            <a:ext cx="1143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14826" name="Group 42"/>
          <p:cNvGrpSpPr>
            <a:grpSpLocks/>
          </p:cNvGrpSpPr>
          <p:nvPr/>
        </p:nvGrpSpPr>
        <p:grpSpPr bwMode="auto">
          <a:xfrm>
            <a:off x="2027238" y="533400"/>
            <a:ext cx="5059362" cy="2184400"/>
            <a:chOff x="1277" y="336"/>
            <a:chExt cx="3187" cy="1376"/>
          </a:xfrm>
        </p:grpSpPr>
        <p:graphicFrame>
          <p:nvGraphicFramePr>
            <p:cNvPr id="1014827" name="Object 43"/>
            <p:cNvGraphicFramePr>
              <a:graphicFrameLocks noChangeAspect="1"/>
            </p:cNvGraphicFramePr>
            <p:nvPr/>
          </p:nvGraphicFramePr>
          <p:xfrm>
            <a:off x="1277" y="336"/>
            <a:ext cx="2851" cy="13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4898" name="Equation" r:id="rId30" imgW="1688760" imgH="901440" progId="Equation.3">
                    <p:embed/>
                  </p:oleObj>
                </mc:Choice>
                <mc:Fallback>
                  <p:oleObj name="Equation" r:id="rId30" imgW="1688760" imgH="901440" progId="Equation.3">
                    <p:embed/>
                    <p:pic>
                      <p:nvPicPr>
                        <p:cNvPr id="0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77" y="336"/>
                          <a:ext cx="2851" cy="13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14828" name="Group 44"/>
            <p:cNvGrpSpPr>
              <a:grpSpLocks/>
            </p:cNvGrpSpPr>
            <p:nvPr/>
          </p:nvGrpSpPr>
          <p:grpSpPr bwMode="auto">
            <a:xfrm>
              <a:off x="4313" y="450"/>
              <a:ext cx="144" cy="144"/>
              <a:chOff x="3888" y="1680"/>
              <a:chExt cx="144" cy="144"/>
            </a:xfrm>
          </p:grpSpPr>
          <p:graphicFrame>
            <p:nvGraphicFramePr>
              <p:cNvPr id="1014829" name="Object 45"/>
              <p:cNvGraphicFramePr>
                <a:graphicFrameLocks noChangeAspect="1"/>
              </p:cNvGraphicFramePr>
              <p:nvPr/>
            </p:nvGraphicFramePr>
            <p:xfrm>
              <a:off x="3920" y="1680"/>
              <a:ext cx="84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14899" name="Equation" r:id="rId32" imgW="177480" imgH="304560" progId="Equation.3">
                      <p:embed/>
                    </p:oleObj>
                  </mc:Choice>
                  <mc:Fallback>
                    <p:oleObj name="Equation" r:id="rId32" imgW="177480" imgH="304560" progId="Equation.3">
                      <p:embed/>
                      <p:pic>
                        <p:nvPicPr>
                          <p:cNvPr id="0" name="Object 4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20" y="1680"/>
                            <a:ext cx="84" cy="1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14830" name="Oval 46"/>
              <p:cNvSpPr>
                <a:spLocks noChangeArrowheads="1"/>
              </p:cNvSpPr>
              <p:nvPr/>
            </p:nvSpPr>
            <p:spPr bwMode="auto">
              <a:xfrm>
                <a:off x="3888" y="1680"/>
                <a:ext cx="144" cy="144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014831" name="Group 47"/>
            <p:cNvGrpSpPr>
              <a:grpSpLocks/>
            </p:cNvGrpSpPr>
            <p:nvPr/>
          </p:nvGrpSpPr>
          <p:grpSpPr bwMode="auto">
            <a:xfrm>
              <a:off x="4320" y="1108"/>
              <a:ext cx="144" cy="155"/>
              <a:chOff x="4720" y="1677"/>
              <a:chExt cx="144" cy="155"/>
            </a:xfrm>
          </p:grpSpPr>
          <p:graphicFrame>
            <p:nvGraphicFramePr>
              <p:cNvPr id="1014832" name="Object 48"/>
              <p:cNvGraphicFramePr>
                <a:graphicFrameLocks noChangeAspect="1"/>
              </p:cNvGraphicFramePr>
              <p:nvPr/>
            </p:nvGraphicFramePr>
            <p:xfrm>
              <a:off x="4743" y="1677"/>
              <a:ext cx="102" cy="1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14900" name="Equation" r:id="rId33" imgW="215640" imgH="317160" progId="Equation.3">
                      <p:embed/>
                    </p:oleObj>
                  </mc:Choice>
                  <mc:Fallback>
                    <p:oleObj name="Equation" r:id="rId33" imgW="215640" imgH="317160" progId="Equation.3">
                      <p:embed/>
                      <p:pic>
                        <p:nvPicPr>
                          <p:cNvPr id="0" name="Object 4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43" y="1677"/>
                            <a:ext cx="102" cy="1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14833" name="Oval 49"/>
              <p:cNvSpPr>
                <a:spLocks noChangeArrowheads="1"/>
              </p:cNvSpPr>
              <p:nvPr/>
            </p:nvSpPr>
            <p:spPr bwMode="auto">
              <a:xfrm>
                <a:off x="4720" y="1688"/>
                <a:ext cx="144" cy="144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014834" name="Group 50"/>
            <p:cNvGrpSpPr>
              <a:grpSpLocks/>
            </p:cNvGrpSpPr>
            <p:nvPr/>
          </p:nvGrpSpPr>
          <p:grpSpPr bwMode="auto">
            <a:xfrm>
              <a:off x="4320" y="1433"/>
              <a:ext cx="144" cy="152"/>
              <a:chOff x="5064" y="1728"/>
              <a:chExt cx="144" cy="152"/>
            </a:xfrm>
          </p:grpSpPr>
          <p:graphicFrame>
            <p:nvGraphicFramePr>
              <p:cNvPr id="1014835" name="Object 51"/>
              <p:cNvGraphicFramePr>
                <a:graphicFrameLocks noChangeAspect="1"/>
              </p:cNvGraphicFramePr>
              <p:nvPr/>
            </p:nvGraphicFramePr>
            <p:xfrm>
              <a:off x="5082" y="1728"/>
              <a:ext cx="96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14901" name="Equation" r:id="rId34" imgW="203040" imgH="304560" progId="Equation.3">
                      <p:embed/>
                    </p:oleObj>
                  </mc:Choice>
                  <mc:Fallback>
                    <p:oleObj name="Equation" r:id="rId34" imgW="203040" imgH="304560" progId="Equation.3">
                      <p:embed/>
                      <p:pic>
                        <p:nvPicPr>
                          <p:cNvPr id="0" name="Object 5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82" y="1728"/>
                            <a:ext cx="96" cy="1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14836" name="Oval 52"/>
              <p:cNvSpPr>
                <a:spLocks noChangeArrowheads="1"/>
              </p:cNvSpPr>
              <p:nvPr/>
            </p:nvSpPr>
            <p:spPr bwMode="auto">
              <a:xfrm>
                <a:off x="5064" y="1736"/>
                <a:ext cx="144" cy="144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014837" name="Group 53"/>
            <p:cNvGrpSpPr>
              <a:grpSpLocks/>
            </p:cNvGrpSpPr>
            <p:nvPr/>
          </p:nvGrpSpPr>
          <p:grpSpPr bwMode="auto">
            <a:xfrm>
              <a:off x="4313" y="813"/>
              <a:ext cx="144" cy="152"/>
              <a:chOff x="4328" y="1680"/>
              <a:chExt cx="144" cy="152"/>
            </a:xfrm>
          </p:grpSpPr>
          <p:graphicFrame>
            <p:nvGraphicFramePr>
              <p:cNvPr id="1014838" name="Object 54"/>
              <p:cNvGraphicFramePr>
                <a:graphicFrameLocks noChangeAspect="1"/>
              </p:cNvGraphicFramePr>
              <p:nvPr/>
            </p:nvGraphicFramePr>
            <p:xfrm>
              <a:off x="4359" y="1680"/>
              <a:ext cx="102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14902" name="Equation" r:id="rId35" imgW="215640" imgH="304560" progId="Equation.3">
                      <p:embed/>
                    </p:oleObj>
                  </mc:Choice>
                  <mc:Fallback>
                    <p:oleObj name="Equation" r:id="rId35" imgW="215640" imgH="304560" progId="Equation.3">
                      <p:embed/>
                      <p:pic>
                        <p:nvPicPr>
                          <p:cNvPr id="0" name="Object 5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59" y="1680"/>
                            <a:ext cx="102" cy="1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14839" name="Oval 55"/>
              <p:cNvSpPr>
                <a:spLocks noChangeArrowheads="1"/>
              </p:cNvSpPr>
              <p:nvPr/>
            </p:nvSpPr>
            <p:spPr bwMode="auto">
              <a:xfrm>
                <a:off x="4328" y="1688"/>
                <a:ext cx="144" cy="144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14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14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14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148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1482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14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148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1482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14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148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1482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4AB08-27F5-4038-80ED-5A9DD2BA76EE}" type="slidenum">
              <a:rPr lang="zh-CN" altLang="en-US"/>
              <a:pPr/>
              <a:t>6</a:t>
            </a:fld>
            <a:endParaRPr lang="zh-CN" altLang="en-US"/>
          </a:p>
        </p:txBody>
      </p:sp>
      <p:grpSp>
        <p:nvGrpSpPr>
          <p:cNvPr id="1015810" name="Group 2"/>
          <p:cNvGrpSpPr>
            <a:grpSpLocks/>
          </p:cNvGrpSpPr>
          <p:nvPr/>
        </p:nvGrpSpPr>
        <p:grpSpPr bwMode="auto">
          <a:xfrm>
            <a:off x="2184400" y="2344738"/>
            <a:ext cx="4060825" cy="2068512"/>
            <a:chOff x="1376" y="1477"/>
            <a:chExt cx="2558" cy="1303"/>
          </a:xfrm>
        </p:grpSpPr>
        <p:graphicFrame>
          <p:nvGraphicFramePr>
            <p:cNvPr id="1015811" name="Object 3"/>
            <p:cNvGraphicFramePr>
              <a:graphicFrameLocks noChangeAspect="1"/>
            </p:cNvGraphicFramePr>
            <p:nvPr/>
          </p:nvGraphicFramePr>
          <p:xfrm>
            <a:off x="1376" y="1477"/>
            <a:ext cx="2139" cy="1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5911" name="Equation" r:id="rId3" imgW="1460160" imgH="888840" progId="Equation.3">
                    <p:embed/>
                  </p:oleObj>
                </mc:Choice>
                <mc:Fallback>
                  <p:oleObj name="Equation" r:id="rId3" imgW="1460160" imgH="88884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76" y="1477"/>
                          <a:ext cx="2139" cy="1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15812" name="Group 4"/>
            <p:cNvGrpSpPr>
              <a:grpSpLocks/>
            </p:cNvGrpSpPr>
            <p:nvPr/>
          </p:nvGrpSpPr>
          <p:grpSpPr bwMode="auto">
            <a:xfrm>
              <a:off x="3790" y="1550"/>
              <a:ext cx="144" cy="144"/>
              <a:chOff x="3888" y="1680"/>
              <a:chExt cx="144" cy="144"/>
            </a:xfrm>
          </p:grpSpPr>
          <p:graphicFrame>
            <p:nvGraphicFramePr>
              <p:cNvPr id="1015813" name="Object 5"/>
              <p:cNvGraphicFramePr>
                <a:graphicFrameLocks noChangeAspect="1"/>
              </p:cNvGraphicFramePr>
              <p:nvPr/>
            </p:nvGraphicFramePr>
            <p:xfrm>
              <a:off x="3920" y="1680"/>
              <a:ext cx="84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15912" name="Equation" r:id="rId5" imgW="177480" imgH="304560" progId="Equation.3">
                      <p:embed/>
                    </p:oleObj>
                  </mc:Choice>
                  <mc:Fallback>
                    <p:oleObj name="Equation" r:id="rId5" imgW="177480" imgH="304560" progId="Equation.3">
                      <p:embed/>
                      <p:pic>
                        <p:nvPicPr>
                          <p:cNvPr id="0" name="Object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20" y="1680"/>
                            <a:ext cx="84" cy="1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15814" name="Oval 6"/>
              <p:cNvSpPr>
                <a:spLocks noChangeArrowheads="1"/>
              </p:cNvSpPr>
              <p:nvPr/>
            </p:nvSpPr>
            <p:spPr bwMode="auto">
              <a:xfrm>
                <a:off x="3888" y="1680"/>
                <a:ext cx="144" cy="144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015815" name="Group 7"/>
            <p:cNvGrpSpPr>
              <a:grpSpLocks/>
            </p:cNvGrpSpPr>
            <p:nvPr/>
          </p:nvGrpSpPr>
          <p:grpSpPr bwMode="auto">
            <a:xfrm>
              <a:off x="3790" y="2208"/>
              <a:ext cx="144" cy="155"/>
              <a:chOff x="4720" y="1677"/>
              <a:chExt cx="144" cy="155"/>
            </a:xfrm>
          </p:grpSpPr>
          <p:graphicFrame>
            <p:nvGraphicFramePr>
              <p:cNvPr id="1015816" name="Object 8"/>
              <p:cNvGraphicFramePr>
                <a:graphicFrameLocks noChangeAspect="1"/>
              </p:cNvGraphicFramePr>
              <p:nvPr/>
            </p:nvGraphicFramePr>
            <p:xfrm>
              <a:off x="4743" y="1677"/>
              <a:ext cx="102" cy="1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15913" name="Equation" r:id="rId7" imgW="215640" imgH="317160" progId="Equation.3">
                      <p:embed/>
                    </p:oleObj>
                  </mc:Choice>
                  <mc:Fallback>
                    <p:oleObj name="Equation" r:id="rId7" imgW="215640" imgH="317160" progId="Equation.3">
                      <p:embed/>
                      <p:pic>
                        <p:nvPicPr>
                          <p:cNvPr id="0" name="Object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43" y="1677"/>
                            <a:ext cx="102" cy="1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15817" name="Oval 9"/>
              <p:cNvSpPr>
                <a:spLocks noChangeArrowheads="1"/>
              </p:cNvSpPr>
              <p:nvPr/>
            </p:nvSpPr>
            <p:spPr bwMode="auto">
              <a:xfrm>
                <a:off x="4720" y="1688"/>
                <a:ext cx="144" cy="144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015818" name="Group 10"/>
            <p:cNvGrpSpPr>
              <a:grpSpLocks/>
            </p:cNvGrpSpPr>
            <p:nvPr/>
          </p:nvGrpSpPr>
          <p:grpSpPr bwMode="auto">
            <a:xfrm>
              <a:off x="3790" y="2556"/>
              <a:ext cx="144" cy="152"/>
              <a:chOff x="5064" y="1728"/>
              <a:chExt cx="144" cy="152"/>
            </a:xfrm>
          </p:grpSpPr>
          <p:graphicFrame>
            <p:nvGraphicFramePr>
              <p:cNvPr id="1015819" name="Object 11"/>
              <p:cNvGraphicFramePr>
                <a:graphicFrameLocks noChangeAspect="1"/>
              </p:cNvGraphicFramePr>
              <p:nvPr/>
            </p:nvGraphicFramePr>
            <p:xfrm>
              <a:off x="5082" y="1728"/>
              <a:ext cx="96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15914" name="Equation" r:id="rId9" imgW="203040" imgH="304560" progId="Equation.3">
                      <p:embed/>
                    </p:oleObj>
                  </mc:Choice>
                  <mc:Fallback>
                    <p:oleObj name="Equation" r:id="rId9" imgW="203040" imgH="304560" progId="Equation.3">
                      <p:embed/>
                      <p:pic>
                        <p:nvPicPr>
                          <p:cNvPr id="0" name="Object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82" y="1728"/>
                            <a:ext cx="96" cy="1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15820" name="Oval 12"/>
              <p:cNvSpPr>
                <a:spLocks noChangeArrowheads="1"/>
              </p:cNvSpPr>
              <p:nvPr/>
            </p:nvSpPr>
            <p:spPr bwMode="auto">
              <a:xfrm>
                <a:off x="5064" y="1736"/>
                <a:ext cx="144" cy="144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015821" name="Group 13"/>
            <p:cNvGrpSpPr>
              <a:grpSpLocks/>
            </p:cNvGrpSpPr>
            <p:nvPr/>
          </p:nvGrpSpPr>
          <p:grpSpPr bwMode="auto">
            <a:xfrm>
              <a:off x="3790" y="1865"/>
              <a:ext cx="144" cy="152"/>
              <a:chOff x="4328" y="1680"/>
              <a:chExt cx="144" cy="152"/>
            </a:xfrm>
          </p:grpSpPr>
          <p:graphicFrame>
            <p:nvGraphicFramePr>
              <p:cNvPr id="1015822" name="Object 14"/>
              <p:cNvGraphicFramePr>
                <a:graphicFrameLocks noChangeAspect="1"/>
              </p:cNvGraphicFramePr>
              <p:nvPr/>
            </p:nvGraphicFramePr>
            <p:xfrm>
              <a:off x="4359" y="1680"/>
              <a:ext cx="102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15915" name="Equation" r:id="rId11" imgW="215640" imgH="304560" progId="Equation.3">
                      <p:embed/>
                    </p:oleObj>
                  </mc:Choice>
                  <mc:Fallback>
                    <p:oleObj name="Equation" r:id="rId11" imgW="215640" imgH="304560" progId="Equation.3">
                      <p:embed/>
                      <p:pic>
                        <p:nvPicPr>
                          <p:cNvPr id="0" name="Object 1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59" y="1680"/>
                            <a:ext cx="102" cy="1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15823" name="Oval 15"/>
              <p:cNvSpPr>
                <a:spLocks noChangeArrowheads="1"/>
              </p:cNvSpPr>
              <p:nvPr/>
            </p:nvSpPr>
            <p:spPr bwMode="auto">
              <a:xfrm>
                <a:off x="4328" y="1688"/>
                <a:ext cx="144" cy="144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1015824" name="Line 16"/>
          <p:cNvSpPr>
            <a:spLocks noChangeShapeType="1"/>
          </p:cNvSpPr>
          <p:nvPr/>
        </p:nvSpPr>
        <p:spPr bwMode="auto">
          <a:xfrm>
            <a:off x="609600" y="3392488"/>
            <a:ext cx="1371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15825" name="Group 17"/>
          <p:cNvGrpSpPr>
            <a:grpSpLocks/>
          </p:cNvGrpSpPr>
          <p:nvPr/>
        </p:nvGrpSpPr>
        <p:grpSpPr bwMode="auto">
          <a:xfrm>
            <a:off x="825500" y="3036888"/>
            <a:ext cx="990600" cy="258762"/>
            <a:chOff x="804" y="2297"/>
            <a:chExt cx="624" cy="163"/>
          </a:xfrm>
        </p:grpSpPr>
        <p:graphicFrame>
          <p:nvGraphicFramePr>
            <p:cNvPr id="1015826" name="Object 18"/>
            <p:cNvGraphicFramePr>
              <a:graphicFrameLocks noChangeAspect="1"/>
            </p:cNvGraphicFramePr>
            <p:nvPr/>
          </p:nvGraphicFramePr>
          <p:xfrm>
            <a:off x="980" y="2297"/>
            <a:ext cx="264" cy="1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5916" name="Equation" r:id="rId13" imgW="419040" imgH="253800" progId="Equation.3">
                    <p:embed/>
                  </p:oleObj>
                </mc:Choice>
                <mc:Fallback>
                  <p:oleObj name="Equation" r:id="rId13" imgW="419040" imgH="25380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80" y="2297"/>
                          <a:ext cx="264" cy="1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15827" name="Group 19"/>
            <p:cNvGrpSpPr>
              <a:grpSpLocks/>
            </p:cNvGrpSpPr>
            <p:nvPr/>
          </p:nvGrpSpPr>
          <p:grpSpPr bwMode="auto">
            <a:xfrm>
              <a:off x="804" y="2305"/>
              <a:ext cx="144" cy="155"/>
              <a:chOff x="4720" y="1677"/>
              <a:chExt cx="144" cy="155"/>
            </a:xfrm>
          </p:grpSpPr>
          <p:graphicFrame>
            <p:nvGraphicFramePr>
              <p:cNvPr id="1015828" name="Object 20"/>
              <p:cNvGraphicFramePr>
                <a:graphicFrameLocks noChangeAspect="1"/>
              </p:cNvGraphicFramePr>
              <p:nvPr/>
            </p:nvGraphicFramePr>
            <p:xfrm>
              <a:off x="4743" y="1677"/>
              <a:ext cx="102" cy="1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15917" name="Equation" r:id="rId15" imgW="215640" imgH="317160" progId="Equation.3">
                      <p:embed/>
                    </p:oleObj>
                  </mc:Choice>
                  <mc:Fallback>
                    <p:oleObj name="Equation" r:id="rId15" imgW="215640" imgH="317160" progId="Equation.3">
                      <p:embed/>
                      <p:pic>
                        <p:nvPicPr>
                          <p:cNvPr id="0" name="Object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43" y="1677"/>
                            <a:ext cx="102" cy="1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15829" name="Oval 21"/>
              <p:cNvSpPr>
                <a:spLocks noChangeArrowheads="1"/>
              </p:cNvSpPr>
              <p:nvPr/>
            </p:nvSpPr>
            <p:spPr bwMode="auto">
              <a:xfrm>
                <a:off x="4720" y="1688"/>
                <a:ext cx="144" cy="144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015830" name="Group 22"/>
            <p:cNvGrpSpPr>
              <a:grpSpLocks/>
            </p:cNvGrpSpPr>
            <p:nvPr/>
          </p:nvGrpSpPr>
          <p:grpSpPr bwMode="auto">
            <a:xfrm>
              <a:off x="1284" y="2305"/>
              <a:ext cx="144" cy="152"/>
              <a:chOff x="5064" y="1728"/>
              <a:chExt cx="144" cy="152"/>
            </a:xfrm>
          </p:grpSpPr>
          <p:graphicFrame>
            <p:nvGraphicFramePr>
              <p:cNvPr id="1015831" name="Object 23"/>
              <p:cNvGraphicFramePr>
                <a:graphicFrameLocks noChangeAspect="1"/>
              </p:cNvGraphicFramePr>
              <p:nvPr/>
            </p:nvGraphicFramePr>
            <p:xfrm>
              <a:off x="5082" y="1728"/>
              <a:ext cx="96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15918" name="Equation" r:id="rId16" imgW="203040" imgH="304560" progId="Equation.3">
                      <p:embed/>
                    </p:oleObj>
                  </mc:Choice>
                  <mc:Fallback>
                    <p:oleObj name="Equation" r:id="rId16" imgW="203040" imgH="304560" progId="Equation.3">
                      <p:embed/>
                      <p:pic>
                        <p:nvPicPr>
                          <p:cNvPr id="0" name="Object 2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82" y="1728"/>
                            <a:ext cx="96" cy="1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15832" name="Oval 24"/>
              <p:cNvSpPr>
                <a:spLocks noChangeArrowheads="1"/>
              </p:cNvSpPr>
              <p:nvPr/>
            </p:nvSpPr>
            <p:spPr bwMode="auto">
              <a:xfrm>
                <a:off x="5064" y="1736"/>
                <a:ext cx="144" cy="144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1015833" name="Group 25"/>
          <p:cNvGrpSpPr>
            <a:grpSpLocks/>
          </p:cNvGrpSpPr>
          <p:nvPr/>
        </p:nvGrpSpPr>
        <p:grpSpPr bwMode="auto">
          <a:xfrm>
            <a:off x="800100" y="3494088"/>
            <a:ext cx="1016000" cy="304800"/>
            <a:chOff x="788" y="2585"/>
            <a:chExt cx="640" cy="192"/>
          </a:xfrm>
        </p:grpSpPr>
        <p:graphicFrame>
          <p:nvGraphicFramePr>
            <p:cNvPr id="1015834" name="Object 26"/>
            <p:cNvGraphicFramePr>
              <a:graphicFrameLocks noChangeAspect="1"/>
            </p:cNvGraphicFramePr>
            <p:nvPr/>
          </p:nvGraphicFramePr>
          <p:xfrm>
            <a:off x="964" y="2585"/>
            <a:ext cx="304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5919" name="Equation" r:id="rId17" imgW="482400" imgH="304560" progId="Equation.3">
                    <p:embed/>
                  </p:oleObj>
                </mc:Choice>
                <mc:Fallback>
                  <p:oleObj name="Equation" r:id="rId17" imgW="482400" imgH="304560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4" y="2585"/>
                          <a:ext cx="304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15835" name="Group 27"/>
            <p:cNvGrpSpPr>
              <a:grpSpLocks/>
            </p:cNvGrpSpPr>
            <p:nvPr/>
          </p:nvGrpSpPr>
          <p:grpSpPr bwMode="auto">
            <a:xfrm>
              <a:off x="788" y="2610"/>
              <a:ext cx="144" cy="152"/>
              <a:chOff x="5064" y="1728"/>
              <a:chExt cx="144" cy="152"/>
            </a:xfrm>
          </p:grpSpPr>
          <p:graphicFrame>
            <p:nvGraphicFramePr>
              <p:cNvPr id="1015836" name="Object 28"/>
              <p:cNvGraphicFramePr>
                <a:graphicFrameLocks noChangeAspect="1"/>
              </p:cNvGraphicFramePr>
              <p:nvPr/>
            </p:nvGraphicFramePr>
            <p:xfrm>
              <a:off x="5082" y="1728"/>
              <a:ext cx="96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15920" name="Equation" r:id="rId19" imgW="203040" imgH="304560" progId="Equation.3">
                      <p:embed/>
                    </p:oleObj>
                  </mc:Choice>
                  <mc:Fallback>
                    <p:oleObj name="Equation" r:id="rId19" imgW="203040" imgH="304560" progId="Equation.3">
                      <p:embed/>
                      <p:pic>
                        <p:nvPicPr>
                          <p:cNvPr id="0" name="Object 2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82" y="1728"/>
                            <a:ext cx="96" cy="1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15837" name="Oval 29"/>
              <p:cNvSpPr>
                <a:spLocks noChangeArrowheads="1"/>
              </p:cNvSpPr>
              <p:nvPr/>
            </p:nvSpPr>
            <p:spPr bwMode="auto">
              <a:xfrm>
                <a:off x="5064" y="1736"/>
                <a:ext cx="144" cy="144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015838" name="Group 30"/>
            <p:cNvGrpSpPr>
              <a:grpSpLocks/>
            </p:cNvGrpSpPr>
            <p:nvPr/>
          </p:nvGrpSpPr>
          <p:grpSpPr bwMode="auto">
            <a:xfrm>
              <a:off x="1284" y="2608"/>
              <a:ext cx="144" cy="155"/>
              <a:chOff x="4720" y="1677"/>
              <a:chExt cx="144" cy="155"/>
            </a:xfrm>
          </p:grpSpPr>
          <p:graphicFrame>
            <p:nvGraphicFramePr>
              <p:cNvPr id="1015839" name="Object 31"/>
              <p:cNvGraphicFramePr>
                <a:graphicFrameLocks noChangeAspect="1"/>
              </p:cNvGraphicFramePr>
              <p:nvPr/>
            </p:nvGraphicFramePr>
            <p:xfrm>
              <a:off x="4743" y="1677"/>
              <a:ext cx="102" cy="1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15921" name="Equation" r:id="rId20" imgW="215640" imgH="317160" progId="Equation.3">
                      <p:embed/>
                    </p:oleObj>
                  </mc:Choice>
                  <mc:Fallback>
                    <p:oleObj name="Equation" r:id="rId20" imgW="215640" imgH="317160" progId="Equation.3">
                      <p:embed/>
                      <p:pic>
                        <p:nvPicPr>
                          <p:cNvPr id="0" name="Object 3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43" y="1677"/>
                            <a:ext cx="102" cy="1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15840" name="Oval 32"/>
              <p:cNvSpPr>
                <a:spLocks noChangeArrowheads="1"/>
              </p:cNvSpPr>
              <p:nvPr/>
            </p:nvSpPr>
            <p:spPr bwMode="auto">
              <a:xfrm>
                <a:off x="4720" y="1688"/>
                <a:ext cx="144" cy="144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1015841" name="Text Box 33"/>
          <p:cNvSpPr txBox="1">
            <a:spLocks noChangeArrowheads="1"/>
          </p:cNvSpPr>
          <p:nvPr/>
        </p:nvSpPr>
        <p:spPr bwMode="auto">
          <a:xfrm>
            <a:off x="381000" y="4419600"/>
            <a:ext cx="487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用“回代”的方法求出解：</a:t>
            </a:r>
          </a:p>
        </p:txBody>
      </p:sp>
      <p:grpSp>
        <p:nvGrpSpPr>
          <p:cNvPr id="1015842" name="Group 34"/>
          <p:cNvGrpSpPr>
            <a:grpSpLocks/>
          </p:cNvGrpSpPr>
          <p:nvPr/>
        </p:nvGrpSpPr>
        <p:grpSpPr bwMode="auto">
          <a:xfrm>
            <a:off x="2178050" y="120650"/>
            <a:ext cx="4060825" cy="2097088"/>
            <a:chOff x="1372" y="76"/>
            <a:chExt cx="2558" cy="1321"/>
          </a:xfrm>
        </p:grpSpPr>
        <p:graphicFrame>
          <p:nvGraphicFramePr>
            <p:cNvPr id="1015843" name="Object 35"/>
            <p:cNvGraphicFramePr>
              <a:graphicFrameLocks noChangeAspect="1"/>
            </p:cNvGraphicFramePr>
            <p:nvPr/>
          </p:nvGraphicFramePr>
          <p:xfrm>
            <a:off x="1372" y="76"/>
            <a:ext cx="2139" cy="13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5922" name="Equation" r:id="rId21" imgW="1460160" imgH="901440" progId="Equation.3">
                    <p:embed/>
                  </p:oleObj>
                </mc:Choice>
                <mc:Fallback>
                  <p:oleObj name="Equation" r:id="rId21" imgW="1460160" imgH="901440" progId="Equation.3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72" y="76"/>
                          <a:ext cx="2139" cy="13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15844" name="Group 36"/>
            <p:cNvGrpSpPr>
              <a:grpSpLocks/>
            </p:cNvGrpSpPr>
            <p:nvPr/>
          </p:nvGrpSpPr>
          <p:grpSpPr bwMode="auto">
            <a:xfrm>
              <a:off x="3786" y="158"/>
              <a:ext cx="144" cy="144"/>
              <a:chOff x="3888" y="1680"/>
              <a:chExt cx="144" cy="144"/>
            </a:xfrm>
          </p:grpSpPr>
          <p:graphicFrame>
            <p:nvGraphicFramePr>
              <p:cNvPr id="1015845" name="Object 37"/>
              <p:cNvGraphicFramePr>
                <a:graphicFrameLocks noChangeAspect="1"/>
              </p:cNvGraphicFramePr>
              <p:nvPr/>
            </p:nvGraphicFramePr>
            <p:xfrm>
              <a:off x="3920" y="1680"/>
              <a:ext cx="84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15923" name="Equation" r:id="rId23" imgW="177480" imgH="304560" progId="Equation.3">
                      <p:embed/>
                    </p:oleObj>
                  </mc:Choice>
                  <mc:Fallback>
                    <p:oleObj name="Equation" r:id="rId23" imgW="177480" imgH="304560" progId="Equation.3">
                      <p:embed/>
                      <p:pic>
                        <p:nvPicPr>
                          <p:cNvPr id="0" name="Object 3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20" y="1680"/>
                            <a:ext cx="84" cy="1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15846" name="Oval 38"/>
              <p:cNvSpPr>
                <a:spLocks noChangeArrowheads="1"/>
              </p:cNvSpPr>
              <p:nvPr/>
            </p:nvSpPr>
            <p:spPr bwMode="auto">
              <a:xfrm>
                <a:off x="3888" y="1680"/>
                <a:ext cx="144" cy="144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015847" name="Group 39"/>
            <p:cNvGrpSpPr>
              <a:grpSpLocks/>
            </p:cNvGrpSpPr>
            <p:nvPr/>
          </p:nvGrpSpPr>
          <p:grpSpPr bwMode="auto">
            <a:xfrm>
              <a:off x="3786" y="816"/>
              <a:ext cx="144" cy="155"/>
              <a:chOff x="4720" y="1677"/>
              <a:chExt cx="144" cy="155"/>
            </a:xfrm>
          </p:grpSpPr>
          <p:graphicFrame>
            <p:nvGraphicFramePr>
              <p:cNvPr id="1015848" name="Object 40"/>
              <p:cNvGraphicFramePr>
                <a:graphicFrameLocks noChangeAspect="1"/>
              </p:cNvGraphicFramePr>
              <p:nvPr/>
            </p:nvGraphicFramePr>
            <p:xfrm>
              <a:off x="4743" y="1677"/>
              <a:ext cx="102" cy="1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15924" name="Equation" r:id="rId24" imgW="215640" imgH="317160" progId="Equation.3">
                      <p:embed/>
                    </p:oleObj>
                  </mc:Choice>
                  <mc:Fallback>
                    <p:oleObj name="Equation" r:id="rId24" imgW="215640" imgH="317160" progId="Equation.3">
                      <p:embed/>
                      <p:pic>
                        <p:nvPicPr>
                          <p:cNvPr id="0" name="Object 4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43" y="1677"/>
                            <a:ext cx="102" cy="1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15849" name="Oval 41"/>
              <p:cNvSpPr>
                <a:spLocks noChangeArrowheads="1"/>
              </p:cNvSpPr>
              <p:nvPr/>
            </p:nvSpPr>
            <p:spPr bwMode="auto">
              <a:xfrm>
                <a:off x="4720" y="1688"/>
                <a:ext cx="144" cy="144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015850" name="Group 42"/>
            <p:cNvGrpSpPr>
              <a:grpSpLocks/>
            </p:cNvGrpSpPr>
            <p:nvPr/>
          </p:nvGrpSpPr>
          <p:grpSpPr bwMode="auto">
            <a:xfrm>
              <a:off x="3786" y="1164"/>
              <a:ext cx="144" cy="152"/>
              <a:chOff x="5064" y="1728"/>
              <a:chExt cx="144" cy="152"/>
            </a:xfrm>
          </p:grpSpPr>
          <p:graphicFrame>
            <p:nvGraphicFramePr>
              <p:cNvPr id="1015851" name="Object 43"/>
              <p:cNvGraphicFramePr>
                <a:graphicFrameLocks noChangeAspect="1"/>
              </p:cNvGraphicFramePr>
              <p:nvPr/>
            </p:nvGraphicFramePr>
            <p:xfrm>
              <a:off x="5082" y="1728"/>
              <a:ext cx="96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15925" name="Equation" r:id="rId25" imgW="203040" imgH="304560" progId="Equation.3">
                      <p:embed/>
                    </p:oleObj>
                  </mc:Choice>
                  <mc:Fallback>
                    <p:oleObj name="Equation" r:id="rId25" imgW="203040" imgH="304560" progId="Equation.3">
                      <p:embed/>
                      <p:pic>
                        <p:nvPicPr>
                          <p:cNvPr id="0" name="Object 4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82" y="1728"/>
                            <a:ext cx="96" cy="1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15852" name="Oval 44"/>
              <p:cNvSpPr>
                <a:spLocks noChangeArrowheads="1"/>
              </p:cNvSpPr>
              <p:nvPr/>
            </p:nvSpPr>
            <p:spPr bwMode="auto">
              <a:xfrm>
                <a:off x="5064" y="1736"/>
                <a:ext cx="144" cy="144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015853" name="Group 45"/>
            <p:cNvGrpSpPr>
              <a:grpSpLocks/>
            </p:cNvGrpSpPr>
            <p:nvPr/>
          </p:nvGrpSpPr>
          <p:grpSpPr bwMode="auto">
            <a:xfrm>
              <a:off x="3786" y="473"/>
              <a:ext cx="144" cy="152"/>
              <a:chOff x="4328" y="1680"/>
              <a:chExt cx="144" cy="152"/>
            </a:xfrm>
          </p:grpSpPr>
          <p:graphicFrame>
            <p:nvGraphicFramePr>
              <p:cNvPr id="1015854" name="Object 46"/>
              <p:cNvGraphicFramePr>
                <a:graphicFrameLocks noChangeAspect="1"/>
              </p:cNvGraphicFramePr>
              <p:nvPr/>
            </p:nvGraphicFramePr>
            <p:xfrm>
              <a:off x="4359" y="1680"/>
              <a:ext cx="102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15926" name="Equation" r:id="rId26" imgW="215640" imgH="304560" progId="Equation.3">
                      <p:embed/>
                    </p:oleObj>
                  </mc:Choice>
                  <mc:Fallback>
                    <p:oleObj name="Equation" r:id="rId26" imgW="215640" imgH="304560" progId="Equation.3">
                      <p:embed/>
                      <p:pic>
                        <p:nvPicPr>
                          <p:cNvPr id="0" name="Object 4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59" y="1680"/>
                            <a:ext cx="102" cy="1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15855" name="Oval 47"/>
              <p:cNvSpPr>
                <a:spLocks noChangeArrowheads="1"/>
              </p:cNvSpPr>
              <p:nvPr/>
            </p:nvSpPr>
            <p:spPr bwMode="auto">
              <a:xfrm>
                <a:off x="4328" y="1688"/>
                <a:ext cx="144" cy="144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1015856" name="Object 48"/>
          <p:cNvGraphicFramePr>
            <a:graphicFrameLocks noChangeAspect="1"/>
          </p:cNvGraphicFramePr>
          <p:nvPr/>
        </p:nvGraphicFramePr>
        <p:xfrm>
          <a:off x="4349750" y="3373438"/>
          <a:ext cx="121285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927" name="Equation" r:id="rId27" imgW="520560" imgH="215640" progId="Equation.3">
                  <p:embed/>
                </p:oleObj>
              </mc:Choice>
              <mc:Fallback>
                <p:oleObj name="Equation" r:id="rId27" imgW="520560" imgH="215640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9750" y="3373438"/>
                        <a:ext cx="1212850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5857" name="Object 49"/>
          <p:cNvGraphicFramePr>
            <a:graphicFrameLocks noChangeAspect="1"/>
          </p:cNvGraphicFramePr>
          <p:nvPr/>
        </p:nvGraphicFramePr>
        <p:xfrm>
          <a:off x="4559300" y="3989388"/>
          <a:ext cx="927100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928" name="Equation" r:id="rId29" imgW="355320" imgH="177480" progId="Equation.3">
                  <p:embed/>
                </p:oleObj>
              </mc:Choice>
              <mc:Fallback>
                <p:oleObj name="Equation" r:id="rId29" imgW="355320" imgH="177480" progId="Equation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9300" y="3989388"/>
                        <a:ext cx="927100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5858" name="Object 50"/>
          <p:cNvGraphicFramePr>
            <a:graphicFrameLocks noChangeAspect="1"/>
          </p:cNvGraphicFramePr>
          <p:nvPr/>
        </p:nvGraphicFramePr>
        <p:xfrm>
          <a:off x="990600" y="4953000"/>
          <a:ext cx="546100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929" name="Equation" r:id="rId31" imgW="241200" imgH="711000" progId="Equation.3">
                  <p:embed/>
                </p:oleObj>
              </mc:Choice>
              <mc:Fallback>
                <p:oleObj name="Equation" r:id="rId31" imgW="241200" imgH="711000" progId="Equation.3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4953000"/>
                        <a:ext cx="546100" cy="175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5859" name="Object 51"/>
          <p:cNvGraphicFramePr>
            <a:graphicFrameLocks noChangeAspect="1"/>
          </p:cNvGraphicFramePr>
          <p:nvPr/>
        </p:nvGraphicFramePr>
        <p:xfrm>
          <a:off x="1317625" y="6276975"/>
          <a:ext cx="12192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930" name="Equation" r:id="rId33" imgW="520560" imgH="215640" progId="Equation.3">
                  <p:embed/>
                </p:oleObj>
              </mc:Choice>
              <mc:Fallback>
                <p:oleObj name="Equation" r:id="rId33" imgW="520560" imgH="215640" progId="Equation.3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7625" y="6276975"/>
                        <a:ext cx="1219200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5860" name="Object 52"/>
          <p:cNvGraphicFramePr>
            <a:graphicFrameLocks noChangeAspect="1"/>
          </p:cNvGraphicFramePr>
          <p:nvPr/>
        </p:nvGraphicFramePr>
        <p:xfrm>
          <a:off x="1311275" y="5345113"/>
          <a:ext cx="1568450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931" name="Equation" r:id="rId35" imgW="647640" imgH="215640" progId="Equation.3">
                  <p:embed/>
                </p:oleObj>
              </mc:Choice>
              <mc:Fallback>
                <p:oleObj name="Equation" r:id="rId35" imgW="647640" imgH="215640" progId="Equation.3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1275" y="5345113"/>
                        <a:ext cx="1568450" cy="522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5861" name="Object 53"/>
          <p:cNvGraphicFramePr>
            <a:graphicFrameLocks noChangeAspect="1"/>
          </p:cNvGraphicFramePr>
          <p:nvPr/>
        </p:nvGraphicFramePr>
        <p:xfrm>
          <a:off x="1295400" y="4876800"/>
          <a:ext cx="1495425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932" name="Equation" r:id="rId37" imgW="634680" imgH="215640" progId="Equation.3">
                  <p:embed/>
                </p:oleObj>
              </mc:Choice>
              <mc:Fallback>
                <p:oleObj name="Equation" r:id="rId37" imgW="634680" imgH="215640" progId="Equation.3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4876800"/>
                        <a:ext cx="1495425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5862" name="Line 54"/>
          <p:cNvSpPr>
            <a:spLocks noChangeShapeType="1"/>
          </p:cNvSpPr>
          <p:nvPr/>
        </p:nvSpPr>
        <p:spPr bwMode="auto">
          <a:xfrm>
            <a:off x="685800" y="1155700"/>
            <a:ext cx="1143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015863" name="Object 55"/>
          <p:cNvGraphicFramePr>
            <a:graphicFrameLocks noChangeAspect="1"/>
          </p:cNvGraphicFramePr>
          <p:nvPr/>
        </p:nvGraphicFramePr>
        <p:xfrm>
          <a:off x="1328738" y="5834063"/>
          <a:ext cx="1011237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933" name="Equation" r:id="rId39" imgW="431640" imgH="228600" progId="Equation.3">
                  <p:embed/>
                </p:oleObj>
              </mc:Choice>
              <mc:Fallback>
                <p:oleObj name="Equation" r:id="rId39" imgW="431640" imgH="228600" progId="Equation.3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8738" y="5834063"/>
                        <a:ext cx="1011237" cy="534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5864" name="Text Box 56"/>
          <p:cNvSpPr txBox="1">
            <a:spLocks noChangeArrowheads="1"/>
          </p:cNvSpPr>
          <p:nvPr/>
        </p:nvSpPr>
        <p:spPr bwMode="auto">
          <a:xfrm>
            <a:off x="2971800" y="5562600"/>
            <a:ext cx="4267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，</a:t>
            </a:r>
            <a:r>
              <a:rPr lang="zh-CN" altLang="en-US" sz="2600"/>
              <a:t>其中 </a:t>
            </a:r>
            <a:r>
              <a:rPr lang="en-US" altLang="zh-CN" i="1"/>
              <a:t>c</a:t>
            </a:r>
            <a:r>
              <a:rPr lang="en-US" altLang="zh-CN" sz="2600" i="1"/>
              <a:t> </a:t>
            </a:r>
            <a:r>
              <a:rPr lang="zh-CN" altLang="en-US" sz="2600"/>
              <a:t>取任意常数。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15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15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15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158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1585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15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158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1585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15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15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15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15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15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15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015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5841" grpId="0" autoUpdateAnimBg="0"/>
      <p:bldP spid="1015864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1E8C9-EE03-4466-9B99-DE963EA086B4}" type="slidenum">
              <a:rPr lang="zh-CN" altLang="en-US"/>
              <a:pPr/>
              <a:t>7</a:t>
            </a:fld>
            <a:endParaRPr lang="zh-CN" altLang="en-US"/>
          </a:p>
        </p:txBody>
      </p:sp>
      <p:sp>
        <p:nvSpPr>
          <p:cNvPr id="1016834" name="Text Box 2"/>
          <p:cNvSpPr txBox="1">
            <a:spLocks noChangeArrowheads="1"/>
          </p:cNvSpPr>
          <p:nvPr/>
        </p:nvSpPr>
        <p:spPr bwMode="auto">
          <a:xfrm>
            <a:off x="533400" y="381000"/>
            <a:ext cx="1524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66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>
                <a:solidFill>
                  <a:srgbClr val="0033CC"/>
                </a:solidFill>
                <a:ea typeface="黑体" panose="02010609060101010101" pitchFamily="49" charset="-122"/>
              </a:rPr>
              <a:t>小结：</a:t>
            </a:r>
          </a:p>
        </p:txBody>
      </p:sp>
      <p:sp>
        <p:nvSpPr>
          <p:cNvPr id="1016835" name="Text Box 3"/>
          <p:cNvSpPr txBox="1">
            <a:spLocks noChangeArrowheads="1"/>
          </p:cNvSpPr>
          <p:nvPr/>
        </p:nvSpPr>
        <p:spPr bwMode="auto">
          <a:xfrm>
            <a:off x="762000" y="1057275"/>
            <a:ext cx="7467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tx2"/>
                </a:solidFill>
              </a:rPr>
              <a:t>1．上述解方程组的方法称为高斯消元法；</a:t>
            </a:r>
          </a:p>
        </p:txBody>
      </p:sp>
      <p:sp>
        <p:nvSpPr>
          <p:cNvPr id="1016836" name="Text Box 4"/>
          <p:cNvSpPr txBox="1">
            <a:spLocks noChangeArrowheads="1"/>
          </p:cNvSpPr>
          <p:nvPr/>
        </p:nvSpPr>
        <p:spPr bwMode="auto">
          <a:xfrm>
            <a:off x="228600" y="1536700"/>
            <a:ext cx="83820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>
                <a:solidFill>
                  <a:schemeClr val="bg2"/>
                </a:solidFill>
              </a:rPr>
              <a:t>      </a:t>
            </a:r>
            <a:r>
              <a:rPr lang="zh-CN" altLang="en-US">
                <a:solidFill>
                  <a:schemeClr val="tx2"/>
                </a:solidFill>
              </a:rPr>
              <a:t>2．始终把方程组看作一个整体变形，用到如下三种变换</a:t>
            </a:r>
          </a:p>
        </p:txBody>
      </p:sp>
      <p:sp>
        <p:nvSpPr>
          <p:cNvPr id="1016837" name="Text Box 5"/>
          <p:cNvSpPr txBox="1">
            <a:spLocks noChangeArrowheads="1"/>
          </p:cNvSpPr>
          <p:nvPr/>
        </p:nvSpPr>
        <p:spPr bwMode="auto">
          <a:xfrm>
            <a:off x="762000" y="2667000"/>
            <a:ext cx="480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tx2"/>
                </a:solidFill>
              </a:rPr>
              <a:t>（1）交换方程次序；</a:t>
            </a:r>
          </a:p>
        </p:txBody>
      </p:sp>
      <p:sp>
        <p:nvSpPr>
          <p:cNvPr id="1016838" name="Text Box 6"/>
          <p:cNvSpPr txBox="1">
            <a:spLocks noChangeArrowheads="1"/>
          </p:cNvSpPr>
          <p:nvPr/>
        </p:nvSpPr>
        <p:spPr bwMode="auto">
          <a:xfrm>
            <a:off x="762000" y="3657600"/>
            <a:ext cx="7010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tx2"/>
                </a:solidFill>
              </a:rPr>
              <a:t>（2）以不等于０的数 </a:t>
            </a:r>
            <a:r>
              <a:rPr lang="en-US" altLang="zh-CN" i="1">
                <a:solidFill>
                  <a:schemeClr val="tx2"/>
                </a:solidFill>
              </a:rPr>
              <a:t>k </a:t>
            </a:r>
            <a:r>
              <a:rPr lang="zh-CN" altLang="en-US">
                <a:solidFill>
                  <a:schemeClr val="tx2"/>
                </a:solidFill>
              </a:rPr>
              <a:t>乘某个方程；</a:t>
            </a:r>
          </a:p>
        </p:txBody>
      </p:sp>
      <p:sp>
        <p:nvSpPr>
          <p:cNvPr id="1016839" name="Text Box 7"/>
          <p:cNvSpPr txBox="1">
            <a:spLocks noChangeArrowheads="1"/>
          </p:cNvSpPr>
          <p:nvPr/>
        </p:nvSpPr>
        <p:spPr bwMode="auto">
          <a:xfrm>
            <a:off x="762000" y="4724400"/>
            <a:ext cx="6934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tx2"/>
                </a:solidFill>
              </a:rPr>
              <a:t>（3）一个方程加上另一个方程的 </a:t>
            </a:r>
            <a:r>
              <a:rPr lang="en-US" altLang="zh-CN" i="1">
                <a:solidFill>
                  <a:schemeClr val="tx2"/>
                </a:solidFill>
              </a:rPr>
              <a:t>k </a:t>
            </a:r>
            <a:r>
              <a:rPr lang="zh-CN" altLang="en-US">
                <a:solidFill>
                  <a:schemeClr val="tx2"/>
                </a:solidFill>
              </a:rPr>
              <a:t>倍．</a:t>
            </a:r>
          </a:p>
        </p:txBody>
      </p:sp>
      <p:grpSp>
        <p:nvGrpSpPr>
          <p:cNvPr id="1016840" name="Group 8"/>
          <p:cNvGrpSpPr>
            <a:grpSpLocks/>
          </p:cNvGrpSpPr>
          <p:nvPr/>
        </p:nvGrpSpPr>
        <p:grpSpPr bwMode="auto">
          <a:xfrm>
            <a:off x="1371600" y="3109913"/>
            <a:ext cx="3352800" cy="519112"/>
            <a:chOff x="864" y="2160"/>
            <a:chExt cx="2112" cy="327"/>
          </a:xfrm>
        </p:grpSpPr>
        <p:grpSp>
          <p:nvGrpSpPr>
            <p:cNvPr id="1016841" name="Group 9"/>
            <p:cNvGrpSpPr>
              <a:grpSpLocks/>
            </p:cNvGrpSpPr>
            <p:nvPr/>
          </p:nvGrpSpPr>
          <p:grpSpPr bwMode="auto">
            <a:xfrm>
              <a:off x="1200" y="2272"/>
              <a:ext cx="144" cy="150"/>
              <a:chOff x="5472" y="793"/>
              <a:chExt cx="144" cy="150"/>
            </a:xfrm>
          </p:grpSpPr>
          <p:graphicFrame>
            <p:nvGraphicFramePr>
              <p:cNvPr id="1016842" name="Object 10"/>
              <p:cNvGraphicFramePr>
                <a:graphicFrameLocks noChangeAspect="1"/>
              </p:cNvGraphicFramePr>
              <p:nvPr/>
            </p:nvGraphicFramePr>
            <p:xfrm>
              <a:off x="5518" y="793"/>
              <a:ext cx="72" cy="1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16888" name="Equation" r:id="rId3" imgW="152280" imgH="317160" progId="Equation.3">
                      <p:embed/>
                    </p:oleObj>
                  </mc:Choice>
                  <mc:Fallback>
                    <p:oleObj name="Equation" r:id="rId3" imgW="152280" imgH="317160" progId="Equation.3">
                      <p:embed/>
                      <p:pic>
                        <p:nvPicPr>
                          <p:cNvPr id="0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518" y="793"/>
                            <a:ext cx="72" cy="1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16843" name="Oval 11"/>
              <p:cNvSpPr>
                <a:spLocks noChangeArrowheads="1"/>
              </p:cNvSpPr>
              <p:nvPr/>
            </p:nvSpPr>
            <p:spPr bwMode="auto">
              <a:xfrm>
                <a:off x="5472" y="796"/>
                <a:ext cx="144" cy="144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016844" name="Group 12"/>
            <p:cNvGrpSpPr>
              <a:grpSpLocks/>
            </p:cNvGrpSpPr>
            <p:nvPr/>
          </p:nvGrpSpPr>
          <p:grpSpPr bwMode="auto">
            <a:xfrm>
              <a:off x="1632" y="2254"/>
              <a:ext cx="144" cy="186"/>
              <a:chOff x="2264" y="2238"/>
              <a:chExt cx="144" cy="186"/>
            </a:xfrm>
          </p:grpSpPr>
          <p:graphicFrame>
            <p:nvGraphicFramePr>
              <p:cNvPr id="1016845" name="Object 13"/>
              <p:cNvGraphicFramePr>
                <a:graphicFrameLocks noChangeAspect="1"/>
              </p:cNvGraphicFramePr>
              <p:nvPr/>
            </p:nvGraphicFramePr>
            <p:xfrm>
              <a:off x="2287" y="2238"/>
              <a:ext cx="102" cy="1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16889" name="Equation" r:id="rId5" imgW="215640" imgH="393480" progId="Equation.3">
                      <p:embed/>
                    </p:oleObj>
                  </mc:Choice>
                  <mc:Fallback>
                    <p:oleObj name="Equation" r:id="rId5" imgW="215640" imgH="393480" progId="Equation.3">
                      <p:embed/>
                      <p:pic>
                        <p:nvPicPr>
                          <p:cNvPr id="0" name="Object 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87" y="2238"/>
                            <a:ext cx="102" cy="18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16846" name="Oval 14"/>
              <p:cNvSpPr>
                <a:spLocks noChangeArrowheads="1"/>
              </p:cNvSpPr>
              <p:nvPr/>
            </p:nvSpPr>
            <p:spPr bwMode="auto">
              <a:xfrm>
                <a:off x="2264" y="2251"/>
                <a:ext cx="144" cy="144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016847" name="Text Box 15"/>
            <p:cNvSpPr txBox="1">
              <a:spLocks noChangeArrowheads="1"/>
            </p:cNvSpPr>
            <p:nvPr/>
          </p:nvSpPr>
          <p:spPr bwMode="auto">
            <a:xfrm>
              <a:off x="864" y="2160"/>
              <a:ext cx="211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>
                  <a:solidFill>
                    <a:srgbClr val="0000FF"/>
                  </a:solidFill>
                </a:rPr>
                <a:t>（　与　相互替换）</a:t>
              </a:r>
            </a:p>
          </p:txBody>
        </p:sp>
      </p:grpSp>
      <p:grpSp>
        <p:nvGrpSpPr>
          <p:cNvPr id="1016848" name="Group 16"/>
          <p:cNvGrpSpPr>
            <a:grpSpLocks/>
          </p:cNvGrpSpPr>
          <p:nvPr/>
        </p:nvGrpSpPr>
        <p:grpSpPr bwMode="auto">
          <a:xfrm>
            <a:off x="1295400" y="4191000"/>
            <a:ext cx="3352800" cy="519113"/>
            <a:chOff x="1056" y="2880"/>
            <a:chExt cx="2112" cy="327"/>
          </a:xfrm>
        </p:grpSpPr>
        <p:sp>
          <p:nvSpPr>
            <p:cNvPr id="1016849" name="Text Box 17"/>
            <p:cNvSpPr txBox="1">
              <a:spLocks noChangeArrowheads="1"/>
            </p:cNvSpPr>
            <p:nvPr/>
          </p:nvSpPr>
          <p:spPr bwMode="auto">
            <a:xfrm>
              <a:off x="1056" y="2880"/>
              <a:ext cx="211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>
                  <a:solidFill>
                    <a:srgbClr val="0000FF"/>
                  </a:solidFill>
                </a:rPr>
                <a:t>（以　　　替换　）</a:t>
              </a:r>
            </a:p>
          </p:txBody>
        </p:sp>
        <p:grpSp>
          <p:nvGrpSpPr>
            <p:cNvPr id="1016850" name="Group 18"/>
            <p:cNvGrpSpPr>
              <a:grpSpLocks/>
            </p:cNvGrpSpPr>
            <p:nvPr/>
          </p:nvGrpSpPr>
          <p:grpSpPr bwMode="auto">
            <a:xfrm>
              <a:off x="1680" y="2952"/>
              <a:ext cx="480" cy="200"/>
              <a:chOff x="4320" y="2952"/>
              <a:chExt cx="480" cy="200"/>
            </a:xfrm>
          </p:grpSpPr>
          <p:grpSp>
            <p:nvGrpSpPr>
              <p:cNvPr id="1016851" name="Group 19"/>
              <p:cNvGrpSpPr>
                <a:grpSpLocks/>
              </p:cNvGrpSpPr>
              <p:nvPr/>
            </p:nvGrpSpPr>
            <p:grpSpPr bwMode="auto">
              <a:xfrm>
                <a:off x="4320" y="2992"/>
                <a:ext cx="144" cy="150"/>
                <a:chOff x="4320" y="2992"/>
                <a:chExt cx="144" cy="150"/>
              </a:xfrm>
            </p:grpSpPr>
            <p:graphicFrame>
              <p:nvGraphicFramePr>
                <p:cNvPr id="1016852" name="Object 20"/>
                <p:cNvGraphicFramePr>
                  <a:graphicFrameLocks noChangeAspect="1"/>
                </p:cNvGraphicFramePr>
                <p:nvPr/>
              </p:nvGraphicFramePr>
              <p:xfrm>
                <a:off x="4366" y="2992"/>
                <a:ext cx="72" cy="15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016890" name="Equation" r:id="rId7" imgW="152280" imgH="317160" progId="Equation.3">
                        <p:embed/>
                      </p:oleObj>
                    </mc:Choice>
                    <mc:Fallback>
                      <p:oleObj name="Equation" r:id="rId7" imgW="152280" imgH="317160" progId="Equation.3">
                        <p:embed/>
                        <p:pic>
                          <p:nvPicPr>
                            <p:cNvPr id="0" name="Object 2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366" y="2992"/>
                              <a:ext cx="72" cy="15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016853" name="Oval 21"/>
                <p:cNvSpPr>
                  <a:spLocks noChangeArrowheads="1"/>
                </p:cNvSpPr>
                <p:nvPr/>
              </p:nvSpPr>
              <p:spPr bwMode="auto">
                <a:xfrm>
                  <a:off x="4320" y="2995"/>
                  <a:ext cx="144" cy="144"/>
                </a:xfrm>
                <a:prstGeom prst="ellipse">
                  <a:avLst/>
                </a:prstGeom>
                <a:noFill/>
                <a:ln w="63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1016854" name="Object 22"/>
              <p:cNvGraphicFramePr>
                <a:graphicFrameLocks noChangeAspect="1"/>
              </p:cNvGraphicFramePr>
              <p:nvPr/>
            </p:nvGraphicFramePr>
            <p:xfrm>
              <a:off x="4504" y="2952"/>
              <a:ext cx="296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16891" name="Equation" r:id="rId9" imgW="469800" imgH="317160" progId="Equation.3">
                      <p:embed/>
                    </p:oleObj>
                  </mc:Choice>
                  <mc:Fallback>
                    <p:oleObj name="Equation" r:id="rId9" imgW="469800" imgH="317160" progId="Equation.3">
                      <p:embed/>
                      <p:pic>
                        <p:nvPicPr>
                          <p:cNvPr id="0" name="Object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04" y="2952"/>
                            <a:ext cx="296" cy="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016855" name="Group 23"/>
            <p:cNvGrpSpPr>
              <a:grpSpLocks/>
            </p:cNvGrpSpPr>
            <p:nvPr/>
          </p:nvGrpSpPr>
          <p:grpSpPr bwMode="auto">
            <a:xfrm>
              <a:off x="2736" y="2976"/>
              <a:ext cx="144" cy="150"/>
              <a:chOff x="4320" y="2992"/>
              <a:chExt cx="144" cy="150"/>
            </a:xfrm>
          </p:grpSpPr>
          <p:graphicFrame>
            <p:nvGraphicFramePr>
              <p:cNvPr id="1016856" name="Object 24"/>
              <p:cNvGraphicFramePr>
                <a:graphicFrameLocks noChangeAspect="1"/>
              </p:cNvGraphicFramePr>
              <p:nvPr/>
            </p:nvGraphicFramePr>
            <p:xfrm>
              <a:off x="4366" y="2992"/>
              <a:ext cx="72" cy="1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16892" name="Equation" r:id="rId11" imgW="152280" imgH="317160" progId="Equation.3">
                      <p:embed/>
                    </p:oleObj>
                  </mc:Choice>
                  <mc:Fallback>
                    <p:oleObj name="Equation" r:id="rId11" imgW="152280" imgH="317160" progId="Equation.3">
                      <p:embed/>
                      <p:pic>
                        <p:nvPicPr>
                          <p:cNvPr id="0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66" y="2992"/>
                            <a:ext cx="72" cy="1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16857" name="Oval 25"/>
              <p:cNvSpPr>
                <a:spLocks noChangeArrowheads="1"/>
              </p:cNvSpPr>
              <p:nvPr/>
            </p:nvSpPr>
            <p:spPr bwMode="auto">
              <a:xfrm>
                <a:off x="4320" y="2995"/>
                <a:ext cx="144" cy="144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1016858" name="Group 26"/>
          <p:cNvGrpSpPr>
            <a:grpSpLocks/>
          </p:cNvGrpSpPr>
          <p:nvPr/>
        </p:nvGrpSpPr>
        <p:grpSpPr bwMode="auto">
          <a:xfrm>
            <a:off x="1295400" y="5243513"/>
            <a:ext cx="5410200" cy="519112"/>
            <a:chOff x="1056" y="3456"/>
            <a:chExt cx="3408" cy="327"/>
          </a:xfrm>
        </p:grpSpPr>
        <p:grpSp>
          <p:nvGrpSpPr>
            <p:cNvPr id="1016859" name="Group 27"/>
            <p:cNvGrpSpPr>
              <a:grpSpLocks/>
            </p:cNvGrpSpPr>
            <p:nvPr/>
          </p:nvGrpSpPr>
          <p:grpSpPr bwMode="auto">
            <a:xfrm>
              <a:off x="2160" y="3552"/>
              <a:ext cx="144" cy="186"/>
              <a:chOff x="2264" y="2238"/>
              <a:chExt cx="144" cy="186"/>
            </a:xfrm>
          </p:grpSpPr>
          <p:graphicFrame>
            <p:nvGraphicFramePr>
              <p:cNvPr id="1016860" name="Object 28"/>
              <p:cNvGraphicFramePr>
                <a:graphicFrameLocks noChangeAspect="1"/>
              </p:cNvGraphicFramePr>
              <p:nvPr/>
            </p:nvGraphicFramePr>
            <p:xfrm>
              <a:off x="2287" y="2238"/>
              <a:ext cx="102" cy="1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16893" name="Equation" r:id="rId12" imgW="215640" imgH="393480" progId="Equation.3">
                      <p:embed/>
                    </p:oleObj>
                  </mc:Choice>
                  <mc:Fallback>
                    <p:oleObj name="Equation" r:id="rId12" imgW="215640" imgH="393480" progId="Equation.3">
                      <p:embed/>
                      <p:pic>
                        <p:nvPicPr>
                          <p:cNvPr id="0" name="Object 2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87" y="2238"/>
                            <a:ext cx="102" cy="18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16861" name="Oval 29"/>
              <p:cNvSpPr>
                <a:spLocks noChangeArrowheads="1"/>
              </p:cNvSpPr>
              <p:nvPr/>
            </p:nvSpPr>
            <p:spPr bwMode="auto">
              <a:xfrm>
                <a:off x="2264" y="2251"/>
                <a:ext cx="144" cy="144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016862" name="Text Box 30"/>
            <p:cNvSpPr txBox="1">
              <a:spLocks noChangeArrowheads="1"/>
            </p:cNvSpPr>
            <p:nvPr/>
          </p:nvSpPr>
          <p:spPr bwMode="auto">
            <a:xfrm>
              <a:off x="1056" y="3456"/>
              <a:ext cx="340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>
                  <a:solidFill>
                    <a:srgbClr val="0000FF"/>
                  </a:solidFill>
                </a:rPr>
                <a:t>（以　　　　替换　）</a:t>
              </a:r>
            </a:p>
          </p:txBody>
        </p:sp>
        <p:grpSp>
          <p:nvGrpSpPr>
            <p:cNvPr id="1016863" name="Group 31"/>
            <p:cNvGrpSpPr>
              <a:grpSpLocks/>
            </p:cNvGrpSpPr>
            <p:nvPr/>
          </p:nvGrpSpPr>
          <p:grpSpPr bwMode="auto">
            <a:xfrm>
              <a:off x="1680" y="3568"/>
              <a:ext cx="144" cy="150"/>
              <a:chOff x="4320" y="2992"/>
              <a:chExt cx="144" cy="150"/>
            </a:xfrm>
          </p:grpSpPr>
          <p:graphicFrame>
            <p:nvGraphicFramePr>
              <p:cNvPr id="1016864" name="Object 32"/>
              <p:cNvGraphicFramePr>
                <a:graphicFrameLocks noChangeAspect="1"/>
              </p:cNvGraphicFramePr>
              <p:nvPr/>
            </p:nvGraphicFramePr>
            <p:xfrm>
              <a:off x="4366" y="2992"/>
              <a:ext cx="72" cy="1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16894" name="Equation" r:id="rId14" imgW="152280" imgH="317160" progId="Equation.3">
                      <p:embed/>
                    </p:oleObj>
                  </mc:Choice>
                  <mc:Fallback>
                    <p:oleObj name="Equation" r:id="rId14" imgW="152280" imgH="317160" progId="Equation.3">
                      <p:embed/>
                      <p:pic>
                        <p:nvPicPr>
                          <p:cNvPr id="0" name="Object 3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66" y="2992"/>
                            <a:ext cx="72" cy="1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16865" name="Oval 33"/>
              <p:cNvSpPr>
                <a:spLocks noChangeArrowheads="1"/>
              </p:cNvSpPr>
              <p:nvPr/>
            </p:nvSpPr>
            <p:spPr bwMode="auto">
              <a:xfrm>
                <a:off x="4320" y="2995"/>
                <a:ext cx="144" cy="144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1016866" name="Object 34"/>
            <p:cNvGraphicFramePr>
              <a:graphicFrameLocks noChangeAspect="1"/>
            </p:cNvGraphicFramePr>
            <p:nvPr/>
          </p:nvGraphicFramePr>
          <p:xfrm>
            <a:off x="1848" y="3528"/>
            <a:ext cx="32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6895" name="Equation" r:id="rId15" imgW="520560" imgH="317160" progId="Equation.3">
                    <p:embed/>
                  </p:oleObj>
                </mc:Choice>
                <mc:Fallback>
                  <p:oleObj name="Equation" r:id="rId15" imgW="520560" imgH="317160" progId="Equation.3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48" y="3528"/>
                          <a:ext cx="328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16867" name="Group 35"/>
            <p:cNvGrpSpPr>
              <a:grpSpLocks/>
            </p:cNvGrpSpPr>
            <p:nvPr/>
          </p:nvGrpSpPr>
          <p:grpSpPr bwMode="auto">
            <a:xfrm>
              <a:off x="2976" y="3552"/>
              <a:ext cx="144" cy="150"/>
              <a:chOff x="4320" y="2992"/>
              <a:chExt cx="144" cy="150"/>
            </a:xfrm>
          </p:grpSpPr>
          <p:graphicFrame>
            <p:nvGraphicFramePr>
              <p:cNvPr id="1016868" name="Object 36"/>
              <p:cNvGraphicFramePr>
                <a:graphicFrameLocks noChangeAspect="1"/>
              </p:cNvGraphicFramePr>
              <p:nvPr/>
            </p:nvGraphicFramePr>
            <p:xfrm>
              <a:off x="4366" y="2992"/>
              <a:ext cx="72" cy="1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16896" name="Equation" r:id="rId17" imgW="152280" imgH="317160" progId="Equation.3">
                      <p:embed/>
                    </p:oleObj>
                  </mc:Choice>
                  <mc:Fallback>
                    <p:oleObj name="Equation" r:id="rId17" imgW="152280" imgH="317160" progId="Equation.3">
                      <p:embed/>
                      <p:pic>
                        <p:nvPicPr>
                          <p:cNvPr id="0" name="Object 3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66" y="2992"/>
                            <a:ext cx="72" cy="1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16869" name="Oval 37"/>
              <p:cNvSpPr>
                <a:spLocks noChangeArrowheads="1"/>
              </p:cNvSpPr>
              <p:nvPr/>
            </p:nvSpPr>
            <p:spPr bwMode="auto">
              <a:xfrm>
                <a:off x="4320" y="2995"/>
                <a:ext cx="144" cy="144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16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16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16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16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16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16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16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16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016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6834" grpId="0" autoUpdateAnimBg="0"/>
      <p:bldP spid="1016835" grpId="0" autoUpdateAnimBg="0"/>
      <p:bldP spid="1016836" grpId="0" autoUpdateAnimBg="0"/>
      <p:bldP spid="1016837" grpId="0" autoUpdateAnimBg="0"/>
      <p:bldP spid="1016838" grpId="0" autoUpdateAnimBg="0"/>
      <p:bldP spid="1016839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0D62E-35F9-47DA-92DE-F32670C71F2C}" type="slidenum">
              <a:rPr lang="zh-CN" altLang="en-US"/>
              <a:pPr/>
              <a:t>8</a:t>
            </a:fld>
            <a:endParaRPr lang="zh-CN" altLang="en-US"/>
          </a:p>
        </p:txBody>
      </p:sp>
      <p:sp>
        <p:nvSpPr>
          <p:cNvPr id="1017858" name="Text Box 2"/>
          <p:cNvSpPr txBox="1">
            <a:spLocks noChangeArrowheads="1"/>
          </p:cNvSpPr>
          <p:nvPr/>
        </p:nvSpPr>
        <p:spPr bwMode="auto">
          <a:xfrm>
            <a:off x="533400" y="457200"/>
            <a:ext cx="6019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tx2"/>
                </a:solidFill>
              </a:rPr>
              <a:t>3．上述三种变换都是可逆的．</a:t>
            </a:r>
          </a:p>
        </p:txBody>
      </p:sp>
      <p:sp>
        <p:nvSpPr>
          <p:cNvPr id="1017859" name="Text Box 3"/>
          <p:cNvSpPr txBox="1">
            <a:spLocks noChangeArrowheads="1"/>
          </p:cNvSpPr>
          <p:nvPr/>
        </p:nvSpPr>
        <p:spPr bwMode="auto">
          <a:xfrm>
            <a:off x="609600" y="3733800"/>
            <a:ext cx="7848600" cy="163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>
                <a:solidFill>
                  <a:schemeClr val="tx2"/>
                </a:solidFill>
              </a:rPr>
              <a:t>由于三种变换都是可逆的，所以变换前的方程组与变换后的方程组是同解的，故这三种变换是</a:t>
            </a: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同解变换</a:t>
            </a:r>
            <a:r>
              <a:rPr lang="zh-CN" altLang="en-US">
                <a:solidFill>
                  <a:schemeClr val="tx2"/>
                </a:solidFill>
              </a:rPr>
              <a:t>。</a:t>
            </a:r>
          </a:p>
        </p:txBody>
      </p:sp>
      <p:grpSp>
        <p:nvGrpSpPr>
          <p:cNvPr id="1017860" name="Group 4"/>
          <p:cNvGrpSpPr>
            <a:grpSpLocks/>
          </p:cNvGrpSpPr>
          <p:nvPr/>
        </p:nvGrpSpPr>
        <p:grpSpPr bwMode="auto">
          <a:xfrm>
            <a:off x="762000" y="1219200"/>
            <a:ext cx="2800350" cy="647700"/>
            <a:chOff x="960" y="1008"/>
            <a:chExt cx="1764" cy="408"/>
          </a:xfrm>
        </p:grpSpPr>
        <p:grpSp>
          <p:nvGrpSpPr>
            <p:cNvPr id="1017861" name="Group 5"/>
            <p:cNvGrpSpPr>
              <a:grpSpLocks/>
            </p:cNvGrpSpPr>
            <p:nvPr/>
          </p:nvGrpSpPr>
          <p:grpSpPr bwMode="auto">
            <a:xfrm>
              <a:off x="1992" y="1008"/>
              <a:ext cx="144" cy="186"/>
              <a:chOff x="2264" y="2238"/>
              <a:chExt cx="144" cy="186"/>
            </a:xfrm>
          </p:grpSpPr>
          <p:graphicFrame>
            <p:nvGraphicFramePr>
              <p:cNvPr id="1017862" name="Object 6"/>
              <p:cNvGraphicFramePr>
                <a:graphicFrameLocks noChangeAspect="1"/>
              </p:cNvGraphicFramePr>
              <p:nvPr/>
            </p:nvGraphicFramePr>
            <p:xfrm>
              <a:off x="2287" y="2238"/>
              <a:ext cx="102" cy="1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17978" name="Equation" r:id="rId3" imgW="215640" imgH="393480" progId="Equation.3">
                      <p:embed/>
                    </p:oleObj>
                  </mc:Choice>
                  <mc:Fallback>
                    <p:oleObj name="Equation" r:id="rId3" imgW="215640" imgH="393480" progId="Equation.3">
                      <p:embed/>
                      <p:pic>
                        <p:nvPicPr>
                          <p:cNvPr id="0" name="Object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87" y="2238"/>
                            <a:ext cx="102" cy="18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17863" name="Oval 7"/>
              <p:cNvSpPr>
                <a:spLocks noChangeArrowheads="1"/>
              </p:cNvSpPr>
              <p:nvPr/>
            </p:nvSpPr>
            <p:spPr bwMode="auto">
              <a:xfrm>
                <a:off x="2264" y="2251"/>
                <a:ext cx="144" cy="144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017864" name="Group 8"/>
            <p:cNvGrpSpPr>
              <a:grpSpLocks/>
            </p:cNvGrpSpPr>
            <p:nvPr/>
          </p:nvGrpSpPr>
          <p:grpSpPr bwMode="auto">
            <a:xfrm>
              <a:off x="1560" y="1024"/>
              <a:ext cx="144" cy="150"/>
              <a:chOff x="4320" y="2992"/>
              <a:chExt cx="144" cy="150"/>
            </a:xfrm>
          </p:grpSpPr>
          <p:graphicFrame>
            <p:nvGraphicFramePr>
              <p:cNvPr id="1017865" name="Object 9"/>
              <p:cNvGraphicFramePr>
                <a:graphicFrameLocks noChangeAspect="1"/>
              </p:cNvGraphicFramePr>
              <p:nvPr/>
            </p:nvGraphicFramePr>
            <p:xfrm>
              <a:off x="4366" y="2992"/>
              <a:ext cx="72" cy="1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17979" name="Equation" r:id="rId5" imgW="152280" imgH="317160" progId="Equation.3">
                      <p:embed/>
                    </p:oleObj>
                  </mc:Choice>
                  <mc:Fallback>
                    <p:oleObj name="Equation" r:id="rId5" imgW="152280" imgH="317160" progId="Equation.3">
                      <p:embed/>
                      <p:pic>
                        <p:nvPicPr>
                          <p:cNvPr id="0" name="Object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66" y="2992"/>
                            <a:ext cx="72" cy="1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17866" name="Oval 10"/>
              <p:cNvSpPr>
                <a:spLocks noChangeArrowheads="1"/>
              </p:cNvSpPr>
              <p:nvPr/>
            </p:nvSpPr>
            <p:spPr bwMode="auto">
              <a:xfrm>
                <a:off x="4320" y="2995"/>
                <a:ext cx="144" cy="144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1017867" name="Object 11"/>
            <p:cNvGraphicFramePr>
              <a:graphicFrameLocks noChangeAspect="1"/>
            </p:cNvGraphicFramePr>
            <p:nvPr/>
          </p:nvGraphicFramePr>
          <p:xfrm>
            <a:off x="960" y="1128"/>
            <a:ext cx="56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7980" name="Equation" r:id="rId7" imgW="888840" imgH="431640" progId="Equation.3">
                    <p:embed/>
                  </p:oleObj>
                </mc:Choice>
                <mc:Fallback>
                  <p:oleObj name="Equation" r:id="rId7" imgW="888840" imgH="43164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" y="1128"/>
                          <a:ext cx="560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17868" name="Object 12"/>
            <p:cNvGraphicFramePr>
              <a:graphicFrameLocks noChangeAspect="1"/>
            </p:cNvGraphicFramePr>
            <p:nvPr/>
          </p:nvGraphicFramePr>
          <p:xfrm>
            <a:off x="2324" y="1168"/>
            <a:ext cx="400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7981" name="Equation" r:id="rId9" imgW="634680" imgH="393480" progId="Equation.3">
                    <p:embed/>
                  </p:oleObj>
                </mc:Choice>
                <mc:Fallback>
                  <p:oleObj name="Equation" r:id="rId9" imgW="634680" imgH="39348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24" y="1168"/>
                          <a:ext cx="400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17869" name="Line 13"/>
            <p:cNvSpPr>
              <a:spLocks noChangeShapeType="1"/>
            </p:cNvSpPr>
            <p:nvPr/>
          </p:nvSpPr>
          <p:spPr bwMode="auto">
            <a:xfrm>
              <a:off x="1536" y="1272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1017870" name="Object 14"/>
            <p:cNvGraphicFramePr>
              <a:graphicFrameLocks noChangeAspect="1"/>
            </p:cNvGraphicFramePr>
            <p:nvPr/>
          </p:nvGraphicFramePr>
          <p:xfrm>
            <a:off x="1728" y="1032"/>
            <a:ext cx="264" cy="1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7982" name="Equation" r:id="rId11" imgW="419040" imgH="253800" progId="Equation.3">
                    <p:embed/>
                  </p:oleObj>
                </mc:Choice>
                <mc:Fallback>
                  <p:oleObj name="Equation" r:id="rId11" imgW="419040" imgH="25380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8" y="1032"/>
                          <a:ext cx="264" cy="1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17871" name="Group 15"/>
          <p:cNvGrpSpPr>
            <a:grpSpLocks/>
          </p:cNvGrpSpPr>
          <p:nvPr/>
        </p:nvGrpSpPr>
        <p:grpSpPr bwMode="auto">
          <a:xfrm>
            <a:off x="3746500" y="1257300"/>
            <a:ext cx="2806700" cy="609600"/>
            <a:chOff x="2840" y="1032"/>
            <a:chExt cx="1768" cy="384"/>
          </a:xfrm>
        </p:grpSpPr>
        <p:graphicFrame>
          <p:nvGraphicFramePr>
            <p:cNvPr id="1017872" name="Object 16"/>
            <p:cNvGraphicFramePr>
              <a:graphicFrameLocks noChangeAspect="1"/>
            </p:cNvGraphicFramePr>
            <p:nvPr/>
          </p:nvGraphicFramePr>
          <p:xfrm>
            <a:off x="2840" y="1144"/>
            <a:ext cx="55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7983" name="Equation" r:id="rId13" imgW="876240" imgH="431640" progId="Equation.3">
                    <p:embed/>
                  </p:oleObj>
                </mc:Choice>
                <mc:Fallback>
                  <p:oleObj name="Equation" r:id="rId13" imgW="876240" imgH="431640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40" y="1144"/>
                          <a:ext cx="552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17873" name="Object 17"/>
            <p:cNvGraphicFramePr>
              <a:graphicFrameLocks noChangeAspect="1"/>
            </p:cNvGraphicFramePr>
            <p:nvPr/>
          </p:nvGraphicFramePr>
          <p:xfrm>
            <a:off x="4200" y="1144"/>
            <a:ext cx="408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7984" name="Equation" r:id="rId15" imgW="647640" imgH="393480" progId="Equation.3">
                    <p:embed/>
                  </p:oleObj>
                </mc:Choice>
                <mc:Fallback>
                  <p:oleObj name="Equation" r:id="rId15" imgW="647640" imgH="393480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00" y="1144"/>
                          <a:ext cx="408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17874" name="Line 18"/>
            <p:cNvSpPr>
              <a:spLocks noChangeShapeType="1"/>
            </p:cNvSpPr>
            <p:nvPr/>
          </p:nvSpPr>
          <p:spPr bwMode="auto">
            <a:xfrm>
              <a:off x="3408" y="1272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1017875" name="Group 19"/>
            <p:cNvGrpSpPr>
              <a:grpSpLocks/>
            </p:cNvGrpSpPr>
            <p:nvPr/>
          </p:nvGrpSpPr>
          <p:grpSpPr bwMode="auto">
            <a:xfrm>
              <a:off x="3888" y="1032"/>
              <a:ext cx="144" cy="186"/>
              <a:chOff x="2264" y="2238"/>
              <a:chExt cx="144" cy="186"/>
            </a:xfrm>
          </p:grpSpPr>
          <p:graphicFrame>
            <p:nvGraphicFramePr>
              <p:cNvPr id="1017876" name="Object 20"/>
              <p:cNvGraphicFramePr>
                <a:graphicFrameLocks noChangeAspect="1"/>
              </p:cNvGraphicFramePr>
              <p:nvPr/>
            </p:nvGraphicFramePr>
            <p:xfrm>
              <a:off x="2287" y="2238"/>
              <a:ext cx="102" cy="1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17985" name="Equation" r:id="rId17" imgW="215640" imgH="393480" progId="Equation.3">
                      <p:embed/>
                    </p:oleObj>
                  </mc:Choice>
                  <mc:Fallback>
                    <p:oleObj name="Equation" r:id="rId17" imgW="215640" imgH="393480" progId="Equation.3">
                      <p:embed/>
                      <p:pic>
                        <p:nvPicPr>
                          <p:cNvPr id="0" name="Object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87" y="2238"/>
                            <a:ext cx="102" cy="18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17877" name="Oval 21"/>
              <p:cNvSpPr>
                <a:spLocks noChangeArrowheads="1"/>
              </p:cNvSpPr>
              <p:nvPr/>
            </p:nvSpPr>
            <p:spPr bwMode="auto">
              <a:xfrm>
                <a:off x="2264" y="2251"/>
                <a:ext cx="144" cy="144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017878" name="Group 22"/>
            <p:cNvGrpSpPr>
              <a:grpSpLocks/>
            </p:cNvGrpSpPr>
            <p:nvPr/>
          </p:nvGrpSpPr>
          <p:grpSpPr bwMode="auto">
            <a:xfrm>
              <a:off x="3456" y="1048"/>
              <a:ext cx="144" cy="150"/>
              <a:chOff x="4320" y="2992"/>
              <a:chExt cx="144" cy="150"/>
            </a:xfrm>
          </p:grpSpPr>
          <p:graphicFrame>
            <p:nvGraphicFramePr>
              <p:cNvPr id="1017879" name="Object 23"/>
              <p:cNvGraphicFramePr>
                <a:graphicFrameLocks noChangeAspect="1"/>
              </p:cNvGraphicFramePr>
              <p:nvPr/>
            </p:nvGraphicFramePr>
            <p:xfrm>
              <a:off x="4366" y="2992"/>
              <a:ext cx="72" cy="1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17986" name="Equation" r:id="rId18" imgW="152280" imgH="317160" progId="Equation.3">
                      <p:embed/>
                    </p:oleObj>
                  </mc:Choice>
                  <mc:Fallback>
                    <p:oleObj name="Equation" r:id="rId18" imgW="152280" imgH="317160" progId="Equation.3">
                      <p:embed/>
                      <p:pic>
                        <p:nvPicPr>
                          <p:cNvPr id="0" name="Object 2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66" y="2992"/>
                            <a:ext cx="72" cy="1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17880" name="Oval 24"/>
              <p:cNvSpPr>
                <a:spLocks noChangeArrowheads="1"/>
              </p:cNvSpPr>
              <p:nvPr/>
            </p:nvSpPr>
            <p:spPr bwMode="auto">
              <a:xfrm>
                <a:off x="4320" y="2995"/>
                <a:ext cx="144" cy="144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1017881" name="Object 25"/>
            <p:cNvGraphicFramePr>
              <a:graphicFrameLocks noChangeAspect="1"/>
            </p:cNvGraphicFramePr>
            <p:nvPr/>
          </p:nvGraphicFramePr>
          <p:xfrm>
            <a:off x="3624" y="1056"/>
            <a:ext cx="264" cy="1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7987" name="Equation" r:id="rId19" imgW="419040" imgH="253800" progId="Equation.3">
                    <p:embed/>
                  </p:oleObj>
                </mc:Choice>
                <mc:Fallback>
                  <p:oleObj name="Equation" r:id="rId19" imgW="419040" imgH="253800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24" y="1056"/>
                          <a:ext cx="264" cy="1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17882" name="Group 26"/>
          <p:cNvGrpSpPr>
            <a:grpSpLocks/>
          </p:cNvGrpSpPr>
          <p:nvPr/>
        </p:nvGrpSpPr>
        <p:grpSpPr bwMode="auto">
          <a:xfrm>
            <a:off x="730250" y="2825750"/>
            <a:ext cx="2800350" cy="641350"/>
            <a:chOff x="940" y="2020"/>
            <a:chExt cx="1764" cy="404"/>
          </a:xfrm>
        </p:grpSpPr>
        <p:graphicFrame>
          <p:nvGraphicFramePr>
            <p:cNvPr id="1017883" name="Object 27"/>
            <p:cNvGraphicFramePr>
              <a:graphicFrameLocks noChangeAspect="1"/>
            </p:cNvGraphicFramePr>
            <p:nvPr/>
          </p:nvGraphicFramePr>
          <p:xfrm>
            <a:off x="1712" y="2020"/>
            <a:ext cx="32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7988" name="Equation" r:id="rId20" imgW="520560" imgH="317160" progId="Equation.3">
                    <p:embed/>
                  </p:oleObj>
                </mc:Choice>
                <mc:Fallback>
                  <p:oleObj name="Equation" r:id="rId20" imgW="520560" imgH="317160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12" y="2020"/>
                          <a:ext cx="328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17884" name="Object 28"/>
            <p:cNvGraphicFramePr>
              <a:graphicFrameLocks noChangeAspect="1"/>
            </p:cNvGraphicFramePr>
            <p:nvPr/>
          </p:nvGraphicFramePr>
          <p:xfrm>
            <a:off x="940" y="2136"/>
            <a:ext cx="56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7989" name="Equation" r:id="rId22" imgW="888840" imgH="431640" progId="Equation.3">
                    <p:embed/>
                  </p:oleObj>
                </mc:Choice>
                <mc:Fallback>
                  <p:oleObj name="Equation" r:id="rId22" imgW="888840" imgH="431640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40" y="2136"/>
                          <a:ext cx="560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17885" name="Object 29"/>
            <p:cNvGraphicFramePr>
              <a:graphicFrameLocks noChangeAspect="1"/>
            </p:cNvGraphicFramePr>
            <p:nvPr/>
          </p:nvGraphicFramePr>
          <p:xfrm>
            <a:off x="2304" y="2176"/>
            <a:ext cx="400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7990" name="Equation" r:id="rId23" imgW="634680" imgH="393480" progId="Equation.3">
                    <p:embed/>
                  </p:oleObj>
                </mc:Choice>
                <mc:Fallback>
                  <p:oleObj name="Equation" r:id="rId23" imgW="634680" imgH="393480" progId="Equation.3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4" y="2176"/>
                          <a:ext cx="400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17886" name="Line 30"/>
            <p:cNvSpPr>
              <a:spLocks noChangeShapeType="1"/>
            </p:cNvSpPr>
            <p:nvPr/>
          </p:nvSpPr>
          <p:spPr bwMode="auto">
            <a:xfrm>
              <a:off x="1516" y="2280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1017887" name="Group 31"/>
            <p:cNvGrpSpPr>
              <a:grpSpLocks/>
            </p:cNvGrpSpPr>
            <p:nvPr/>
          </p:nvGrpSpPr>
          <p:grpSpPr bwMode="auto">
            <a:xfrm>
              <a:off x="2040" y="2040"/>
              <a:ext cx="144" cy="186"/>
              <a:chOff x="2264" y="2238"/>
              <a:chExt cx="144" cy="186"/>
            </a:xfrm>
          </p:grpSpPr>
          <p:graphicFrame>
            <p:nvGraphicFramePr>
              <p:cNvPr id="1017888" name="Object 32"/>
              <p:cNvGraphicFramePr>
                <a:graphicFrameLocks noChangeAspect="1"/>
              </p:cNvGraphicFramePr>
              <p:nvPr/>
            </p:nvGraphicFramePr>
            <p:xfrm>
              <a:off x="2287" y="2238"/>
              <a:ext cx="102" cy="1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17991" name="Equation" r:id="rId24" imgW="215640" imgH="393480" progId="Equation.3">
                      <p:embed/>
                    </p:oleObj>
                  </mc:Choice>
                  <mc:Fallback>
                    <p:oleObj name="Equation" r:id="rId24" imgW="215640" imgH="393480" progId="Equation.3">
                      <p:embed/>
                      <p:pic>
                        <p:nvPicPr>
                          <p:cNvPr id="0" name="Object 3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87" y="2238"/>
                            <a:ext cx="102" cy="18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17889" name="Oval 33"/>
              <p:cNvSpPr>
                <a:spLocks noChangeArrowheads="1"/>
              </p:cNvSpPr>
              <p:nvPr/>
            </p:nvSpPr>
            <p:spPr bwMode="auto">
              <a:xfrm>
                <a:off x="2264" y="2251"/>
                <a:ext cx="144" cy="144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017890" name="Group 34"/>
            <p:cNvGrpSpPr>
              <a:grpSpLocks/>
            </p:cNvGrpSpPr>
            <p:nvPr/>
          </p:nvGrpSpPr>
          <p:grpSpPr bwMode="auto">
            <a:xfrm>
              <a:off x="1552" y="2048"/>
              <a:ext cx="144" cy="150"/>
              <a:chOff x="4320" y="2992"/>
              <a:chExt cx="144" cy="150"/>
            </a:xfrm>
          </p:grpSpPr>
          <p:graphicFrame>
            <p:nvGraphicFramePr>
              <p:cNvPr id="1017891" name="Object 35"/>
              <p:cNvGraphicFramePr>
                <a:graphicFrameLocks noChangeAspect="1"/>
              </p:cNvGraphicFramePr>
              <p:nvPr/>
            </p:nvGraphicFramePr>
            <p:xfrm>
              <a:off x="4366" y="2992"/>
              <a:ext cx="72" cy="1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17992" name="Equation" r:id="rId25" imgW="152280" imgH="317160" progId="Equation.3">
                      <p:embed/>
                    </p:oleObj>
                  </mc:Choice>
                  <mc:Fallback>
                    <p:oleObj name="Equation" r:id="rId25" imgW="152280" imgH="317160" progId="Equation.3">
                      <p:embed/>
                      <p:pic>
                        <p:nvPicPr>
                          <p:cNvPr id="0" name="Object 3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66" y="2992"/>
                            <a:ext cx="72" cy="1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17892" name="Oval 36"/>
              <p:cNvSpPr>
                <a:spLocks noChangeArrowheads="1"/>
              </p:cNvSpPr>
              <p:nvPr/>
            </p:nvSpPr>
            <p:spPr bwMode="auto">
              <a:xfrm>
                <a:off x="4320" y="2995"/>
                <a:ext cx="144" cy="144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1017893" name="Group 37"/>
          <p:cNvGrpSpPr>
            <a:grpSpLocks/>
          </p:cNvGrpSpPr>
          <p:nvPr/>
        </p:nvGrpSpPr>
        <p:grpSpPr bwMode="auto">
          <a:xfrm>
            <a:off x="730250" y="2032000"/>
            <a:ext cx="2800350" cy="609600"/>
            <a:chOff x="940" y="1520"/>
            <a:chExt cx="1764" cy="384"/>
          </a:xfrm>
        </p:grpSpPr>
        <p:graphicFrame>
          <p:nvGraphicFramePr>
            <p:cNvPr id="1017894" name="Object 38"/>
            <p:cNvGraphicFramePr>
              <a:graphicFrameLocks noChangeAspect="1"/>
            </p:cNvGraphicFramePr>
            <p:nvPr/>
          </p:nvGraphicFramePr>
          <p:xfrm>
            <a:off x="940" y="1616"/>
            <a:ext cx="56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7993" name="Equation" r:id="rId26" imgW="888840" imgH="431640" progId="Equation.3">
                    <p:embed/>
                  </p:oleObj>
                </mc:Choice>
                <mc:Fallback>
                  <p:oleObj name="Equation" r:id="rId26" imgW="888840" imgH="431640" progId="Equation.3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40" y="1616"/>
                          <a:ext cx="560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17895" name="Object 39"/>
            <p:cNvGraphicFramePr>
              <a:graphicFrameLocks noChangeAspect="1"/>
            </p:cNvGraphicFramePr>
            <p:nvPr/>
          </p:nvGraphicFramePr>
          <p:xfrm>
            <a:off x="2304" y="1656"/>
            <a:ext cx="400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7994" name="Equation" r:id="rId27" imgW="634680" imgH="393480" progId="Equation.3">
                    <p:embed/>
                  </p:oleObj>
                </mc:Choice>
                <mc:Fallback>
                  <p:oleObj name="Equation" r:id="rId27" imgW="634680" imgH="393480" progId="Equation.3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4" y="1656"/>
                          <a:ext cx="400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17896" name="Line 40"/>
            <p:cNvSpPr>
              <a:spLocks noChangeShapeType="1"/>
            </p:cNvSpPr>
            <p:nvPr/>
          </p:nvSpPr>
          <p:spPr bwMode="auto">
            <a:xfrm>
              <a:off x="1516" y="1760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1017897" name="Group 41"/>
            <p:cNvGrpSpPr>
              <a:grpSpLocks/>
            </p:cNvGrpSpPr>
            <p:nvPr/>
          </p:nvGrpSpPr>
          <p:grpSpPr bwMode="auto">
            <a:xfrm>
              <a:off x="1600" y="1520"/>
              <a:ext cx="528" cy="200"/>
              <a:chOff x="1560" y="1632"/>
              <a:chExt cx="528" cy="200"/>
            </a:xfrm>
          </p:grpSpPr>
          <p:grpSp>
            <p:nvGrpSpPr>
              <p:cNvPr id="1017898" name="Group 42"/>
              <p:cNvGrpSpPr>
                <a:grpSpLocks/>
              </p:cNvGrpSpPr>
              <p:nvPr/>
            </p:nvGrpSpPr>
            <p:grpSpPr bwMode="auto">
              <a:xfrm>
                <a:off x="1560" y="1672"/>
                <a:ext cx="144" cy="150"/>
                <a:chOff x="4320" y="2992"/>
                <a:chExt cx="144" cy="150"/>
              </a:xfrm>
            </p:grpSpPr>
            <p:graphicFrame>
              <p:nvGraphicFramePr>
                <p:cNvPr id="1017899" name="Object 43"/>
                <p:cNvGraphicFramePr>
                  <a:graphicFrameLocks noChangeAspect="1"/>
                </p:cNvGraphicFramePr>
                <p:nvPr/>
              </p:nvGraphicFramePr>
              <p:xfrm>
                <a:off x="4366" y="2992"/>
                <a:ext cx="72" cy="15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017995" name="Equation" r:id="rId28" imgW="152280" imgH="317160" progId="Equation.3">
                        <p:embed/>
                      </p:oleObj>
                    </mc:Choice>
                    <mc:Fallback>
                      <p:oleObj name="Equation" r:id="rId28" imgW="152280" imgH="317160" progId="Equation.3">
                        <p:embed/>
                        <p:pic>
                          <p:nvPicPr>
                            <p:cNvPr id="0" name="Object 4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366" y="2992"/>
                              <a:ext cx="72" cy="15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017900" name="Oval 44"/>
                <p:cNvSpPr>
                  <a:spLocks noChangeArrowheads="1"/>
                </p:cNvSpPr>
                <p:nvPr/>
              </p:nvSpPr>
              <p:spPr bwMode="auto">
                <a:xfrm>
                  <a:off x="4320" y="2995"/>
                  <a:ext cx="144" cy="144"/>
                </a:xfrm>
                <a:prstGeom prst="ellipse">
                  <a:avLst/>
                </a:prstGeom>
                <a:noFill/>
                <a:ln w="63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1017901" name="Object 45"/>
              <p:cNvGraphicFramePr>
                <a:graphicFrameLocks noChangeAspect="1"/>
              </p:cNvGraphicFramePr>
              <p:nvPr/>
            </p:nvGraphicFramePr>
            <p:xfrm>
              <a:off x="1792" y="1632"/>
              <a:ext cx="296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17996" name="Equation" r:id="rId29" imgW="469800" imgH="317160" progId="Equation.3">
                      <p:embed/>
                    </p:oleObj>
                  </mc:Choice>
                  <mc:Fallback>
                    <p:oleObj name="Equation" r:id="rId29" imgW="469800" imgH="317160" progId="Equation.3">
                      <p:embed/>
                      <p:pic>
                        <p:nvPicPr>
                          <p:cNvPr id="0" name="Object 4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92" y="1632"/>
                            <a:ext cx="296" cy="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1017902" name="Group 46"/>
          <p:cNvGrpSpPr>
            <a:grpSpLocks/>
          </p:cNvGrpSpPr>
          <p:nvPr/>
        </p:nvGrpSpPr>
        <p:grpSpPr bwMode="auto">
          <a:xfrm>
            <a:off x="3714750" y="2032000"/>
            <a:ext cx="2806700" cy="609600"/>
            <a:chOff x="2820" y="1520"/>
            <a:chExt cx="1768" cy="384"/>
          </a:xfrm>
        </p:grpSpPr>
        <p:graphicFrame>
          <p:nvGraphicFramePr>
            <p:cNvPr id="1017903" name="Object 47"/>
            <p:cNvGraphicFramePr>
              <a:graphicFrameLocks noChangeAspect="1"/>
            </p:cNvGraphicFramePr>
            <p:nvPr/>
          </p:nvGraphicFramePr>
          <p:xfrm>
            <a:off x="2820" y="1632"/>
            <a:ext cx="55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7997" name="Equation" r:id="rId31" imgW="876240" imgH="431640" progId="Equation.3">
                    <p:embed/>
                  </p:oleObj>
                </mc:Choice>
                <mc:Fallback>
                  <p:oleObj name="Equation" r:id="rId31" imgW="876240" imgH="431640" progId="Equation.3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20" y="1632"/>
                          <a:ext cx="552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17904" name="Object 48"/>
            <p:cNvGraphicFramePr>
              <a:graphicFrameLocks noChangeAspect="1"/>
            </p:cNvGraphicFramePr>
            <p:nvPr/>
          </p:nvGraphicFramePr>
          <p:xfrm>
            <a:off x="4180" y="1632"/>
            <a:ext cx="408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7998" name="Equation" r:id="rId32" imgW="647640" imgH="393480" progId="Equation.3">
                    <p:embed/>
                  </p:oleObj>
                </mc:Choice>
                <mc:Fallback>
                  <p:oleObj name="Equation" r:id="rId32" imgW="647640" imgH="393480" progId="Equation.3">
                    <p:embed/>
                    <p:pic>
                      <p:nvPicPr>
                        <p:cNvPr id="0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80" y="1632"/>
                          <a:ext cx="408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17905" name="Line 49"/>
            <p:cNvSpPr>
              <a:spLocks noChangeShapeType="1"/>
            </p:cNvSpPr>
            <p:nvPr/>
          </p:nvSpPr>
          <p:spPr bwMode="auto">
            <a:xfrm>
              <a:off x="3388" y="1760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1017906" name="Group 50"/>
            <p:cNvGrpSpPr>
              <a:grpSpLocks/>
            </p:cNvGrpSpPr>
            <p:nvPr/>
          </p:nvGrpSpPr>
          <p:grpSpPr bwMode="auto">
            <a:xfrm>
              <a:off x="3472" y="1520"/>
              <a:ext cx="540" cy="200"/>
              <a:chOff x="3456" y="1632"/>
              <a:chExt cx="540" cy="200"/>
            </a:xfrm>
          </p:grpSpPr>
          <p:grpSp>
            <p:nvGrpSpPr>
              <p:cNvPr id="1017907" name="Group 51"/>
              <p:cNvGrpSpPr>
                <a:grpSpLocks/>
              </p:cNvGrpSpPr>
              <p:nvPr/>
            </p:nvGrpSpPr>
            <p:grpSpPr bwMode="auto">
              <a:xfrm>
                <a:off x="3456" y="1672"/>
                <a:ext cx="144" cy="150"/>
                <a:chOff x="4320" y="2992"/>
                <a:chExt cx="144" cy="150"/>
              </a:xfrm>
            </p:grpSpPr>
            <p:graphicFrame>
              <p:nvGraphicFramePr>
                <p:cNvPr id="1017908" name="Object 52"/>
                <p:cNvGraphicFramePr>
                  <a:graphicFrameLocks noChangeAspect="1"/>
                </p:cNvGraphicFramePr>
                <p:nvPr/>
              </p:nvGraphicFramePr>
              <p:xfrm>
                <a:off x="4366" y="2992"/>
                <a:ext cx="72" cy="15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017999" name="Equation" r:id="rId34" imgW="152280" imgH="317160" progId="Equation.3">
                        <p:embed/>
                      </p:oleObj>
                    </mc:Choice>
                    <mc:Fallback>
                      <p:oleObj name="Equation" r:id="rId34" imgW="152280" imgH="317160" progId="Equation.3">
                        <p:embed/>
                        <p:pic>
                          <p:nvPicPr>
                            <p:cNvPr id="0" name="Object 5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366" y="2992"/>
                              <a:ext cx="72" cy="15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017909" name="Oval 53"/>
                <p:cNvSpPr>
                  <a:spLocks noChangeArrowheads="1"/>
                </p:cNvSpPr>
                <p:nvPr/>
              </p:nvSpPr>
              <p:spPr bwMode="auto">
                <a:xfrm>
                  <a:off x="4320" y="2995"/>
                  <a:ext cx="144" cy="144"/>
                </a:xfrm>
                <a:prstGeom prst="ellipse">
                  <a:avLst/>
                </a:prstGeom>
                <a:noFill/>
                <a:ln w="63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1017910" name="Object 54"/>
              <p:cNvGraphicFramePr>
                <a:graphicFrameLocks noChangeAspect="1"/>
              </p:cNvGraphicFramePr>
              <p:nvPr/>
            </p:nvGraphicFramePr>
            <p:xfrm>
              <a:off x="3676" y="1632"/>
              <a:ext cx="320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18000" name="Equation" r:id="rId35" imgW="507960" imgH="317160" progId="Equation.3">
                      <p:embed/>
                    </p:oleObj>
                  </mc:Choice>
                  <mc:Fallback>
                    <p:oleObj name="Equation" r:id="rId35" imgW="507960" imgH="317160" progId="Equation.3">
                      <p:embed/>
                      <p:pic>
                        <p:nvPicPr>
                          <p:cNvPr id="0" name="Object 5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76" y="1632"/>
                            <a:ext cx="320" cy="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1017911" name="Group 55"/>
          <p:cNvGrpSpPr>
            <a:grpSpLocks/>
          </p:cNvGrpSpPr>
          <p:nvPr/>
        </p:nvGrpSpPr>
        <p:grpSpPr bwMode="auto">
          <a:xfrm>
            <a:off x="3714750" y="2851150"/>
            <a:ext cx="2794000" cy="615950"/>
            <a:chOff x="2820" y="2036"/>
            <a:chExt cx="1760" cy="388"/>
          </a:xfrm>
        </p:grpSpPr>
        <p:graphicFrame>
          <p:nvGraphicFramePr>
            <p:cNvPr id="1017912" name="Object 56"/>
            <p:cNvGraphicFramePr>
              <a:graphicFrameLocks noChangeAspect="1"/>
            </p:cNvGraphicFramePr>
            <p:nvPr/>
          </p:nvGraphicFramePr>
          <p:xfrm>
            <a:off x="2820" y="2152"/>
            <a:ext cx="55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8001" name="Equation" r:id="rId37" imgW="876240" imgH="431640" progId="Equation.3">
                    <p:embed/>
                  </p:oleObj>
                </mc:Choice>
                <mc:Fallback>
                  <p:oleObj name="Equation" r:id="rId37" imgW="876240" imgH="431640" progId="Equation.3">
                    <p:embed/>
                    <p:pic>
                      <p:nvPicPr>
                        <p:cNvPr id="0" name="Object 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20" y="2152"/>
                          <a:ext cx="552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17913" name="Object 57"/>
            <p:cNvGraphicFramePr>
              <a:graphicFrameLocks noChangeAspect="1"/>
            </p:cNvGraphicFramePr>
            <p:nvPr/>
          </p:nvGraphicFramePr>
          <p:xfrm>
            <a:off x="4188" y="2152"/>
            <a:ext cx="392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8002" name="Equation" r:id="rId38" imgW="622080" imgH="393480" progId="Equation.3">
                    <p:embed/>
                  </p:oleObj>
                </mc:Choice>
                <mc:Fallback>
                  <p:oleObj name="Equation" r:id="rId38" imgW="622080" imgH="393480" progId="Equation.3">
                    <p:embed/>
                    <p:pic>
                      <p:nvPicPr>
                        <p:cNvPr id="0" name="Object 5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88" y="2152"/>
                          <a:ext cx="392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17914" name="Line 58"/>
            <p:cNvSpPr>
              <a:spLocks noChangeShapeType="1"/>
            </p:cNvSpPr>
            <p:nvPr/>
          </p:nvSpPr>
          <p:spPr bwMode="auto">
            <a:xfrm>
              <a:off x="3388" y="2280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1017915" name="Object 59"/>
            <p:cNvGraphicFramePr>
              <a:graphicFrameLocks noChangeAspect="1"/>
            </p:cNvGraphicFramePr>
            <p:nvPr/>
          </p:nvGraphicFramePr>
          <p:xfrm>
            <a:off x="3564" y="2036"/>
            <a:ext cx="32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8003" name="Equation" r:id="rId40" imgW="507960" imgH="317160" progId="Equation.3">
                    <p:embed/>
                  </p:oleObj>
                </mc:Choice>
                <mc:Fallback>
                  <p:oleObj name="Equation" r:id="rId40" imgW="507960" imgH="317160" progId="Equation.3">
                    <p:embed/>
                    <p:pic>
                      <p:nvPicPr>
                        <p:cNvPr id="0" name="Object 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4" y="2036"/>
                          <a:ext cx="320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17916" name="Group 60"/>
            <p:cNvGrpSpPr>
              <a:grpSpLocks/>
            </p:cNvGrpSpPr>
            <p:nvPr/>
          </p:nvGrpSpPr>
          <p:grpSpPr bwMode="auto">
            <a:xfrm>
              <a:off x="3888" y="2056"/>
              <a:ext cx="144" cy="186"/>
              <a:chOff x="2264" y="2238"/>
              <a:chExt cx="144" cy="186"/>
            </a:xfrm>
          </p:grpSpPr>
          <p:graphicFrame>
            <p:nvGraphicFramePr>
              <p:cNvPr id="1017917" name="Object 61"/>
              <p:cNvGraphicFramePr>
                <a:graphicFrameLocks noChangeAspect="1"/>
              </p:cNvGraphicFramePr>
              <p:nvPr/>
            </p:nvGraphicFramePr>
            <p:xfrm>
              <a:off x="2287" y="2238"/>
              <a:ext cx="102" cy="1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18004" name="Equation" r:id="rId42" imgW="215640" imgH="393480" progId="Equation.3">
                      <p:embed/>
                    </p:oleObj>
                  </mc:Choice>
                  <mc:Fallback>
                    <p:oleObj name="Equation" r:id="rId42" imgW="215640" imgH="393480" progId="Equation.3">
                      <p:embed/>
                      <p:pic>
                        <p:nvPicPr>
                          <p:cNvPr id="0" name="Object 6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87" y="2238"/>
                            <a:ext cx="102" cy="18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17918" name="Oval 62"/>
              <p:cNvSpPr>
                <a:spLocks noChangeArrowheads="1"/>
              </p:cNvSpPr>
              <p:nvPr/>
            </p:nvSpPr>
            <p:spPr bwMode="auto">
              <a:xfrm>
                <a:off x="2264" y="2251"/>
                <a:ext cx="144" cy="144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017919" name="Group 63"/>
            <p:cNvGrpSpPr>
              <a:grpSpLocks/>
            </p:cNvGrpSpPr>
            <p:nvPr/>
          </p:nvGrpSpPr>
          <p:grpSpPr bwMode="auto">
            <a:xfrm>
              <a:off x="3400" y="2064"/>
              <a:ext cx="144" cy="150"/>
              <a:chOff x="4320" y="2992"/>
              <a:chExt cx="144" cy="150"/>
            </a:xfrm>
          </p:grpSpPr>
          <p:graphicFrame>
            <p:nvGraphicFramePr>
              <p:cNvPr id="1017920" name="Object 64"/>
              <p:cNvGraphicFramePr>
                <a:graphicFrameLocks noChangeAspect="1"/>
              </p:cNvGraphicFramePr>
              <p:nvPr/>
            </p:nvGraphicFramePr>
            <p:xfrm>
              <a:off x="4366" y="2992"/>
              <a:ext cx="72" cy="1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18005" name="Equation" r:id="rId43" imgW="152280" imgH="317160" progId="Equation.3">
                      <p:embed/>
                    </p:oleObj>
                  </mc:Choice>
                  <mc:Fallback>
                    <p:oleObj name="Equation" r:id="rId43" imgW="152280" imgH="317160" progId="Equation.3">
                      <p:embed/>
                      <p:pic>
                        <p:nvPicPr>
                          <p:cNvPr id="0" name="Object 6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66" y="2992"/>
                            <a:ext cx="72" cy="1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17921" name="Oval 65"/>
              <p:cNvSpPr>
                <a:spLocks noChangeArrowheads="1"/>
              </p:cNvSpPr>
              <p:nvPr/>
            </p:nvSpPr>
            <p:spPr bwMode="auto">
              <a:xfrm>
                <a:off x="4320" y="2995"/>
                <a:ext cx="144" cy="144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17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17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17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17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17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17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17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17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7858" grpId="0" autoUpdateAnimBg="0"/>
      <p:bldP spid="1017859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60C5C-8CF8-40A5-BF0F-AFC3232B332E}" type="slidenum">
              <a:rPr lang="zh-CN" altLang="en-US"/>
              <a:pPr/>
              <a:t>9</a:t>
            </a:fld>
            <a:endParaRPr lang="zh-CN" altLang="en-US"/>
          </a:p>
        </p:txBody>
      </p:sp>
      <p:sp>
        <p:nvSpPr>
          <p:cNvPr id="1018882" name="Text Box 2"/>
          <p:cNvSpPr txBox="1">
            <a:spLocks noChangeArrowheads="1"/>
          </p:cNvSpPr>
          <p:nvPr/>
        </p:nvSpPr>
        <p:spPr bwMode="auto">
          <a:xfrm>
            <a:off x="152400" y="228600"/>
            <a:ext cx="5334000" cy="163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>
                <a:solidFill>
                  <a:schemeClr val="tx2"/>
                </a:solidFill>
              </a:rPr>
              <a:t>因为在上述变换过程中，仅仅只对方程组的</a:t>
            </a: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系数</a:t>
            </a:r>
            <a:r>
              <a:rPr lang="zh-CN" altLang="en-US">
                <a:solidFill>
                  <a:schemeClr val="tx2"/>
                </a:solidFill>
              </a:rPr>
              <a:t>和</a:t>
            </a: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常数</a:t>
            </a:r>
            <a:r>
              <a:rPr lang="zh-CN" altLang="en-US">
                <a:solidFill>
                  <a:schemeClr val="tx2"/>
                </a:solidFill>
              </a:rPr>
              <a:t>进行运算，未知量并未参与运算。</a:t>
            </a:r>
          </a:p>
        </p:txBody>
      </p:sp>
      <p:sp>
        <p:nvSpPr>
          <p:cNvPr id="1018883" name="Text Box 3"/>
          <p:cNvSpPr txBox="1">
            <a:spLocks noChangeArrowheads="1"/>
          </p:cNvSpPr>
          <p:nvPr/>
        </p:nvSpPr>
        <p:spPr bwMode="auto">
          <a:xfrm>
            <a:off x="457200" y="2133600"/>
            <a:ext cx="1536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tx2"/>
                </a:solidFill>
              </a:rPr>
              <a:t>若记</a:t>
            </a:r>
          </a:p>
        </p:txBody>
      </p:sp>
      <p:graphicFrame>
        <p:nvGraphicFramePr>
          <p:cNvPr id="1018884" name="Object 4"/>
          <p:cNvGraphicFramePr>
            <a:graphicFrameLocks noChangeAspect="1"/>
          </p:cNvGraphicFramePr>
          <p:nvPr/>
        </p:nvGraphicFramePr>
        <p:xfrm>
          <a:off x="838200" y="2362200"/>
          <a:ext cx="5387975" cy="216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8892" name="Equation" r:id="rId3" imgW="2311200" imgH="927000" progId="Equation.3">
                  <p:embed/>
                </p:oleObj>
              </mc:Choice>
              <mc:Fallback>
                <p:oleObj name="Equation" r:id="rId3" imgW="2311200" imgH="927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362200"/>
                        <a:ext cx="5387975" cy="2160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8885" name="Text Box 5"/>
          <p:cNvSpPr txBox="1">
            <a:spLocks noChangeArrowheads="1"/>
          </p:cNvSpPr>
          <p:nvPr/>
        </p:nvSpPr>
        <p:spPr bwMode="auto">
          <a:xfrm>
            <a:off x="304800" y="4572000"/>
            <a:ext cx="510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tx2"/>
                </a:solidFill>
              </a:rPr>
              <a:t>称为方程组(1)的</a:t>
            </a: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增广矩阵</a:t>
            </a:r>
            <a:r>
              <a:rPr lang="zh-CN" altLang="en-US">
                <a:solidFill>
                  <a:schemeClr val="tx2"/>
                </a:solidFill>
              </a:rPr>
              <a:t>。</a:t>
            </a:r>
          </a:p>
        </p:txBody>
      </p:sp>
      <p:sp>
        <p:nvSpPr>
          <p:cNvPr id="1018886" name="Text Box 6"/>
          <p:cNvSpPr txBox="1">
            <a:spLocks noChangeArrowheads="1"/>
          </p:cNvSpPr>
          <p:nvPr/>
        </p:nvSpPr>
        <p:spPr bwMode="auto">
          <a:xfrm>
            <a:off x="304800" y="5029200"/>
            <a:ext cx="8382000" cy="120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zh-CN" altLang="en-US">
                <a:solidFill>
                  <a:schemeClr val="tx2"/>
                </a:solidFill>
              </a:rPr>
              <a:t>对线性方程组的消元过程完全可以转换为对增广矩阵的初等</a:t>
            </a:r>
            <a:r>
              <a:rPr lang="zh-CN" altLang="en-US">
                <a:solidFill>
                  <a:srgbClr val="008000"/>
                </a:solidFill>
                <a:ea typeface="黑体" panose="02010609060101010101" pitchFamily="49" charset="-122"/>
              </a:rPr>
              <a:t>行</a:t>
            </a:r>
            <a:r>
              <a:rPr lang="zh-CN" altLang="en-US">
                <a:solidFill>
                  <a:schemeClr val="tx2"/>
                </a:solidFill>
              </a:rPr>
              <a:t>变换过程。</a:t>
            </a:r>
          </a:p>
        </p:txBody>
      </p:sp>
      <p:graphicFrame>
        <p:nvGraphicFramePr>
          <p:cNvPr id="1018887" name="Object 7"/>
          <p:cNvGraphicFramePr>
            <a:graphicFrameLocks noChangeAspect="1"/>
          </p:cNvGraphicFramePr>
          <p:nvPr/>
        </p:nvGraphicFramePr>
        <p:xfrm>
          <a:off x="5334000" y="228600"/>
          <a:ext cx="3733800" cy="197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8893" name="Equation" r:id="rId5" imgW="1701720" imgH="901440" progId="Equation.3">
                  <p:embed/>
                </p:oleObj>
              </mc:Choice>
              <mc:Fallback>
                <p:oleObj name="Equation" r:id="rId5" imgW="1701720" imgH="9014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228600"/>
                        <a:ext cx="3733800" cy="1978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18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18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18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18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18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8882" grpId="0" autoUpdateAnimBg="0"/>
      <p:bldP spid="1018883" grpId="0" autoUpdateAnimBg="0"/>
      <p:bldP spid="1018885" grpId="0" autoUpdateAnimBg="0"/>
      <p:bldP spid="1018886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43B00-A916-443E-9673-5FE60FFCB88B}" type="slidenum">
              <a:rPr lang="zh-CN" altLang="en-US"/>
              <a:pPr/>
              <a:t>10</a:t>
            </a:fld>
            <a:endParaRPr lang="zh-CN" altLang="en-US"/>
          </a:p>
        </p:txBody>
      </p:sp>
      <p:sp>
        <p:nvSpPr>
          <p:cNvPr id="1019906" name="Text Box 2"/>
          <p:cNvSpPr txBox="1">
            <a:spLocks noChangeArrowheads="1"/>
          </p:cNvSpPr>
          <p:nvPr/>
        </p:nvSpPr>
        <p:spPr bwMode="auto">
          <a:xfrm>
            <a:off x="76200" y="533400"/>
            <a:ext cx="5867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0000"/>
                </a:solidFill>
              </a:rPr>
              <a:t>用矩阵的初等行变换解方程组(1)：</a:t>
            </a:r>
          </a:p>
        </p:txBody>
      </p:sp>
      <p:graphicFrame>
        <p:nvGraphicFramePr>
          <p:cNvPr id="1019907" name="Object 3"/>
          <p:cNvGraphicFramePr>
            <a:graphicFrameLocks noChangeAspect="1"/>
          </p:cNvGraphicFramePr>
          <p:nvPr/>
        </p:nvGraphicFramePr>
        <p:xfrm>
          <a:off x="990600" y="1295400"/>
          <a:ext cx="4343400" cy="214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9924" name="Equation" r:id="rId3" imgW="1879560" imgH="927000" progId="Equation.3">
                  <p:embed/>
                </p:oleObj>
              </mc:Choice>
              <mc:Fallback>
                <p:oleObj name="Equation" r:id="rId3" imgW="1879560" imgH="927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1295400"/>
                        <a:ext cx="4343400" cy="214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9908" name="Object 4"/>
          <p:cNvGraphicFramePr>
            <a:graphicFrameLocks noChangeAspect="1"/>
          </p:cNvGraphicFramePr>
          <p:nvPr/>
        </p:nvGraphicFramePr>
        <p:xfrm>
          <a:off x="2286000" y="3616325"/>
          <a:ext cx="3810000" cy="214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9925" name="Equation" r:id="rId5" imgW="1460160" imgH="914400" progId="Equation.3">
                  <p:embed/>
                </p:oleObj>
              </mc:Choice>
              <mc:Fallback>
                <p:oleObj name="Equation" r:id="rId5" imgW="1460160" imgH="914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3616325"/>
                        <a:ext cx="3810000" cy="2141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19909" name="Group 5"/>
          <p:cNvGrpSpPr>
            <a:grpSpLocks/>
          </p:cNvGrpSpPr>
          <p:nvPr/>
        </p:nvGrpSpPr>
        <p:grpSpPr bwMode="auto">
          <a:xfrm>
            <a:off x="914400" y="4149725"/>
            <a:ext cx="1219200" cy="1041400"/>
            <a:chOff x="480" y="3408"/>
            <a:chExt cx="768" cy="656"/>
          </a:xfrm>
        </p:grpSpPr>
        <p:graphicFrame>
          <p:nvGraphicFramePr>
            <p:cNvPr id="1019910" name="Object 6"/>
            <p:cNvGraphicFramePr>
              <a:graphicFrameLocks noChangeAspect="1"/>
            </p:cNvGraphicFramePr>
            <p:nvPr/>
          </p:nvGraphicFramePr>
          <p:xfrm>
            <a:off x="528" y="3408"/>
            <a:ext cx="656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9926" name="Equation" r:id="rId7" imgW="1041120" imgH="419040" progId="Equation.3">
                    <p:embed/>
                  </p:oleObj>
                </mc:Choice>
                <mc:Fallback>
                  <p:oleObj name="Equation" r:id="rId7" imgW="1041120" imgH="41904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" y="3408"/>
                          <a:ext cx="656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19911" name="Object 7"/>
            <p:cNvGraphicFramePr>
              <a:graphicFrameLocks noChangeAspect="1"/>
            </p:cNvGraphicFramePr>
            <p:nvPr/>
          </p:nvGraphicFramePr>
          <p:xfrm>
            <a:off x="576" y="3792"/>
            <a:ext cx="504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9927" name="Equation" r:id="rId9" imgW="799920" imgH="431640" progId="Equation.3">
                    <p:embed/>
                  </p:oleObj>
                </mc:Choice>
                <mc:Fallback>
                  <p:oleObj name="Equation" r:id="rId9" imgW="799920" imgH="43164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6" y="3792"/>
                          <a:ext cx="504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19912" name="Line 8"/>
            <p:cNvSpPr>
              <a:spLocks noChangeShapeType="1"/>
            </p:cNvSpPr>
            <p:nvPr/>
          </p:nvSpPr>
          <p:spPr bwMode="auto">
            <a:xfrm>
              <a:off x="480" y="3744"/>
              <a:ext cx="7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</p:grpSp>
      <p:graphicFrame>
        <p:nvGraphicFramePr>
          <p:cNvPr id="1019913" name="Object 9"/>
          <p:cNvGraphicFramePr>
            <a:graphicFrameLocks noChangeAspect="1"/>
          </p:cNvGraphicFramePr>
          <p:nvPr/>
        </p:nvGraphicFramePr>
        <p:xfrm>
          <a:off x="5334000" y="228600"/>
          <a:ext cx="3733800" cy="197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9928" name="Equation" r:id="rId11" imgW="1701720" imgH="901440" progId="Equation.3">
                  <p:embed/>
                </p:oleObj>
              </mc:Choice>
              <mc:Fallback>
                <p:oleObj name="Equation" r:id="rId11" imgW="1701720" imgH="9014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228600"/>
                        <a:ext cx="3733800" cy="1978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19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19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19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19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9906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F71C6-6C19-4AAE-9C32-C30655AF8091}" type="slidenum">
              <a:rPr lang="zh-CN" altLang="en-US"/>
              <a:pPr/>
              <a:t>11</a:t>
            </a:fld>
            <a:endParaRPr lang="zh-CN" altLang="en-US"/>
          </a:p>
        </p:txBody>
      </p:sp>
      <p:graphicFrame>
        <p:nvGraphicFramePr>
          <p:cNvPr id="1020930" name="Object 2"/>
          <p:cNvGraphicFramePr>
            <a:graphicFrameLocks noChangeAspect="1"/>
          </p:cNvGraphicFramePr>
          <p:nvPr/>
        </p:nvGraphicFramePr>
        <p:xfrm>
          <a:off x="914400" y="2447925"/>
          <a:ext cx="990600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0978" name="Equation" r:id="rId3" imgW="393480" imgH="228600" progId="Equation.3">
                  <p:embed/>
                </p:oleObj>
              </mc:Choice>
              <mc:Fallback>
                <p:oleObj name="Equation" r:id="rId3" imgW="39348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447925"/>
                        <a:ext cx="990600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0931" name="Object 3"/>
          <p:cNvGraphicFramePr>
            <a:graphicFrameLocks noChangeAspect="1"/>
          </p:cNvGraphicFramePr>
          <p:nvPr/>
        </p:nvGraphicFramePr>
        <p:xfrm>
          <a:off x="2133600" y="152400"/>
          <a:ext cx="3657600" cy="205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0979" name="Equation" r:id="rId5" imgW="1460160" imgH="914400" progId="Equation.3">
                  <p:embed/>
                </p:oleObj>
              </mc:Choice>
              <mc:Fallback>
                <p:oleObj name="Equation" r:id="rId5" imgW="1460160" imgH="9144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152400"/>
                        <a:ext cx="3657600" cy="205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0932" name="Line 4"/>
          <p:cNvSpPr>
            <a:spLocks noChangeShapeType="1"/>
          </p:cNvSpPr>
          <p:nvPr/>
        </p:nvSpPr>
        <p:spPr bwMode="auto">
          <a:xfrm>
            <a:off x="860425" y="3429000"/>
            <a:ext cx="1219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graphicFrame>
        <p:nvGraphicFramePr>
          <p:cNvPr id="1020933" name="Object 5"/>
          <p:cNvGraphicFramePr>
            <a:graphicFrameLocks noChangeAspect="1"/>
          </p:cNvGraphicFramePr>
          <p:nvPr/>
        </p:nvGraphicFramePr>
        <p:xfrm>
          <a:off x="914400" y="2933700"/>
          <a:ext cx="9906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0980" name="Equation" r:id="rId7" imgW="457200" imgH="228600" progId="Equation.3">
                  <p:embed/>
                </p:oleObj>
              </mc:Choice>
              <mc:Fallback>
                <p:oleObj name="Equation" r:id="rId7" imgW="45720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933700"/>
                        <a:ext cx="9906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0934" name="Object 6"/>
          <p:cNvGraphicFramePr>
            <a:graphicFrameLocks noChangeAspect="1"/>
          </p:cNvGraphicFramePr>
          <p:nvPr/>
        </p:nvGraphicFramePr>
        <p:xfrm>
          <a:off x="914400" y="3429000"/>
          <a:ext cx="1062038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0981" name="Equation" r:id="rId9" imgW="457200" imgH="215640" progId="Equation.3">
                  <p:embed/>
                </p:oleObj>
              </mc:Choice>
              <mc:Fallback>
                <p:oleObj name="Equation" r:id="rId9" imgW="457200" imgH="2156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429000"/>
                        <a:ext cx="1062038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0935" name="Object 7"/>
          <p:cNvGraphicFramePr>
            <a:graphicFrameLocks noChangeAspect="1"/>
          </p:cNvGraphicFramePr>
          <p:nvPr/>
        </p:nvGraphicFramePr>
        <p:xfrm>
          <a:off x="2209800" y="2286000"/>
          <a:ext cx="3200400" cy="209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0982" name="Equation" r:id="rId11" imgW="1396800" imgH="914400" progId="Equation.3">
                  <p:embed/>
                </p:oleObj>
              </mc:Choice>
              <mc:Fallback>
                <p:oleObj name="Equation" r:id="rId11" imgW="1396800" imgH="9144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286000"/>
                        <a:ext cx="3200400" cy="209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0936" name="Object 8"/>
          <p:cNvGraphicFramePr>
            <a:graphicFrameLocks noChangeAspect="1"/>
          </p:cNvGraphicFramePr>
          <p:nvPr/>
        </p:nvGraphicFramePr>
        <p:xfrm>
          <a:off x="2438400" y="2819400"/>
          <a:ext cx="28194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0983" name="Equation" r:id="rId13" imgW="1104840" imgH="215640" progId="Equation.3">
                  <p:embed/>
                </p:oleObj>
              </mc:Choice>
              <mc:Fallback>
                <p:oleObj name="Equation" r:id="rId13" imgW="1104840" imgH="2156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819400"/>
                        <a:ext cx="2819400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0937" name="Object 9"/>
          <p:cNvGraphicFramePr>
            <a:graphicFrameLocks noChangeAspect="1"/>
          </p:cNvGraphicFramePr>
          <p:nvPr/>
        </p:nvGraphicFramePr>
        <p:xfrm>
          <a:off x="2286000" y="3352800"/>
          <a:ext cx="290195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0984" name="Equation" r:id="rId15" imgW="1473120" imgH="215640" progId="Equation.3">
                  <p:embed/>
                </p:oleObj>
              </mc:Choice>
              <mc:Fallback>
                <p:oleObj name="Equation" r:id="rId15" imgW="1473120" imgH="2156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3352800"/>
                        <a:ext cx="2901950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0938" name="Object 10"/>
          <p:cNvGraphicFramePr>
            <a:graphicFrameLocks noChangeAspect="1"/>
          </p:cNvGraphicFramePr>
          <p:nvPr/>
        </p:nvGraphicFramePr>
        <p:xfrm>
          <a:off x="2368550" y="3810000"/>
          <a:ext cx="2894013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0985" name="Equation" r:id="rId17" imgW="1409400" imgH="215640" progId="Equation.3">
                  <p:embed/>
                </p:oleObj>
              </mc:Choice>
              <mc:Fallback>
                <p:oleObj name="Equation" r:id="rId17" imgW="1409400" imgH="2156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8550" y="3810000"/>
                        <a:ext cx="2894013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0939" name="Object 11"/>
          <p:cNvGraphicFramePr>
            <a:graphicFrameLocks noChangeAspect="1"/>
          </p:cNvGraphicFramePr>
          <p:nvPr/>
        </p:nvGraphicFramePr>
        <p:xfrm>
          <a:off x="990600" y="4673600"/>
          <a:ext cx="762000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0986" name="Equation" r:id="rId19" imgW="368280" imgH="215640" progId="Equation.3">
                  <p:embed/>
                </p:oleObj>
              </mc:Choice>
              <mc:Fallback>
                <p:oleObj name="Equation" r:id="rId19" imgW="368280" imgH="2156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4673600"/>
                        <a:ext cx="762000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0940" name="Object 12"/>
          <p:cNvGraphicFramePr>
            <a:graphicFrameLocks noChangeAspect="1"/>
          </p:cNvGraphicFramePr>
          <p:nvPr/>
        </p:nvGraphicFramePr>
        <p:xfrm>
          <a:off x="914400" y="5653088"/>
          <a:ext cx="939800" cy="38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0987" name="Equation" r:id="rId21" imgW="1028520" imgH="419040" progId="Equation.3">
                  <p:embed/>
                </p:oleObj>
              </mc:Choice>
              <mc:Fallback>
                <p:oleObj name="Equation" r:id="rId21" imgW="1028520" imgH="41904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5653088"/>
                        <a:ext cx="939800" cy="382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0941" name="Line 13"/>
          <p:cNvSpPr>
            <a:spLocks noChangeShapeType="1"/>
          </p:cNvSpPr>
          <p:nvPr/>
        </p:nvSpPr>
        <p:spPr bwMode="auto">
          <a:xfrm>
            <a:off x="762000" y="5576888"/>
            <a:ext cx="1219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graphicFrame>
        <p:nvGraphicFramePr>
          <p:cNvPr id="1020942" name="Object 14"/>
          <p:cNvGraphicFramePr>
            <a:graphicFrameLocks noChangeAspect="1"/>
          </p:cNvGraphicFramePr>
          <p:nvPr/>
        </p:nvGraphicFramePr>
        <p:xfrm>
          <a:off x="852488" y="5029200"/>
          <a:ext cx="1038225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0988" name="Equation" r:id="rId23" imgW="457200" imgH="228600" progId="Equation.3">
                  <p:embed/>
                </p:oleObj>
              </mc:Choice>
              <mc:Fallback>
                <p:oleObj name="Equation" r:id="rId23" imgW="457200" imgH="2286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2488" y="5029200"/>
                        <a:ext cx="1038225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0943" name="Object 15"/>
          <p:cNvGraphicFramePr>
            <a:graphicFrameLocks noChangeAspect="1"/>
          </p:cNvGraphicFramePr>
          <p:nvPr/>
        </p:nvGraphicFramePr>
        <p:xfrm>
          <a:off x="2209800" y="4495800"/>
          <a:ext cx="3276600" cy="202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0989" name="Equation" r:id="rId25" imgW="1409400" imgH="914400" progId="Equation.3">
                  <p:embed/>
                </p:oleObj>
              </mc:Choice>
              <mc:Fallback>
                <p:oleObj name="Equation" r:id="rId25" imgW="1409400" imgH="9144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495800"/>
                        <a:ext cx="3276600" cy="202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0944" name="Object 16"/>
          <p:cNvGraphicFramePr>
            <a:graphicFrameLocks noChangeAspect="1"/>
          </p:cNvGraphicFramePr>
          <p:nvPr/>
        </p:nvGraphicFramePr>
        <p:xfrm>
          <a:off x="2833688" y="4986338"/>
          <a:ext cx="2576512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0990" name="Equation" r:id="rId27" imgW="965160" imgH="215640" progId="Equation.3">
                  <p:embed/>
                </p:oleObj>
              </mc:Choice>
              <mc:Fallback>
                <p:oleObj name="Equation" r:id="rId27" imgW="965160" imgH="21564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3688" y="4986338"/>
                        <a:ext cx="2576512" cy="49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0945" name="Object 17"/>
          <p:cNvGraphicFramePr>
            <a:graphicFrameLocks noChangeAspect="1"/>
          </p:cNvGraphicFramePr>
          <p:nvPr/>
        </p:nvGraphicFramePr>
        <p:xfrm>
          <a:off x="2762250" y="5486400"/>
          <a:ext cx="2681288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0991" name="Equation" r:id="rId29" imgW="1117440" imgH="215640" progId="Equation.3">
                  <p:embed/>
                </p:oleObj>
              </mc:Choice>
              <mc:Fallback>
                <p:oleObj name="Equation" r:id="rId29" imgW="1117440" imgH="21564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2250" y="5486400"/>
                        <a:ext cx="2681288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0946" name="Object 18"/>
          <p:cNvGraphicFramePr>
            <a:graphicFrameLocks noChangeAspect="1"/>
          </p:cNvGraphicFramePr>
          <p:nvPr/>
        </p:nvGraphicFramePr>
        <p:xfrm>
          <a:off x="2757488" y="6019800"/>
          <a:ext cx="2651125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0992" name="Equation" r:id="rId31" imgW="1104840" imgH="215640" progId="Equation.3">
                  <p:embed/>
                </p:oleObj>
              </mc:Choice>
              <mc:Fallback>
                <p:oleObj name="Equation" r:id="rId31" imgW="1104840" imgH="21564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7488" y="6019800"/>
                        <a:ext cx="2651125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0947" name="Line 19"/>
          <p:cNvSpPr>
            <a:spLocks noChangeShapeType="1"/>
          </p:cNvSpPr>
          <p:nvPr/>
        </p:nvSpPr>
        <p:spPr bwMode="auto">
          <a:xfrm>
            <a:off x="838200" y="1219200"/>
            <a:ext cx="1219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0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0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0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209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093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20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209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093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20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209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093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20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20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20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209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094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020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0209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094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020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0209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094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52796-687A-450B-9C86-3F7D5CB26E8B}" type="slidenum">
              <a:rPr lang="zh-CN" altLang="en-US"/>
              <a:pPr/>
              <a:t>12</a:t>
            </a:fld>
            <a:endParaRPr lang="zh-CN" altLang="en-US"/>
          </a:p>
        </p:txBody>
      </p:sp>
      <p:graphicFrame>
        <p:nvGraphicFramePr>
          <p:cNvPr id="1021954" name="Object 2"/>
          <p:cNvGraphicFramePr>
            <a:graphicFrameLocks noChangeAspect="1"/>
          </p:cNvGraphicFramePr>
          <p:nvPr/>
        </p:nvGraphicFramePr>
        <p:xfrm>
          <a:off x="304800" y="496888"/>
          <a:ext cx="3679825" cy="218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1988" name="Equation" r:id="rId3" imgW="1562040" imgH="927000" progId="Equation.3">
                  <p:embed/>
                </p:oleObj>
              </mc:Choice>
              <mc:Fallback>
                <p:oleObj name="Equation" r:id="rId3" imgW="1562040" imgH="927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496888"/>
                        <a:ext cx="3679825" cy="218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1955" name="Line 3"/>
          <p:cNvSpPr>
            <a:spLocks noChangeShapeType="1"/>
          </p:cNvSpPr>
          <p:nvPr/>
        </p:nvSpPr>
        <p:spPr bwMode="auto">
          <a:xfrm>
            <a:off x="3973513" y="1593850"/>
            <a:ext cx="1219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graphicFrame>
        <p:nvGraphicFramePr>
          <p:cNvPr id="1021956" name="Object 4"/>
          <p:cNvGraphicFramePr>
            <a:graphicFrameLocks noChangeAspect="1"/>
          </p:cNvGraphicFramePr>
          <p:nvPr/>
        </p:nvGraphicFramePr>
        <p:xfrm>
          <a:off x="4049713" y="1060450"/>
          <a:ext cx="1066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1989" name="Equation" r:id="rId5" imgW="1066680" imgH="431640" progId="Equation.3">
                  <p:embed/>
                </p:oleObj>
              </mc:Choice>
              <mc:Fallback>
                <p:oleObj name="Equation" r:id="rId5" imgW="1066680" imgH="431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9713" y="1060450"/>
                        <a:ext cx="10668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1957" name="Object 5"/>
          <p:cNvGraphicFramePr>
            <a:graphicFrameLocks noChangeAspect="1"/>
          </p:cNvGraphicFramePr>
          <p:nvPr/>
        </p:nvGraphicFramePr>
        <p:xfrm>
          <a:off x="4049713" y="1616075"/>
          <a:ext cx="1028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1990" name="Equation" r:id="rId7" imgW="1028520" imgH="431640" progId="Equation.3">
                  <p:embed/>
                </p:oleObj>
              </mc:Choice>
              <mc:Fallback>
                <p:oleObj name="Equation" r:id="rId7" imgW="1028520" imgH="4316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9713" y="1616075"/>
                        <a:ext cx="10287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1958" name="Object 6"/>
          <p:cNvGraphicFramePr>
            <a:graphicFrameLocks noChangeAspect="1"/>
          </p:cNvGraphicFramePr>
          <p:nvPr/>
        </p:nvGraphicFramePr>
        <p:xfrm>
          <a:off x="5334000" y="533400"/>
          <a:ext cx="3200400" cy="215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1991" name="Equation" r:id="rId9" imgW="1358640" imgH="914400" progId="Equation.3">
                  <p:embed/>
                </p:oleObj>
              </mc:Choice>
              <mc:Fallback>
                <p:oleObj name="Equation" r:id="rId9" imgW="1358640" imgH="914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533400"/>
                        <a:ext cx="3200400" cy="2154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1959" name="Object 7"/>
          <p:cNvGraphicFramePr>
            <a:graphicFrameLocks noChangeAspect="1"/>
          </p:cNvGraphicFramePr>
          <p:nvPr/>
        </p:nvGraphicFramePr>
        <p:xfrm>
          <a:off x="3124200" y="2819400"/>
          <a:ext cx="3581400" cy="167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1992" name="Equation" r:id="rId11" imgW="1523880" imgH="711000" progId="Equation.3">
                  <p:embed/>
                </p:oleObj>
              </mc:Choice>
              <mc:Fallback>
                <p:oleObj name="Equation" r:id="rId11" imgW="1523880" imgH="7110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819400"/>
                        <a:ext cx="3581400" cy="167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1960" name="Text Box 8"/>
          <p:cNvSpPr txBox="1">
            <a:spLocks noChangeArrowheads="1"/>
          </p:cNvSpPr>
          <p:nvPr/>
        </p:nvSpPr>
        <p:spPr bwMode="auto">
          <a:xfrm>
            <a:off x="290513" y="3348038"/>
            <a:ext cx="39004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对应的方程组为</a:t>
            </a:r>
          </a:p>
        </p:txBody>
      </p:sp>
      <p:sp>
        <p:nvSpPr>
          <p:cNvPr id="1021961" name="Text Box 9"/>
          <p:cNvSpPr txBox="1">
            <a:spLocks noChangeArrowheads="1"/>
          </p:cNvSpPr>
          <p:nvPr/>
        </p:nvSpPr>
        <p:spPr bwMode="auto">
          <a:xfrm>
            <a:off x="304800" y="5105400"/>
            <a:ext cx="3962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由下到上逐个解得</a:t>
            </a:r>
          </a:p>
        </p:txBody>
      </p:sp>
      <p:graphicFrame>
        <p:nvGraphicFramePr>
          <p:cNvPr id="1021962" name="Object 10"/>
          <p:cNvGraphicFramePr>
            <a:graphicFrameLocks noChangeAspect="1"/>
          </p:cNvGraphicFramePr>
          <p:nvPr/>
        </p:nvGraphicFramePr>
        <p:xfrm>
          <a:off x="3352800" y="4572000"/>
          <a:ext cx="546100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1993" name="Equation" r:id="rId13" imgW="241200" imgH="711000" progId="Equation.3">
                  <p:embed/>
                </p:oleObj>
              </mc:Choice>
              <mc:Fallback>
                <p:oleObj name="Equation" r:id="rId13" imgW="241200" imgH="7110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4572000"/>
                        <a:ext cx="546100" cy="175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1963" name="Object 11"/>
          <p:cNvGraphicFramePr>
            <a:graphicFrameLocks noChangeAspect="1"/>
          </p:cNvGraphicFramePr>
          <p:nvPr/>
        </p:nvGraphicFramePr>
        <p:xfrm>
          <a:off x="3603625" y="5895975"/>
          <a:ext cx="12192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1994" name="Equation" r:id="rId15" imgW="520560" imgH="215640" progId="Equation.3">
                  <p:embed/>
                </p:oleObj>
              </mc:Choice>
              <mc:Fallback>
                <p:oleObj name="Equation" r:id="rId15" imgW="520560" imgH="2156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3625" y="5895975"/>
                        <a:ext cx="1219200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1964" name="Object 12"/>
          <p:cNvGraphicFramePr>
            <a:graphicFrameLocks noChangeAspect="1"/>
          </p:cNvGraphicFramePr>
          <p:nvPr/>
        </p:nvGraphicFramePr>
        <p:xfrm>
          <a:off x="3586163" y="4964113"/>
          <a:ext cx="1568450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1995" name="Equation" r:id="rId17" imgW="647640" imgH="215640" progId="Equation.3">
                  <p:embed/>
                </p:oleObj>
              </mc:Choice>
              <mc:Fallback>
                <p:oleObj name="Equation" r:id="rId17" imgW="647640" imgH="21564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6163" y="4964113"/>
                        <a:ext cx="1568450" cy="522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1965" name="Object 13"/>
          <p:cNvGraphicFramePr>
            <a:graphicFrameLocks noChangeAspect="1"/>
          </p:cNvGraphicFramePr>
          <p:nvPr/>
        </p:nvGraphicFramePr>
        <p:xfrm>
          <a:off x="3581400" y="4495800"/>
          <a:ext cx="1495425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1996" name="Equation" r:id="rId19" imgW="634680" imgH="215640" progId="Equation.3">
                  <p:embed/>
                </p:oleObj>
              </mc:Choice>
              <mc:Fallback>
                <p:oleObj name="Equation" r:id="rId19" imgW="634680" imgH="21564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4495800"/>
                        <a:ext cx="1495425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1966" name="Object 14"/>
          <p:cNvGraphicFramePr>
            <a:graphicFrameLocks noChangeAspect="1"/>
          </p:cNvGraphicFramePr>
          <p:nvPr/>
        </p:nvGraphicFramePr>
        <p:xfrm>
          <a:off x="3614738" y="5453063"/>
          <a:ext cx="1011237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1997" name="Equation" r:id="rId21" imgW="431640" imgH="228600" progId="Equation.3">
                  <p:embed/>
                </p:oleObj>
              </mc:Choice>
              <mc:Fallback>
                <p:oleObj name="Equation" r:id="rId21" imgW="431640" imgH="2286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4738" y="5453063"/>
                        <a:ext cx="1011237" cy="534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1967" name="Text Box 15"/>
          <p:cNvSpPr txBox="1">
            <a:spLocks noChangeArrowheads="1"/>
          </p:cNvSpPr>
          <p:nvPr/>
        </p:nvSpPr>
        <p:spPr bwMode="auto">
          <a:xfrm>
            <a:off x="5257800" y="5029200"/>
            <a:ext cx="3886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，其中 </a:t>
            </a:r>
            <a:r>
              <a:rPr lang="en-US" altLang="zh-CN" i="1"/>
              <a:t>c </a:t>
            </a:r>
            <a:r>
              <a:rPr lang="zh-CN" altLang="en-US"/>
              <a:t>取任意常数。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1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1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1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21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21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21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21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21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21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21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21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21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021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1960" grpId="0" autoUpdateAnimBg="0"/>
      <p:bldP spid="1021961" grpId="0" autoUpdateAnimBg="0"/>
      <p:bldP spid="1021967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2A819-3AB4-4365-AA8B-655F5D465B4C}" type="slidenum">
              <a:rPr lang="zh-CN" altLang="en-US"/>
              <a:pPr/>
              <a:t>13</a:t>
            </a:fld>
            <a:endParaRPr lang="zh-CN" altLang="en-US"/>
          </a:p>
        </p:txBody>
      </p:sp>
      <p:sp>
        <p:nvSpPr>
          <p:cNvPr id="1022978" name="Text Box 2"/>
          <p:cNvSpPr txBox="1">
            <a:spLocks noChangeArrowheads="1"/>
          </p:cNvSpPr>
          <p:nvPr/>
        </p:nvSpPr>
        <p:spPr bwMode="auto">
          <a:xfrm>
            <a:off x="457200" y="744538"/>
            <a:ext cx="3810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例  </a:t>
            </a:r>
            <a:r>
              <a:rPr lang="zh-CN" altLang="en-US"/>
              <a:t>解线性方程组</a:t>
            </a:r>
          </a:p>
        </p:txBody>
      </p:sp>
      <p:graphicFrame>
        <p:nvGraphicFramePr>
          <p:cNvPr id="1022979" name="Object 3"/>
          <p:cNvGraphicFramePr>
            <a:graphicFrameLocks noChangeAspect="1"/>
          </p:cNvGraphicFramePr>
          <p:nvPr/>
        </p:nvGraphicFramePr>
        <p:xfrm>
          <a:off x="3505200" y="198438"/>
          <a:ext cx="3248025" cy="166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3037" name="Equation" r:id="rId3" imgW="1384200" imgH="711000" progId="Equation.3">
                  <p:embed/>
                </p:oleObj>
              </mc:Choice>
              <mc:Fallback>
                <p:oleObj name="Equation" r:id="rId3" imgW="1384200" imgH="711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198438"/>
                        <a:ext cx="3248025" cy="1668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2980" name="Text Box 4"/>
          <p:cNvSpPr txBox="1">
            <a:spLocks noChangeArrowheads="1"/>
          </p:cNvSpPr>
          <p:nvPr/>
        </p:nvSpPr>
        <p:spPr bwMode="auto">
          <a:xfrm>
            <a:off x="457200" y="1828800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1022981" name="Object 5"/>
          <p:cNvGraphicFramePr>
            <a:graphicFrameLocks noChangeAspect="1"/>
          </p:cNvGraphicFramePr>
          <p:nvPr/>
        </p:nvGraphicFramePr>
        <p:xfrm>
          <a:off x="762000" y="2133600"/>
          <a:ext cx="3462338" cy="161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3038" name="Equation" r:id="rId5" imgW="1498320" imgH="698400" progId="Equation.3">
                  <p:embed/>
                </p:oleObj>
              </mc:Choice>
              <mc:Fallback>
                <p:oleObj name="Equation" r:id="rId5" imgW="1498320" imgH="6984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2133600"/>
                        <a:ext cx="3462338" cy="1614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2982" name="Line 6"/>
          <p:cNvSpPr>
            <a:spLocks noChangeShapeType="1"/>
          </p:cNvSpPr>
          <p:nvPr/>
        </p:nvSpPr>
        <p:spPr bwMode="auto">
          <a:xfrm>
            <a:off x="4267200" y="2890838"/>
            <a:ext cx="9906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022983" name="Object 7"/>
          <p:cNvGraphicFramePr>
            <a:graphicFrameLocks noChangeAspect="1"/>
          </p:cNvGraphicFramePr>
          <p:nvPr/>
        </p:nvGraphicFramePr>
        <p:xfrm>
          <a:off x="5334000" y="2128838"/>
          <a:ext cx="2819400" cy="168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3039" name="Equation" r:id="rId7" imgW="901440" imgH="711000" progId="Equation.3">
                  <p:embed/>
                </p:oleObj>
              </mc:Choice>
              <mc:Fallback>
                <p:oleObj name="Equation" r:id="rId7" imgW="901440" imgH="7110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2128838"/>
                        <a:ext cx="2819400" cy="168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2984" name="Object 8"/>
          <p:cNvGraphicFramePr>
            <a:graphicFrameLocks noChangeAspect="1"/>
          </p:cNvGraphicFramePr>
          <p:nvPr/>
        </p:nvGraphicFramePr>
        <p:xfrm>
          <a:off x="5486400" y="2171700"/>
          <a:ext cx="236220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3040" name="Equation" r:id="rId9" imgW="990360" imgH="215640" progId="Equation.3">
                  <p:embed/>
                </p:oleObj>
              </mc:Choice>
              <mc:Fallback>
                <p:oleObj name="Equation" r:id="rId9" imgW="990360" imgH="2156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2171700"/>
                        <a:ext cx="2362200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2985" name="Object 9"/>
          <p:cNvGraphicFramePr>
            <a:graphicFrameLocks noChangeAspect="1"/>
          </p:cNvGraphicFramePr>
          <p:nvPr/>
        </p:nvGraphicFramePr>
        <p:xfrm>
          <a:off x="5472113" y="2693988"/>
          <a:ext cx="2376487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3041" name="Equation" r:id="rId11" imgW="1079280" imgH="215640" progId="Equation.3">
                  <p:embed/>
                </p:oleObj>
              </mc:Choice>
              <mc:Fallback>
                <p:oleObj name="Equation" r:id="rId11" imgW="1079280" imgH="2156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2113" y="2693988"/>
                        <a:ext cx="2376487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2986" name="Object 10"/>
          <p:cNvGraphicFramePr>
            <a:graphicFrameLocks noChangeAspect="1"/>
          </p:cNvGraphicFramePr>
          <p:nvPr/>
        </p:nvGraphicFramePr>
        <p:xfrm>
          <a:off x="5475288" y="3195638"/>
          <a:ext cx="243840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3042" name="Equation" r:id="rId13" imgW="1282680" imgH="215640" progId="Equation.3">
                  <p:embed/>
                </p:oleObj>
              </mc:Choice>
              <mc:Fallback>
                <p:oleObj name="Equation" r:id="rId13" imgW="1282680" imgH="2156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5288" y="3195638"/>
                        <a:ext cx="2438400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2987" name="Line 11"/>
          <p:cNvSpPr>
            <a:spLocks noChangeShapeType="1"/>
          </p:cNvSpPr>
          <p:nvPr/>
        </p:nvSpPr>
        <p:spPr bwMode="auto">
          <a:xfrm>
            <a:off x="471488" y="4692650"/>
            <a:ext cx="9906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22988" name="Group 12"/>
          <p:cNvGrpSpPr>
            <a:grpSpLocks/>
          </p:cNvGrpSpPr>
          <p:nvPr/>
        </p:nvGrpSpPr>
        <p:grpSpPr bwMode="auto">
          <a:xfrm>
            <a:off x="1538288" y="3930650"/>
            <a:ext cx="2819400" cy="1681163"/>
            <a:chOff x="969" y="2582"/>
            <a:chExt cx="1776" cy="1059"/>
          </a:xfrm>
        </p:grpSpPr>
        <p:graphicFrame>
          <p:nvGraphicFramePr>
            <p:cNvPr id="1022989" name="Object 13"/>
            <p:cNvGraphicFramePr>
              <a:graphicFrameLocks noChangeAspect="1"/>
            </p:cNvGraphicFramePr>
            <p:nvPr/>
          </p:nvGraphicFramePr>
          <p:xfrm>
            <a:off x="969" y="2582"/>
            <a:ext cx="1776" cy="10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3043" name="Equation" r:id="rId15" imgW="901440" imgH="711000" progId="Equation.3">
                    <p:embed/>
                  </p:oleObj>
                </mc:Choice>
                <mc:Fallback>
                  <p:oleObj name="Equation" r:id="rId15" imgW="901440" imgH="71100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9" y="2582"/>
                          <a:ext cx="1776" cy="10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2990" name="Object 14"/>
            <p:cNvGraphicFramePr>
              <a:graphicFrameLocks noChangeAspect="1"/>
            </p:cNvGraphicFramePr>
            <p:nvPr/>
          </p:nvGraphicFramePr>
          <p:xfrm>
            <a:off x="1065" y="2609"/>
            <a:ext cx="1488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3044" name="Equation" r:id="rId16" imgW="990360" imgH="215640" progId="Equation.3">
                    <p:embed/>
                  </p:oleObj>
                </mc:Choice>
                <mc:Fallback>
                  <p:oleObj name="Equation" r:id="rId16" imgW="990360" imgH="21564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5" y="2609"/>
                          <a:ext cx="1488" cy="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1750">
                              <a:solidFill>
                                <a:srgbClr val="0033CC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22991" name="Object 15"/>
          <p:cNvGraphicFramePr>
            <a:graphicFrameLocks noChangeAspect="1"/>
          </p:cNvGraphicFramePr>
          <p:nvPr/>
        </p:nvGraphicFramePr>
        <p:xfrm>
          <a:off x="1676400" y="5029200"/>
          <a:ext cx="236220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3045" name="Equation" r:id="rId18" imgW="1079280" imgH="215640" progId="Equation.3">
                  <p:embed/>
                </p:oleObj>
              </mc:Choice>
              <mc:Fallback>
                <p:oleObj name="Equation" r:id="rId18" imgW="1079280" imgH="21564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5029200"/>
                        <a:ext cx="2362200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2992" name="Object 16"/>
          <p:cNvGraphicFramePr>
            <a:graphicFrameLocks noChangeAspect="1"/>
          </p:cNvGraphicFramePr>
          <p:nvPr/>
        </p:nvGraphicFramePr>
        <p:xfrm>
          <a:off x="1614488" y="4495800"/>
          <a:ext cx="2519362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3046" name="Equation" r:id="rId20" imgW="1168200" imgH="215640" progId="Equation.3">
                  <p:embed/>
                </p:oleObj>
              </mc:Choice>
              <mc:Fallback>
                <p:oleObj name="Equation" r:id="rId20" imgW="1168200" imgH="21564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4488" y="4495800"/>
                        <a:ext cx="2519362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2993" name="Line 17"/>
          <p:cNvSpPr>
            <a:spLocks noChangeShapeType="1"/>
          </p:cNvSpPr>
          <p:nvPr/>
        </p:nvSpPr>
        <p:spPr bwMode="auto">
          <a:xfrm>
            <a:off x="4357688" y="4703763"/>
            <a:ext cx="9906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22994" name="Group 18"/>
          <p:cNvGrpSpPr>
            <a:grpSpLocks/>
          </p:cNvGrpSpPr>
          <p:nvPr/>
        </p:nvGrpSpPr>
        <p:grpSpPr bwMode="auto">
          <a:xfrm>
            <a:off x="5424488" y="3941763"/>
            <a:ext cx="2819400" cy="1681162"/>
            <a:chOff x="3417" y="2589"/>
            <a:chExt cx="1776" cy="1059"/>
          </a:xfrm>
        </p:grpSpPr>
        <p:graphicFrame>
          <p:nvGraphicFramePr>
            <p:cNvPr id="1022995" name="Object 19"/>
            <p:cNvGraphicFramePr>
              <a:graphicFrameLocks noChangeAspect="1"/>
            </p:cNvGraphicFramePr>
            <p:nvPr/>
          </p:nvGraphicFramePr>
          <p:xfrm>
            <a:off x="3417" y="2589"/>
            <a:ext cx="1776" cy="10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3047" name="Equation" r:id="rId22" imgW="901440" imgH="711000" progId="Equation.3">
                    <p:embed/>
                  </p:oleObj>
                </mc:Choice>
                <mc:Fallback>
                  <p:oleObj name="Equation" r:id="rId22" imgW="901440" imgH="71100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17" y="2589"/>
                          <a:ext cx="1776" cy="10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2996" name="Object 20"/>
            <p:cNvGraphicFramePr>
              <a:graphicFrameLocks noChangeAspect="1"/>
            </p:cNvGraphicFramePr>
            <p:nvPr/>
          </p:nvGraphicFramePr>
          <p:xfrm>
            <a:off x="3513" y="2616"/>
            <a:ext cx="1488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3048" name="Equation" r:id="rId23" imgW="990360" imgH="215640" progId="Equation.3">
                    <p:embed/>
                  </p:oleObj>
                </mc:Choice>
                <mc:Fallback>
                  <p:oleObj name="Equation" r:id="rId23" imgW="990360" imgH="215640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13" y="2616"/>
                          <a:ext cx="1488" cy="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1750">
                              <a:solidFill>
                                <a:srgbClr val="0033CC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2997" name="Object 21"/>
            <p:cNvGraphicFramePr>
              <a:graphicFrameLocks noChangeAspect="1"/>
            </p:cNvGraphicFramePr>
            <p:nvPr/>
          </p:nvGraphicFramePr>
          <p:xfrm>
            <a:off x="3504" y="2945"/>
            <a:ext cx="1536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3049" name="Equation" r:id="rId25" imgW="1130040" imgH="215640" progId="Equation.3">
                    <p:embed/>
                  </p:oleObj>
                </mc:Choice>
                <mc:Fallback>
                  <p:oleObj name="Equation" r:id="rId25" imgW="1130040" imgH="215640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4" y="2945"/>
                          <a:ext cx="1536" cy="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1750">
                              <a:solidFill>
                                <a:srgbClr val="0033CC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22998" name="Object 22"/>
          <p:cNvGraphicFramePr>
            <a:graphicFrameLocks noChangeAspect="1"/>
          </p:cNvGraphicFramePr>
          <p:nvPr/>
        </p:nvGraphicFramePr>
        <p:xfrm>
          <a:off x="5562600" y="5029200"/>
          <a:ext cx="243840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3050" name="Equation" r:id="rId27" imgW="1143000" imgH="215640" progId="Equation.3">
                  <p:embed/>
                </p:oleObj>
              </mc:Choice>
              <mc:Fallback>
                <p:oleObj name="Equation" r:id="rId27" imgW="1143000" imgH="21564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5029200"/>
                        <a:ext cx="2438400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2999" name="Text Box 23"/>
          <p:cNvSpPr txBox="1">
            <a:spLocks noChangeArrowheads="1"/>
          </p:cNvSpPr>
          <p:nvPr/>
        </p:nvSpPr>
        <p:spPr bwMode="auto">
          <a:xfrm>
            <a:off x="381000" y="5791200"/>
            <a:ext cx="3581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解得唯一解</a:t>
            </a:r>
          </a:p>
        </p:txBody>
      </p:sp>
      <p:graphicFrame>
        <p:nvGraphicFramePr>
          <p:cNvPr id="1023000" name="Object 24"/>
          <p:cNvGraphicFramePr>
            <a:graphicFrameLocks noChangeAspect="1"/>
          </p:cNvGraphicFramePr>
          <p:nvPr/>
        </p:nvGraphicFramePr>
        <p:xfrm>
          <a:off x="4900613" y="5813425"/>
          <a:ext cx="1119187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3051" name="Equation" r:id="rId29" imgW="495000" imgH="228600" progId="Equation.3">
                  <p:embed/>
                </p:oleObj>
              </mc:Choice>
              <mc:Fallback>
                <p:oleObj name="Equation" r:id="rId29" imgW="495000" imgH="22860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0613" y="5813425"/>
                        <a:ext cx="1119187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3001" name="Object 25"/>
          <p:cNvGraphicFramePr>
            <a:graphicFrameLocks noChangeAspect="1"/>
          </p:cNvGraphicFramePr>
          <p:nvPr/>
        </p:nvGraphicFramePr>
        <p:xfrm>
          <a:off x="3657600" y="5835650"/>
          <a:ext cx="1147763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3052" name="Equation" r:id="rId31" imgW="507960" imgH="215640" progId="Equation.3">
                  <p:embed/>
                </p:oleObj>
              </mc:Choice>
              <mc:Fallback>
                <p:oleObj name="Equation" r:id="rId31" imgW="507960" imgH="21564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5835650"/>
                        <a:ext cx="1147763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3002" name="Object 26"/>
          <p:cNvGraphicFramePr>
            <a:graphicFrameLocks noChangeAspect="1"/>
          </p:cNvGraphicFramePr>
          <p:nvPr/>
        </p:nvGraphicFramePr>
        <p:xfrm>
          <a:off x="2490788" y="5835650"/>
          <a:ext cx="1090612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3053" name="Equation" r:id="rId33" imgW="482400" imgH="215640" progId="Equation.3">
                  <p:embed/>
                </p:oleObj>
              </mc:Choice>
              <mc:Fallback>
                <p:oleObj name="Equation" r:id="rId33" imgW="482400" imgH="21564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0788" y="5835650"/>
                        <a:ext cx="1090612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2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22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22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22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22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22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229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298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229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298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229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298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022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022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02299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299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0229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299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022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022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0229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299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022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023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023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023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2978" grpId="0" autoUpdateAnimBg="0"/>
      <p:bldP spid="1022980" grpId="0" autoUpdateAnimBg="0"/>
      <p:bldP spid="1022999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B9BDE-BAF2-4F47-BA67-6013B420CD0B}" type="slidenum">
              <a:rPr lang="zh-CN" altLang="en-US"/>
              <a:pPr/>
              <a:t>14</a:t>
            </a:fld>
            <a:endParaRPr lang="zh-CN" altLang="en-US"/>
          </a:p>
        </p:txBody>
      </p:sp>
      <p:sp>
        <p:nvSpPr>
          <p:cNvPr id="1024002" name="Text Box 2"/>
          <p:cNvSpPr txBox="1">
            <a:spLocks noChangeArrowheads="1"/>
          </p:cNvSpPr>
          <p:nvPr/>
        </p:nvSpPr>
        <p:spPr bwMode="auto">
          <a:xfrm>
            <a:off x="457200" y="744538"/>
            <a:ext cx="3733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例  </a:t>
            </a:r>
            <a:r>
              <a:rPr lang="zh-CN" altLang="en-US"/>
              <a:t>解线性方程组</a:t>
            </a:r>
          </a:p>
        </p:txBody>
      </p:sp>
      <p:sp>
        <p:nvSpPr>
          <p:cNvPr id="1024003" name="Text Box 3"/>
          <p:cNvSpPr txBox="1">
            <a:spLocks noChangeArrowheads="1"/>
          </p:cNvSpPr>
          <p:nvPr/>
        </p:nvSpPr>
        <p:spPr bwMode="auto">
          <a:xfrm>
            <a:off x="457200" y="1828800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1024004" name="Object 4"/>
          <p:cNvGraphicFramePr>
            <a:graphicFrameLocks noChangeAspect="1"/>
          </p:cNvGraphicFramePr>
          <p:nvPr/>
        </p:nvGraphicFramePr>
        <p:xfrm>
          <a:off x="762000" y="2286000"/>
          <a:ext cx="3846513" cy="161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031" name="Equation" r:id="rId3" imgW="1663560" imgH="698400" progId="Equation.3">
                  <p:embed/>
                </p:oleObj>
              </mc:Choice>
              <mc:Fallback>
                <p:oleObj name="Equation" r:id="rId3" imgW="1663560" imgH="698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2286000"/>
                        <a:ext cx="3846513" cy="1614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05" name="Object 5"/>
          <p:cNvGraphicFramePr>
            <a:graphicFrameLocks noChangeAspect="1"/>
          </p:cNvGraphicFramePr>
          <p:nvPr/>
        </p:nvGraphicFramePr>
        <p:xfrm>
          <a:off x="3429000" y="255588"/>
          <a:ext cx="4343400" cy="153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032" name="Equation" r:id="rId5" imgW="4343400" imgH="1536480" progId="Equation.3">
                  <p:embed/>
                </p:oleObj>
              </mc:Choice>
              <mc:Fallback>
                <p:oleObj name="Equation" r:id="rId5" imgW="4343400" imgH="15364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255588"/>
                        <a:ext cx="4343400" cy="153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06" name="Object 6"/>
          <p:cNvGraphicFramePr>
            <a:graphicFrameLocks noChangeAspect="1"/>
          </p:cNvGraphicFramePr>
          <p:nvPr/>
        </p:nvGraphicFramePr>
        <p:xfrm>
          <a:off x="5486400" y="2286000"/>
          <a:ext cx="3048000" cy="166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033" name="Equation" r:id="rId7" imgW="1434960" imgH="711000" progId="Equation.3">
                  <p:embed/>
                </p:oleObj>
              </mc:Choice>
              <mc:Fallback>
                <p:oleObj name="Equation" r:id="rId7" imgW="1434960" imgH="711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2286000"/>
                        <a:ext cx="3048000" cy="166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007" name="Line 7"/>
          <p:cNvSpPr>
            <a:spLocks noChangeShapeType="1"/>
          </p:cNvSpPr>
          <p:nvPr/>
        </p:nvSpPr>
        <p:spPr bwMode="auto">
          <a:xfrm>
            <a:off x="609600" y="4800600"/>
            <a:ext cx="6858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024008" name="Object 8"/>
          <p:cNvGraphicFramePr>
            <a:graphicFrameLocks noChangeAspect="1"/>
          </p:cNvGraphicFramePr>
          <p:nvPr/>
        </p:nvGraphicFramePr>
        <p:xfrm>
          <a:off x="1524000" y="4038600"/>
          <a:ext cx="3124200" cy="146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034" name="Equation" r:id="rId9" imgW="3632040" imgH="1511280" progId="Equation.3">
                  <p:embed/>
                </p:oleObj>
              </mc:Choice>
              <mc:Fallback>
                <p:oleObj name="Equation" r:id="rId9" imgW="3632040" imgH="151128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038600"/>
                        <a:ext cx="3124200" cy="1468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009" name="Line 9"/>
          <p:cNvSpPr>
            <a:spLocks noChangeShapeType="1"/>
          </p:cNvSpPr>
          <p:nvPr/>
        </p:nvSpPr>
        <p:spPr bwMode="auto">
          <a:xfrm>
            <a:off x="4724400" y="3059113"/>
            <a:ext cx="6858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024010" name="Object 10"/>
          <p:cNvGraphicFramePr>
            <a:graphicFrameLocks noChangeAspect="1"/>
          </p:cNvGraphicFramePr>
          <p:nvPr/>
        </p:nvGraphicFramePr>
        <p:xfrm>
          <a:off x="5638800" y="2876550"/>
          <a:ext cx="28194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035" name="Equation" r:id="rId11" imgW="1307880" imgH="215640" progId="Equation.3">
                  <p:embed/>
                </p:oleObj>
              </mc:Choice>
              <mc:Fallback>
                <p:oleObj name="Equation" r:id="rId11" imgW="1307880" imgH="2156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2876550"/>
                        <a:ext cx="2819400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11" name="Object 11"/>
          <p:cNvGraphicFramePr>
            <a:graphicFrameLocks noChangeAspect="1"/>
          </p:cNvGraphicFramePr>
          <p:nvPr/>
        </p:nvGraphicFramePr>
        <p:xfrm>
          <a:off x="5640388" y="3429000"/>
          <a:ext cx="2817812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036" name="Equation" r:id="rId13" imgW="1282680" imgH="215640" progId="Equation.3">
                  <p:embed/>
                </p:oleObj>
              </mc:Choice>
              <mc:Fallback>
                <p:oleObj name="Equation" r:id="rId13" imgW="1282680" imgH="2156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0388" y="3429000"/>
                        <a:ext cx="2817812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24012" name="Group 12"/>
          <p:cNvGrpSpPr>
            <a:grpSpLocks/>
          </p:cNvGrpSpPr>
          <p:nvPr/>
        </p:nvGrpSpPr>
        <p:grpSpPr bwMode="auto">
          <a:xfrm>
            <a:off x="457200" y="5638800"/>
            <a:ext cx="4648200" cy="547688"/>
            <a:chOff x="288" y="3552"/>
            <a:chExt cx="2928" cy="345"/>
          </a:xfrm>
        </p:grpSpPr>
        <p:sp>
          <p:nvSpPr>
            <p:cNvPr id="1024013" name="Text Box 13"/>
            <p:cNvSpPr txBox="1">
              <a:spLocks noChangeArrowheads="1"/>
            </p:cNvSpPr>
            <p:nvPr/>
          </p:nvSpPr>
          <p:spPr bwMode="auto">
            <a:xfrm>
              <a:off x="288" y="3552"/>
              <a:ext cx="23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/>
                <a:t>最后一个为矛盾方程组</a:t>
              </a:r>
            </a:p>
          </p:txBody>
        </p:sp>
        <p:graphicFrame>
          <p:nvGraphicFramePr>
            <p:cNvPr id="1024014" name="Object 14"/>
            <p:cNvGraphicFramePr>
              <a:graphicFrameLocks noChangeAspect="1"/>
            </p:cNvGraphicFramePr>
            <p:nvPr/>
          </p:nvGraphicFramePr>
          <p:xfrm>
            <a:off x="2646" y="3586"/>
            <a:ext cx="570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037" name="Equation" r:id="rId15" imgW="419040" imgH="203040" progId="Equation.3">
                    <p:embed/>
                  </p:oleObj>
                </mc:Choice>
                <mc:Fallback>
                  <p:oleObj name="Equation" r:id="rId15" imgW="419040" imgH="20304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46" y="3586"/>
                          <a:ext cx="570" cy="3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24015" name="Text Box 15"/>
          <p:cNvSpPr txBox="1">
            <a:spLocks noChangeArrowheads="1"/>
          </p:cNvSpPr>
          <p:nvPr/>
        </p:nvSpPr>
        <p:spPr bwMode="auto">
          <a:xfrm>
            <a:off x="5181600" y="5638800"/>
            <a:ext cx="3657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故方程组无解。</a:t>
            </a:r>
          </a:p>
        </p:txBody>
      </p:sp>
      <p:sp>
        <p:nvSpPr>
          <p:cNvPr id="1024016" name="Rectangle 16"/>
          <p:cNvSpPr>
            <a:spLocks noChangeArrowheads="1"/>
          </p:cNvSpPr>
          <p:nvPr/>
        </p:nvSpPr>
        <p:spPr bwMode="auto">
          <a:xfrm>
            <a:off x="1631950" y="5062538"/>
            <a:ext cx="2895600" cy="381000"/>
          </a:xfrm>
          <a:prstGeom prst="rect">
            <a:avLst/>
          </a:prstGeom>
          <a:noFill/>
          <a:ln w="31750">
            <a:solidFill>
              <a:srgbClr val="0033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24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24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24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24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24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240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401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240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401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24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024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024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024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024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02" grpId="0" autoUpdateAnimBg="0"/>
      <p:bldP spid="1024003" grpId="0" autoUpdateAnimBg="0"/>
      <p:bldP spid="1024015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C2DC4-2C35-45A6-ACD2-A4CAE98C0D28}" type="slidenum">
              <a:rPr lang="zh-CN" altLang="en-US"/>
              <a:pPr/>
              <a:t>15</a:t>
            </a:fld>
            <a:endParaRPr lang="zh-CN" altLang="en-US"/>
          </a:p>
        </p:txBody>
      </p:sp>
      <p:sp>
        <p:nvSpPr>
          <p:cNvPr id="102502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966788"/>
            <a:ext cx="2667000" cy="533400"/>
          </a:xfrm>
        </p:spPr>
        <p:txBody>
          <a:bodyPr/>
          <a:lstStyle/>
          <a:p>
            <a:pPr algn="l"/>
            <a:r>
              <a:rPr lang="zh-CN" altLang="en-US" sz="2800" b="1">
                <a:solidFill>
                  <a:schemeClr val="tx1"/>
                </a:solidFill>
              </a:rPr>
              <a:t>线性方程组</a:t>
            </a:r>
          </a:p>
        </p:txBody>
      </p:sp>
      <p:graphicFrame>
        <p:nvGraphicFramePr>
          <p:cNvPr id="1025027" name="Object 3"/>
          <p:cNvGraphicFramePr>
            <a:graphicFrameLocks noChangeAspect="1"/>
          </p:cNvGraphicFramePr>
          <p:nvPr/>
        </p:nvGraphicFramePr>
        <p:xfrm>
          <a:off x="2438400" y="228600"/>
          <a:ext cx="4648200" cy="206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038" name="Equation" r:id="rId3" imgW="2120760" imgH="939600" progId="Equation.3">
                  <p:embed/>
                </p:oleObj>
              </mc:Choice>
              <mc:Fallback>
                <p:oleObj name="Equation" r:id="rId3" imgW="2120760" imgH="939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28600"/>
                        <a:ext cx="4648200" cy="2062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028" name="Object 4"/>
          <p:cNvGraphicFramePr>
            <a:graphicFrameLocks noChangeAspect="1"/>
          </p:cNvGraphicFramePr>
          <p:nvPr/>
        </p:nvGraphicFramePr>
        <p:xfrm>
          <a:off x="2057400" y="2514600"/>
          <a:ext cx="3276600" cy="198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039" name="Equation" r:id="rId5" imgW="1739880" imgH="939600" progId="Equation.3">
                  <p:embed/>
                </p:oleObj>
              </mc:Choice>
              <mc:Fallback>
                <p:oleObj name="Equation" r:id="rId5" imgW="1739880" imgH="939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2514600"/>
                        <a:ext cx="3276600" cy="1982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029" name="Text Box 5"/>
          <p:cNvSpPr txBox="1">
            <a:spLocks noChangeArrowheads="1"/>
          </p:cNvSpPr>
          <p:nvPr/>
        </p:nvSpPr>
        <p:spPr bwMode="auto">
          <a:xfrm>
            <a:off x="457200" y="3178175"/>
            <a:ext cx="2286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系数矩阵</a:t>
            </a:r>
          </a:p>
        </p:txBody>
      </p:sp>
      <p:sp>
        <p:nvSpPr>
          <p:cNvPr id="1025030" name="Text Box 6"/>
          <p:cNvSpPr txBox="1">
            <a:spLocks noChangeArrowheads="1"/>
          </p:cNvSpPr>
          <p:nvPr/>
        </p:nvSpPr>
        <p:spPr bwMode="auto">
          <a:xfrm>
            <a:off x="533400" y="5183188"/>
            <a:ext cx="2286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增广矩阵</a:t>
            </a:r>
          </a:p>
        </p:txBody>
      </p:sp>
      <p:graphicFrame>
        <p:nvGraphicFramePr>
          <p:cNvPr id="1025031" name="Object 7"/>
          <p:cNvGraphicFramePr>
            <a:graphicFrameLocks noChangeAspect="1"/>
          </p:cNvGraphicFramePr>
          <p:nvPr/>
        </p:nvGraphicFramePr>
        <p:xfrm>
          <a:off x="2286000" y="4495800"/>
          <a:ext cx="4953000" cy="202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040" name="Equation" r:id="rId7" imgW="2577960" imgH="939600" progId="Equation.3">
                  <p:embed/>
                </p:oleObj>
              </mc:Choice>
              <mc:Fallback>
                <p:oleObj name="Equation" r:id="rId7" imgW="2577960" imgH="939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4495800"/>
                        <a:ext cx="4953000" cy="2022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5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25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25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25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25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25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5026" grpId="0" autoUpdateAnimBg="0"/>
      <p:bldP spid="1025029" grpId="0" autoUpdateAnimBg="0"/>
      <p:bldP spid="1025030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4169A-C54B-4F57-8A86-22FB492D4277}" type="slidenum">
              <a:rPr lang="zh-CN" altLang="en-US"/>
              <a:pPr/>
              <a:t>16</a:t>
            </a:fld>
            <a:endParaRPr lang="zh-CN" altLang="en-US"/>
          </a:p>
        </p:txBody>
      </p:sp>
      <p:graphicFrame>
        <p:nvGraphicFramePr>
          <p:cNvPr id="1026050" name="Object 2"/>
          <p:cNvGraphicFramePr>
            <a:graphicFrameLocks noChangeAspect="1"/>
          </p:cNvGraphicFramePr>
          <p:nvPr/>
        </p:nvGraphicFramePr>
        <p:xfrm>
          <a:off x="533400" y="152400"/>
          <a:ext cx="601980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065" name="Document" r:id="rId3" imgW="2443320" imgH="216360" progId="Word.Document.8">
                  <p:embed/>
                </p:oleObj>
              </mc:Choice>
              <mc:Fallback>
                <p:oleObj name="Document" r:id="rId3" imgW="2443320" imgH="21636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52400"/>
                        <a:ext cx="6019800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051" name="Object 3"/>
          <p:cNvGraphicFramePr>
            <a:graphicFrameLocks noChangeAspect="1"/>
          </p:cNvGraphicFramePr>
          <p:nvPr/>
        </p:nvGraphicFramePr>
        <p:xfrm>
          <a:off x="685800" y="914400"/>
          <a:ext cx="5562600" cy="3925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066" name="Equation" r:id="rId5" imgW="2590560" imgH="1828800" progId="Equation.3">
                  <p:embed/>
                </p:oleObj>
              </mc:Choice>
              <mc:Fallback>
                <p:oleObj name="Equation" r:id="rId5" imgW="2590560" imgH="1828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914400"/>
                        <a:ext cx="5562600" cy="3925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052" name="Object 4"/>
          <p:cNvGraphicFramePr>
            <a:graphicFrameLocks noChangeAspect="1"/>
          </p:cNvGraphicFramePr>
          <p:nvPr/>
        </p:nvGraphicFramePr>
        <p:xfrm>
          <a:off x="762000" y="4953000"/>
          <a:ext cx="3886200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067" name="Document" r:id="rId7" imgW="1633680" imgH="244800" progId="Word.Document.8">
                  <p:embed/>
                </p:oleObj>
              </mc:Choice>
              <mc:Fallback>
                <p:oleObj name="Document" r:id="rId7" imgW="1633680" imgH="24480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4953000"/>
                        <a:ext cx="3886200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053" name="Text Box 5"/>
          <p:cNvSpPr txBox="1">
            <a:spLocks noChangeArrowheads="1"/>
          </p:cNvSpPr>
          <p:nvPr/>
        </p:nvSpPr>
        <p:spPr bwMode="auto">
          <a:xfrm>
            <a:off x="685800" y="5486400"/>
            <a:ext cx="5867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方程组有解的充分必要条件是</a:t>
            </a:r>
          </a:p>
        </p:txBody>
      </p:sp>
      <p:graphicFrame>
        <p:nvGraphicFramePr>
          <p:cNvPr id="1026054" name="Object 6"/>
          <p:cNvGraphicFramePr>
            <a:graphicFrameLocks noChangeAspect="1"/>
          </p:cNvGraphicFramePr>
          <p:nvPr/>
        </p:nvGraphicFramePr>
        <p:xfrm>
          <a:off x="5486400" y="5486400"/>
          <a:ext cx="1371600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068" name="Equation" r:id="rId9" imgW="583920" imgH="215640" progId="Equation.3">
                  <p:embed/>
                </p:oleObj>
              </mc:Choice>
              <mc:Fallback>
                <p:oleObj name="Equation" r:id="rId9" imgW="583920" imgH="2156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5486400"/>
                        <a:ext cx="1371600" cy="566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055" name="Oval 7"/>
          <p:cNvSpPr>
            <a:spLocks noChangeArrowheads="1"/>
          </p:cNvSpPr>
          <p:nvPr/>
        </p:nvSpPr>
        <p:spPr bwMode="auto">
          <a:xfrm>
            <a:off x="2895600" y="228600"/>
            <a:ext cx="381000" cy="533400"/>
          </a:xfrm>
          <a:prstGeom prst="ellipse">
            <a:avLst/>
          </a:prstGeom>
          <a:noFill/>
          <a:ln w="31750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1026056" name="Text Box 8"/>
          <p:cNvSpPr txBox="1">
            <a:spLocks noChangeArrowheads="1"/>
          </p:cNvSpPr>
          <p:nvPr/>
        </p:nvSpPr>
        <p:spPr bwMode="auto">
          <a:xfrm>
            <a:off x="685800" y="6019800"/>
            <a:ext cx="815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(如果有必要，可重新安排方程中未知量的次序)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6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260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260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026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26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26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26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26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053" grpId="0" autoUpdateAnimBg="0"/>
      <p:bldP spid="1026056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CE956-8D1A-449D-B460-2D7D25067C86}" type="slidenum">
              <a:rPr lang="zh-CN" altLang="en-US"/>
              <a:pPr/>
              <a:t>17</a:t>
            </a:fld>
            <a:endParaRPr lang="zh-CN" altLang="en-US"/>
          </a:p>
        </p:txBody>
      </p:sp>
      <p:graphicFrame>
        <p:nvGraphicFramePr>
          <p:cNvPr id="1027074" name="Object 2"/>
          <p:cNvGraphicFramePr>
            <a:graphicFrameLocks noChangeAspect="1"/>
          </p:cNvGraphicFramePr>
          <p:nvPr/>
        </p:nvGraphicFramePr>
        <p:xfrm>
          <a:off x="457200" y="228600"/>
          <a:ext cx="6324600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100" name="Document" r:id="rId3" imgW="2549520" imgH="205920" progId="Word.Document.8">
                  <p:embed/>
                </p:oleObj>
              </mc:Choice>
              <mc:Fallback>
                <p:oleObj name="Document" r:id="rId3" imgW="2549520" imgH="20592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28600"/>
                        <a:ext cx="6324600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075" name="Object 3"/>
          <p:cNvGraphicFramePr>
            <a:graphicFrameLocks noChangeAspect="1"/>
          </p:cNvGraphicFramePr>
          <p:nvPr/>
        </p:nvGraphicFramePr>
        <p:xfrm>
          <a:off x="461963" y="839788"/>
          <a:ext cx="5405437" cy="677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101" name="Document" r:id="rId5" imgW="2019240" imgH="252360" progId="Word.Document.8">
                  <p:embed/>
                </p:oleObj>
              </mc:Choice>
              <mc:Fallback>
                <p:oleObj name="Document" r:id="rId5" imgW="2019240" imgH="25236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963" y="839788"/>
                        <a:ext cx="5405437" cy="677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076" name="Object 4"/>
          <p:cNvGraphicFramePr>
            <a:graphicFrameLocks noChangeAspect="1"/>
          </p:cNvGraphicFramePr>
          <p:nvPr/>
        </p:nvGraphicFramePr>
        <p:xfrm>
          <a:off x="457200" y="1600200"/>
          <a:ext cx="5311775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102" name="Document" r:id="rId7" imgW="1986840" imgH="250560" progId="Word.Document.8">
                  <p:embed/>
                </p:oleObj>
              </mc:Choice>
              <mc:Fallback>
                <p:oleObj name="Document" r:id="rId7" imgW="1986840" imgH="25056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600200"/>
                        <a:ext cx="5311775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077" name="Text Box 5"/>
          <p:cNvSpPr txBox="1">
            <a:spLocks noChangeArrowheads="1"/>
          </p:cNvSpPr>
          <p:nvPr/>
        </p:nvSpPr>
        <p:spPr bwMode="auto">
          <a:xfrm>
            <a:off x="381000" y="2362200"/>
            <a:ext cx="56388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 sz="3000">
                <a:solidFill>
                  <a:srgbClr val="0033CC"/>
                </a:solidFill>
                <a:ea typeface="黑体" panose="02010609060101010101" pitchFamily="49" charset="-122"/>
              </a:rPr>
              <a:t>线性方程组解的判定定理：</a:t>
            </a:r>
          </a:p>
        </p:txBody>
      </p:sp>
      <p:graphicFrame>
        <p:nvGraphicFramePr>
          <p:cNvPr id="1027078" name="Object 6"/>
          <p:cNvGraphicFramePr>
            <a:graphicFrameLocks noChangeAspect="1"/>
          </p:cNvGraphicFramePr>
          <p:nvPr/>
        </p:nvGraphicFramePr>
        <p:xfrm>
          <a:off x="457200" y="2971800"/>
          <a:ext cx="693420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103" name="Document" r:id="rId9" imgW="2531880" imgH="177480" progId="Word.Document.8">
                  <p:embed/>
                </p:oleObj>
              </mc:Choice>
              <mc:Fallback>
                <p:oleObj name="Document" r:id="rId9" imgW="2531880" imgH="177480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971800"/>
                        <a:ext cx="6934200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079" name="Object 7"/>
          <p:cNvGraphicFramePr>
            <a:graphicFrameLocks noChangeAspect="1"/>
          </p:cNvGraphicFramePr>
          <p:nvPr/>
        </p:nvGraphicFramePr>
        <p:xfrm>
          <a:off x="2590800" y="3454400"/>
          <a:ext cx="2189163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104" name="Equation" r:id="rId11" imgW="799920" imgH="228600" progId="Equation.3">
                  <p:embed/>
                </p:oleObj>
              </mc:Choice>
              <mc:Fallback>
                <p:oleObj name="Equation" r:id="rId11" imgW="79992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3454400"/>
                        <a:ext cx="2189163" cy="625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080" name="Text Box 8"/>
          <p:cNvSpPr txBox="1">
            <a:spLocks noChangeArrowheads="1"/>
          </p:cNvSpPr>
          <p:nvPr/>
        </p:nvSpPr>
        <p:spPr bwMode="auto">
          <a:xfrm>
            <a:off x="457200" y="4038600"/>
            <a:ext cx="3733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</a:rPr>
              <a:t>在有解的情况下，</a:t>
            </a:r>
            <a:endParaRPr lang="zh-CN" altLang="en-US"/>
          </a:p>
        </p:txBody>
      </p:sp>
      <p:graphicFrame>
        <p:nvGraphicFramePr>
          <p:cNvPr id="1027081" name="Object 9"/>
          <p:cNvGraphicFramePr>
            <a:graphicFrameLocks noChangeAspect="1"/>
          </p:cNvGraphicFramePr>
          <p:nvPr/>
        </p:nvGraphicFramePr>
        <p:xfrm>
          <a:off x="533400" y="4648200"/>
          <a:ext cx="3962400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105" name="Document" r:id="rId13" imgW="1477080" imgH="212400" progId="Word.Document.8">
                  <p:embed/>
                </p:oleObj>
              </mc:Choice>
              <mc:Fallback>
                <p:oleObj name="Document" r:id="rId13" imgW="1477080" imgH="212400" progId="Word.Document.8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648200"/>
                        <a:ext cx="3962400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082" name="Object 10"/>
          <p:cNvGraphicFramePr>
            <a:graphicFrameLocks noChangeAspect="1"/>
          </p:cNvGraphicFramePr>
          <p:nvPr/>
        </p:nvGraphicFramePr>
        <p:xfrm>
          <a:off x="533400" y="5232400"/>
          <a:ext cx="4344988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106" name="Document" r:id="rId15" imgW="1614960" imgH="212040" progId="Word.Document.8">
                  <p:embed/>
                </p:oleObj>
              </mc:Choice>
              <mc:Fallback>
                <p:oleObj name="Document" r:id="rId15" imgW="1614960" imgH="212040" progId="Word.Document.8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5232400"/>
                        <a:ext cx="4344988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083" name="Object 11"/>
          <p:cNvGraphicFramePr>
            <a:graphicFrameLocks noChangeAspect="1"/>
          </p:cNvGraphicFramePr>
          <p:nvPr/>
        </p:nvGraphicFramePr>
        <p:xfrm>
          <a:off x="520700" y="5829300"/>
          <a:ext cx="52578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107" name="Document" r:id="rId17" imgW="2002680" imgH="203040" progId="Word.Document.8">
                  <p:embed/>
                </p:oleObj>
              </mc:Choice>
              <mc:Fallback>
                <p:oleObj name="Document" r:id="rId17" imgW="2002680" imgH="203040" progId="Word.Document.8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700" y="5829300"/>
                        <a:ext cx="5257800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7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7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7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27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27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27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27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27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27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27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7077" grpId="0" autoUpdateAnimBg="0"/>
      <p:bldP spid="1027080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38E37-0902-41D6-9951-92A5A54AD543}" type="slidenum">
              <a:rPr lang="zh-CN" altLang="en-US"/>
              <a:pPr/>
              <a:t>18</a:t>
            </a:fld>
            <a:endParaRPr lang="zh-CN" altLang="en-US"/>
          </a:p>
        </p:txBody>
      </p:sp>
      <p:sp>
        <p:nvSpPr>
          <p:cNvPr id="1028098" name="Text Box 2"/>
          <p:cNvSpPr txBox="1">
            <a:spLocks noChangeArrowheads="1"/>
          </p:cNvSpPr>
          <p:nvPr/>
        </p:nvSpPr>
        <p:spPr bwMode="auto">
          <a:xfrm>
            <a:off x="338138" y="292100"/>
            <a:ext cx="5105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例   </a:t>
            </a:r>
            <a:r>
              <a:rPr lang="en-US" altLang="zh-CN" sz="3200" i="1"/>
              <a:t>t </a:t>
            </a:r>
            <a:r>
              <a:rPr lang="zh-CN" altLang="en-US">
                <a:latin typeface="宋体" panose="02010600030101010101" pitchFamily="2" charset="-122"/>
              </a:rPr>
              <a:t>为何值时线性方程组</a:t>
            </a:r>
            <a:r>
              <a:rPr lang="zh-CN" altLang="en-US"/>
              <a:t> </a:t>
            </a:r>
          </a:p>
        </p:txBody>
      </p:sp>
      <p:sp>
        <p:nvSpPr>
          <p:cNvPr id="1028099" name="Text Box 3"/>
          <p:cNvSpPr txBox="1">
            <a:spLocks noChangeArrowheads="1"/>
          </p:cNvSpPr>
          <p:nvPr/>
        </p:nvSpPr>
        <p:spPr bwMode="auto">
          <a:xfrm>
            <a:off x="338138" y="3613150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1028100" name="Object 4"/>
          <p:cNvGraphicFramePr>
            <a:graphicFrameLocks noChangeAspect="1"/>
          </p:cNvGraphicFramePr>
          <p:nvPr/>
        </p:nvGraphicFramePr>
        <p:xfrm>
          <a:off x="1828800" y="914400"/>
          <a:ext cx="3535363" cy="165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117" name="Equation" r:id="rId3" imgW="1523880" imgH="711000" progId="Equation.3">
                  <p:embed/>
                </p:oleObj>
              </mc:Choice>
              <mc:Fallback>
                <p:oleObj name="Equation" r:id="rId3" imgW="1523880" imgH="711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914400"/>
                        <a:ext cx="3535363" cy="1658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8101" name="Text Box 5"/>
          <p:cNvSpPr txBox="1">
            <a:spLocks noChangeArrowheads="1"/>
          </p:cNvSpPr>
          <p:nvPr/>
        </p:nvSpPr>
        <p:spPr bwMode="auto">
          <a:xfrm>
            <a:off x="304800" y="2590800"/>
            <a:ext cx="1828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</a:rPr>
              <a:t>有解？ </a:t>
            </a:r>
            <a:endParaRPr lang="zh-CN" altLang="en-US"/>
          </a:p>
        </p:txBody>
      </p:sp>
      <p:graphicFrame>
        <p:nvGraphicFramePr>
          <p:cNvPr id="1028102" name="Object 6"/>
          <p:cNvGraphicFramePr>
            <a:graphicFrameLocks noChangeAspect="1"/>
          </p:cNvGraphicFramePr>
          <p:nvPr/>
        </p:nvGraphicFramePr>
        <p:xfrm>
          <a:off x="1219200" y="3122613"/>
          <a:ext cx="3352800" cy="163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118" name="Equation" r:id="rId5" imgW="1460160" imgH="711000" progId="Equation.3">
                  <p:embed/>
                </p:oleObj>
              </mc:Choice>
              <mc:Fallback>
                <p:oleObj name="Equation" r:id="rId5" imgW="1460160" imgH="711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3122613"/>
                        <a:ext cx="3352800" cy="163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103" name="Object 7"/>
          <p:cNvGraphicFramePr>
            <a:graphicFrameLocks noChangeAspect="1"/>
          </p:cNvGraphicFramePr>
          <p:nvPr/>
        </p:nvGraphicFramePr>
        <p:xfrm>
          <a:off x="685800" y="4822825"/>
          <a:ext cx="3657600" cy="156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119" name="Equation" r:id="rId7" imgW="1663560" imgH="711000" progId="Equation.3">
                  <p:embed/>
                </p:oleObj>
              </mc:Choice>
              <mc:Fallback>
                <p:oleObj name="Equation" r:id="rId7" imgW="1663560" imgH="7110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4822825"/>
                        <a:ext cx="3657600" cy="1566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104" name="Object 8"/>
          <p:cNvGraphicFramePr>
            <a:graphicFrameLocks noChangeAspect="1"/>
          </p:cNvGraphicFramePr>
          <p:nvPr/>
        </p:nvGraphicFramePr>
        <p:xfrm>
          <a:off x="4572000" y="3113088"/>
          <a:ext cx="3657600" cy="163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120" name="Equation" r:id="rId9" imgW="1600200" imgH="711000" progId="Equation.3">
                  <p:embed/>
                </p:oleObj>
              </mc:Choice>
              <mc:Fallback>
                <p:oleObj name="Equation" r:id="rId9" imgW="1600200" imgH="7110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113088"/>
                        <a:ext cx="3657600" cy="1631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105" name="Object 9"/>
          <p:cNvGraphicFramePr>
            <a:graphicFrameLocks noChangeAspect="1"/>
          </p:cNvGraphicFramePr>
          <p:nvPr/>
        </p:nvGraphicFramePr>
        <p:xfrm>
          <a:off x="4648200" y="4876800"/>
          <a:ext cx="4038600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121" name="Document" r:id="rId11" imgW="1827000" imgH="241200" progId="Word.Document.8">
                  <p:embed/>
                </p:oleObj>
              </mc:Choice>
              <mc:Fallback>
                <p:oleObj name="Document" r:id="rId11" imgW="1827000" imgH="241200" progId="Word.Document.8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4876800"/>
                        <a:ext cx="4038600" cy="598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8106" name="Text Box 10"/>
          <p:cNvSpPr txBox="1">
            <a:spLocks noChangeArrowheads="1"/>
          </p:cNvSpPr>
          <p:nvPr/>
        </p:nvSpPr>
        <p:spPr bwMode="auto">
          <a:xfrm>
            <a:off x="4495800" y="5562600"/>
            <a:ext cx="4038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</a:rPr>
              <a:t>方程组有无穷多解。</a:t>
            </a:r>
            <a:endParaRPr lang="zh-CN" altLang="en-US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8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28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28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28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28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28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28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28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28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8098" grpId="0" autoUpdateAnimBg="0"/>
      <p:bldP spid="1028099" grpId="0" autoUpdateAnimBg="0"/>
      <p:bldP spid="1028101" grpId="0" autoUpdateAnimBg="0"/>
      <p:bldP spid="1028106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D9B3C-941F-4F74-8707-1DF62C725886}" type="slidenum">
              <a:rPr lang="zh-CN" altLang="en-US"/>
              <a:pPr/>
              <a:t>19</a:t>
            </a:fld>
            <a:endParaRPr lang="zh-CN" altLang="en-US"/>
          </a:p>
        </p:txBody>
      </p:sp>
      <p:sp>
        <p:nvSpPr>
          <p:cNvPr id="1142786" name="Text Box 2"/>
          <p:cNvSpPr txBox="1">
            <a:spLocks noChangeArrowheads="1"/>
          </p:cNvSpPr>
          <p:nvPr/>
        </p:nvSpPr>
        <p:spPr bwMode="auto">
          <a:xfrm>
            <a:off x="228600" y="233363"/>
            <a:ext cx="8686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例  </a:t>
            </a:r>
            <a:r>
              <a:rPr lang="zh-CN" altLang="en-US">
                <a:latin typeface="宋体" panose="02010600030101010101" pitchFamily="2" charset="-122"/>
              </a:rPr>
              <a:t>下面的线性方程组当</a:t>
            </a:r>
            <a:r>
              <a:rPr lang="en-US" altLang="zh-CN" i="1"/>
              <a:t>a</a:t>
            </a:r>
            <a:r>
              <a:rPr lang="en-US" altLang="zh-CN">
                <a:latin typeface="宋体" panose="02010600030101010101" pitchFamily="2" charset="-122"/>
              </a:rPr>
              <a:t>、</a:t>
            </a:r>
            <a:r>
              <a:rPr lang="en-US" altLang="zh-CN" i="1"/>
              <a:t>b</a:t>
            </a:r>
            <a:r>
              <a:rPr lang="zh-CN" altLang="en-US">
                <a:latin typeface="宋体" panose="02010600030101010101" pitchFamily="2" charset="-122"/>
              </a:rPr>
              <a:t>为何值时有解？在有解</a:t>
            </a:r>
          </a:p>
        </p:txBody>
      </p:sp>
      <p:sp>
        <p:nvSpPr>
          <p:cNvPr id="1142787" name="Text Box 3"/>
          <p:cNvSpPr txBox="1">
            <a:spLocks noChangeArrowheads="1"/>
          </p:cNvSpPr>
          <p:nvPr/>
        </p:nvSpPr>
        <p:spPr bwMode="auto">
          <a:xfrm>
            <a:off x="228600" y="3429000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解</a:t>
            </a:r>
          </a:p>
        </p:txBody>
      </p:sp>
      <p:sp>
        <p:nvSpPr>
          <p:cNvPr id="1142788" name="Text Box 4"/>
          <p:cNvSpPr txBox="1">
            <a:spLocks noChangeArrowheads="1"/>
          </p:cNvSpPr>
          <p:nvPr/>
        </p:nvSpPr>
        <p:spPr bwMode="auto">
          <a:xfrm>
            <a:off x="152400" y="762000"/>
            <a:ext cx="480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latin typeface="宋体" panose="02010600030101010101" pitchFamily="2" charset="-122"/>
              </a:rPr>
              <a:t>的情况下，求出全部解。 </a:t>
            </a:r>
          </a:p>
        </p:txBody>
      </p:sp>
      <p:graphicFrame>
        <p:nvGraphicFramePr>
          <p:cNvPr id="1142789" name="Object 5"/>
          <p:cNvGraphicFramePr>
            <a:graphicFrameLocks noChangeAspect="1"/>
          </p:cNvGraphicFramePr>
          <p:nvPr/>
        </p:nvGraphicFramePr>
        <p:xfrm>
          <a:off x="1981200" y="1371600"/>
          <a:ext cx="3733800" cy="206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2798" name="Equation" r:id="rId3" imgW="1701720" imgH="939600" progId="Equation.3">
                  <p:embed/>
                </p:oleObj>
              </mc:Choice>
              <mc:Fallback>
                <p:oleObj name="Equation" r:id="rId3" imgW="1701720" imgH="939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371600"/>
                        <a:ext cx="3733800" cy="2068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2790" name="Object 6"/>
          <p:cNvGraphicFramePr>
            <a:graphicFrameLocks noChangeAspect="1"/>
          </p:cNvGraphicFramePr>
          <p:nvPr/>
        </p:nvGraphicFramePr>
        <p:xfrm>
          <a:off x="457200" y="3810000"/>
          <a:ext cx="3429000" cy="193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2799" name="Equation" r:id="rId5" imgW="1638000" imgH="927000" progId="Equation.3">
                  <p:embed/>
                </p:oleObj>
              </mc:Choice>
              <mc:Fallback>
                <p:oleObj name="Equation" r:id="rId5" imgW="1638000" imgH="927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810000"/>
                        <a:ext cx="3429000" cy="1938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2791" name="Object 7"/>
          <p:cNvGraphicFramePr>
            <a:graphicFrameLocks noChangeAspect="1"/>
          </p:cNvGraphicFramePr>
          <p:nvPr/>
        </p:nvGraphicFramePr>
        <p:xfrm>
          <a:off x="3962400" y="3810000"/>
          <a:ext cx="4067175" cy="193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2800" name="Equation" r:id="rId7" imgW="1942920" imgH="927000" progId="Equation.3">
                  <p:embed/>
                </p:oleObj>
              </mc:Choice>
              <mc:Fallback>
                <p:oleObj name="Equation" r:id="rId7" imgW="1942920" imgH="9270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3810000"/>
                        <a:ext cx="4067175" cy="1938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42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42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42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42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42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42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2786" grpId="0" autoUpdateAnimBg="0"/>
      <p:bldP spid="1142787" grpId="0" autoUpdateAnimBg="0"/>
      <p:bldP spid="1142788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49F23-E3A4-4544-B314-2CE43678CC4C}" type="slidenum">
              <a:rPr lang="zh-CN" altLang="en-US"/>
              <a:pPr/>
              <a:t>20</a:t>
            </a:fld>
            <a:endParaRPr lang="zh-CN" altLang="en-US"/>
          </a:p>
        </p:txBody>
      </p:sp>
      <p:graphicFrame>
        <p:nvGraphicFramePr>
          <p:cNvPr id="1143810" name="Object 2"/>
          <p:cNvGraphicFramePr>
            <a:graphicFrameLocks noChangeAspect="1"/>
          </p:cNvGraphicFramePr>
          <p:nvPr/>
        </p:nvGraphicFramePr>
        <p:xfrm>
          <a:off x="228600" y="304800"/>
          <a:ext cx="4067175" cy="193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3829" name="Equation" r:id="rId3" imgW="1942920" imgH="927000" progId="Equation.3">
                  <p:embed/>
                </p:oleObj>
              </mc:Choice>
              <mc:Fallback>
                <p:oleObj name="Equation" r:id="rId3" imgW="1942920" imgH="927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304800"/>
                        <a:ext cx="4067175" cy="1938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3811" name="Object 3"/>
          <p:cNvGraphicFramePr>
            <a:graphicFrameLocks noChangeAspect="1"/>
          </p:cNvGraphicFramePr>
          <p:nvPr/>
        </p:nvGraphicFramePr>
        <p:xfrm>
          <a:off x="4267200" y="295275"/>
          <a:ext cx="4306888" cy="193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3830" name="Equation" r:id="rId5" imgW="2057400" imgH="927000" progId="Equation.3">
                  <p:embed/>
                </p:oleObj>
              </mc:Choice>
              <mc:Fallback>
                <p:oleObj name="Equation" r:id="rId5" imgW="2057400" imgH="927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295275"/>
                        <a:ext cx="4306888" cy="1938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3812" name="Object 4"/>
          <p:cNvGraphicFramePr>
            <a:graphicFrameLocks noChangeAspect="1"/>
          </p:cNvGraphicFramePr>
          <p:nvPr/>
        </p:nvGraphicFramePr>
        <p:xfrm>
          <a:off x="382588" y="2435225"/>
          <a:ext cx="4037012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3831" name="Document" r:id="rId7" imgW="1531080" imgH="203040" progId="Word.Document.8">
                  <p:embed/>
                </p:oleObj>
              </mc:Choice>
              <mc:Fallback>
                <p:oleObj name="Document" r:id="rId7" imgW="1531080" imgH="20304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588" y="2435225"/>
                        <a:ext cx="4037012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3813" name="Object 5"/>
          <p:cNvGraphicFramePr>
            <a:graphicFrameLocks noChangeAspect="1"/>
          </p:cNvGraphicFramePr>
          <p:nvPr/>
        </p:nvGraphicFramePr>
        <p:xfrm>
          <a:off x="1219200" y="3733800"/>
          <a:ext cx="2819400" cy="2674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3832" name="Equation" r:id="rId9" imgW="1257120" imgH="1193760" progId="Equation.3">
                  <p:embed/>
                </p:oleObj>
              </mc:Choice>
              <mc:Fallback>
                <p:oleObj name="Equation" r:id="rId9" imgW="1257120" imgH="119376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3733800"/>
                        <a:ext cx="2819400" cy="2674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3814" name="Object 6"/>
          <p:cNvGraphicFramePr>
            <a:graphicFrameLocks noChangeAspect="1"/>
          </p:cNvGraphicFramePr>
          <p:nvPr/>
        </p:nvGraphicFramePr>
        <p:xfrm>
          <a:off x="4343400" y="4800600"/>
          <a:ext cx="4141788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3833" name="Equation" r:id="rId11" imgW="1765080" imgH="215640" progId="Equation.3">
                  <p:embed/>
                </p:oleObj>
              </mc:Choice>
              <mc:Fallback>
                <p:oleObj name="Equation" r:id="rId11" imgW="1765080" imgH="2156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4800600"/>
                        <a:ext cx="4141788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43815" name="Text Box 7"/>
          <p:cNvSpPr txBox="1">
            <a:spLocks noChangeArrowheads="1"/>
          </p:cNvSpPr>
          <p:nvPr/>
        </p:nvSpPr>
        <p:spPr bwMode="auto">
          <a:xfrm>
            <a:off x="4267200" y="3014663"/>
            <a:ext cx="3810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方程组的通解为</a:t>
            </a:r>
          </a:p>
        </p:txBody>
      </p:sp>
      <p:graphicFrame>
        <p:nvGraphicFramePr>
          <p:cNvPr id="1143816" name="Object 8"/>
          <p:cNvGraphicFramePr>
            <a:graphicFrameLocks noChangeAspect="1"/>
          </p:cNvGraphicFramePr>
          <p:nvPr/>
        </p:nvGraphicFramePr>
        <p:xfrm>
          <a:off x="381000" y="3048000"/>
          <a:ext cx="3962400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3834" name="Document" r:id="rId13" imgW="1494720" imgH="237960" progId="Word.Document.8">
                  <p:embed/>
                </p:oleObj>
              </mc:Choice>
              <mc:Fallback>
                <p:oleObj name="Document" r:id="rId13" imgW="1494720" imgH="237960" progId="Word.Document.8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048000"/>
                        <a:ext cx="3962400" cy="63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43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43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43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43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43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43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3815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6EEEF-2D51-41A7-B686-786D0553EC8E}" type="slidenum">
              <a:rPr lang="zh-CN" altLang="en-US"/>
              <a:pPr/>
              <a:t>21</a:t>
            </a:fld>
            <a:endParaRPr lang="zh-CN" altLang="en-US"/>
          </a:p>
        </p:txBody>
      </p:sp>
      <p:graphicFrame>
        <p:nvGraphicFramePr>
          <p:cNvPr id="1149954" name="Object 2"/>
          <p:cNvGraphicFramePr>
            <a:graphicFrameLocks noChangeAspect="1"/>
          </p:cNvGraphicFramePr>
          <p:nvPr/>
        </p:nvGraphicFramePr>
        <p:xfrm>
          <a:off x="309563" y="285750"/>
          <a:ext cx="7996237" cy="347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9966" name="Document" r:id="rId3" imgW="3263760" imgH="1415880" progId="Word.Document.8">
                  <p:embed/>
                </p:oleObj>
              </mc:Choice>
              <mc:Fallback>
                <p:oleObj name="Document" r:id="rId3" imgW="3263760" imgH="141588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563" y="285750"/>
                        <a:ext cx="7996237" cy="347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49955" name="Text Box 3"/>
          <p:cNvSpPr txBox="1">
            <a:spLocks noChangeArrowheads="1"/>
          </p:cNvSpPr>
          <p:nvPr/>
        </p:nvSpPr>
        <p:spPr bwMode="auto">
          <a:xfrm>
            <a:off x="228600" y="3824288"/>
            <a:ext cx="609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1149957" name="Object 5"/>
          <p:cNvGraphicFramePr>
            <a:graphicFrameLocks noChangeAspect="1"/>
          </p:cNvGraphicFramePr>
          <p:nvPr/>
        </p:nvGraphicFramePr>
        <p:xfrm>
          <a:off x="381000" y="3976688"/>
          <a:ext cx="4191000" cy="1966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9967" name="Equation" r:id="rId5" imgW="1968480" imgH="927000" progId="Equation.3">
                  <p:embed/>
                </p:oleObj>
              </mc:Choice>
              <mc:Fallback>
                <p:oleObj name="Equation" r:id="rId5" imgW="1968480" imgH="9270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976688"/>
                        <a:ext cx="4191000" cy="1966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49959" name="Text Box 7"/>
          <p:cNvSpPr txBox="1">
            <a:spLocks noChangeArrowheads="1"/>
          </p:cNvSpPr>
          <p:nvPr/>
        </p:nvSpPr>
        <p:spPr bwMode="auto">
          <a:xfrm>
            <a:off x="228600" y="228600"/>
            <a:ext cx="1371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练习</a:t>
            </a:r>
            <a:endParaRPr lang="zh-CN" altLang="en-US"/>
          </a:p>
        </p:txBody>
      </p:sp>
      <p:graphicFrame>
        <p:nvGraphicFramePr>
          <p:cNvPr id="1149958" name="Object 6"/>
          <p:cNvGraphicFramePr>
            <a:graphicFrameLocks noChangeAspect="1"/>
          </p:cNvGraphicFramePr>
          <p:nvPr/>
        </p:nvGraphicFramePr>
        <p:xfrm>
          <a:off x="4572000" y="3954463"/>
          <a:ext cx="4191000" cy="197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9968" name="Equation" r:id="rId7" imgW="1968480" imgH="927000" progId="Equation.3">
                  <p:embed/>
                </p:oleObj>
              </mc:Choice>
              <mc:Fallback>
                <p:oleObj name="Equation" r:id="rId7" imgW="1968480" imgH="927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954463"/>
                        <a:ext cx="4191000" cy="19700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49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49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49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49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49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9955" grpId="0" autoUpdateAnimBg="0"/>
      <p:bldP spid="1149959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021D8-3716-46F3-AA7F-64DC071E0709}" type="slidenum">
              <a:rPr lang="zh-CN" altLang="en-US"/>
              <a:pPr/>
              <a:t>22</a:t>
            </a:fld>
            <a:endParaRPr lang="zh-CN" altLang="en-US"/>
          </a:p>
        </p:txBody>
      </p:sp>
      <p:graphicFrame>
        <p:nvGraphicFramePr>
          <p:cNvPr id="1150978" name="Object 2"/>
          <p:cNvGraphicFramePr>
            <a:graphicFrameLocks noChangeAspect="1"/>
          </p:cNvGraphicFramePr>
          <p:nvPr/>
        </p:nvGraphicFramePr>
        <p:xfrm>
          <a:off x="304800" y="195263"/>
          <a:ext cx="4191000" cy="197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1020" name="Equation" r:id="rId3" imgW="1968480" imgH="927000" progId="Equation.3">
                  <p:embed/>
                </p:oleObj>
              </mc:Choice>
              <mc:Fallback>
                <p:oleObj name="Equation" r:id="rId3" imgW="1968480" imgH="927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95263"/>
                        <a:ext cx="4191000" cy="19700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0979" name="Object 3"/>
          <p:cNvGraphicFramePr>
            <a:graphicFrameLocks noChangeAspect="1"/>
          </p:cNvGraphicFramePr>
          <p:nvPr/>
        </p:nvGraphicFramePr>
        <p:xfrm>
          <a:off x="4457700" y="152400"/>
          <a:ext cx="4327525" cy="199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1021" name="Equation" r:id="rId5" imgW="2006280" imgH="927000" progId="Equation.3">
                  <p:embed/>
                </p:oleObj>
              </mc:Choice>
              <mc:Fallback>
                <p:oleObj name="Equation" r:id="rId5" imgW="2006280" imgH="927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7700" y="152400"/>
                        <a:ext cx="4327525" cy="1992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0980" name="Object 4"/>
          <p:cNvGraphicFramePr>
            <a:graphicFrameLocks noChangeAspect="1"/>
          </p:cNvGraphicFramePr>
          <p:nvPr/>
        </p:nvGraphicFramePr>
        <p:xfrm>
          <a:off x="304800" y="2209800"/>
          <a:ext cx="678180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1022" name="Document" r:id="rId7" imgW="2985840" imgH="255600" progId="Word.Document.8">
                  <p:embed/>
                </p:oleObj>
              </mc:Choice>
              <mc:Fallback>
                <p:oleObj name="Document" r:id="rId7" imgW="2985840" imgH="25560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209800"/>
                        <a:ext cx="6781800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0998" name="Object 22"/>
          <p:cNvGraphicFramePr>
            <a:graphicFrameLocks noChangeAspect="1"/>
          </p:cNvGraphicFramePr>
          <p:nvPr/>
        </p:nvGraphicFramePr>
        <p:xfrm>
          <a:off x="304800" y="2933700"/>
          <a:ext cx="2286000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1023" name="Equation" r:id="rId9" imgW="952200" imgH="406080" progId="Equation.3">
                  <p:embed/>
                </p:oleObj>
              </mc:Choice>
              <mc:Fallback>
                <p:oleObj name="Equation" r:id="rId9" imgW="952200" imgH="40608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933700"/>
                        <a:ext cx="2286000" cy="987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0997" name="Object 21"/>
          <p:cNvGraphicFramePr>
            <a:graphicFrameLocks noChangeAspect="1"/>
          </p:cNvGraphicFramePr>
          <p:nvPr/>
        </p:nvGraphicFramePr>
        <p:xfrm>
          <a:off x="2667000" y="2895600"/>
          <a:ext cx="2590800" cy="101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1024" name="Equation" r:id="rId11" imgW="1041120" imgH="406080" progId="Equation.3">
                  <p:embed/>
                </p:oleObj>
              </mc:Choice>
              <mc:Fallback>
                <p:oleObj name="Equation" r:id="rId11" imgW="1041120" imgH="40608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2895600"/>
                        <a:ext cx="2590800" cy="1017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0996" name="Object 20"/>
          <p:cNvGraphicFramePr>
            <a:graphicFrameLocks noChangeAspect="1"/>
          </p:cNvGraphicFramePr>
          <p:nvPr/>
        </p:nvGraphicFramePr>
        <p:xfrm>
          <a:off x="5410200" y="2882900"/>
          <a:ext cx="1828800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1025" name="Equation" r:id="rId13" imgW="736560" imgH="406080" progId="Equation.3">
                  <p:embed/>
                </p:oleObj>
              </mc:Choice>
              <mc:Fallback>
                <p:oleObj name="Equation" r:id="rId13" imgW="736560" imgH="40608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2882900"/>
                        <a:ext cx="1828800" cy="1022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0995" name="Object 19"/>
          <p:cNvGraphicFramePr>
            <a:graphicFrameLocks noChangeAspect="1"/>
          </p:cNvGraphicFramePr>
          <p:nvPr/>
        </p:nvGraphicFramePr>
        <p:xfrm>
          <a:off x="7366000" y="3111500"/>
          <a:ext cx="1244600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1026" name="Equation" r:id="rId15" imgW="495000" imgH="215640" progId="Equation.3">
                  <p:embed/>
                </p:oleObj>
              </mc:Choice>
              <mc:Fallback>
                <p:oleObj name="Equation" r:id="rId15" imgW="495000" imgH="21564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6000" y="3111500"/>
                        <a:ext cx="1244600" cy="547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1000" name="Object 24"/>
          <p:cNvGraphicFramePr>
            <a:graphicFrameLocks noChangeAspect="1"/>
          </p:cNvGraphicFramePr>
          <p:nvPr/>
        </p:nvGraphicFramePr>
        <p:xfrm>
          <a:off x="304800" y="4114800"/>
          <a:ext cx="8534400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1027" name="Document" r:id="rId17" imgW="3344400" imgH="228600" progId="Word.Document.8">
                  <p:embed/>
                </p:oleObj>
              </mc:Choice>
              <mc:Fallback>
                <p:oleObj name="Document" r:id="rId17" imgW="3344400" imgH="228600" progId="Word.Document.8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4114800"/>
                        <a:ext cx="8534400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1001" name="Object 25"/>
          <p:cNvGraphicFramePr>
            <a:graphicFrameLocks noChangeAspect="1"/>
          </p:cNvGraphicFramePr>
          <p:nvPr/>
        </p:nvGraphicFramePr>
        <p:xfrm>
          <a:off x="228600" y="4876800"/>
          <a:ext cx="8764588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1028" name="Document" r:id="rId19" imgW="3939480" imgH="228600" progId="Word.Document.8">
                  <p:embed/>
                </p:oleObj>
              </mc:Choice>
              <mc:Fallback>
                <p:oleObj name="Document" r:id="rId19" imgW="3939480" imgH="228600" progId="Word.Document.8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4876800"/>
                        <a:ext cx="8764588" cy="50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50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50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50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50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50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50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51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51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FAA7D-4BCD-4C10-AC6A-23C4DE7D1823}" type="slidenum">
              <a:rPr lang="zh-CN" altLang="en-US"/>
              <a:pPr/>
              <a:t>23</a:t>
            </a:fld>
            <a:endParaRPr lang="zh-CN" altLang="en-US"/>
          </a:p>
        </p:txBody>
      </p:sp>
      <p:graphicFrame>
        <p:nvGraphicFramePr>
          <p:cNvPr id="1152024" name="Object 24"/>
          <p:cNvGraphicFramePr>
            <a:graphicFrameLocks noChangeAspect="1"/>
          </p:cNvGraphicFramePr>
          <p:nvPr/>
        </p:nvGraphicFramePr>
        <p:xfrm>
          <a:off x="304800" y="2362200"/>
          <a:ext cx="8764588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2041" name="Document" r:id="rId3" imgW="3939480" imgH="228600" progId="Word.Document.8">
                  <p:embed/>
                </p:oleObj>
              </mc:Choice>
              <mc:Fallback>
                <p:oleObj name="Document" r:id="rId3" imgW="3939480" imgH="228600" progId="Word.Document.8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362200"/>
                        <a:ext cx="8764588" cy="50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2025" name="Object 25"/>
          <p:cNvGraphicFramePr>
            <a:graphicFrameLocks noChangeAspect="1"/>
          </p:cNvGraphicFramePr>
          <p:nvPr/>
        </p:nvGraphicFramePr>
        <p:xfrm>
          <a:off x="228600" y="141288"/>
          <a:ext cx="4327525" cy="199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2042" name="Equation" r:id="rId5" imgW="2006280" imgH="927000" progId="Equation.3">
                  <p:embed/>
                </p:oleObj>
              </mc:Choice>
              <mc:Fallback>
                <p:oleObj name="Equation" r:id="rId5" imgW="2006280" imgH="92700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41288"/>
                        <a:ext cx="4327525" cy="1992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2026" name="Line 26"/>
          <p:cNvSpPr>
            <a:spLocks noChangeShapeType="1"/>
          </p:cNvSpPr>
          <p:nvPr/>
        </p:nvSpPr>
        <p:spPr bwMode="auto">
          <a:xfrm>
            <a:off x="381000" y="2133600"/>
            <a:ext cx="8382000" cy="0"/>
          </a:xfrm>
          <a:prstGeom prst="line">
            <a:avLst/>
          </a:prstGeom>
          <a:noFill/>
          <a:ln w="31750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graphicFrame>
        <p:nvGraphicFramePr>
          <p:cNvPr id="1152027" name="Object 27"/>
          <p:cNvGraphicFramePr>
            <a:graphicFrameLocks noChangeAspect="1"/>
          </p:cNvGraphicFramePr>
          <p:nvPr/>
        </p:nvGraphicFramePr>
        <p:xfrm>
          <a:off x="4953000" y="76200"/>
          <a:ext cx="3276600" cy="202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2043" r:id="rId7" imgW="1498600" imgH="927100" progId="Equation.3">
                  <p:embed/>
                </p:oleObj>
              </mc:Choice>
              <mc:Fallback>
                <p:oleObj r:id="rId7" imgW="1498600" imgH="92710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76200"/>
                        <a:ext cx="3276600" cy="2024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2029" name="Object 29"/>
          <p:cNvGraphicFramePr>
            <a:graphicFrameLocks noChangeAspect="1"/>
          </p:cNvGraphicFramePr>
          <p:nvPr/>
        </p:nvGraphicFramePr>
        <p:xfrm>
          <a:off x="266700" y="2971800"/>
          <a:ext cx="8458200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2044" name="Document" r:id="rId9" imgW="3347640" imgH="229680" progId="Word.Document.8">
                  <p:embed/>
                </p:oleObj>
              </mc:Choice>
              <mc:Fallback>
                <p:oleObj name="Document" r:id="rId9" imgW="3347640" imgH="229680" progId="Word.Document.8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" y="2971800"/>
                        <a:ext cx="8458200" cy="595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2030" name="Object 30"/>
          <p:cNvGraphicFramePr>
            <a:graphicFrameLocks noChangeAspect="1"/>
          </p:cNvGraphicFramePr>
          <p:nvPr/>
        </p:nvGraphicFramePr>
        <p:xfrm>
          <a:off x="457200" y="3657600"/>
          <a:ext cx="6442075" cy="214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2045" name="Document" r:id="rId11" imgW="2554560" imgH="851040" progId="Word.Document.8">
                  <p:embed/>
                </p:oleObj>
              </mc:Choice>
              <mc:Fallback>
                <p:oleObj name="Document" r:id="rId11" imgW="2554560" imgH="851040" progId="Word.Document.8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657600"/>
                        <a:ext cx="6442075" cy="214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52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52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52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52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7904F-1AD8-4E58-8D5B-FB109276F3A9}" type="slidenum">
              <a:rPr lang="zh-CN" altLang="en-US"/>
              <a:pPr/>
              <a:t>24</a:t>
            </a:fld>
            <a:endParaRPr lang="zh-CN" altLang="en-US"/>
          </a:p>
        </p:txBody>
      </p:sp>
      <p:sp>
        <p:nvSpPr>
          <p:cNvPr id="1144834" name="Text Box 2"/>
          <p:cNvSpPr txBox="1">
            <a:spLocks noChangeArrowheads="1"/>
          </p:cNvSpPr>
          <p:nvPr/>
        </p:nvSpPr>
        <p:spPr bwMode="auto">
          <a:xfrm>
            <a:off x="152400" y="155575"/>
            <a:ext cx="6400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例  </a:t>
            </a:r>
            <a:r>
              <a:rPr lang="zh-CN" altLang="en-US">
                <a:latin typeface="宋体" panose="02010600030101010101" pitchFamily="2" charset="-122"/>
              </a:rPr>
              <a:t>当</a:t>
            </a:r>
            <a:r>
              <a:rPr lang="en-US" altLang="zh-CN" i="1"/>
              <a:t>a</a:t>
            </a:r>
            <a:r>
              <a:rPr lang="en-US" altLang="zh-CN">
                <a:latin typeface="宋体" panose="02010600030101010101" pitchFamily="2" charset="-122"/>
              </a:rPr>
              <a:t>、</a:t>
            </a:r>
            <a:r>
              <a:rPr lang="en-US" altLang="zh-CN" i="1"/>
              <a:t>b</a:t>
            </a:r>
            <a:r>
              <a:rPr lang="zh-CN" altLang="en-US">
                <a:latin typeface="宋体" panose="02010600030101010101" pitchFamily="2" charset="-122"/>
              </a:rPr>
              <a:t>为何值时，线性方程组</a:t>
            </a:r>
          </a:p>
        </p:txBody>
      </p:sp>
      <p:sp>
        <p:nvSpPr>
          <p:cNvPr id="1144835" name="Text Box 3"/>
          <p:cNvSpPr txBox="1">
            <a:spLocks noChangeArrowheads="1"/>
          </p:cNvSpPr>
          <p:nvPr/>
        </p:nvSpPr>
        <p:spPr bwMode="auto">
          <a:xfrm>
            <a:off x="228600" y="3227388"/>
            <a:ext cx="533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1144836" name="Object 4"/>
          <p:cNvGraphicFramePr>
            <a:graphicFrameLocks noChangeAspect="1"/>
          </p:cNvGraphicFramePr>
          <p:nvPr/>
        </p:nvGraphicFramePr>
        <p:xfrm>
          <a:off x="2057400" y="684213"/>
          <a:ext cx="2743200" cy="159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4863" name="Equation" r:id="rId3" imgW="1231560" imgH="711000" progId="Equation.3">
                  <p:embed/>
                </p:oleObj>
              </mc:Choice>
              <mc:Fallback>
                <p:oleObj name="Equation" r:id="rId3" imgW="1231560" imgH="711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684213"/>
                        <a:ext cx="2743200" cy="1593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44837" name="Text Box 5"/>
          <p:cNvSpPr txBox="1">
            <a:spLocks noChangeArrowheads="1"/>
          </p:cNvSpPr>
          <p:nvPr/>
        </p:nvSpPr>
        <p:spPr bwMode="auto">
          <a:xfrm>
            <a:off x="152400" y="2174875"/>
            <a:ext cx="8991600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/>
              <a:t>无解?有唯一解?有无穷多解?有无穷多解时求出全部解。 </a:t>
            </a:r>
          </a:p>
        </p:txBody>
      </p:sp>
      <p:graphicFrame>
        <p:nvGraphicFramePr>
          <p:cNvPr id="1144838" name="Object 6"/>
          <p:cNvGraphicFramePr>
            <a:graphicFrameLocks noChangeAspect="1"/>
          </p:cNvGraphicFramePr>
          <p:nvPr/>
        </p:nvGraphicFramePr>
        <p:xfrm>
          <a:off x="801688" y="2743200"/>
          <a:ext cx="2322512" cy="155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4864" name="Equation" r:id="rId5" imgW="1041120" imgH="698400" progId="Equation.3">
                  <p:embed/>
                </p:oleObj>
              </mc:Choice>
              <mc:Fallback>
                <p:oleObj name="Equation" r:id="rId5" imgW="1041120" imgH="698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1688" y="2743200"/>
                        <a:ext cx="2322512" cy="1552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4839" name="Object 7"/>
          <p:cNvGraphicFramePr>
            <a:graphicFrameLocks noChangeAspect="1"/>
          </p:cNvGraphicFramePr>
          <p:nvPr/>
        </p:nvGraphicFramePr>
        <p:xfrm>
          <a:off x="5387975" y="3344863"/>
          <a:ext cx="1774825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4865" name="Equation" r:id="rId7" imgW="799920" imgH="203040" progId="Equation.3">
                  <p:embed/>
                </p:oleObj>
              </mc:Choice>
              <mc:Fallback>
                <p:oleObj name="Equation" r:id="rId7" imgW="799920" imgH="2030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7975" y="3344863"/>
                        <a:ext cx="1774825" cy="449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4840" name="Object 8"/>
          <p:cNvGraphicFramePr>
            <a:graphicFrameLocks noChangeAspect="1"/>
          </p:cNvGraphicFramePr>
          <p:nvPr/>
        </p:nvGraphicFramePr>
        <p:xfrm>
          <a:off x="3200400" y="2787650"/>
          <a:ext cx="2238375" cy="155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4866" name="Equation" r:id="rId9" imgW="1002960" imgH="698400" progId="Equation.3">
                  <p:embed/>
                </p:oleObj>
              </mc:Choice>
              <mc:Fallback>
                <p:oleObj name="Equation" r:id="rId9" imgW="1002960" imgH="6984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2787650"/>
                        <a:ext cx="2238375" cy="1552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4841" name="Object 9"/>
          <p:cNvGraphicFramePr>
            <a:graphicFrameLocks noChangeAspect="1"/>
          </p:cNvGraphicFramePr>
          <p:nvPr/>
        </p:nvGraphicFramePr>
        <p:xfrm>
          <a:off x="304800" y="4267200"/>
          <a:ext cx="533400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4867" name="Document" r:id="rId11" imgW="2292840" imgH="177480" progId="Word.Document.8">
                  <p:embed/>
                </p:oleObj>
              </mc:Choice>
              <mc:Fallback>
                <p:oleObj name="Document" r:id="rId11" imgW="2292840" imgH="177480" progId="Word.Document.8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4267200"/>
                        <a:ext cx="5334000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4842" name="Object 10"/>
          <p:cNvGraphicFramePr>
            <a:graphicFrameLocks noChangeAspect="1"/>
          </p:cNvGraphicFramePr>
          <p:nvPr/>
        </p:nvGraphicFramePr>
        <p:xfrm>
          <a:off x="304800" y="4724400"/>
          <a:ext cx="1751013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4868" name="Document" r:id="rId13" imgW="734760" imgH="177480" progId="Word.Document.8">
                  <p:embed/>
                </p:oleObj>
              </mc:Choice>
              <mc:Fallback>
                <p:oleObj name="Document" r:id="rId13" imgW="734760" imgH="177480" progId="Word.Document.8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4724400"/>
                        <a:ext cx="1751013" cy="423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4843" name="Object 11"/>
          <p:cNvGraphicFramePr>
            <a:graphicFrameLocks noChangeAspect="1"/>
          </p:cNvGraphicFramePr>
          <p:nvPr/>
        </p:nvGraphicFramePr>
        <p:xfrm>
          <a:off x="914400" y="5105400"/>
          <a:ext cx="2743200" cy="160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4869" name="Equation" r:id="rId15" imgW="1193760" imgH="698400" progId="Equation.3">
                  <p:embed/>
                </p:oleObj>
              </mc:Choice>
              <mc:Fallback>
                <p:oleObj name="Equation" r:id="rId15" imgW="1193760" imgH="6984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5105400"/>
                        <a:ext cx="2743200" cy="1601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4844" name="Object 12"/>
          <p:cNvGraphicFramePr>
            <a:graphicFrameLocks noChangeAspect="1"/>
          </p:cNvGraphicFramePr>
          <p:nvPr/>
        </p:nvGraphicFramePr>
        <p:xfrm>
          <a:off x="3581400" y="5105400"/>
          <a:ext cx="2714625" cy="160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4870" name="Equation" r:id="rId17" imgW="1180800" imgH="698400" progId="Equation.3">
                  <p:embed/>
                </p:oleObj>
              </mc:Choice>
              <mc:Fallback>
                <p:oleObj name="Equation" r:id="rId17" imgW="1180800" imgH="6984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5105400"/>
                        <a:ext cx="2714625" cy="1601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44845" name="Text Box 13"/>
          <p:cNvSpPr txBox="1">
            <a:spLocks noChangeArrowheads="1"/>
          </p:cNvSpPr>
          <p:nvPr/>
        </p:nvSpPr>
        <p:spPr bwMode="auto">
          <a:xfrm>
            <a:off x="6400800" y="5638800"/>
            <a:ext cx="1752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无解;</a:t>
            </a:r>
          </a:p>
        </p:txBody>
      </p:sp>
      <p:sp>
        <p:nvSpPr>
          <p:cNvPr id="1144846" name="Oval 14"/>
          <p:cNvSpPr>
            <a:spLocks noChangeArrowheads="1"/>
          </p:cNvSpPr>
          <p:nvPr/>
        </p:nvSpPr>
        <p:spPr bwMode="auto">
          <a:xfrm>
            <a:off x="5681663" y="6129338"/>
            <a:ext cx="304800" cy="533400"/>
          </a:xfrm>
          <a:prstGeom prst="ellipse">
            <a:avLst/>
          </a:prstGeom>
          <a:noFill/>
          <a:ln w="31750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44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44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44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44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44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44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44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44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144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144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144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1448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448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144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4834" grpId="0" autoUpdateAnimBg="0"/>
      <p:bldP spid="1144835" grpId="0" autoUpdateAnimBg="0"/>
      <p:bldP spid="1144837" grpId="0" autoUpdateAnimBg="0"/>
      <p:bldP spid="1144845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2276D-EA4C-4E98-9DB9-C23CFE1A858B}" type="slidenum">
              <a:rPr lang="zh-CN" altLang="en-US"/>
              <a:pPr/>
              <a:t>25</a:t>
            </a:fld>
            <a:endParaRPr lang="zh-CN" altLang="en-US"/>
          </a:p>
        </p:txBody>
      </p:sp>
      <p:graphicFrame>
        <p:nvGraphicFramePr>
          <p:cNvPr id="1145858" name="Object 2"/>
          <p:cNvGraphicFramePr>
            <a:graphicFrameLocks noChangeAspect="1"/>
          </p:cNvGraphicFramePr>
          <p:nvPr/>
        </p:nvGraphicFramePr>
        <p:xfrm>
          <a:off x="381000" y="228600"/>
          <a:ext cx="16764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5883" name="Document" r:id="rId3" imgW="734760" imgH="177840" progId="Word.Document.8">
                  <p:embed/>
                </p:oleObj>
              </mc:Choice>
              <mc:Fallback>
                <p:oleObj name="Document" r:id="rId3" imgW="734760" imgH="17784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28600"/>
                        <a:ext cx="1676400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5859" name="Object 3"/>
          <p:cNvGraphicFramePr>
            <a:graphicFrameLocks noChangeAspect="1"/>
          </p:cNvGraphicFramePr>
          <p:nvPr/>
        </p:nvGraphicFramePr>
        <p:xfrm>
          <a:off x="609600" y="685800"/>
          <a:ext cx="2889250" cy="160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5884" name="Equation" r:id="rId5" imgW="1257120" imgH="698400" progId="Equation.3">
                  <p:embed/>
                </p:oleObj>
              </mc:Choice>
              <mc:Fallback>
                <p:oleObj name="Equation" r:id="rId5" imgW="1257120" imgH="6984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685800"/>
                        <a:ext cx="2889250" cy="1601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5860" name="Object 4"/>
          <p:cNvGraphicFramePr>
            <a:graphicFrameLocks noChangeAspect="1"/>
          </p:cNvGraphicFramePr>
          <p:nvPr/>
        </p:nvGraphicFramePr>
        <p:xfrm>
          <a:off x="3505200" y="762000"/>
          <a:ext cx="3200400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5885" name="Equation" r:id="rId7" imgW="1485720" imgH="698400" progId="Equation.3">
                  <p:embed/>
                </p:oleObj>
              </mc:Choice>
              <mc:Fallback>
                <p:oleObj name="Equation" r:id="rId7" imgW="1485720" imgH="698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762000"/>
                        <a:ext cx="3200400" cy="1511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5861" name="Object 5"/>
          <p:cNvGraphicFramePr>
            <a:graphicFrameLocks noChangeAspect="1"/>
          </p:cNvGraphicFramePr>
          <p:nvPr/>
        </p:nvGraphicFramePr>
        <p:xfrm>
          <a:off x="893763" y="2438400"/>
          <a:ext cx="3035300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5886" name="Equation" r:id="rId9" imgW="1409400" imgH="698400" progId="Equation.3">
                  <p:embed/>
                </p:oleObj>
              </mc:Choice>
              <mc:Fallback>
                <p:oleObj name="Equation" r:id="rId9" imgW="1409400" imgH="6984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3763" y="2438400"/>
                        <a:ext cx="3035300" cy="1511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5862" name="Object 6"/>
          <p:cNvGraphicFramePr>
            <a:graphicFrameLocks noChangeAspect="1"/>
          </p:cNvGraphicFramePr>
          <p:nvPr/>
        </p:nvGraphicFramePr>
        <p:xfrm>
          <a:off x="3941763" y="2439988"/>
          <a:ext cx="3144837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5887" name="Equation" r:id="rId11" imgW="1460160" imgH="698400" progId="Equation.3">
                  <p:embed/>
                </p:oleObj>
              </mc:Choice>
              <mc:Fallback>
                <p:oleObj name="Equation" r:id="rId11" imgW="1460160" imgH="698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1763" y="2439988"/>
                        <a:ext cx="3144837" cy="1511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5863" name="Object 7"/>
          <p:cNvGraphicFramePr>
            <a:graphicFrameLocks noChangeAspect="1"/>
          </p:cNvGraphicFramePr>
          <p:nvPr/>
        </p:nvGraphicFramePr>
        <p:xfrm>
          <a:off x="381000" y="3886200"/>
          <a:ext cx="3733800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5888" name="Document" r:id="rId13" imgW="1586880" imgH="405720" progId="Word.Document.8">
                  <p:embed/>
                </p:oleObj>
              </mc:Choice>
              <mc:Fallback>
                <p:oleObj name="Document" r:id="rId13" imgW="1586880" imgH="405720" progId="Word.Document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886200"/>
                        <a:ext cx="3733800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5864" name="Object 8"/>
          <p:cNvGraphicFramePr>
            <a:graphicFrameLocks noChangeAspect="1"/>
          </p:cNvGraphicFramePr>
          <p:nvPr/>
        </p:nvGraphicFramePr>
        <p:xfrm>
          <a:off x="381000" y="4876800"/>
          <a:ext cx="5260975" cy="963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5889" name="Document" r:id="rId15" imgW="2242080" imgH="408600" progId="Word.Document.8">
                  <p:embed/>
                </p:oleObj>
              </mc:Choice>
              <mc:Fallback>
                <p:oleObj name="Document" r:id="rId15" imgW="2242080" imgH="408600" progId="Word.Document.8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4876800"/>
                        <a:ext cx="5260975" cy="963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5865" name="Object 9"/>
          <p:cNvGraphicFramePr>
            <a:graphicFrameLocks noChangeAspect="1"/>
          </p:cNvGraphicFramePr>
          <p:nvPr/>
        </p:nvGraphicFramePr>
        <p:xfrm>
          <a:off x="5730875" y="4510088"/>
          <a:ext cx="1889125" cy="170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5890" name="Equation" r:id="rId17" imgW="787320" imgH="711000" progId="Equation.3">
                  <p:embed/>
                </p:oleObj>
              </mc:Choice>
              <mc:Fallback>
                <p:oleObj name="Equation" r:id="rId17" imgW="787320" imgH="7110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0875" y="4510088"/>
                        <a:ext cx="1889125" cy="1706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45866" name="Text Box 10"/>
          <p:cNvSpPr txBox="1">
            <a:spLocks noChangeArrowheads="1"/>
          </p:cNvSpPr>
          <p:nvPr/>
        </p:nvSpPr>
        <p:spPr bwMode="auto">
          <a:xfrm>
            <a:off x="228600" y="6019800"/>
            <a:ext cx="3886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latin typeface="宋体" panose="02010600030101010101" pitchFamily="2" charset="-122"/>
              </a:rPr>
              <a:t>其中</a:t>
            </a:r>
            <a:r>
              <a:rPr lang="zh-CN" altLang="en-US"/>
              <a:t> </a:t>
            </a:r>
            <a:r>
              <a:rPr lang="en-US" altLang="zh-CN" i="1"/>
              <a:t>k </a:t>
            </a:r>
            <a:r>
              <a:rPr lang="zh-CN" altLang="en-US">
                <a:latin typeface="宋体" panose="02010600030101010101" pitchFamily="2" charset="-122"/>
              </a:rPr>
              <a:t>为任意常数。</a:t>
            </a:r>
            <a:r>
              <a:rPr lang="zh-CN" altLang="en-US"/>
              <a:t> 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45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45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45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45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45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45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45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45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45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5866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8105-D8CE-46E5-B853-05D9FDEEABCA}" type="slidenum">
              <a:rPr lang="zh-CN" altLang="en-US"/>
              <a:pPr/>
              <a:t>26</a:t>
            </a:fld>
            <a:endParaRPr lang="zh-CN" altLang="en-US"/>
          </a:p>
        </p:txBody>
      </p:sp>
      <p:sp>
        <p:nvSpPr>
          <p:cNvPr id="1029122" name="Rectangle 2"/>
          <p:cNvSpPr>
            <a:spLocks noChangeArrowheads="1"/>
          </p:cNvSpPr>
          <p:nvPr/>
        </p:nvSpPr>
        <p:spPr bwMode="auto">
          <a:xfrm>
            <a:off x="381000" y="228600"/>
            <a:ext cx="79248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/>
              <a:t>称下面形式的线性方程组为</a:t>
            </a:r>
            <a:r>
              <a:rPr lang="zh-CN" altLang="en-US" sz="2800">
                <a:solidFill>
                  <a:srgbClr val="0033CC"/>
                </a:solidFill>
                <a:ea typeface="黑体" panose="02010609060101010101" pitchFamily="49" charset="-122"/>
              </a:rPr>
              <a:t>齐次线性方程组</a:t>
            </a:r>
          </a:p>
        </p:txBody>
      </p:sp>
      <p:graphicFrame>
        <p:nvGraphicFramePr>
          <p:cNvPr id="1029123" name="Object 3"/>
          <p:cNvGraphicFramePr>
            <a:graphicFrameLocks noChangeAspect="1"/>
          </p:cNvGraphicFramePr>
          <p:nvPr/>
        </p:nvGraphicFramePr>
        <p:xfrm>
          <a:off x="1219200" y="914400"/>
          <a:ext cx="4452938" cy="206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141" name="Equation" r:id="rId3" imgW="2031840" imgH="939600" progId="Equation.3">
                  <p:embed/>
                </p:oleObj>
              </mc:Choice>
              <mc:Fallback>
                <p:oleObj name="Equation" r:id="rId3" imgW="2031840" imgH="939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914400"/>
                        <a:ext cx="4452938" cy="2062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9124" name="Text Box 4"/>
          <p:cNvSpPr txBox="1">
            <a:spLocks noChangeArrowheads="1"/>
          </p:cNvSpPr>
          <p:nvPr/>
        </p:nvSpPr>
        <p:spPr bwMode="auto">
          <a:xfrm>
            <a:off x="381000" y="3124200"/>
            <a:ext cx="7162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显然零向量必为它的解，称为</a:t>
            </a: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零解</a:t>
            </a:r>
            <a:r>
              <a:rPr lang="zh-CN" altLang="en-US"/>
              <a:t>。</a:t>
            </a:r>
          </a:p>
        </p:txBody>
      </p:sp>
      <p:graphicFrame>
        <p:nvGraphicFramePr>
          <p:cNvPr id="1029125" name="Object 5"/>
          <p:cNvGraphicFramePr>
            <a:graphicFrameLocks noChangeAspect="1"/>
          </p:cNvGraphicFramePr>
          <p:nvPr/>
        </p:nvGraphicFramePr>
        <p:xfrm>
          <a:off x="1450975" y="3889375"/>
          <a:ext cx="6626225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142" name="Document" r:id="rId5" imgW="2527920" imgH="207000" progId="Word.Document.8">
                  <p:embed/>
                </p:oleObj>
              </mc:Choice>
              <mc:Fallback>
                <p:oleObj name="Document" r:id="rId5" imgW="2527920" imgH="20700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0975" y="3889375"/>
                        <a:ext cx="6626225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9126" name="Object 6"/>
          <p:cNvGraphicFramePr>
            <a:graphicFrameLocks noChangeAspect="1"/>
          </p:cNvGraphicFramePr>
          <p:nvPr/>
        </p:nvGraphicFramePr>
        <p:xfrm>
          <a:off x="685800" y="4572000"/>
          <a:ext cx="642937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143" name="Document" r:id="rId7" imgW="2489760" imgH="209520" progId="Word.Document.8">
                  <p:embed/>
                </p:oleObj>
              </mc:Choice>
              <mc:Fallback>
                <p:oleObj name="Document" r:id="rId7" imgW="2489760" imgH="209520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4572000"/>
                        <a:ext cx="6429375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9127" name="Object 7"/>
          <p:cNvGraphicFramePr>
            <a:graphicFrameLocks noChangeAspect="1"/>
          </p:cNvGraphicFramePr>
          <p:nvPr/>
        </p:nvGraphicFramePr>
        <p:xfrm>
          <a:off x="1447800" y="5245100"/>
          <a:ext cx="6781800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144" name="Document" r:id="rId9" imgW="2491560" imgH="172800" progId="Word.Document.8">
                  <p:embed/>
                </p:oleObj>
              </mc:Choice>
              <mc:Fallback>
                <p:oleObj name="Document" r:id="rId9" imgW="2491560" imgH="172800" progId="Word.Document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5245100"/>
                        <a:ext cx="6781800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9128" name="Object 8"/>
          <p:cNvGraphicFramePr>
            <a:graphicFrameLocks noChangeAspect="1"/>
          </p:cNvGraphicFramePr>
          <p:nvPr/>
        </p:nvGraphicFramePr>
        <p:xfrm>
          <a:off x="838200" y="5943600"/>
          <a:ext cx="4262438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145" name="Document" r:id="rId11" imgW="1751400" imgH="203040" progId="Word.Document.8">
                  <p:embed/>
                </p:oleObj>
              </mc:Choice>
              <mc:Fallback>
                <p:oleObj name="Document" r:id="rId11" imgW="1751400" imgH="203040" progId="Word.Document.8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5943600"/>
                        <a:ext cx="4262438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9129" name="Text Box 9"/>
          <p:cNvSpPr txBox="1">
            <a:spLocks noChangeArrowheads="1"/>
          </p:cNvSpPr>
          <p:nvPr/>
        </p:nvSpPr>
        <p:spPr bwMode="auto">
          <a:xfrm>
            <a:off x="381000" y="3810000"/>
            <a:ext cx="1371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定理</a:t>
            </a:r>
          </a:p>
        </p:txBody>
      </p:sp>
      <p:sp>
        <p:nvSpPr>
          <p:cNvPr id="1029130" name="Text Box 10"/>
          <p:cNvSpPr txBox="1">
            <a:spLocks noChangeArrowheads="1"/>
          </p:cNvSpPr>
          <p:nvPr/>
        </p:nvSpPr>
        <p:spPr bwMode="auto">
          <a:xfrm>
            <a:off x="381000" y="5181600"/>
            <a:ext cx="1371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推论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9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9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9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29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29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29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29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29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29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9122" grpId="0" autoUpdateAnimBg="0"/>
      <p:bldP spid="1029124" grpId="0" autoUpdateAnimBg="0"/>
      <p:bldP spid="1029129" grpId="0" autoUpdateAnimBg="0"/>
      <p:bldP spid="1029130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E208-0A17-435A-9984-4D5E41C9106C}" type="slidenum">
              <a:rPr lang="zh-CN" altLang="en-US"/>
              <a:pPr/>
              <a:t>27</a:t>
            </a:fld>
            <a:endParaRPr lang="zh-CN" altLang="en-US"/>
          </a:p>
        </p:txBody>
      </p:sp>
      <p:sp>
        <p:nvSpPr>
          <p:cNvPr id="1030146" name="Text Box 2"/>
          <p:cNvSpPr txBox="1">
            <a:spLocks noChangeArrowheads="1"/>
          </p:cNvSpPr>
          <p:nvPr/>
        </p:nvSpPr>
        <p:spPr bwMode="auto">
          <a:xfrm>
            <a:off x="185738" y="233363"/>
            <a:ext cx="4038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例  </a:t>
            </a:r>
            <a:r>
              <a:rPr lang="zh-CN" altLang="en-US">
                <a:latin typeface="宋体" panose="02010600030101010101" pitchFamily="2" charset="-122"/>
              </a:rPr>
              <a:t>解线性方程组</a:t>
            </a:r>
            <a:r>
              <a:rPr lang="zh-CN" altLang="en-US"/>
              <a:t> </a:t>
            </a:r>
          </a:p>
        </p:txBody>
      </p:sp>
      <p:sp>
        <p:nvSpPr>
          <p:cNvPr id="1030147" name="Text Box 3"/>
          <p:cNvSpPr txBox="1">
            <a:spLocks noChangeArrowheads="1"/>
          </p:cNvSpPr>
          <p:nvPr/>
        </p:nvSpPr>
        <p:spPr bwMode="auto">
          <a:xfrm>
            <a:off x="185738" y="2971800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1030148" name="Object 4"/>
          <p:cNvGraphicFramePr>
            <a:graphicFrameLocks noChangeAspect="1"/>
          </p:cNvGraphicFramePr>
          <p:nvPr/>
        </p:nvGraphicFramePr>
        <p:xfrm>
          <a:off x="1295400" y="762000"/>
          <a:ext cx="5073650" cy="222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163" name="Equation" r:id="rId3" imgW="2171520" imgH="952200" progId="Equation.3">
                  <p:embed/>
                </p:oleObj>
              </mc:Choice>
              <mc:Fallback>
                <p:oleObj name="Equation" r:id="rId3" imgW="2171520" imgH="952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762000"/>
                        <a:ext cx="5073650" cy="2228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149" name="Text Box 5"/>
          <p:cNvSpPr txBox="1">
            <a:spLocks noChangeArrowheads="1"/>
          </p:cNvSpPr>
          <p:nvPr/>
        </p:nvSpPr>
        <p:spPr bwMode="auto">
          <a:xfrm>
            <a:off x="804863" y="2973388"/>
            <a:ext cx="83391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这是一个齐次线性方程组，且方程个数小于未知量</a:t>
            </a:r>
            <a:endParaRPr lang="en-US" altLang="zh-CN"/>
          </a:p>
        </p:txBody>
      </p:sp>
      <p:sp>
        <p:nvSpPr>
          <p:cNvPr id="1030150" name="Text Box 6"/>
          <p:cNvSpPr txBox="1">
            <a:spLocks noChangeArrowheads="1"/>
          </p:cNvSpPr>
          <p:nvPr/>
        </p:nvSpPr>
        <p:spPr bwMode="auto">
          <a:xfrm>
            <a:off x="76200" y="3549650"/>
            <a:ext cx="3962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个数，故必有非零解。</a:t>
            </a:r>
          </a:p>
        </p:txBody>
      </p:sp>
      <p:sp>
        <p:nvSpPr>
          <p:cNvPr id="1030151" name="Text Box 7"/>
          <p:cNvSpPr txBox="1">
            <a:spLocks noChangeArrowheads="1"/>
          </p:cNvSpPr>
          <p:nvPr/>
        </p:nvSpPr>
        <p:spPr bwMode="auto">
          <a:xfrm>
            <a:off x="3606800" y="3536950"/>
            <a:ext cx="5537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只需对系数矩阵施以初等行变换。</a:t>
            </a:r>
          </a:p>
        </p:txBody>
      </p:sp>
      <p:graphicFrame>
        <p:nvGraphicFramePr>
          <p:cNvPr id="1030152" name="Object 8"/>
          <p:cNvGraphicFramePr>
            <a:graphicFrameLocks noChangeAspect="1"/>
          </p:cNvGraphicFramePr>
          <p:nvPr/>
        </p:nvGraphicFramePr>
        <p:xfrm>
          <a:off x="152400" y="4267200"/>
          <a:ext cx="3505200" cy="211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164" name="Equation" r:id="rId5" imgW="1536480" imgH="927000" progId="Equation.3">
                  <p:embed/>
                </p:oleObj>
              </mc:Choice>
              <mc:Fallback>
                <p:oleObj name="Equation" r:id="rId5" imgW="1536480" imgH="9270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4267200"/>
                        <a:ext cx="3505200" cy="2112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0153" name="Object 9"/>
          <p:cNvGraphicFramePr>
            <a:graphicFrameLocks noChangeAspect="1"/>
          </p:cNvGraphicFramePr>
          <p:nvPr/>
        </p:nvGraphicFramePr>
        <p:xfrm>
          <a:off x="3657600" y="4572000"/>
          <a:ext cx="1600200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165" name="Equation" r:id="rId7" imgW="609480" imgH="342720" progId="Equation.3">
                  <p:embed/>
                </p:oleObj>
              </mc:Choice>
              <mc:Fallback>
                <p:oleObj name="Equation" r:id="rId7" imgW="609480" imgH="34272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572000"/>
                        <a:ext cx="1600200" cy="900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0154" name="Object 10"/>
          <p:cNvGraphicFramePr>
            <a:graphicFrameLocks noChangeAspect="1"/>
          </p:cNvGraphicFramePr>
          <p:nvPr/>
        </p:nvGraphicFramePr>
        <p:xfrm>
          <a:off x="5257800" y="4267200"/>
          <a:ext cx="3505200" cy="204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166" name="Equation" r:id="rId9" imgW="1587240" imgH="927000" progId="Equation.3">
                  <p:embed/>
                </p:oleObj>
              </mc:Choice>
              <mc:Fallback>
                <p:oleObj name="Equation" r:id="rId9" imgW="1587240" imgH="9270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4267200"/>
                        <a:ext cx="3505200" cy="204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30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30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30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30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30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30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30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30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30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0146" grpId="0" autoUpdateAnimBg="0"/>
      <p:bldP spid="1030147" grpId="0" autoUpdateAnimBg="0"/>
      <p:bldP spid="1030149" grpId="0" autoUpdateAnimBg="0"/>
      <p:bldP spid="1030150" grpId="0" autoUpdateAnimBg="0"/>
      <p:bldP spid="1030151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51B3C-FBA0-4E05-AFD7-77A0BF4B12ED}" type="slidenum">
              <a:rPr lang="zh-CN" altLang="en-US"/>
              <a:pPr/>
              <a:t>28</a:t>
            </a:fld>
            <a:endParaRPr lang="zh-CN" altLang="en-US"/>
          </a:p>
        </p:txBody>
      </p:sp>
      <p:graphicFrame>
        <p:nvGraphicFramePr>
          <p:cNvPr id="1031170" name="Object 2"/>
          <p:cNvGraphicFramePr>
            <a:graphicFrameLocks noChangeAspect="1"/>
          </p:cNvGraphicFramePr>
          <p:nvPr/>
        </p:nvGraphicFramePr>
        <p:xfrm>
          <a:off x="228600" y="381000"/>
          <a:ext cx="3925888" cy="204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208" name="Equation" r:id="rId3" imgW="1777680" imgH="927000" progId="Equation.3">
                  <p:embed/>
                </p:oleObj>
              </mc:Choice>
              <mc:Fallback>
                <p:oleObj name="Equation" r:id="rId3" imgW="1777680" imgH="927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381000"/>
                        <a:ext cx="3925888" cy="204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1171" name="Object 3"/>
          <p:cNvGraphicFramePr>
            <a:graphicFrameLocks noChangeAspect="1"/>
          </p:cNvGraphicFramePr>
          <p:nvPr/>
        </p:nvGraphicFramePr>
        <p:xfrm>
          <a:off x="5819775" y="381000"/>
          <a:ext cx="2714625" cy="212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209" name="Equation" r:id="rId5" imgW="1206360" imgH="927000" progId="Equation.3">
                  <p:embed/>
                </p:oleObj>
              </mc:Choice>
              <mc:Fallback>
                <p:oleObj name="Equation" r:id="rId5" imgW="1206360" imgH="927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9775" y="381000"/>
                        <a:ext cx="2714625" cy="2120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31172" name="Group 4"/>
          <p:cNvGrpSpPr>
            <a:grpSpLocks/>
          </p:cNvGrpSpPr>
          <p:nvPr/>
        </p:nvGrpSpPr>
        <p:grpSpPr bwMode="auto">
          <a:xfrm>
            <a:off x="4191000" y="762000"/>
            <a:ext cx="1600200" cy="1117600"/>
            <a:chOff x="2640" y="480"/>
            <a:chExt cx="1008" cy="704"/>
          </a:xfrm>
        </p:grpSpPr>
        <p:graphicFrame>
          <p:nvGraphicFramePr>
            <p:cNvPr id="1031173" name="Object 5"/>
            <p:cNvGraphicFramePr>
              <a:graphicFrameLocks noChangeAspect="1"/>
            </p:cNvGraphicFramePr>
            <p:nvPr/>
          </p:nvGraphicFramePr>
          <p:xfrm>
            <a:off x="2640" y="480"/>
            <a:ext cx="1008" cy="5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1210" name="Equation" r:id="rId7" imgW="609480" imgH="342720" progId="Equation.3">
                    <p:embed/>
                  </p:oleObj>
                </mc:Choice>
                <mc:Fallback>
                  <p:oleObj name="Equation" r:id="rId7" imgW="609480" imgH="34272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40" y="480"/>
                          <a:ext cx="1008" cy="56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31174" name="Object 6"/>
            <p:cNvGraphicFramePr>
              <a:graphicFrameLocks noChangeAspect="1"/>
            </p:cNvGraphicFramePr>
            <p:nvPr/>
          </p:nvGraphicFramePr>
          <p:xfrm>
            <a:off x="2928" y="912"/>
            <a:ext cx="43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1211" name="Equation" r:id="rId9" imgW="241200" imgH="152280" progId="Equation.3">
                    <p:embed/>
                  </p:oleObj>
                </mc:Choice>
                <mc:Fallback>
                  <p:oleObj name="Equation" r:id="rId9" imgW="241200" imgH="15228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8" y="912"/>
                          <a:ext cx="432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1750">
                              <a:solidFill>
                                <a:srgbClr val="0033CC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31175" name="Object 7"/>
          <p:cNvGraphicFramePr>
            <a:graphicFrameLocks noChangeAspect="1"/>
          </p:cNvGraphicFramePr>
          <p:nvPr/>
        </p:nvGraphicFramePr>
        <p:xfrm>
          <a:off x="4146550" y="4267200"/>
          <a:ext cx="4737100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212" name="Equation" r:id="rId11" imgW="2019240" imgH="228600" progId="Equation.3">
                  <p:embed/>
                </p:oleObj>
              </mc:Choice>
              <mc:Fallback>
                <p:oleObj name="Equation" r:id="rId11" imgW="201924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6550" y="4267200"/>
                        <a:ext cx="4737100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1176" name="Text Box 8"/>
          <p:cNvSpPr txBox="1">
            <a:spLocks noChangeArrowheads="1"/>
          </p:cNvSpPr>
          <p:nvPr/>
        </p:nvSpPr>
        <p:spPr bwMode="auto">
          <a:xfrm>
            <a:off x="4724400" y="2568575"/>
            <a:ext cx="3810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方程组的通解为</a:t>
            </a:r>
          </a:p>
        </p:txBody>
      </p:sp>
      <p:graphicFrame>
        <p:nvGraphicFramePr>
          <p:cNvPr id="1031177" name="Object 9"/>
          <p:cNvGraphicFramePr>
            <a:graphicFrameLocks noChangeAspect="1"/>
          </p:cNvGraphicFramePr>
          <p:nvPr/>
        </p:nvGraphicFramePr>
        <p:xfrm>
          <a:off x="762000" y="3276600"/>
          <a:ext cx="546100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213" name="Equation" r:id="rId13" imgW="241200" imgH="711000" progId="Equation.3">
                  <p:embed/>
                </p:oleObj>
              </mc:Choice>
              <mc:Fallback>
                <p:oleObj name="Equation" r:id="rId13" imgW="241200" imgH="7110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3276600"/>
                        <a:ext cx="546100" cy="243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1178" name="Object 10"/>
          <p:cNvGraphicFramePr>
            <a:graphicFrameLocks noChangeAspect="1"/>
          </p:cNvGraphicFramePr>
          <p:nvPr/>
        </p:nvGraphicFramePr>
        <p:xfrm>
          <a:off x="1143000" y="5334000"/>
          <a:ext cx="1100138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214" name="Equation" r:id="rId15" imgW="469800" imgH="228600" progId="Equation.3">
                  <p:embed/>
                </p:oleObj>
              </mc:Choice>
              <mc:Fallback>
                <p:oleObj name="Equation" r:id="rId15" imgW="469800" imgH="2286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5334000"/>
                        <a:ext cx="1100138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1179" name="Object 11"/>
          <p:cNvGraphicFramePr>
            <a:graphicFrameLocks noChangeAspect="1"/>
          </p:cNvGraphicFramePr>
          <p:nvPr/>
        </p:nvGraphicFramePr>
        <p:xfrm>
          <a:off x="1143000" y="3748088"/>
          <a:ext cx="3059113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215" name="Equation" r:id="rId17" imgW="1320480" imgH="228600" progId="Equation.3">
                  <p:embed/>
                </p:oleObj>
              </mc:Choice>
              <mc:Fallback>
                <p:oleObj name="Equation" r:id="rId17" imgW="1320480" imgH="2286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748088"/>
                        <a:ext cx="3059113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1180" name="Object 12"/>
          <p:cNvGraphicFramePr>
            <a:graphicFrameLocks noChangeAspect="1"/>
          </p:cNvGraphicFramePr>
          <p:nvPr/>
        </p:nvGraphicFramePr>
        <p:xfrm>
          <a:off x="1143000" y="4800600"/>
          <a:ext cx="1100138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216" name="Equation" r:id="rId19" imgW="469800" imgH="215640" progId="Equation.3">
                  <p:embed/>
                </p:oleObj>
              </mc:Choice>
              <mc:Fallback>
                <p:oleObj name="Equation" r:id="rId19" imgW="469800" imgH="21564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800600"/>
                        <a:ext cx="1100138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1181" name="Object 13"/>
          <p:cNvGraphicFramePr>
            <a:graphicFrameLocks noChangeAspect="1"/>
          </p:cNvGraphicFramePr>
          <p:nvPr/>
        </p:nvGraphicFramePr>
        <p:xfrm>
          <a:off x="1143000" y="4267200"/>
          <a:ext cx="1100138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217" name="Equation" r:id="rId21" imgW="469800" imgH="228600" progId="Equation.3">
                  <p:embed/>
                </p:oleObj>
              </mc:Choice>
              <mc:Fallback>
                <p:oleObj name="Equation" r:id="rId21" imgW="469800" imgH="2286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267200"/>
                        <a:ext cx="1100138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1182" name="Object 14"/>
          <p:cNvGraphicFramePr>
            <a:graphicFrameLocks noChangeAspect="1"/>
          </p:cNvGraphicFramePr>
          <p:nvPr/>
        </p:nvGraphicFramePr>
        <p:xfrm>
          <a:off x="1143000" y="3214688"/>
          <a:ext cx="2500313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218" name="Equation" r:id="rId23" imgW="1079280" imgH="228600" progId="Equation.3">
                  <p:embed/>
                </p:oleObj>
              </mc:Choice>
              <mc:Fallback>
                <p:oleObj name="Equation" r:id="rId23" imgW="1079280" imgH="2286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214688"/>
                        <a:ext cx="2500313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1183" name="Object 15"/>
          <p:cNvGraphicFramePr>
            <a:graphicFrameLocks noChangeAspect="1"/>
          </p:cNvGraphicFramePr>
          <p:nvPr/>
        </p:nvGraphicFramePr>
        <p:xfrm>
          <a:off x="381000" y="2590800"/>
          <a:ext cx="4419600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219" name="Document" r:id="rId25" imgW="1765800" imgH="239760" progId="Word.Document.8">
                  <p:embed/>
                </p:oleObj>
              </mc:Choice>
              <mc:Fallback>
                <p:oleObj name="Document" r:id="rId25" imgW="1765800" imgH="239760" progId="Word.Document.8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590800"/>
                        <a:ext cx="4419600" cy="617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31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31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31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31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31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31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31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31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31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31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31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1176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AD8C7-257C-4FAB-A2F1-99678BE824E1}" type="slidenum">
              <a:rPr lang="zh-CN" altLang="en-US"/>
              <a:pPr/>
              <a:t>29</a:t>
            </a:fld>
            <a:endParaRPr lang="zh-CN" altLang="en-US"/>
          </a:p>
        </p:txBody>
      </p:sp>
      <p:sp>
        <p:nvSpPr>
          <p:cNvPr id="1153027" name="Text Box 3"/>
          <p:cNvSpPr txBox="1">
            <a:spLocks noChangeArrowheads="1"/>
          </p:cNvSpPr>
          <p:nvPr/>
        </p:nvSpPr>
        <p:spPr bwMode="auto">
          <a:xfrm>
            <a:off x="234950" y="365125"/>
            <a:ext cx="7080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例  </a:t>
            </a:r>
            <a:r>
              <a:rPr lang="zh-CN" altLang="en-US">
                <a:latin typeface="宋体" panose="02010600030101010101" pitchFamily="2" charset="-122"/>
              </a:rPr>
              <a:t>试确定</a:t>
            </a:r>
            <a:r>
              <a:rPr lang="zh-CN" altLang="en-US"/>
              <a:t> </a:t>
            </a:r>
            <a:r>
              <a:rPr lang="en-US" altLang="zh-CN" i="1"/>
              <a:t>t </a:t>
            </a:r>
            <a:r>
              <a:rPr lang="zh-CN" altLang="en-US">
                <a:latin typeface="宋体" panose="02010600030101010101" pitchFamily="2" charset="-122"/>
              </a:rPr>
              <a:t>的值，使齐次线性方程组</a:t>
            </a:r>
          </a:p>
        </p:txBody>
      </p:sp>
      <p:sp>
        <p:nvSpPr>
          <p:cNvPr id="1153028" name="Text Box 4"/>
          <p:cNvSpPr txBox="1">
            <a:spLocks noChangeArrowheads="1"/>
          </p:cNvSpPr>
          <p:nvPr/>
        </p:nvSpPr>
        <p:spPr bwMode="auto">
          <a:xfrm>
            <a:off x="234950" y="3562350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1153029" name="Object 5"/>
          <p:cNvGraphicFramePr>
            <a:graphicFrameLocks noChangeAspect="1"/>
          </p:cNvGraphicFramePr>
          <p:nvPr/>
        </p:nvGraphicFramePr>
        <p:xfrm>
          <a:off x="2063750" y="893763"/>
          <a:ext cx="2813050" cy="163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3048" name="Equation" r:id="rId3" imgW="1231560" imgH="711000" progId="Equation.3">
                  <p:embed/>
                </p:oleObj>
              </mc:Choice>
              <mc:Fallback>
                <p:oleObj name="Equation" r:id="rId3" imgW="1231560" imgH="7110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0" y="893763"/>
                        <a:ext cx="2813050" cy="1635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3030" name="Text Box 6"/>
          <p:cNvSpPr txBox="1">
            <a:spLocks noChangeArrowheads="1"/>
          </p:cNvSpPr>
          <p:nvPr/>
        </p:nvSpPr>
        <p:spPr bwMode="auto">
          <a:xfrm>
            <a:off x="152400" y="2438400"/>
            <a:ext cx="6172200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>
                <a:latin typeface="宋体" panose="02010600030101010101" pitchFamily="2" charset="-122"/>
              </a:rPr>
              <a:t>有非零解，并求出方程组的一般解。</a:t>
            </a:r>
            <a:r>
              <a:rPr lang="zh-CN" altLang="en-US"/>
              <a:t> </a:t>
            </a:r>
          </a:p>
        </p:txBody>
      </p:sp>
      <p:graphicFrame>
        <p:nvGraphicFramePr>
          <p:cNvPr id="1153031" name="Object 7"/>
          <p:cNvGraphicFramePr>
            <a:graphicFrameLocks noChangeAspect="1"/>
          </p:cNvGraphicFramePr>
          <p:nvPr/>
        </p:nvGraphicFramePr>
        <p:xfrm>
          <a:off x="996950" y="3105150"/>
          <a:ext cx="2382838" cy="1541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3049" name="Equation" r:id="rId5" imgW="1079280" imgH="698400" progId="Equation.3">
                  <p:embed/>
                </p:oleObj>
              </mc:Choice>
              <mc:Fallback>
                <p:oleObj name="Equation" r:id="rId5" imgW="1079280" imgH="6984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6950" y="3105150"/>
                        <a:ext cx="2382838" cy="1541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3032" name="Object 8"/>
          <p:cNvGraphicFramePr>
            <a:graphicFrameLocks noChangeAspect="1"/>
          </p:cNvGraphicFramePr>
          <p:nvPr/>
        </p:nvGraphicFramePr>
        <p:xfrm>
          <a:off x="3341688" y="3105150"/>
          <a:ext cx="2214562" cy="1541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3050" name="Equation" r:id="rId7" imgW="1002960" imgH="698400" progId="Equation.3">
                  <p:embed/>
                </p:oleObj>
              </mc:Choice>
              <mc:Fallback>
                <p:oleObj name="Equation" r:id="rId7" imgW="1002960" imgH="6984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1688" y="3105150"/>
                        <a:ext cx="2214562" cy="1541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3033" name="Object 9"/>
          <p:cNvGraphicFramePr>
            <a:graphicFrameLocks noChangeAspect="1"/>
          </p:cNvGraphicFramePr>
          <p:nvPr/>
        </p:nvGraphicFramePr>
        <p:xfrm>
          <a:off x="5568950" y="3638550"/>
          <a:ext cx="1541463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3051" name="Equation" r:id="rId9" imgW="698400" imgH="203040" progId="Equation.3">
                  <p:embed/>
                </p:oleObj>
              </mc:Choice>
              <mc:Fallback>
                <p:oleObj name="Equation" r:id="rId9" imgW="698400" imgH="2030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8950" y="3638550"/>
                        <a:ext cx="1541463" cy="447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3034" name="Object 10"/>
          <p:cNvGraphicFramePr>
            <a:graphicFrameLocks noChangeAspect="1"/>
          </p:cNvGraphicFramePr>
          <p:nvPr/>
        </p:nvGraphicFramePr>
        <p:xfrm>
          <a:off x="920750" y="4857750"/>
          <a:ext cx="2185988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3052" name="Equation" r:id="rId11" imgW="990360" imgH="203040" progId="Equation.3">
                  <p:embed/>
                </p:oleObj>
              </mc:Choice>
              <mc:Fallback>
                <p:oleObj name="Equation" r:id="rId11" imgW="990360" imgH="2030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0750" y="4857750"/>
                        <a:ext cx="2185988" cy="447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3035" name="Object 11"/>
          <p:cNvGraphicFramePr>
            <a:graphicFrameLocks noChangeAspect="1"/>
          </p:cNvGraphicFramePr>
          <p:nvPr/>
        </p:nvGraphicFramePr>
        <p:xfrm>
          <a:off x="615950" y="5543550"/>
          <a:ext cx="768985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3053" name="Document" r:id="rId13" imgW="2983320" imgH="184680" progId="Word.Document.8">
                  <p:embed/>
                </p:oleObj>
              </mc:Choice>
              <mc:Fallback>
                <p:oleObj name="Document" r:id="rId13" imgW="2983320" imgH="184680" progId="Word.Document.8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950" y="5543550"/>
                        <a:ext cx="7689850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53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53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53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53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53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53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53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53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153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3027" grpId="0" autoUpdateAnimBg="0"/>
      <p:bldP spid="1153028" grpId="0" autoUpdateAnimBg="0"/>
      <p:bldP spid="1153030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1E182-6816-4AA3-98D4-D8D403AA7219}" type="slidenum">
              <a:rPr lang="zh-CN" altLang="en-US"/>
              <a:pPr/>
              <a:t>30</a:t>
            </a:fld>
            <a:endParaRPr lang="zh-CN" altLang="en-US"/>
          </a:p>
        </p:txBody>
      </p:sp>
      <p:graphicFrame>
        <p:nvGraphicFramePr>
          <p:cNvPr id="1154050" name="Object 2"/>
          <p:cNvGraphicFramePr>
            <a:graphicFrameLocks noChangeAspect="1"/>
          </p:cNvGraphicFramePr>
          <p:nvPr/>
        </p:nvGraphicFramePr>
        <p:xfrm>
          <a:off x="533400" y="609600"/>
          <a:ext cx="1600200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4070" name="Document" r:id="rId3" imgW="664200" imgH="180360" progId="Word.Document.8">
                  <p:embed/>
                </p:oleObj>
              </mc:Choice>
              <mc:Fallback>
                <p:oleObj name="Document" r:id="rId3" imgW="664200" imgH="18036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609600"/>
                        <a:ext cx="1600200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4051" name="Object 3"/>
          <p:cNvGraphicFramePr>
            <a:graphicFrameLocks noChangeAspect="1"/>
          </p:cNvGraphicFramePr>
          <p:nvPr/>
        </p:nvGraphicFramePr>
        <p:xfrm>
          <a:off x="6477000" y="228600"/>
          <a:ext cx="2382838" cy="1541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4071" name="Equation" r:id="rId5" imgW="1079280" imgH="698400" progId="Equation.3">
                  <p:embed/>
                </p:oleObj>
              </mc:Choice>
              <mc:Fallback>
                <p:oleObj name="Equation" r:id="rId5" imgW="1079280" imgH="6984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228600"/>
                        <a:ext cx="2382838" cy="1541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4052" name="Freeform 4"/>
          <p:cNvSpPr>
            <a:spLocks/>
          </p:cNvSpPr>
          <p:nvPr/>
        </p:nvSpPr>
        <p:spPr bwMode="auto">
          <a:xfrm>
            <a:off x="6324600" y="228600"/>
            <a:ext cx="2667000" cy="1752600"/>
          </a:xfrm>
          <a:custGeom>
            <a:avLst/>
            <a:gdLst>
              <a:gd name="T0" fmla="*/ 0 w 912"/>
              <a:gd name="T1" fmla="*/ 0 h 960"/>
              <a:gd name="T2" fmla="*/ 0 w 912"/>
              <a:gd name="T3" fmla="*/ 960 h 960"/>
              <a:gd name="T4" fmla="*/ 912 w 912"/>
              <a:gd name="T5" fmla="*/ 960 h 9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12" h="960">
                <a:moveTo>
                  <a:pt x="0" y="0"/>
                </a:moveTo>
                <a:lnTo>
                  <a:pt x="0" y="960"/>
                </a:lnTo>
                <a:lnTo>
                  <a:pt x="912" y="960"/>
                </a:lnTo>
              </a:path>
            </a:pathLst>
          </a:custGeom>
          <a:noFill/>
          <a:ln w="31750" cap="flat" cmpd="sng">
            <a:solidFill>
              <a:srgbClr val="0033CC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graphicFrame>
        <p:nvGraphicFramePr>
          <p:cNvPr id="1154053" name="Object 5"/>
          <p:cNvGraphicFramePr>
            <a:graphicFrameLocks noChangeAspect="1"/>
          </p:cNvGraphicFramePr>
          <p:nvPr/>
        </p:nvGraphicFramePr>
        <p:xfrm>
          <a:off x="457200" y="1371600"/>
          <a:ext cx="2693988" cy="156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4072" name="Equation" r:id="rId7" imgW="1206360" imgH="698400" progId="Equation.3">
                  <p:embed/>
                </p:oleObj>
              </mc:Choice>
              <mc:Fallback>
                <p:oleObj name="Equation" r:id="rId7" imgW="1206360" imgH="6984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371600"/>
                        <a:ext cx="2693988" cy="1560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4054" name="Object 6"/>
          <p:cNvGraphicFramePr>
            <a:graphicFrameLocks noChangeAspect="1"/>
          </p:cNvGraphicFramePr>
          <p:nvPr/>
        </p:nvGraphicFramePr>
        <p:xfrm>
          <a:off x="3179763" y="1371600"/>
          <a:ext cx="2382837" cy="156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4073" name="Equation" r:id="rId9" imgW="1066680" imgH="698400" progId="Equation.3">
                  <p:embed/>
                </p:oleObj>
              </mc:Choice>
              <mc:Fallback>
                <p:oleObj name="Equation" r:id="rId9" imgW="1066680" imgH="698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9763" y="1371600"/>
                        <a:ext cx="2382837" cy="1560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4055" name="Text Box 7"/>
          <p:cNvSpPr txBox="1">
            <a:spLocks noChangeArrowheads="1"/>
          </p:cNvSpPr>
          <p:nvPr/>
        </p:nvSpPr>
        <p:spPr bwMode="auto">
          <a:xfrm>
            <a:off x="228600" y="3733800"/>
            <a:ext cx="1981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一般解为</a:t>
            </a:r>
          </a:p>
        </p:txBody>
      </p:sp>
      <p:graphicFrame>
        <p:nvGraphicFramePr>
          <p:cNvPr id="1154056" name="Object 8"/>
          <p:cNvGraphicFramePr>
            <a:graphicFrameLocks noChangeAspect="1"/>
          </p:cNvGraphicFramePr>
          <p:nvPr/>
        </p:nvGraphicFramePr>
        <p:xfrm>
          <a:off x="2057400" y="3098800"/>
          <a:ext cx="1495425" cy="190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4074" name="Equation" r:id="rId11" imgW="558720" imgH="711000" progId="Equation.3">
                  <p:embed/>
                </p:oleObj>
              </mc:Choice>
              <mc:Fallback>
                <p:oleObj name="Equation" r:id="rId11" imgW="558720" imgH="7110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3098800"/>
                        <a:ext cx="1495425" cy="1905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4057" name="Object 9"/>
          <p:cNvGraphicFramePr>
            <a:graphicFrameLocks noChangeAspect="1"/>
          </p:cNvGraphicFramePr>
          <p:nvPr/>
        </p:nvGraphicFramePr>
        <p:xfrm>
          <a:off x="3733800" y="3733800"/>
          <a:ext cx="4191000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4075" name="Document" r:id="rId13" imgW="1478880" imgH="216000" progId="Word.Document.8">
                  <p:embed/>
                </p:oleObj>
              </mc:Choice>
              <mc:Fallback>
                <p:oleObj name="Document" r:id="rId13" imgW="1478880" imgH="216000" progId="Word.Document.8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3733800"/>
                        <a:ext cx="4191000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54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54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54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54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54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54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4055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4E8EF-B6DA-4EE5-BDD2-7B9C8CC3F2D5}" type="slidenum">
              <a:rPr lang="zh-CN" altLang="en-US"/>
              <a:pPr/>
              <a:t>31</a:t>
            </a:fld>
            <a:endParaRPr lang="zh-CN" altLang="en-US"/>
          </a:p>
        </p:txBody>
      </p:sp>
      <p:graphicFrame>
        <p:nvGraphicFramePr>
          <p:cNvPr id="1155074" name="Object 2"/>
          <p:cNvGraphicFramePr>
            <a:graphicFrameLocks noChangeAspect="1"/>
          </p:cNvGraphicFramePr>
          <p:nvPr/>
        </p:nvGraphicFramePr>
        <p:xfrm>
          <a:off x="457200" y="457200"/>
          <a:ext cx="1371600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5097" name="Document" r:id="rId3" imgW="571680" imgH="178560" progId="Word.Document.8">
                  <p:embed/>
                </p:oleObj>
              </mc:Choice>
              <mc:Fallback>
                <p:oleObj name="Document" r:id="rId3" imgW="571680" imgH="17856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57200"/>
                        <a:ext cx="1371600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5075" name="Object 3"/>
          <p:cNvGraphicFramePr>
            <a:graphicFrameLocks noChangeAspect="1"/>
          </p:cNvGraphicFramePr>
          <p:nvPr/>
        </p:nvGraphicFramePr>
        <p:xfrm>
          <a:off x="6477000" y="228600"/>
          <a:ext cx="2382838" cy="1541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5098" name="Equation" r:id="rId5" imgW="1079280" imgH="698400" progId="Equation.3">
                  <p:embed/>
                </p:oleObj>
              </mc:Choice>
              <mc:Fallback>
                <p:oleObj name="Equation" r:id="rId5" imgW="1079280" imgH="6984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228600"/>
                        <a:ext cx="2382838" cy="1541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5076" name="Freeform 4"/>
          <p:cNvSpPr>
            <a:spLocks/>
          </p:cNvSpPr>
          <p:nvPr/>
        </p:nvSpPr>
        <p:spPr bwMode="auto">
          <a:xfrm>
            <a:off x="6324600" y="228600"/>
            <a:ext cx="2667000" cy="1752600"/>
          </a:xfrm>
          <a:custGeom>
            <a:avLst/>
            <a:gdLst>
              <a:gd name="T0" fmla="*/ 0 w 912"/>
              <a:gd name="T1" fmla="*/ 0 h 960"/>
              <a:gd name="T2" fmla="*/ 0 w 912"/>
              <a:gd name="T3" fmla="*/ 960 h 960"/>
              <a:gd name="T4" fmla="*/ 912 w 912"/>
              <a:gd name="T5" fmla="*/ 960 h 9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12" h="960">
                <a:moveTo>
                  <a:pt x="0" y="0"/>
                </a:moveTo>
                <a:lnTo>
                  <a:pt x="0" y="960"/>
                </a:lnTo>
                <a:lnTo>
                  <a:pt x="912" y="960"/>
                </a:lnTo>
              </a:path>
            </a:pathLst>
          </a:custGeom>
          <a:noFill/>
          <a:ln w="31750" cap="flat" cmpd="sng">
            <a:solidFill>
              <a:srgbClr val="0033CC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graphicFrame>
        <p:nvGraphicFramePr>
          <p:cNvPr id="1155077" name="Object 5"/>
          <p:cNvGraphicFramePr>
            <a:graphicFrameLocks noChangeAspect="1"/>
          </p:cNvGraphicFramePr>
          <p:nvPr/>
        </p:nvGraphicFramePr>
        <p:xfrm>
          <a:off x="568325" y="1030288"/>
          <a:ext cx="2409825" cy="1560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5099" name="Equation" r:id="rId7" imgW="1079280" imgH="698400" progId="Equation.3">
                  <p:embed/>
                </p:oleObj>
              </mc:Choice>
              <mc:Fallback>
                <p:oleObj name="Equation" r:id="rId7" imgW="1079280" imgH="6984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325" y="1030288"/>
                        <a:ext cx="2409825" cy="1560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5078" name="Object 6"/>
          <p:cNvGraphicFramePr>
            <a:graphicFrameLocks noChangeAspect="1"/>
          </p:cNvGraphicFramePr>
          <p:nvPr/>
        </p:nvGraphicFramePr>
        <p:xfrm>
          <a:off x="2971800" y="1042988"/>
          <a:ext cx="2468563" cy="1560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5100" name="Equation" r:id="rId9" imgW="1104840" imgH="698400" progId="Equation.3">
                  <p:embed/>
                </p:oleObj>
              </mc:Choice>
              <mc:Fallback>
                <p:oleObj name="Equation" r:id="rId9" imgW="1104840" imgH="698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1042988"/>
                        <a:ext cx="2468563" cy="1560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5079" name="Text Box 7"/>
          <p:cNvSpPr txBox="1">
            <a:spLocks noChangeArrowheads="1"/>
          </p:cNvSpPr>
          <p:nvPr/>
        </p:nvSpPr>
        <p:spPr bwMode="auto">
          <a:xfrm>
            <a:off x="457200" y="5089525"/>
            <a:ext cx="1981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一般解为</a:t>
            </a:r>
          </a:p>
        </p:txBody>
      </p:sp>
      <p:graphicFrame>
        <p:nvGraphicFramePr>
          <p:cNvPr id="1155080" name="Object 8"/>
          <p:cNvGraphicFramePr>
            <a:graphicFrameLocks noChangeAspect="1"/>
          </p:cNvGraphicFramePr>
          <p:nvPr/>
        </p:nvGraphicFramePr>
        <p:xfrm>
          <a:off x="2044700" y="4518025"/>
          <a:ext cx="2133600" cy="170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5101" name="Equation" r:id="rId11" imgW="888840" imgH="711000" progId="Equation.3">
                  <p:embed/>
                </p:oleObj>
              </mc:Choice>
              <mc:Fallback>
                <p:oleObj name="Equation" r:id="rId11" imgW="888840" imgH="7110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4700" y="4518025"/>
                        <a:ext cx="2133600" cy="1706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5081" name="Object 9"/>
          <p:cNvGraphicFramePr>
            <a:graphicFrameLocks noChangeAspect="1"/>
          </p:cNvGraphicFramePr>
          <p:nvPr/>
        </p:nvGraphicFramePr>
        <p:xfrm>
          <a:off x="4229100" y="5051425"/>
          <a:ext cx="4191000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5102" name="Document" r:id="rId13" imgW="1478880" imgH="216000" progId="Word.Document.8">
                  <p:embed/>
                </p:oleObj>
              </mc:Choice>
              <mc:Fallback>
                <p:oleObj name="Document" r:id="rId13" imgW="1478880" imgH="216000" progId="Word.Document.8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9100" y="5051425"/>
                        <a:ext cx="4191000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5082" name="Object 10"/>
          <p:cNvGraphicFramePr>
            <a:graphicFrameLocks noChangeAspect="1"/>
          </p:cNvGraphicFramePr>
          <p:nvPr/>
        </p:nvGraphicFramePr>
        <p:xfrm>
          <a:off x="762000" y="2819400"/>
          <a:ext cx="2638425" cy="156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5103" name="Equation" r:id="rId15" imgW="1180800" imgH="698400" progId="Equation.3">
                  <p:embed/>
                </p:oleObj>
              </mc:Choice>
              <mc:Fallback>
                <p:oleObj name="Equation" r:id="rId15" imgW="1180800" imgH="6984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2819400"/>
                        <a:ext cx="2638425" cy="1560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55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55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55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55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55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55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55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5079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C2C6D-A3B8-40DD-B911-69C8B775ADFF}" type="slidenum">
              <a:rPr lang="zh-CN" altLang="en-US"/>
              <a:pPr/>
              <a:t>32</a:t>
            </a:fld>
            <a:endParaRPr lang="zh-CN" altLang="en-US"/>
          </a:p>
        </p:txBody>
      </p:sp>
      <p:sp>
        <p:nvSpPr>
          <p:cNvPr id="115609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76200"/>
            <a:ext cx="8305800" cy="685800"/>
          </a:xfrm>
        </p:spPr>
        <p:txBody>
          <a:bodyPr/>
          <a:lstStyle/>
          <a:p>
            <a:r>
              <a:rPr lang="zh-CN" altLang="en-US" sz="3600" b="1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第二节  向量与向量组的线性组合</a:t>
            </a:r>
          </a:p>
        </p:txBody>
      </p:sp>
      <p:sp>
        <p:nvSpPr>
          <p:cNvPr id="1156145" name="Text Box 49"/>
          <p:cNvSpPr txBox="1">
            <a:spLocks noChangeArrowheads="1"/>
          </p:cNvSpPr>
          <p:nvPr/>
        </p:nvSpPr>
        <p:spPr bwMode="auto">
          <a:xfrm>
            <a:off x="152400" y="838200"/>
            <a:ext cx="5334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320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(一) 向量及其线性运算</a:t>
            </a:r>
          </a:p>
        </p:txBody>
      </p:sp>
      <p:sp>
        <p:nvSpPr>
          <p:cNvPr id="1156146" name="Text Box 50"/>
          <p:cNvSpPr txBox="1">
            <a:spLocks noChangeArrowheads="1"/>
          </p:cNvSpPr>
          <p:nvPr/>
        </p:nvSpPr>
        <p:spPr bwMode="auto">
          <a:xfrm>
            <a:off x="223838" y="1516063"/>
            <a:ext cx="1143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000099"/>
                </a:solidFill>
                <a:ea typeface="黑体" panose="02010609060101010101" pitchFamily="49" charset="-122"/>
              </a:rPr>
              <a:t>定义</a:t>
            </a:r>
          </a:p>
        </p:txBody>
      </p:sp>
      <p:graphicFrame>
        <p:nvGraphicFramePr>
          <p:cNvPr id="1156147" name="Object 51"/>
          <p:cNvGraphicFramePr>
            <a:graphicFrameLocks noChangeAspect="1"/>
          </p:cNvGraphicFramePr>
          <p:nvPr/>
        </p:nvGraphicFramePr>
        <p:xfrm>
          <a:off x="1295400" y="1524000"/>
          <a:ext cx="7442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6046" name="Document" r:id="rId3" imgW="2938680" imgH="229680" progId="Word.Document.8">
                  <p:embed/>
                </p:oleObj>
              </mc:Choice>
              <mc:Fallback>
                <p:oleObj name="Document" r:id="rId3" imgW="2938680" imgH="229680" progId="Word.Document.8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1524000"/>
                        <a:ext cx="7442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6148" name="Object 52"/>
          <p:cNvGraphicFramePr>
            <a:graphicFrameLocks noChangeAspect="1"/>
          </p:cNvGraphicFramePr>
          <p:nvPr/>
        </p:nvGraphicFramePr>
        <p:xfrm>
          <a:off x="300038" y="2138363"/>
          <a:ext cx="2286000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6047" name="Document" r:id="rId5" imgW="959400" imgH="180720" progId="Word.Document.8">
                  <p:embed/>
                </p:oleObj>
              </mc:Choice>
              <mc:Fallback>
                <p:oleObj name="Document" r:id="rId5" imgW="959400" imgH="180720" progId="Word.Document.8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8" y="2138363"/>
                        <a:ext cx="2286000" cy="49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6149" name="Object 53"/>
          <p:cNvGraphicFramePr>
            <a:graphicFrameLocks noChangeAspect="1"/>
          </p:cNvGraphicFramePr>
          <p:nvPr/>
        </p:nvGraphicFramePr>
        <p:xfrm>
          <a:off x="914400" y="2616200"/>
          <a:ext cx="624840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6048" name="Document" r:id="rId7" imgW="2437200" imgH="228600" progId="Word.Document.8">
                  <p:embed/>
                </p:oleObj>
              </mc:Choice>
              <mc:Fallback>
                <p:oleObj name="Document" r:id="rId7" imgW="2437200" imgH="228600" progId="Word.Document.8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616200"/>
                        <a:ext cx="6248400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6150" name="Text Box 54"/>
          <p:cNvSpPr txBox="1">
            <a:spLocks noChangeArrowheads="1"/>
          </p:cNvSpPr>
          <p:nvPr/>
        </p:nvSpPr>
        <p:spPr bwMode="auto">
          <a:xfrm>
            <a:off x="757238" y="3263900"/>
            <a:ext cx="2057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行向量</a:t>
            </a:r>
          </a:p>
        </p:txBody>
      </p:sp>
      <p:graphicFrame>
        <p:nvGraphicFramePr>
          <p:cNvPr id="1156151" name="Object 55"/>
          <p:cNvGraphicFramePr>
            <a:graphicFrameLocks noChangeAspect="1"/>
          </p:cNvGraphicFramePr>
          <p:nvPr/>
        </p:nvGraphicFramePr>
        <p:xfrm>
          <a:off x="2286000" y="3302000"/>
          <a:ext cx="26670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6049" name="Equation" r:id="rId9" imgW="1143000" imgH="228600" progId="Equation.3">
                  <p:embed/>
                </p:oleObj>
              </mc:Choice>
              <mc:Fallback>
                <p:oleObj name="Equation" r:id="rId9" imgW="1143000" imgH="228600" progId="Equation.3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3302000"/>
                        <a:ext cx="2667000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6152" name="Text Box 56"/>
          <p:cNvSpPr txBox="1">
            <a:spLocks noChangeArrowheads="1"/>
          </p:cNvSpPr>
          <p:nvPr/>
        </p:nvSpPr>
        <p:spPr bwMode="auto">
          <a:xfrm>
            <a:off x="788988" y="4597400"/>
            <a:ext cx="21018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列向量</a:t>
            </a:r>
          </a:p>
        </p:txBody>
      </p:sp>
      <p:graphicFrame>
        <p:nvGraphicFramePr>
          <p:cNvPr id="1156153" name="Object 57"/>
          <p:cNvGraphicFramePr>
            <a:graphicFrameLocks noChangeAspect="1"/>
          </p:cNvGraphicFramePr>
          <p:nvPr/>
        </p:nvGraphicFramePr>
        <p:xfrm>
          <a:off x="2312988" y="3835400"/>
          <a:ext cx="1414462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6050" name="Equation" r:id="rId11" imgW="596880" imgH="939600" progId="Equation.3">
                  <p:embed/>
                </p:oleObj>
              </mc:Choice>
              <mc:Fallback>
                <p:oleObj name="Equation" r:id="rId11" imgW="596880" imgH="939600" progId="Equation.3">
                  <p:embed/>
                  <p:pic>
                    <p:nvPicPr>
                      <p:cNvPr id="0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2988" y="3835400"/>
                        <a:ext cx="1414462" cy="2209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6154" name="Text Box 58"/>
          <p:cNvSpPr txBox="1">
            <a:spLocks noChangeArrowheads="1"/>
          </p:cNvSpPr>
          <p:nvPr/>
        </p:nvSpPr>
        <p:spPr bwMode="auto">
          <a:xfrm>
            <a:off x="4119563" y="4608513"/>
            <a:ext cx="5381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或</a:t>
            </a:r>
          </a:p>
        </p:txBody>
      </p:sp>
      <p:graphicFrame>
        <p:nvGraphicFramePr>
          <p:cNvPr id="1156155" name="Object 59"/>
          <p:cNvGraphicFramePr>
            <a:graphicFrameLocks noChangeAspect="1"/>
          </p:cNvGraphicFramePr>
          <p:nvPr/>
        </p:nvGraphicFramePr>
        <p:xfrm>
          <a:off x="4805363" y="4608513"/>
          <a:ext cx="2844800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6051" name="Equation" r:id="rId13" imgW="1218960" imgH="241200" progId="Equation.3">
                  <p:embed/>
                </p:oleObj>
              </mc:Choice>
              <mc:Fallback>
                <p:oleObj name="Equation" r:id="rId13" imgW="1218960" imgH="241200" progId="Equation.3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5363" y="4608513"/>
                        <a:ext cx="2844800" cy="560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6156" name="Object 60"/>
          <p:cNvGraphicFramePr>
            <a:graphicFrameLocks noChangeAspect="1"/>
          </p:cNvGraphicFramePr>
          <p:nvPr/>
        </p:nvGraphicFramePr>
        <p:xfrm>
          <a:off x="838200" y="6121400"/>
          <a:ext cx="6248400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6052" name="Document" r:id="rId15" imgW="2495520" imgH="205920" progId="Word.Document.8">
                  <p:embed/>
                </p:oleObj>
              </mc:Choice>
              <mc:Fallback>
                <p:oleObj name="Document" r:id="rId15" imgW="2495520" imgH="205920" progId="Word.Document.8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6121400"/>
                        <a:ext cx="6248400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56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56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5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5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5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5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5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56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15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156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156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156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156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6098" grpId="0" autoUpdateAnimBg="0"/>
      <p:bldP spid="1156145" grpId="0" autoUpdateAnimBg="0"/>
      <p:bldP spid="1156146" grpId="0" autoUpdateAnimBg="0"/>
      <p:bldP spid="1156150" grpId="0" autoUpdateAnimBg="0"/>
      <p:bldP spid="1156152" grpId="0" autoUpdateAnimBg="0"/>
      <p:bldP spid="1156154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B5A67-62FA-4C6A-94F9-97C384502695}" type="slidenum">
              <a:rPr lang="zh-CN" altLang="en-US"/>
              <a:pPr/>
              <a:t>33</a:t>
            </a:fld>
            <a:endParaRPr lang="zh-CN" altLang="en-US"/>
          </a:p>
        </p:txBody>
      </p:sp>
      <p:sp>
        <p:nvSpPr>
          <p:cNvPr id="1039362" name="Text Box 2"/>
          <p:cNvSpPr txBox="1">
            <a:spLocks noChangeArrowheads="1"/>
          </p:cNvSpPr>
          <p:nvPr/>
        </p:nvSpPr>
        <p:spPr bwMode="auto">
          <a:xfrm>
            <a:off x="381000" y="3200400"/>
            <a:ext cx="8153400" cy="120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/>
              <a:t>向量可视为特殊的矩阵, 因此, 向量的</a:t>
            </a: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相等</a:t>
            </a:r>
            <a:r>
              <a:rPr lang="zh-CN" altLang="en-US"/>
              <a:t>的概念与矩阵完全相同：</a:t>
            </a:r>
          </a:p>
        </p:txBody>
      </p:sp>
      <p:grpSp>
        <p:nvGrpSpPr>
          <p:cNvPr id="1039363" name="Group 3"/>
          <p:cNvGrpSpPr>
            <a:grpSpLocks/>
          </p:cNvGrpSpPr>
          <p:nvPr/>
        </p:nvGrpSpPr>
        <p:grpSpPr bwMode="auto">
          <a:xfrm>
            <a:off x="381000" y="304800"/>
            <a:ext cx="7772400" cy="579438"/>
            <a:chOff x="384" y="192"/>
            <a:chExt cx="4896" cy="365"/>
          </a:xfrm>
        </p:grpSpPr>
        <p:sp>
          <p:nvSpPr>
            <p:cNvPr id="1039364" name="Text Box 4"/>
            <p:cNvSpPr txBox="1">
              <a:spLocks noChangeArrowheads="1"/>
            </p:cNvSpPr>
            <p:nvPr/>
          </p:nvSpPr>
          <p:spPr bwMode="auto">
            <a:xfrm>
              <a:off x="384" y="192"/>
              <a:ext cx="489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r>
                <a:rPr lang="zh-CN" altLang="en-US">
                  <a:latin typeface="宋体" panose="02010600030101010101" pitchFamily="2" charset="-122"/>
                </a:rPr>
                <a:t>分量全部为零的向量称为零向量，记为</a:t>
              </a:r>
              <a:r>
                <a:rPr lang="zh-CN" altLang="en-US"/>
                <a:t> </a:t>
              </a:r>
              <a:r>
                <a:rPr lang="zh-CN" altLang="en-US" sz="3200" i="1"/>
                <a:t>0 </a:t>
              </a:r>
              <a:r>
                <a:rPr lang="zh-CN" altLang="en-US">
                  <a:latin typeface="宋体" panose="02010600030101010101" pitchFamily="2" charset="-122"/>
                </a:rPr>
                <a:t>或   。</a:t>
              </a:r>
            </a:p>
          </p:txBody>
        </p:sp>
        <p:graphicFrame>
          <p:nvGraphicFramePr>
            <p:cNvPr id="1039365" name="Object 5"/>
            <p:cNvGraphicFramePr>
              <a:graphicFrameLocks noChangeAspect="1"/>
            </p:cNvGraphicFramePr>
            <p:nvPr/>
          </p:nvGraphicFramePr>
          <p:xfrm>
            <a:off x="4820" y="240"/>
            <a:ext cx="243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9383" name="Equation" r:id="rId3" imgW="139680" imgH="177480" progId="Equation.3">
                    <p:embed/>
                  </p:oleObj>
                </mc:Choice>
                <mc:Fallback>
                  <p:oleObj name="Equation" r:id="rId3" imgW="139680" imgH="17748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20" y="240"/>
                          <a:ext cx="243" cy="30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39366" name="Object 6"/>
          <p:cNvGraphicFramePr>
            <a:graphicFrameLocks noChangeAspect="1"/>
          </p:cNvGraphicFramePr>
          <p:nvPr/>
        </p:nvGraphicFramePr>
        <p:xfrm>
          <a:off x="381000" y="1066800"/>
          <a:ext cx="3867150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384" name="Equation" r:id="rId5" imgW="1549080" imgH="228600" progId="Equation.3">
                  <p:embed/>
                </p:oleObj>
              </mc:Choice>
              <mc:Fallback>
                <p:oleObj name="Equation" r:id="rId5" imgW="154908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066800"/>
                        <a:ext cx="3867150" cy="568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9367" name="Object 7"/>
          <p:cNvGraphicFramePr>
            <a:graphicFrameLocks noChangeAspect="1"/>
          </p:cNvGraphicFramePr>
          <p:nvPr/>
        </p:nvGraphicFramePr>
        <p:xfrm>
          <a:off x="1905000" y="1828800"/>
          <a:ext cx="2820988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385" name="Equation" r:id="rId7" imgW="1130040" imgH="228600" progId="Equation.3">
                  <p:embed/>
                </p:oleObj>
              </mc:Choice>
              <mc:Fallback>
                <p:oleObj name="Equation" r:id="rId7" imgW="113004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828800"/>
                        <a:ext cx="2820988" cy="568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9368" name="Object 8"/>
          <p:cNvGraphicFramePr>
            <a:graphicFrameLocks noChangeAspect="1"/>
          </p:cNvGraphicFramePr>
          <p:nvPr/>
        </p:nvGraphicFramePr>
        <p:xfrm>
          <a:off x="457200" y="2555875"/>
          <a:ext cx="6878638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386" name="Equation" r:id="rId9" imgW="2755800" imgH="228600" progId="Equation.3">
                  <p:embed/>
                </p:oleObj>
              </mc:Choice>
              <mc:Fallback>
                <p:oleObj name="Equation" r:id="rId9" imgW="275580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555875"/>
                        <a:ext cx="6878638" cy="568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9369" name="Object 9"/>
          <p:cNvGraphicFramePr>
            <a:graphicFrameLocks noChangeAspect="1"/>
          </p:cNvGraphicFramePr>
          <p:nvPr/>
        </p:nvGraphicFramePr>
        <p:xfrm>
          <a:off x="990600" y="4572000"/>
          <a:ext cx="4627563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387" name="Equation" r:id="rId11" imgW="1854000" imgH="228600" progId="Equation.3">
                  <p:embed/>
                </p:oleObj>
              </mc:Choice>
              <mc:Fallback>
                <p:oleObj name="Equation" r:id="rId11" imgW="185400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4572000"/>
                        <a:ext cx="4627563" cy="568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9370" name="Object 10"/>
          <p:cNvGraphicFramePr>
            <a:graphicFrameLocks noChangeAspect="1"/>
          </p:cNvGraphicFramePr>
          <p:nvPr/>
        </p:nvGraphicFramePr>
        <p:xfrm>
          <a:off x="1152525" y="5410200"/>
          <a:ext cx="4151313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388" name="Equation" r:id="rId13" imgW="1663560" imgH="228600" progId="Equation.3">
                  <p:embed/>
                </p:oleObj>
              </mc:Choice>
              <mc:Fallback>
                <p:oleObj name="Equation" r:id="rId13" imgW="1663560" imgH="2286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2525" y="5410200"/>
                        <a:ext cx="4151313" cy="568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39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39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39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39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39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39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39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9362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28268-E18A-4387-B491-06F9343586AB}" type="slidenum">
              <a:rPr lang="zh-CN" altLang="en-US"/>
              <a:pPr/>
              <a:t>34</a:t>
            </a:fld>
            <a:endParaRPr lang="zh-CN" altLang="en-US"/>
          </a:p>
        </p:txBody>
      </p:sp>
      <p:graphicFrame>
        <p:nvGraphicFramePr>
          <p:cNvPr id="1040387" name="Object 3"/>
          <p:cNvGraphicFramePr>
            <a:graphicFrameLocks noChangeAspect="1"/>
          </p:cNvGraphicFramePr>
          <p:nvPr/>
        </p:nvGraphicFramePr>
        <p:xfrm>
          <a:off x="533400" y="1219200"/>
          <a:ext cx="6400800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401" name="Equation" r:id="rId3" imgW="2565360" imgH="228600" progId="Equation.3">
                  <p:embed/>
                </p:oleObj>
              </mc:Choice>
              <mc:Fallback>
                <p:oleObj name="Equation" r:id="rId3" imgW="2565360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219200"/>
                        <a:ext cx="6400800" cy="568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0388" name="Object 4"/>
          <p:cNvGraphicFramePr>
            <a:graphicFrameLocks noChangeAspect="1"/>
          </p:cNvGraphicFramePr>
          <p:nvPr/>
        </p:nvGraphicFramePr>
        <p:xfrm>
          <a:off x="1806575" y="2895600"/>
          <a:ext cx="365760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402" name="Equation" r:id="rId5" imgW="1473120" imgH="228600" progId="Equation.3">
                  <p:embed/>
                </p:oleObj>
              </mc:Choice>
              <mc:Fallback>
                <p:oleObj name="Equation" r:id="rId5" imgW="147312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6575" y="2895600"/>
                        <a:ext cx="3657600" cy="565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0389" name="Text Box 5"/>
          <p:cNvSpPr txBox="1">
            <a:spLocks noChangeArrowheads="1"/>
          </p:cNvSpPr>
          <p:nvPr/>
        </p:nvSpPr>
        <p:spPr bwMode="auto">
          <a:xfrm>
            <a:off x="381000" y="381000"/>
            <a:ext cx="8001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向量的</a:t>
            </a: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加减法</a:t>
            </a:r>
            <a:r>
              <a:rPr lang="zh-CN" altLang="en-US"/>
              <a:t>、</a:t>
            </a: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数乘</a:t>
            </a:r>
            <a:r>
              <a:rPr lang="zh-CN" altLang="en-US"/>
              <a:t>等概念与矩阵完全相同。</a:t>
            </a:r>
          </a:p>
        </p:txBody>
      </p:sp>
      <p:sp>
        <p:nvSpPr>
          <p:cNvPr id="1040390" name="Text Box 6"/>
          <p:cNvSpPr txBox="1">
            <a:spLocks noChangeArrowheads="1"/>
          </p:cNvSpPr>
          <p:nvPr/>
        </p:nvSpPr>
        <p:spPr bwMode="auto">
          <a:xfrm>
            <a:off x="7086600" y="1219200"/>
            <a:ext cx="68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则</a:t>
            </a:r>
          </a:p>
        </p:txBody>
      </p:sp>
      <p:graphicFrame>
        <p:nvGraphicFramePr>
          <p:cNvPr id="1040391" name="Object 7"/>
          <p:cNvGraphicFramePr>
            <a:graphicFrameLocks noChangeAspect="1"/>
          </p:cNvGraphicFramePr>
          <p:nvPr/>
        </p:nvGraphicFramePr>
        <p:xfrm>
          <a:off x="1828800" y="2057400"/>
          <a:ext cx="5618163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403" name="Equation" r:id="rId7" imgW="2209680" imgH="228600" progId="Equation.3">
                  <p:embed/>
                </p:oleObj>
              </mc:Choice>
              <mc:Fallback>
                <p:oleObj name="Equation" r:id="rId7" imgW="220968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2057400"/>
                        <a:ext cx="5618163" cy="581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0392" name="Text Box 8"/>
          <p:cNvSpPr txBox="1">
            <a:spLocks noChangeArrowheads="1"/>
          </p:cNvSpPr>
          <p:nvPr/>
        </p:nvSpPr>
        <p:spPr bwMode="auto">
          <a:xfrm>
            <a:off x="474663" y="2057400"/>
            <a:ext cx="1219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加法</a:t>
            </a:r>
          </a:p>
        </p:txBody>
      </p:sp>
      <p:sp>
        <p:nvSpPr>
          <p:cNvPr id="1040393" name="Text Box 9"/>
          <p:cNvSpPr txBox="1">
            <a:spLocks noChangeArrowheads="1"/>
          </p:cNvSpPr>
          <p:nvPr/>
        </p:nvSpPr>
        <p:spPr bwMode="auto">
          <a:xfrm>
            <a:off x="511175" y="2857500"/>
            <a:ext cx="1371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数乘</a:t>
            </a:r>
          </a:p>
        </p:txBody>
      </p:sp>
      <p:sp>
        <p:nvSpPr>
          <p:cNvPr id="1040394" name="Text Box 10"/>
          <p:cNvSpPr txBox="1">
            <a:spLocks noChangeArrowheads="1"/>
          </p:cNvSpPr>
          <p:nvPr/>
        </p:nvSpPr>
        <p:spPr bwMode="auto">
          <a:xfrm>
            <a:off x="457200" y="3595688"/>
            <a:ext cx="8305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</a:rPr>
              <a:t>向量的加法和数乘运算，统称为向量的</a:t>
            </a: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线性运算</a:t>
            </a:r>
            <a:r>
              <a:rPr lang="zh-CN" altLang="en-US"/>
              <a:t>。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0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40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40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40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40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40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40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40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0389" grpId="0" autoUpdateAnimBg="0"/>
      <p:bldP spid="1040390" grpId="0" autoUpdateAnimBg="0"/>
      <p:bldP spid="1040392" grpId="0" autoUpdateAnimBg="0"/>
      <p:bldP spid="1040393" grpId="0" autoUpdateAnimBg="0"/>
      <p:bldP spid="1040394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A3C9F-BCE1-42EC-A314-039573662C02}" type="slidenum">
              <a:rPr lang="zh-CN" altLang="en-US"/>
              <a:pPr/>
              <a:t>35</a:t>
            </a:fld>
            <a:endParaRPr lang="zh-CN" altLang="en-US"/>
          </a:p>
        </p:txBody>
      </p:sp>
      <p:sp>
        <p:nvSpPr>
          <p:cNvPr id="1041410" name="Text Box 2"/>
          <p:cNvSpPr txBox="1">
            <a:spLocks noChangeArrowheads="1"/>
          </p:cNvSpPr>
          <p:nvPr/>
        </p:nvSpPr>
        <p:spPr bwMode="auto">
          <a:xfrm>
            <a:off x="381000" y="228600"/>
            <a:ext cx="7391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</a:rPr>
              <a:t>向量的线性运算满足以下八条运算律：</a:t>
            </a:r>
            <a:r>
              <a:rPr lang="zh-CN" altLang="en-US"/>
              <a:t> </a:t>
            </a:r>
          </a:p>
        </p:txBody>
      </p:sp>
      <p:sp>
        <p:nvSpPr>
          <p:cNvPr id="1041411" name="Text Box 3"/>
          <p:cNvSpPr txBox="1">
            <a:spLocks noChangeArrowheads="1"/>
          </p:cNvSpPr>
          <p:nvPr/>
        </p:nvSpPr>
        <p:spPr bwMode="auto">
          <a:xfrm>
            <a:off x="304800" y="5791200"/>
            <a:ext cx="8839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/>
              <a:t>其中</a:t>
            </a:r>
            <a:r>
              <a:rPr kumimoji="0" lang="en-US" altLang="zh-CN" sz="3200" i="1">
                <a:latin typeface="Symbol" panose="05050102010706020507" pitchFamily="18" charset="2"/>
              </a:rPr>
              <a:t>a</a:t>
            </a:r>
            <a:r>
              <a:rPr kumimoji="0" lang="en-US" altLang="zh-CN" sz="3200"/>
              <a:t>, </a:t>
            </a:r>
            <a:r>
              <a:rPr kumimoji="0" lang="en-US" altLang="zh-CN" sz="3200" i="1">
                <a:latin typeface="Symbol" panose="05050102010706020507" pitchFamily="18" charset="2"/>
              </a:rPr>
              <a:t>b</a:t>
            </a:r>
            <a:r>
              <a:rPr kumimoji="0" lang="en-US" altLang="zh-CN" sz="3200"/>
              <a:t>, </a:t>
            </a:r>
            <a:r>
              <a:rPr kumimoji="0" lang="en-US" altLang="zh-CN" sz="3200" i="1">
                <a:latin typeface="Symbol" panose="05050102010706020507" pitchFamily="18" charset="2"/>
              </a:rPr>
              <a:t>g</a:t>
            </a:r>
            <a:r>
              <a:rPr kumimoji="0" lang="en-US" altLang="zh-CN" i="1">
                <a:latin typeface="Symbol" panose="05050102010706020507" pitchFamily="18" charset="2"/>
              </a:rPr>
              <a:t> </a:t>
            </a:r>
            <a:r>
              <a:rPr kumimoji="0" lang="zh-CN" altLang="en-US"/>
              <a:t>都是</a:t>
            </a:r>
            <a:r>
              <a:rPr kumimoji="0" lang="en-US" altLang="zh-CN" sz="3200" i="1"/>
              <a:t>n</a:t>
            </a:r>
            <a:r>
              <a:rPr kumimoji="0" lang="zh-CN" altLang="en-US"/>
              <a:t>维向量, </a:t>
            </a:r>
            <a:r>
              <a:rPr lang="en-US" altLang="zh-CN" sz="3200" i="1">
                <a:solidFill>
                  <a:schemeClr val="tx2"/>
                </a:solidFill>
                <a:cs typeface="Times New Roman" panose="02020603050405020304" pitchFamily="18" charset="0"/>
              </a:rPr>
              <a:t>θ</a:t>
            </a:r>
            <a:r>
              <a:rPr kumimoji="0" lang="zh-CN" altLang="en-US"/>
              <a:t>是</a:t>
            </a:r>
            <a:r>
              <a:rPr kumimoji="0" lang="en-US" altLang="zh-CN" sz="3200" i="1"/>
              <a:t>n</a:t>
            </a:r>
            <a:r>
              <a:rPr kumimoji="0" lang="zh-CN" altLang="en-US"/>
              <a:t>维零向量, </a:t>
            </a:r>
            <a:r>
              <a:rPr kumimoji="0" lang="en-US" altLang="zh-CN" sz="3200" i="1"/>
              <a:t>k</a:t>
            </a:r>
            <a:r>
              <a:rPr kumimoji="0" lang="en-US" altLang="zh-CN" sz="3200"/>
              <a:t>, </a:t>
            </a:r>
            <a:r>
              <a:rPr kumimoji="0" lang="en-US" altLang="zh-CN" sz="3200" i="1"/>
              <a:t>l</a:t>
            </a:r>
            <a:r>
              <a:rPr kumimoji="0" lang="en-US" altLang="zh-CN" i="1"/>
              <a:t> </a:t>
            </a:r>
            <a:r>
              <a:rPr kumimoji="0" lang="zh-CN" altLang="en-US"/>
              <a:t>为实数.</a:t>
            </a:r>
          </a:p>
        </p:txBody>
      </p:sp>
      <p:grpSp>
        <p:nvGrpSpPr>
          <p:cNvPr id="1041412" name="Group 4"/>
          <p:cNvGrpSpPr>
            <a:grpSpLocks/>
          </p:cNvGrpSpPr>
          <p:nvPr/>
        </p:nvGrpSpPr>
        <p:grpSpPr bwMode="auto">
          <a:xfrm>
            <a:off x="533400" y="838200"/>
            <a:ext cx="5457825" cy="539750"/>
            <a:chOff x="336" y="872"/>
            <a:chExt cx="3438" cy="340"/>
          </a:xfrm>
        </p:grpSpPr>
        <p:graphicFrame>
          <p:nvGraphicFramePr>
            <p:cNvPr id="1041413" name="Object 5"/>
            <p:cNvGraphicFramePr>
              <a:graphicFrameLocks noChangeAspect="1"/>
            </p:cNvGraphicFramePr>
            <p:nvPr/>
          </p:nvGraphicFramePr>
          <p:xfrm>
            <a:off x="336" y="896"/>
            <a:ext cx="1782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1446" name="Equation" r:id="rId3" imgW="1143000" imgH="203040" progId="Equation.3">
                    <p:embed/>
                  </p:oleObj>
                </mc:Choice>
                <mc:Fallback>
                  <p:oleObj name="Equation" r:id="rId3" imgW="1143000" imgH="20304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" y="896"/>
                          <a:ext cx="1782" cy="3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41414" name="Text Box 6"/>
            <p:cNvSpPr txBox="1">
              <a:spLocks noChangeArrowheads="1"/>
            </p:cNvSpPr>
            <p:nvPr/>
          </p:nvSpPr>
          <p:spPr bwMode="auto">
            <a:xfrm>
              <a:off x="2160" y="872"/>
              <a:ext cx="161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/>
                <a:t>(加法交换律)；</a:t>
              </a:r>
            </a:p>
          </p:txBody>
        </p:sp>
      </p:grpSp>
      <p:grpSp>
        <p:nvGrpSpPr>
          <p:cNvPr id="1041415" name="Group 7"/>
          <p:cNvGrpSpPr>
            <a:grpSpLocks/>
          </p:cNvGrpSpPr>
          <p:nvPr/>
        </p:nvGrpSpPr>
        <p:grpSpPr bwMode="auto">
          <a:xfrm>
            <a:off x="533400" y="1447800"/>
            <a:ext cx="7134225" cy="519113"/>
            <a:chOff x="336" y="1056"/>
            <a:chExt cx="4494" cy="327"/>
          </a:xfrm>
        </p:grpSpPr>
        <p:graphicFrame>
          <p:nvGraphicFramePr>
            <p:cNvPr id="1041416" name="Object 8"/>
            <p:cNvGraphicFramePr>
              <a:graphicFrameLocks noChangeAspect="1"/>
            </p:cNvGraphicFramePr>
            <p:nvPr/>
          </p:nvGraphicFramePr>
          <p:xfrm>
            <a:off x="336" y="1056"/>
            <a:ext cx="2851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1447" name="Equation" r:id="rId5" imgW="1828800" imgH="203040" progId="Equation.3">
                    <p:embed/>
                  </p:oleObj>
                </mc:Choice>
                <mc:Fallback>
                  <p:oleObj name="Equation" r:id="rId5" imgW="1828800" imgH="20304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" y="1056"/>
                          <a:ext cx="2851" cy="3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41417" name="Text Box 9"/>
            <p:cNvSpPr txBox="1">
              <a:spLocks noChangeArrowheads="1"/>
            </p:cNvSpPr>
            <p:nvPr/>
          </p:nvSpPr>
          <p:spPr bwMode="auto">
            <a:xfrm>
              <a:off x="3216" y="1056"/>
              <a:ext cx="161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/>
                <a:t>(加法结合律)；</a:t>
              </a:r>
            </a:p>
          </p:txBody>
        </p:sp>
      </p:grpSp>
      <p:graphicFrame>
        <p:nvGraphicFramePr>
          <p:cNvPr id="1041418" name="Object 10"/>
          <p:cNvGraphicFramePr>
            <a:graphicFrameLocks noChangeAspect="1"/>
          </p:cNvGraphicFramePr>
          <p:nvPr/>
        </p:nvGraphicFramePr>
        <p:xfrm>
          <a:off x="533400" y="2057400"/>
          <a:ext cx="236220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448" name="Equation" r:id="rId7" imgW="952200" imgH="203040" progId="Equation.3">
                  <p:embed/>
                </p:oleObj>
              </mc:Choice>
              <mc:Fallback>
                <p:oleObj name="Equation" r:id="rId7" imgW="952200" imgH="2030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057400"/>
                        <a:ext cx="2362200" cy="503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1419" name="Object 11"/>
          <p:cNvGraphicFramePr>
            <a:graphicFrameLocks noChangeAspect="1"/>
          </p:cNvGraphicFramePr>
          <p:nvPr/>
        </p:nvGraphicFramePr>
        <p:xfrm>
          <a:off x="533400" y="2667000"/>
          <a:ext cx="2859088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449" name="Equation" r:id="rId9" imgW="1155600" imgH="203040" progId="Equation.3">
                  <p:embed/>
                </p:oleObj>
              </mc:Choice>
              <mc:Fallback>
                <p:oleObj name="Equation" r:id="rId9" imgW="1155600" imgH="2030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667000"/>
                        <a:ext cx="2859088" cy="501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41420" name="Group 12"/>
          <p:cNvGrpSpPr>
            <a:grpSpLocks/>
          </p:cNvGrpSpPr>
          <p:nvPr/>
        </p:nvGrpSpPr>
        <p:grpSpPr bwMode="auto">
          <a:xfrm>
            <a:off x="533400" y="3276600"/>
            <a:ext cx="6372225" cy="539750"/>
            <a:chOff x="336" y="2264"/>
            <a:chExt cx="4014" cy="340"/>
          </a:xfrm>
        </p:grpSpPr>
        <p:graphicFrame>
          <p:nvGraphicFramePr>
            <p:cNvPr id="1041421" name="Object 13"/>
            <p:cNvGraphicFramePr>
              <a:graphicFrameLocks noChangeAspect="1"/>
            </p:cNvGraphicFramePr>
            <p:nvPr/>
          </p:nvGraphicFramePr>
          <p:xfrm>
            <a:off x="336" y="2288"/>
            <a:ext cx="2356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1450" name="Equation" r:id="rId11" imgW="1511280" imgH="203040" progId="Equation.3">
                    <p:embed/>
                  </p:oleObj>
                </mc:Choice>
                <mc:Fallback>
                  <p:oleObj name="Equation" r:id="rId11" imgW="1511280" imgH="20304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" y="2288"/>
                          <a:ext cx="2356" cy="3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41422" name="Text Box 14"/>
            <p:cNvSpPr txBox="1">
              <a:spLocks noChangeArrowheads="1"/>
            </p:cNvSpPr>
            <p:nvPr/>
          </p:nvSpPr>
          <p:spPr bwMode="auto">
            <a:xfrm>
              <a:off x="2736" y="2264"/>
              <a:ext cx="161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/>
                <a:t>(数乘分配律)；</a:t>
              </a:r>
            </a:p>
          </p:txBody>
        </p:sp>
      </p:grpSp>
      <p:grpSp>
        <p:nvGrpSpPr>
          <p:cNvPr id="1041423" name="Group 15"/>
          <p:cNvGrpSpPr>
            <a:grpSpLocks/>
          </p:cNvGrpSpPr>
          <p:nvPr/>
        </p:nvGrpSpPr>
        <p:grpSpPr bwMode="auto">
          <a:xfrm>
            <a:off x="533400" y="3886200"/>
            <a:ext cx="6172200" cy="552450"/>
            <a:chOff x="336" y="2744"/>
            <a:chExt cx="3888" cy="348"/>
          </a:xfrm>
        </p:grpSpPr>
        <p:graphicFrame>
          <p:nvGraphicFramePr>
            <p:cNvPr id="1041424" name="Object 16"/>
            <p:cNvGraphicFramePr>
              <a:graphicFrameLocks noChangeAspect="1"/>
            </p:cNvGraphicFramePr>
            <p:nvPr/>
          </p:nvGraphicFramePr>
          <p:xfrm>
            <a:off x="336" y="2776"/>
            <a:ext cx="2237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1451" name="Equation" r:id="rId13" imgW="1434960" imgH="203040" progId="Equation.3">
                    <p:embed/>
                  </p:oleObj>
                </mc:Choice>
                <mc:Fallback>
                  <p:oleObj name="Equation" r:id="rId13" imgW="1434960" imgH="203040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" y="2776"/>
                          <a:ext cx="2237" cy="3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41425" name="Text Box 17"/>
            <p:cNvSpPr txBox="1">
              <a:spLocks noChangeArrowheads="1"/>
            </p:cNvSpPr>
            <p:nvPr/>
          </p:nvSpPr>
          <p:spPr bwMode="auto">
            <a:xfrm>
              <a:off x="2610" y="2744"/>
              <a:ext cx="161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/>
                <a:t>(数乘分配律)；</a:t>
              </a:r>
            </a:p>
          </p:txBody>
        </p:sp>
      </p:grpSp>
      <p:grpSp>
        <p:nvGrpSpPr>
          <p:cNvPr id="1041426" name="Group 18"/>
          <p:cNvGrpSpPr>
            <a:grpSpLocks/>
          </p:cNvGrpSpPr>
          <p:nvPr/>
        </p:nvGrpSpPr>
        <p:grpSpPr bwMode="auto">
          <a:xfrm>
            <a:off x="533400" y="4495800"/>
            <a:ext cx="5457825" cy="552450"/>
            <a:chOff x="384" y="3136"/>
            <a:chExt cx="3438" cy="348"/>
          </a:xfrm>
        </p:grpSpPr>
        <p:graphicFrame>
          <p:nvGraphicFramePr>
            <p:cNvPr id="1041427" name="Object 19"/>
            <p:cNvGraphicFramePr>
              <a:graphicFrameLocks noChangeAspect="1"/>
            </p:cNvGraphicFramePr>
            <p:nvPr/>
          </p:nvGraphicFramePr>
          <p:xfrm>
            <a:off x="384" y="3168"/>
            <a:ext cx="1781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1452" name="Equation" r:id="rId15" imgW="1143000" imgH="203040" progId="Equation.3">
                    <p:embed/>
                  </p:oleObj>
                </mc:Choice>
                <mc:Fallback>
                  <p:oleObj name="Equation" r:id="rId15" imgW="1143000" imgH="20304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" y="3168"/>
                          <a:ext cx="1781" cy="3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41428" name="Text Box 20"/>
            <p:cNvSpPr txBox="1">
              <a:spLocks noChangeArrowheads="1"/>
            </p:cNvSpPr>
            <p:nvPr/>
          </p:nvSpPr>
          <p:spPr bwMode="auto">
            <a:xfrm>
              <a:off x="2208" y="3136"/>
              <a:ext cx="161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/>
                <a:t>(数乘结合律)；</a:t>
              </a:r>
            </a:p>
          </p:txBody>
        </p:sp>
      </p:grpSp>
      <p:graphicFrame>
        <p:nvGraphicFramePr>
          <p:cNvPr id="1041429" name="Object 21"/>
          <p:cNvGraphicFramePr>
            <a:graphicFrameLocks noChangeAspect="1"/>
          </p:cNvGraphicFramePr>
          <p:nvPr/>
        </p:nvGraphicFramePr>
        <p:xfrm>
          <a:off x="533400" y="5181600"/>
          <a:ext cx="1979613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453" name="Equation" r:id="rId17" imgW="799920" imgH="203040" progId="Equation.3">
                  <p:embed/>
                </p:oleObj>
              </mc:Choice>
              <mc:Fallback>
                <p:oleObj name="Equation" r:id="rId17" imgW="799920" imgH="20304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5181600"/>
                        <a:ext cx="1979613" cy="501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1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41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41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41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41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41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41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41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41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41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1410" grpId="0" autoUpdateAnimBg="0"/>
      <p:bldP spid="1041411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6344-5781-403C-9817-EA5751EFD8A2}" type="slidenum">
              <a:rPr lang="zh-CN" altLang="en-US"/>
              <a:pPr/>
              <a:t>36</a:t>
            </a:fld>
            <a:endParaRPr lang="zh-CN" altLang="en-US"/>
          </a:p>
        </p:txBody>
      </p:sp>
      <p:sp>
        <p:nvSpPr>
          <p:cNvPr id="1042434" name="Text Box 2"/>
          <p:cNvSpPr txBox="1">
            <a:spLocks noChangeArrowheads="1"/>
          </p:cNvSpPr>
          <p:nvPr/>
        </p:nvSpPr>
        <p:spPr bwMode="auto">
          <a:xfrm>
            <a:off x="304800" y="304800"/>
            <a:ext cx="822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ea typeface="黑体" panose="02010609060101010101" pitchFamily="49" charset="-122"/>
              </a:rPr>
              <a:t>除了上述八条运算规则，显然还有以下性质：</a:t>
            </a:r>
          </a:p>
        </p:txBody>
      </p:sp>
      <p:graphicFrame>
        <p:nvGraphicFramePr>
          <p:cNvPr id="1042435" name="Object 3"/>
          <p:cNvGraphicFramePr>
            <a:graphicFrameLocks noChangeAspect="1"/>
          </p:cNvGraphicFramePr>
          <p:nvPr/>
        </p:nvGraphicFramePr>
        <p:xfrm>
          <a:off x="320675" y="1003300"/>
          <a:ext cx="722312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470" name="Equation" r:id="rId3" imgW="3047760" imgH="215640" progId="Equation.3">
                  <p:embed/>
                </p:oleObj>
              </mc:Choice>
              <mc:Fallback>
                <p:oleObj name="Equation" r:id="rId3" imgW="3047760" imgH="2156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675" y="1003300"/>
                        <a:ext cx="7223125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2436" name="Object 4"/>
          <p:cNvGraphicFramePr>
            <a:graphicFrameLocks noChangeAspect="1"/>
          </p:cNvGraphicFramePr>
          <p:nvPr/>
        </p:nvGraphicFramePr>
        <p:xfrm>
          <a:off x="304800" y="1676400"/>
          <a:ext cx="58674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471" name="Equation" r:id="rId5" imgW="2514600" imgH="215640" progId="Equation.3">
                  <p:embed/>
                </p:oleObj>
              </mc:Choice>
              <mc:Fallback>
                <p:oleObj name="Equation" r:id="rId5" imgW="2514600" imgH="215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676400"/>
                        <a:ext cx="5867400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2437" name="Object 5"/>
          <p:cNvGraphicFramePr>
            <a:graphicFrameLocks noChangeAspect="1"/>
          </p:cNvGraphicFramePr>
          <p:nvPr/>
        </p:nvGraphicFramePr>
        <p:xfrm>
          <a:off x="307975" y="2306638"/>
          <a:ext cx="700722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472" name="Equation" r:id="rId7" imgW="2895480" imgH="215640" progId="Equation.3">
                  <p:embed/>
                </p:oleObj>
              </mc:Choice>
              <mc:Fallback>
                <p:oleObj name="Equation" r:id="rId7" imgW="2895480" imgH="2156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975" y="2306638"/>
                        <a:ext cx="7007225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2438" name="Text Box 6"/>
          <p:cNvSpPr txBox="1">
            <a:spLocks noChangeArrowheads="1"/>
          </p:cNvSpPr>
          <p:nvPr/>
        </p:nvSpPr>
        <p:spPr bwMode="auto">
          <a:xfrm>
            <a:off x="304800" y="3009900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例</a:t>
            </a:r>
          </a:p>
        </p:txBody>
      </p:sp>
      <p:sp>
        <p:nvSpPr>
          <p:cNvPr id="1042439" name="Text Box 7"/>
          <p:cNvSpPr txBox="1">
            <a:spLocks noChangeArrowheads="1"/>
          </p:cNvSpPr>
          <p:nvPr/>
        </p:nvSpPr>
        <p:spPr bwMode="auto">
          <a:xfrm>
            <a:off x="304800" y="4267200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1042440" name="Object 8"/>
          <p:cNvGraphicFramePr>
            <a:graphicFrameLocks noChangeAspect="1"/>
          </p:cNvGraphicFramePr>
          <p:nvPr/>
        </p:nvGraphicFramePr>
        <p:xfrm>
          <a:off x="990600" y="3059113"/>
          <a:ext cx="56388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473" name="Equation" r:id="rId9" imgW="2361960" imgH="228600" progId="Equation.3">
                  <p:embed/>
                </p:oleObj>
              </mc:Choice>
              <mc:Fallback>
                <p:oleObj name="Equation" r:id="rId9" imgW="236196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3059113"/>
                        <a:ext cx="5638800" cy="546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42441" name="Group 9"/>
          <p:cNvGrpSpPr>
            <a:grpSpLocks/>
          </p:cNvGrpSpPr>
          <p:nvPr/>
        </p:nvGrpSpPr>
        <p:grpSpPr bwMode="auto">
          <a:xfrm>
            <a:off x="304800" y="3657600"/>
            <a:ext cx="7924800" cy="555625"/>
            <a:chOff x="192" y="2448"/>
            <a:chExt cx="4992" cy="350"/>
          </a:xfrm>
        </p:grpSpPr>
        <p:sp>
          <p:nvSpPr>
            <p:cNvPr id="1042442" name="Text Box 10"/>
            <p:cNvSpPr txBox="1">
              <a:spLocks noChangeArrowheads="1"/>
            </p:cNvSpPr>
            <p:nvPr/>
          </p:nvSpPr>
          <p:spPr bwMode="auto">
            <a:xfrm>
              <a:off x="192" y="2448"/>
              <a:ext cx="5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/>
                <a:t>其中</a:t>
              </a:r>
            </a:p>
          </p:txBody>
        </p:sp>
        <p:graphicFrame>
          <p:nvGraphicFramePr>
            <p:cNvPr id="1042443" name="Object 11"/>
            <p:cNvGraphicFramePr>
              <a:graphicFrameLocks noChangeAspect="1"/>
            </p:cNvGraphicFramePr>
            <p:nvPr/>
          </p:nvGraphicFramePr>
          <p:xfrm>
            <a:off x="756" y="2462"/>
            <a:ext cx="3804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2474" name="Equation" r:id="rId11" imgW="2590560" imgH="228600" progId="Equation.3">
                    <p:embed/>
                  </p:oleObj>
                </mc:Choice>
                <mc:Fallback>
                  <p:oleObj name="Equation" r:id="rId11" imgW="2590560" imgH="22860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6" y="2462"/>
                          <a:ext cx="3804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2444" name="Object 12"/>
            <p:cNvGraphicFramePr>
              <a:graphicFrameLocks noChangeAspect="1"/>
            </p:cNvGraphicFramePr>
            <p:nvPr/>
          </p:nvGraphicFramePr>
          <p:xfrm>
            <a:off x="4608" y="2462"/>
            <a:ext cx="576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2475" name="Equation" r:id="rId13" imgW="380880" imgH="215640" progId="Equation.3">
                    <p:embed/>
                  </p:oleObj>
                </mc:Choice>
                <mc:Fallback>
                  <p:oleObj name="Equation" r:id="rId13" imgW="380880" imgH="21564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2462"/>
                          <a:ext cx="576" cy="3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42445" name="Object 13"/>
          <p:cNvGraphicFramePr>
            <a:graphicFrameLocks noChangeAspect="1"/>
          </p:cNvGraphicFramePr>
          <p:nvPr/>
        </p:nvGraphicFramePr>
        <p:xfrm>
          <a:off x="1012825" y="4300538"/>
          <a:ext cx="4724400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476" name="Equation" r:id="rId15" imgW="2057400" imgH="228600" progId="Equation.3">
                  <p:embed/>
                </p:oleObj>
              </mc:Choice>
              <mc:Fallback>
                <p:oleObj name="Equation" r:id="rId15" imgW="2057400" imgH="2286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2825" y="4300538"/>
                        <a:ext cx="4724400" cy="525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2446" name="Object 14"/>
          <p:cNvGraphicFramePr>
            <a:graphicFrameLocks noChangeAspect="1"/>
          </p:cNvGraphicFramePr>
          <p:nvPr/>
        </p:nvGraphicFramePr>
        <p:xfrm>
          <a:off x="1012825" y="4953000"/>
          <a:ext cx="3162300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477" name="Equation" r:id="rId17" imgW="1422360" imgH="228600" progId="Equation.3">
                  <p:embed/>
                </p:oleObj>
              </mc:Choice>
              <mc:Fallback>
                <p:oleObj name="Equation" r:id="rId17" imgW="1422360" imgH="2286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2825" y="4953000"/>
                        <a:ext cx="3162300" cy="509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2447" name="Object 15"/>
          <p:cNvGraphicFramePr>
            <a:graphicFrameLocks noChangeAspect="1"/>
          </p:cNvGraphicFramePr>
          <p:nvPr/>
        </p:nvGraphicFramePr>
        <p:xfrm>
          <a:off x="1012825" y="5486400"/>
          <a:ext cx="3384550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478" name="Equation" r:id="rId19" imgW="1498320" imgH="393480" progId="Equation.3">
                  <p:embed/>
                </p:oleObj>
              </mc:Choice>
              <mc:Fallback>
                <p:oleObj name="Equation" r:id="rId19" imgW="1498320" imgH="39348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2825" y="5486400"/>
                        <a:ext cx="3384550" cy="882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2448" name="Object 16"/>
          <p:cNvGraphicFramePr>
            <a:graphicFrameLocks noChangeAspect="1"/>
          </p:cNvGraphicFramePr>
          <p:nvPr/>
        </p:nvGraphicFramePr>
        <p:xfrm>
          <a:off x="4365625" y="5715000"/>
          <a:ext cx="14478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479" name="Equation" r:id="rId21" imgW="634680" imgH="203040" progId="Equation.3">
                  <p:embed/>
                </p:oleObj>
              </mc:Choice>
              <mc:Fallback>
                <p:oleObj name="Equation" r:id="rId21" imgW="634680" imgH="20304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5625" y="5715000"/>
                        <a:ext cx="144780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2449" name="Text Box 17"/>
          <p:cNvSpPr txBox="1">
            <a:spLocks noChangeArrowheads="1"/>
          </p:cNvSpPr>
          <p:nvPr/>
        </p:nvSpPr>
        <p:spPr bwMode="auto">
          <a:xfrm>
            <a:off x="7305675" y="2257425"/>
            <a:ext cx="17621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移项规则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2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42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42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42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42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42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42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42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42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042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042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042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042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2434" grpId="0" autoUpdateAnimBg="0"/>
      <p:bldP spid="1042438" grpId="0" autoUpdateAnimBg="0"/>
      <p:bldP spid="1042439" grpId="0" autoUpdateAnimBg="0"/>
      <p:bldP spid="1042449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E692F-4EE9-4553-8F7A-8259D51638BB}" type="slidenum">
              <a:rPr lang="zh-CN" altLang="en-US"/>
              <a:pPr/>
              <a:t>37</a:t>
            </a:fld>
            <a:endParaRPr lang="zh-CN" altLang="en-US"/>
          </a:p>
        </p:txBody>
      </p:sp>
      <p:sp>
        <p:nvSpPr>
          <p:cNvPr id="1157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5867400" cy="609600"/>
          </a:xfrm>
        </p:spPr>
        <p:txBody>
          <a:bodyPr/>
          <a:lstStyle/>
          <a:p>
            <a:pPr algn="l"/>
            <a:r>
              <a:rPr lang="zh-CN" altLang="en-US" sz="3200" b="1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(二) 向量组的线性组合</a:t>
            </a:r>
          </a:p>
        </p:txBody>
      </p:sp>
      <p:graphicFrame>
        <p:nvGraphicFramePr>
          <p:cNvPr id="1157134" name="Object 14"/>
          <p:cNvGraphicFramePr>
            <a:graphicFrameLocks noChangeAspect="1"/>
          </p:cNvGraphicFramePr>
          <p:nvPr/>
        </p:nvGraphicFramePr>
        <p:xfrm>
          <a:off x="361950" y="914400"/>
          <a:ext cx="7772400" cy="237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142" name="Document" r:id="rId3" imgW="3154680" imgH="924840" progId="Word.Document.8">
                  <p:embed/>
                </p:oleObj>
              </mc:Choice>
              <mc:Fallback>
                <p:oleObj name="Document" r:id="rId3" imgW="3154680" imgH="924840" progId="Word.Document.8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950" y="914400"/>
                        <a:ext cx="7772400" cy="2378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7135" name="Text Box 15"/>
          <p:cNvSpPr txBox="1">
            <a:spLocks noChangeArrowheads="1"/>
          </p:cNvSpPr>
          <p:nvPr/>
        </p:nvSpPr>
        <p:spPr bwMode="auto">
          <a:xfrm>
            <a:off x="381000" y="914400"/>
            <a:ext cx="1352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定义</a:t>
            </a:r>
          </a:p>
        </p:txBody>
      </p:sp>
      <p:sp>
        <p:nvSpPr>
          <p:cNvPr id="1157136" name="Text Box 16"/>
          <p:cNvSpPr txBox="1">
            <a:spLocks noChangeArrowheads="1"/>
          </p:cNvSpPr>
          <p:nvPr/>
        </p:nvSpPr>
        <p:spPr bwMode="auto">
          <a:xfrm>
            <a:off x="361950" y="3308350"/>
            <a:ext cx="8305800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kumimoji="0" lang="zh-CN" altLang="en-US"/>
              <a:t>例如, </a:t>
            </a:r>
            <a:r>
              <a:rPr kumimoji="0" lang="en-US" altLang="zh-CN" i="1">
                <a:latin typeface="Symbol" panose="05050102010706020507" pitchFamily="18" charset="2"/>
              </a:rPr>
              <a:t>b </a:t>
            </a:r>
            <a:r>
              <a:rPr kumimoji="0" lang="en-US" altLang="zh-CN"/>
              <a:t>=(2,</a:t>
            </a:r>
            <a:r>
              <a:rPr kumimoji="0" lang="en-US" altLang="zh-CN">
                <a:latin typeface="Symbol" panose="05050102010706020507" pitchFamily="18" charset="2"/>
              </a:rPr>
              <a:t>-</a:t>
            </a:r>
            <a:r>
              <a:rPr kumimoji="0" lang="en-US" altLang="zh-CN"/>
              <a:t>1,1), </a:t>
            </a:r>
            <a:r>
              <a:rPr kumimoji="0" lang="en-US" altLang="zh-CN" i="1">
                <a:latin typeface="Symbol" panose="05050102010706020507" pitchFamily="18" charset="2"/>
              </a:rPr>
              <a:t>a</a:t>
            </a:r>
            <a:r>
              <a:rPr kumimoji="0" lang="en-US" altLang="zh-CN" baseline="-25000"/>
              <a:t>1</a:t>
            </a:r>
            <a:r>
              <a:rPr kumimoji="0" lang="en-US" altLang="zh-CN"/>
              <a:t>=(1,0,0), </a:t>
            </a:r>
            <a:r>
              <a:rPr kumimoji="0" lang="en-US" altLang="zh-CN" i="1">
                <a:latin typeface="Symbol" panose="05050102010706020507" pitchFamily="18" charset="2"/>
              </a:rPr>
              <a:t>a</a:t>
            </a:r>
            <a:r>
              <a:rPr kumimoji="0" lang="en-US" altLang="zh-CN" baseline="-25000"/>
              <a:t>2</a:t>
            </a:r>
            <a:r>
              <a:rPr kumimoji="0" lang="en-US" altLang="zh-CN"/>
              <a:t>=(0,1,0), </a:t>
            </a:r>
            <a:r>
              <a:rPr kumimoji="0" lang="en-US" altLang="zh-CN" i="1">
                <a:latin typeface="Symbol" panose="05050102010706020507" pitchFamily="18" charset="2"/>
              </a:rPr>
              <a:t>a</a:t>
            </a:r>
            <a:r>
              <a:rPr kumimoji="0" lang="en-US" altLang="zh-CN" baseline="-25000"/>
              <a:t>3</a:t>
            </a:r>
            <a:r>
              <a:rPr kumimoji="0" lang="en-US" altLang="zh-CN"/>
              <a:t>=(0,0,1), </a:t>
            </a:r>
            <a:endParaRPr kumimoji="0" lang="zh-CN" altLang="en-US"/>
          </a:p>
        </p:txBody>
      </p:sp>
      <p:sp>
        <p:nvSpPr>
          <p:cNvPr id="1157137" name="Text Box 17"/>
          <p:cNvSpPr txBox="1">
            <a:spLocks noChangeArrowheads="1"/>
          </p:cNvSpPr>
          <p:nvPr/>
        </p:nvSpPr>
        <p:spPr bwMode="auto">
          <a:xfrm>
            <a:off x="361950" y="4019550"/>
            <a:ext cx="4038600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kumimoji="0" lang="zh-CN" altLang="en-US"/>
              <a:t>因为 </a:t>
            </a:r>
            <a:r>
              <a:rPr kumimoji="0" lang="en-US" altLang="zh-CN" i="1">
                <a:latin typeface="Symbol" panose="05050102010706020507" pitchFamily="18" charset="2"/>
              </a:rPr>
              <a:t>b </a:t>
            </a:r>
            <a:r>
              <a:rPr kumimoji="0" lang="en-US" altLang="zh-CN"/>
              <a:t>= 2</a:t>
            </a:r>
            <a:r>
              <a:rPr kumimoji="0" lang="en-US" altLang="zh-CN" i="1">
                <a:latin typeface="Symbol" panose="05050102010706020507" pitchFamily="18" charset="2"/>
              </a:rPr>
              <a:t>a</a:t>
            </a:r>
            <a:r>
              <a:rPr kumimoji="0" lang="en-US" altLang="zh-CN" baseline="-25000"/>
              <a:t>1</a:t>
            </a:r>
            <a:r>
              <a:rPr kumimoji="0" lang="en-US" altLang="zh-CN">
                <a:latin typeface="Symbol" panose="05050102010706020507" pitchFamily="18" charset="2"/>
              </a:rPr>
              <a:t>-</a:t>
            </a:r>
            <a:r>
              <a:rPr kumimoji="0" lang="en-US" altLang="zh-CN" i="1">
                <a:latin typeface="Symbol" panose="05050102010706020507" pitchFamily="18" charset="2"/>
              </a:rPr>
              <a:t>a</a:t>
            </a:r>
            <a:r>
              <a:rPr kumimoji="0" lang="en-US" altLang="zh-CN" baseline="-25000"/>
              <a:t>2</a:t>
            </a:r>
            <a:r>
              <a:rPr kumimoji="0" lang="en-US" altLang="zh-CN"/>
              <a:t>+</a:t>
            </a:r>
            <a:r>
              <a:rPr kumimoji="0" lang="en-US" altLang="zh-CN" i="1">
                <a:latin typeface="Symbol" panose="05050102010706020507" pitchFamily="18" charset="2"/>
              </a:rPr>
              <a:t>a</a:t>
            </a:r>
            <a:r>
              <a:rPr kumimoji="0" lang="en-US" altLang="zh-CN" baseline="-25000"/>
              <a:t>3</a:t>
            </a:r>
            <a:r>
              <a:rPr kumimoji="0" lang="en-US" altLang="zh-CN"/>
              <a:t> </a:t>
            </a:r>
            <a:r>
              <a:rPr kumimoji="0" lang="zh-CN" altLang="en-US"/>
              <a:t>, </a:t>
            </a:r>
          </a:p>
        </p:txBody>
      </p:sp>
      <p:sp>
        <p:nvSpPr>
          <p:cNvPr id="1157138" name="Text Box 18"/>
          <p:cNvSpPr txBox="1">
            <a:spLocks noChangeArrowheads="1"/>
          </p:cNvSpPr>
          <p:nvPr/>
        </p:nvSpPr>
        <p:spPr bwMode="auto">
          <a:xfrm>
            <a:off x="361950" y="5332413"/>
            <a:ext cx="6324600" cy="604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kumimoji="0" lang="zh-CN" altLang="en-US"/>
              <a:t>或者说 </a:t>
            </a:r>
            <a:r>
              <a:rPr kumimoji="0" lang="en-US" altLang="zh-CN" i="1">
                <a:latin typeface="Symbol" panose="05050102010706020507" pitchFamily="18" charset="2"/>
              </a:rPr>
              <a:t>b </a:t>
            </a:r>
            <a:r>
              <a:rPr kumimoji="0" lang="zh-CN" altLang="en-US"/>
              <a:t>可由</a:t>
            </a:r>
            <a:r>
              <a:rPr kumimoji="0" lang="en-US" altLang="zh-CN" i="1">
                <a:latin typeface="Symbol" panose="05050102010706020507" pitchFamily="18" charset="2"/>
              </a:rPr>
              <a:t>a</a:t>
            </a:r>
            <a:r>
              <a:rPr kumimoji="0" lang="en-US" altLang="zh-CN" baseline="-25000"/>
              <a:t>1</a:t>
            </a:r>
            <a:r>
              <a:rPr kumimoji="0" lang="en-US" altLang="zh-CN"/>
              <a:t>, </a:t>
            </a:r>
            <a:r>
              <a:rPr kumimoji="0" lang="en-US" altLang="zh-CN" i="1">
                <a:latin typeface="Symbol" panose="05050102010706020507" pitchFamily="18" charset="2"/>
              </a:rPr>
              <a:t>a</a:t>
            </a:r>
            <a:r>
              <a:rPr kumimoji="0" lang="en-US" altLang="zh-CN" baseline="-25000"/>
              <a:t>2</a:t>
            </a:r>
            <a:r>
              <a:rPr kumimoji="0" lang="en-US" altLang="zh-CN"/>
              <a:t>, </a:t>
            </a:r>
            <a:r>
              <a:rPr kumimoji="0" lang="en-US" altLang="zh-CN" i="1">
                <a:latin typeface="Symbol" panose="05050102010706020507" pitchFamily="18" charset="2"/>
              </a:rPr>
              <a:t>a</a:t>
            </a:r>
            <a:r>
              <a:rPr kumimoji="0" lang="en-US" altLang="zh-CN" baseline="-25000"/>
              <a:t>3 </a:t>
            </a:r>
            <a:r>
              <a:rPr kumimoji="0" lang="zh-CN" altLang="en-US"/>
              <a:t>线性表示。</a:t>
            </a:r>
          </a:p>
        </p:txBody>
      </p:sp>
      <p:sp>
        <p:nvSpPr>
          <p:cNvPr id="1157139" name="Text Box 19"/>
          <p:cNvSpPr txBox="1">
            <a:spLocks noChangeArrowheads="1"/>
          </p:cNvSpPr>
          <p:nvPr/>
        </p:nvSpPr>
        <p:spPr bwMode="auto">
          <a:xfrm>
            <a:off x="361950" y="4684713"/>
            <a:ext cx="5562600" cy="604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kumimoji="0" lang="zh-CN" altLang="en-US"/>
              <a:t>即</a:t>
            </a:r>
            <a:r>
              <a:rPr kumimoji="0" lang="en-US" altLang="zh-CN" i="1">
                <a:latin typeface="Symbol" panose="05050102010706020507" pitchFamily="18" charset="2"/>
              </a:rPr>
              <a:t>b </a:t>
            </a:r>
            <a:r>
              <a:rPr kumimoji="0" lang="zh-CN" altLang="en-US"/>
              <a:t>是</a:t>
            </a:r>
            <a:r>
              <a:rPr kumimoji="0" lang="zh-CN" altLang="en-US" sz="1000"/>
              <a:t> </a:t>
            </a:r>
            <a:r>
              <a:rPr kumimoji="0" lang="en-US" altLang="zh-CN" i="1">
                <a:latin typeface="Symbol" panose="05050102010706020507" pitchFamily="18" charset="2"/>
              </a:rPr>
              <a:t>a</a:t>
            </a:r>
            <a:r>
              <a:rPr kumimoji="0" lang="en-US" altLang="zh-CN" baseline="-25000"/>
              <a:t>1</a:t>
            </a:r>
            <a:r>
              <a:rPr kumimoji="0" lang="en-US" altLang="zh-CN"/>
              <a:t>,</a:t>
            </a:r>
            <a:r>
              <a:rPr kumimoji="0" lang="en-US" altLang="zh-CN" i="1">
                <a:latin typeface="Symbol" panose="05050102010706020507" pitchFamily="18" charset="2"/>
              </a:rPr>
              <a:t>a</a:t>
            </a:r>
            <a:r>
              <a:rPr kumimoji="0" lang="en-US" altLang="zh-CN" baseline="-25000"/>
              <a:t>2</a:t>
            </a:r>
            <a:r>
              <a:rPr kumimoji="0" lang="en-US" altLang="zh-CN"/>
              <a:t>,</a:t>
            </a:r>
            <a:r>
              <a:rPr kumimoji="0" lang="en-US" altLang="zh-CN" i="1">
                <a:latin typeface="Symbol" panose="05050102010706020507" pitchFamily="18" charset="2"/>
              </a:rPr>
              <a:t>a</a:t>
            </a:r>
            <a:r>
              <a:rPr kumimoji="0" lang="en-US" altLang="zh-CN" baseline="-25000"/>
              <a:t>3 </a:t>
            </a:r>
            <a:r>
              <a:rPr kumimoji="0" lang="zh-CN" altLang="en-US"/>
              <a:t>的线性组合, </a:t>
            </a:r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57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57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57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57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57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57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57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122" grpId="0" autoUpdateAnimBg="0"/>
      <p:bldP spid="1157135" grpId="0" autoUpdateAnimBg="0"/>
      <p:bldP spid="1157136" grpId="0" autoUpdateAnimBg="0"/>
      <p:bldP spid="1157137" grpId="0" autoUpdateAnimBg="0"/>
      <p:bldP spid="1157138" grpId="0" autoUpdateAnimBg="0"/>
      <p:bldP spid="1157139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CCA7C-1345-487E-BA4A-80DD820A435E}" type="slidenum">
              <a:rPr lang="zh-CN" altLang="en-US"/>
              <a:pPr/>
              <a:t>38</a:t>
            </a:fld>
            <a:endParaRPr lang="zh-CN" altLang="en-US"/>
          </a:p>
        </p:txBody>
      </p:sp>
      <p:graphicFrame>
        <p:nvGraphicFramePr>
          <p:cNvPr id="1046530" name="Object 2"/>
          <p:cNvGraphicFramePr>
            <a:graphicFrameLocks noChangeAspect="1"/>
          </p:cNvGraphicFramePr>
          <p:nvPr/>
        </p:nvGraphicFramePr>
        <p:xfrm>
          <a:off x="1241425" y="381000"/>
          <a:ext cx="6683375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557" name="Document" r:id="rId4" imgW="2658600" imgH="228600" progId="Word.Document.8">
                  <p:embed/>
                </p:oleObj>
              </mc:Choice>
              <mc:Fallback>
                <p:oleObj name="Document" r:id="rId4" imgW="2658600" imgH="22860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1425" y="381000"/>
                        <a:ext cx="6683375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6531" name="Object 3"/>
          <p:cNvGraphicFramePr>
            <a:graphicFrameLocks noChangeAspect="1"/>
          </p:cNvGraphicFramePr>
          <p:nvPr/>
        </p:nvGraphicFramePr>
        <p:xfrm>
          <a:off x="2200275" y="990600"/>
          <a:ext cx="3200400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558" name="Equation" r:id="rId6" imgW="1269720" imgH="228600" progId="Equation.3">
                  <p:embed/>
                </p:oleObj>
              </mc:Choice>
              <mc:Fallback>
                <p:oleObj name="Equation" r:id="rId6" imgW="1269720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0275" y="990600"/>
                        <a:ext cx="3200400" cy="576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6532" name="Object 4"/>
          <p:cNvGraphicFramePr>
            <a:graphicFrameLocks noChangeAspect="1"/>
          </p:cNvGraphicFramePr>
          <p:nvPr/>
        </p:nvGraphicFramePr>
        <p:xfrm>
          <a:off x="1220788" y="1654175"/>
          <a:ext cx="7694612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559" name="Document" r:id="rId8" imgW="3253680" imgH="233280" progId="Word.Document.8">
                  <p:embed/>
                </p:oleObj>
              </mc:Choice>
              <mc:Fallback>
                <p:oleObj name="Document" r:id="rId8" imgW="3253680" imgH="23328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0788" y="1654175"/>
                        <a:ext cx="7694612" cy="595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6533" name="Object 5"/>
          <p:cNvGraphicFramePr>
            <a:graphicFrameLocks noChangeAspect="1"/>
          </p:cNvGraphicFramePr>
          <p:nvPr/>
        </p:nvGraphicFramePr>
        <p:xfrm>
          <a:off x="1828800" y="2362200"/>
          <a:ext cx="50292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560" name="Equation" r:id="rId10" imgW="2031840" imgH="241200" progId="Equation.3">
                  <p:embed/>
                </p:oleObj>
              </mc:Choice>
              <mc:Fallback>
                <p:oleObj name="Equation" r:id="rId10" imgW="2031840" imgH="241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2362200"/>
                        <a:ext cx="5029200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6534" name="Text Box 6"/>
          <p:cNvSpPr txBox="1">
            <a:spLocks noChangeArrowheads="1"/>
          </p:cNvSpPr>
          <p:nvPr/>
        </p:nvSpPr>
        <p:spPr bwMode="auto">
          <a:xfrm>
            <a:off x="304800" y="304800"/>
            <a:ext cx="838200" cy="62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80000"/>
              </a:lnSpc>
            </a:pPr>
            <a:r>
              <a:rPr kumimoji="0" lang="zh-CN" altLang="en-US" sz="4400">
                <a:solidFill>
                  <a:srgbClr val="0033CC"/>
                </a:solidFill>
                <a:latin typeface="隶书" panose="02010509060101010101" pitchFamily="49" charset="-122"/>
                <a:ea typeface="隶书" panose="02010509060101010101" pitchFamily="49" charset="-122"/>
                <a:sym typeface="Symbol" panose="05050102010706020507" pitchFamily="18" charset="2"/>
              </a:rPr>
              <a:t>☎</a:t>
            </a:r>
          </a:p>
        </p:txBody>
      </p:sp>
      <p:sp>
        <p:nvSpPr>
          <p:cNvPr id="1046535" name="Text Box 7"/>
          <p:cNvSpPr txBox="1">
            <a:spLocks noChangeArrowheads="1"/>
          </p:cNvSpPr>
          <p:nvPr/>
        </p:nvSpPr>
        <p:spPr bwMode="auto">
          <a:xfrm>
            <a:off x="317500" y="1600200"/>
            <a:ext cx="838200" cy="62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80000"/>
              </a:lnSpc>
            </a:pPr>
            <a:r>
              <a:rPr kumimoji="0" lang="zh-CN" altLang="en-US" sz="4400">
                <a:solidFill>
                  <a:srgbClr val="0033CC"/>
                </a:solidFill>
                <a:latin typeface="隶书" panose="02010509060101010101" pitchFamily="49" charset="-122"/>
                <a:ea typeface="隶书" panose="02010509060101010101" pitchFamily="49" charset="-122"/>
                <a:sym typeface="Symbol" panose="05050102010706020507" pitchFamily="18" charset="2"/>
              </a:rPr>
              <a:t>☎</a:t>
            </a:r>
          </a:p>
        </p:txBody>
      </p:sp>
      <p:grpSp>
        <p:nvGrpSpPr>
          <p:cNvPr id="1046536" name="Group 8"/>
          <p:cNvGrpSpPr>
            <a:grpSpLocks/>
          </p:cNvGrpSpPr>
          <p:nvPr/>
        </p:nvGrpSpPr>
        <p:grpSpPr bwMode="auto">
          <a:xfrm>
            <a:off x="304800" y="3048000"/>
            <a:ext cx="8153400" cy="555625"/>
            <a:chOff x="288" y="1885"/>
            <a:chExt cx="5136" cy="350"/>
          </a:xfrm>
        </p:grpSpPr>
        <p:sp>
          <p:nvSpPr>
            <p:cNvPr id="1046537" name="Text Box 9"/>
            <p:cNvSpPr txBox="1">
              <a:spLocks noChangeArrowheads="1"/>
            </p:cNvSpPr>
            <p:nvPr/>
          </p:nvSpPr>
          <p:spPr bwMode="auto">
            <a:xfrm>
              <a:off x="288" y="1885"/>
              <a:ext cx="33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/>
                <a:t>称</a:t>
              </a:r>
            </a:p>
          </p:txBody>
        </p:sp>
        <p:graphicFrame>
          <p:nvGraphicFramePr>
            <p:cNvPr id="1046538" name="Object 10"/>
            <p:cNvGraphicFramePr>
              <a:graphicFrameLocks noChangeAspect="1"/>
            </p:cNvGraphicFramePr>
            <p:nvPr/>
          </p:nvGraphicFramePr>
          <p:xfrm>
            <a:off x="624" y="1888"/>
            <a:ext cx="4800" cy="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6561" name="Equation" r:id="rId12" imgW="3466800" imgH="228600" progId="Equation.3">
                    <p:embed/>
                  </p:oleObj>
                </mc:Choice>
                <mc:Fallback>
                  <p:oleObj name="Equation" r:id="rId12" imgW="3466800" imgH="22860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" y="1888"/>
                          <a:ext cx="4800" cy="34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46539" name="Text Box 11"/>
          <p:cNvSpPr txBox="1">
            <a:spLocks noChangeArrowheads="1"/>
          </p:cNvSpPr>
          <p:nvPr/>
        </p:nvSpPr>
        <p:spPr bwMode="auto">
          <a:xfrm>
            <a:off x="381000" y="3733800"/>
            <a:ext cx="5486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</a:rPr>
              <a:t>为</a:t>
            </a:r>
            <a:r>
              <a:rPr lang="en-US" altLang="zh-CN" i="1"/>
              <a:t>n</a:t>
            </a:r>
            <a:r>
              <a:rPr lang="zh-CN" altLang="en-US">
                <a:latin typeface="宋体" panose="02010600030101010101" pitchFamily="2" charset="-122"/>
              </a:rPr>
              <a:t>维</a:t>
            </a:r>
            <a:r>
              <a:rPr lang="zh-CN" altLang="en-US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基本单位向量组</a:t>
            </a:r>
            <a:r>
              <a:rPr lang="zh-CN" altLang="en-US">
                <a:latin typeface="宋体" panose="02010600030101010101" pitchFamily="2" charset="-122"/>
              </a:rPr>
              <a:t>。</a:t>
            </a:r>
            <a:r>
              <a:rPr lang="zh-CN" altLang="en-US"/>
              <a:t> </a:t>
            </a:r>
          </a:p>
        </p:txBody>
      </p:sp>
      <p:graphicFrame>
        <p:nvGraphicFramePr>
          <p:cNvPr id="1046540" name="Object 12"/>
          <p:cNvGraphicFramePr>
            <a:graphicFrameLocks noChangeAspect="1"/>
          </p:cNvGraphicFramePr>
          <p:nvPr/>
        </p:nvGraphicFramePr>
        <p:xfrm>
          <a:off x="457200" y="4343400"/>
          <a:ext cx="8075613" cy="1266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562" name="Document" r:id="rId14" imgW="3297600" imgH="500040" progId="Word.Document.8">
                  <p:embed/>
                </p:oleObj>
              </mc:Choice>
              <mc:Fallback>
                <p:oleObj name="Document" r:id="rId14" imgW="3297600" imgH="500040" progId="Word.Document.8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343400"/>
                        <a:ext cx="8075613" cy="1266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6541" name="Object 13"/>
          <p:cNvGraphicFramePr>
            <a:graphicFrameLocks noChangeAspect="1"/>
          </p:cNvGraphicFramePr>
          <p:nvPr/>
        </p:nvGraphicFramePr>
        <p:xfrm>
          <a:off x="1752600" y="5638800"/>
          <a:ext cx="4267200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563" name="Equation" r:id="rId16" imgW="1714320" imgH="228600" progId="Equation.3">
                  <p:embed/>
                </p:oleObj>
              </mc:Choice>
              <mc:Fallback>
                <p:oleObj name="Equation" r:id="rId16" imgW="1714320" imgH="2286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5638800"/>
                        <a:ext cx="4267200" cy="569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6542" name="Text Box 14"/>
          <p:cNvSpPr txBox="1">
            <a:spLocks noChangeArrowheads="1"/>
          </p:cNvSpPr>
          <p:nvPr/>
        </p:nvSpPr>
        <p:spPr bwMode="auto">
          <a:xfrm>
            <a:off x="304800" y="4311650"/>
            <a:ext cx="838200" cy="62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80000"/>
              </a:lnSpc>
            </a:pPr>
            <a:r>
              <a:rPr kumimoji="0" lang="zh-CN" altLang="en-US" sz="4400">
                <a:solidFill>
                  <a:srgbClr val="0033CC"/>
                </a:solidFill>
                <a:latin typeface="隶书" panose="02010509060101010101" pitchFamily="49" charset="-122"/>
                <a:ea typeface="隶书" panose="02010509060101010101" pitchFamily="49" charset="-122"/>
                <a:sym typeface="Symbol" panose="05050102010706020507" pitchFamily="18" charset="2"/>
              </a:rPr>
              <a:t>☎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65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46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46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465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46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46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46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46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0465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046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046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6534" grpId="0" autoUpdateAnimBg="0"/>
      <p:bldP spid="1046535" grpId="0" autoUpdateAnimBg="0"/>
      <p:bldP spid="1046539" grpId="0" autoUpdateAnimBg="0"/>
      <p:bldP spid="1046542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AEFFA-8D9E-4EF7-A6B4-913F82D2431F}" type="slidenum">
              <a:rPr lang="zh-CN" altLang="en-US"/>
              <a:pPr/>
              <a:t>39</a:t>
            </a:fld>
            <a:endParaRPr lang="zh-CN" altLang="en-US"/>
          </a:p>
        </p:txBody>
      </p:sp>
      <p:grpSp>
        <p:nvGrpSpPr>
          <p:cNvPr id="1047554" name="Group 2"/>
          <p:cNvGrpSpPr>
            <a:grpSpLocks/>
          </p:cNvGrpSpPr>
          <p:nvPr/>
        </p:nvGrpSpPr>
        <p:grpSpPr bwMode="auto">
          <a:xfrm>
            <a:off x="457200" y="990600"/>
            <a:ext cx="3657600" cy="585788"/>
            <a:chOff x="288" y="624"/>
            <a:chExt cx="2304" cy="369"/>
          </a:xfrm>
        </p:grpSpPr>
        <p:sp>
          <p:nvSpPr>
            <p:cNvPr id="1047555" name="Text Box 3"/>
            <p:cNvSpPr txBox="1">
              <a:spLocks noChangeArrowheads="1"/>
            </p:cNvSpPr>
            <p:nvPr/>
          </p:nvSpPr>
          <p:spPr bwMode="auto">
            <a:xfrm>
              <a:off x="288" y="624"/>
              <a:ext cx="230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r>
                <a:rPr lang="zh-CN" altLang="en-US"/>
                <a:t>对线性方程组</a:t>
              </a:r>
            </a:p>
          </p:txBody>
        </p:sp>
        <p:graphicFrame>
          <p:nvGraphicFramePr>
            <p:cNvPr id="1047556" name="Object 4"/>
            <p:cNvGraphicFramePr>
              <a:graphicFrameLocks noChangeAspect="1"/>
            </p:cNvGraphicFramePr>
            <p:nvPr/>
          </p:nvGraphicFramePr>
          <p:xfrm>
            <a:off x="1689" y="672"/>
            <a:ext cx="864" cy="3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7585" name="Equation" r:id="rId3" imgW="545760" imgH="203040" progId="Equation.3">
                    <p:embed/>
                  </p:oleObj>
                </mc:Choice>
                <mc:Fallback>
                  <p:oleObj name="Equation" r:id="rId3" imgW="545760" imgH="20304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9" y="672"/>
                          <a:ext cx="864" cy="32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47557" name="Object 5"/>
          <p:cNvGraphicFramePr>
            <a:graphicFrameLocks noChangeAspect="1"/>
          </p:cNvGraphicFramePr>
          <p:nvPr/>
        </p:nvGraphicFramePr>
        <p:xfrm>
          <a:off x="4457700" y="157163"/>
          <a:ext cx="1674813" cy="2341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586" name="Equation" r:id="rId5" imgW="672840" imgH="939600" progId="Equation.3">
                  <p:embed/>
                </p:oleObj>
              </mc:Choice>
              <mc:Fallback>
                <p:oleObj name="Equation" r:id="rId5" imgW="672840" imgH="939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7700" y="157163"/>
                        <a:ext cx="1674813" cy="2341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7558" name="Text Box 6"/>
          <p:cNvSpPr txBox="1">
            <a:spLocks noChangeArrowheads="1"/>
          </p:cNvSpPr>
          <p:nvPr/>
        </p:nvSpPr>
        <p:spPr bwMode="auto">
          <a:xfrm>
            <a:off x="457200" y="1752600"/>
            <a:ext cx="5334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将系数矩阵</a:t>
            </a:r>
            <a:r>
              <a:rPr lang="en-US" altLang="zh-CN" sz="3000" i="1"/>
              <a:t>A</a:t>
            </a:r>
            <a:r>
              <a:rPr lang="zh-CN" altLang="en-US"/>
              <a:t>分块成列向量</a:t>
            </a:r>
          </a:p>
        </p:txBody>
      </p:sp>
      <p:graphicFrame>
        <p:nvGraphicFramePr>
          <p:cNvPr id="1047559" name="Object 7"/>
          <p:cNvGraphicFramePr>
            <a:graphicFrameLocks noChangeAspect="1"/>
          </p:cNvGraphicFramePr>
          <p:nvPr/>
        </p:nvGraphicFramePr>
        <p:xfrm>
          <a:off x="3124200" y="4724400"/>
          <a:ext cx="4594225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587" name="Equation" r:id="rId7" imgW="1803240" imgH="228600" progId="Equation.3">
                  <p:embed/>
                </p:oleObj>
              </mc:Choice>
              <mc:Fallback>
                <p:oleObj name="Equation" r:id="rId7" imgW="180324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4724400"/>
                        <a:ext cx="4594225" cy="582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7560" name="Object 8"/>
          <p:cNvGraphicFramePr>
            <a:graphicFrameLocks noChangeAspect="1"/>
          </p:cNvGraphicFramePr>
          <p:nvPr/>
        </p:nvGraphicFramePr>
        <p:xfrm>
          <a:off x="4038600" y="3149600"/>
          <a:ext cx="2794000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588" name="Equation" r:id="rId9" imgW="1180800" imgH="228600" progId="Equation.3">
                  <p:embed/>
                </p:oleObj>
              </mc:Choice>
              <mc:Fallback>
                <p:oleObj name="Equation" r:id="rId9" imgW="118080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3149600"/>
                        <a:ext cx="2794000" cy="541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7561" name="Object 9"/>
          <p:cNvGraphicFramePr>
            <a:graphicFrameLocks noChangeAspect="1"/>
          </p:cNvGraphicFramePr>
          <p:nvPr/>
        </p:nvGraphicFramePr>
        <p:xfrm>
          <a:off x="6178550" y="195263"/>
          <a:ext cx="1625600" cy="2319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589" name="Equation" r:id="rId11" imgW="660240" imgH="939600" progId="Equation.3">
                  <p:embed/>
                </p:oleObj>
              </mc:Choice>
              <mc:Fallback>
                <p:oleObj name="Equation" r:id="rId11" imgW="660240" imgH="939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8550" y="195263"/>
                        <a:ext cx="1625600" cy="23193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7562" name="Text Box 10"/>
          <p:cNvSpPr txBox="1">
            <a:spLocks noChangeArrowheads="1"/>
          </p:cNvSpPr>
          <p:nvPr/>
        </p:nvSpPr>
        <p:spPr bwMode="auto">
          <a:xfrm>
            <a:off x="457200" y="4745038"/>
            <a:ext cx="3810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则方程组改写为</a:t>
            </a:r>
          </a:p>
        </p:txBody>
      </p:sp>
      <p:graphicFrame>
        <p:nvGraphicFramePr>
          <p:cNvPr id="1047563" name="Object 11"/>
          <p:cNvGraphicFramePr>
            <a:graphicFrameLocks noChangeAspect="1"/>
          </p:cNvGraphicFramePr>
          <p:nvPr/>
        </p:nvGraphicFramePr>
        <p:xfrm>
          <a:off x="533400" y="5334000"/>
          <a:ext cx="8077200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590" name="Document" r:id="rId13" imgW="3130560" imgH="407520" progId="Word.Document.8">
                  <p:embed/>
                </p:oleObj>
              </mc:Choice>
              <mc:Fallback>
                <p:oleObj name="Document" r:id="rId13" imgW="3130560" imgH="407520" progId="Word.Document.8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5334000"/>
                        <a:ext cx="8077200" cy="105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7564" name="Object 12"/>
          <p:cNvGraphicFramePr>
            <a:graphicFrameLocks noChangeAspect="1"/>
          </p:cNvGraphicFramePr>
          <p:nvPr/>
        </p:nvGraphicFramePr>
        <p:xfrm>
          <a:off x="6902450" y="2209800"/>
          <a:ext cx="1970088" cy="234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591" name="Equation" r:id="rId15" imgW="799920" imgH="952200" progId="Equation.3">
                  <p:embed/>
                </p:oleObj>
              </mc:Choice>
              <mc:Fallback>
                <p:oleObj name="Equation" r:id="rId15" imgW="799920" imgH="9522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2450" y="2209800"/>
                        <a:ext cx="1970088" cy="2349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7565" name="Object 13"/>
          <p:cNvGraphicFramePr>
            <a:graphicFrameLocks noChangeAspect="1"/>
          </p:cNvGraphicFramePr>
          <p:nvPr/>
        </p:nvGraphicFramePr>
        <p:xfrm>
          <a:off x="5105400" y="3911600"/>
          <a:ext cx="1905000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592" name="Equation" r:id="rId17" imgW="812520" imgH="203040" progId="Equation.3">
                  <p:embed/>
                </p:oleObj>
              </mc:Choice>
              <mc:Fallback>
                <p:oleObj name="Equation" r:id="rId17" imgW="812520" imgH="20304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3911600"/>
                        <a:ext cx="1905000" cy="477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7566" name="Object 14"/>
          <p:cNvGraphicFramePr>
            <a:graphicFrameLocks noChangeAspect="1"/>
          </p:cNvGraphicFramePr>
          <p:nvPr/>
        </p:nvGraphicFramePr>
        <p:xfrm>
          <a:off x="515938" y="2387600"/>
          <a:ext cx="3446462" cy="216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593" name="Equation" r:id="rId19" imgW="1676160" imgH="939600" progId="Equation.3">
                  <p:embed/>
                </p:oleObj>
              </mc:Choice>
              <mc:Fallback>
                <p:oleObj name="Equation" r:id="rId19" imgW="1676160" imgH="9396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938" y="2387600"/>
                        <a:ext cx="3446462" cy="2163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7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47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47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47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47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47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47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47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47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047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047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7558" grpId="0" autoUpdateAnimBg="0"/>
      <p:bldP spid="1047562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A5C16-4C0E-4C39-98C9-427354CC2091}" type="slidenum">
              <a:rPr lang="zh-CN" altLang="en-US"/>
              <a:pPr/>
              <a:t>40</a:t>
            </a:fld>
            <a:endParaRPr lang="zh-CN" altLang="en-US"/>
          </a:p>
        </p:txBody>
      </p:sp>
      <p:sp>
        <p:nvSpPr>
          <p:cNvPr id="1048578" name="Text Box 2"/>
          <p:cNvSpPr txBox="1">
            <a:spLocks noChangeArrowheads="1"/>
          </p:cNvSpPr>
          <p:nvPr/>
        </p:nvSpPr>
        <p:spPr bwMode="auto">
          <a:xfrm>
            <a:off x="304800" y="847725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例</a:t>
            </a:r>
          </a:p>
        </p:txBody>
      </p:sp>
      <p:sp>
        <p:nvSpPr>
          <p:cNvPr id="1048579" name="Text Box 3"/>
          <p:cNvSpPr txBox="1">
            <a:spLocks noChangeArrowheads="1"/>
          </p:cNvSpPr>
          <p:nvPr/>
        </p:nvSpPr>
        <p:spPr bwMode="auto">
          <a:xfrm>
            <a:off x="304800" y="3333750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1048580" name="Object 4"/>
          <p:cNvGraphicFramePr>
            <a:graphicFrameLocks noChangeAspect="1"/>
          </p:cNvGraphicFramePr>
          <p:nvPr/>
        </p:nvGraphicFramePr>
        <p:xfrm>
          <a:off x="990600" y="284163"/>
          <a:ext cx="6324600" cy="173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8601" name="Document" r:id="rId3" imgW="2821320" imgH="711360" progId="Word.Document.8">
                  <p:embed/>
                </p:oleObj>
              </mc:Choice>
              <mc:Fallback>
                <p:oleObj name="Document" r:id="rId3" imgW="2821320" imgH="71136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84163"/>
                        <a:ext cx="6324600" cy="173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8581" name="Object 5"/>
          <p:cNvGraphicFramePr>
            <a:graphicFrameLocks noChangeAspect="1"/>
          </p:cNvGraphicFramePr>
          <p:nvPr/>
        </p:nvGraphicFramePr>
        <p:xfrm>
          <a:off x="381000" y="2133600"/>
          <a:ext cx="47244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8602" name="Document" r:id="rId5" imgW="1864440" imgH="228600" progId="Word.Document.8">
                  <p:embed/>
                </p:oleObj>
              </mc:Choice>
              <mc:Fallback>
                <p:oleObj name="Document" r:id="rId5" imgW="1864440" imgH="22860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133600"/>
                        <a:ext cx="47244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8582" name="Object 6"/>
          <p:cNvGraphicFramePr>
            <a:graphicFrameLocks noChangeAspect="1"/>
          </p:cNvGraphicFramePr>
          <p:nvPr/>
        </p:nvGraphicFramePr>
        <p:xfrm>
          <a:off x="1066800" y="3352800"/>
          <a:ext cx="2346325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8603" name="Document" r:id="rId7" imgW="943560" imgH="228600" progId="Word.Document.8">
                  <p:embed/>
                </p:oleObj>
              </mc:Choice>
              <mc:Fallback>
                <p:oleObj name="Document" r:id="rId7" imgW="943560" imgH="228600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352800"/>
                        <a:ext cx="2346325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8583" name="Object 7"/>
          <p:cNvGraphicFramePr>
            <a:graphicFrameLocks noChangeAspect="1"/>
          </p:cNvGraphicFramePr>
          <p:nvPr/>
        </p:nvGraphicFramePr>
        <p:xfrm>
          <a:off x="3408363" y="2790825"/>
          <a:ext cx="252730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8604" name="Document" r:id="rId9" imgW="1029240" imgH="711360" progId="Word.Document.8">
                  <p:embed/>
                </p:oleObj>
              </mc:Choice>
              <mc:Fallback>
                <p:oleObj name="Document" r:id="rId9" imgW="1029240" imgH="711360" progId="Word.Document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8363" y="2790825"/>
                        <a:ext cx="2527300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8584" name="Object 8"/>
          <p:cNvGraphicFramePr>
            <a:graphicFrameLocks noChangeAspect="1"/>
          </p:cNvGraphicFramePr>
          <p:nvPr/>
        </p:nvGraphicFramePr>
        <p:xfrm>
          <a:off x="5943600" y="2797175"/>
          <a:ext cx="2895600" cy="165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8605" name="Document" r:id="rId11" imgW="1276920" imgH="711360" progId="Word.Document.8">
                  <p:embed/>
                </p:oleObj>
              </mc:Choice>
              <mc:Fallback>
                <p:oleObj name="Document" r:id="rId11" imgW="1276920" imgH="711360" progId="Word.Document.8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2797175"/>
                        <a:ext cx="2895600" cy="165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8585" name="Object 9"/>
          <p:cNvGraphicFramePr>
            <a:graphicFrameLocks noChangeAspect="1"/>
          </p:cNvGraphicFramePr>
          <p:nvPr/>
        </p:nvGraphicFramePr>
        <p:xfrm>
          <a:off x="685800" y="4343400"/>
          <a:ext cx="1905000" cy="169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8606" name="Document" r:id="rId13" imgW="838800" imgH="711360" progId="Word.Document.8">
                  <p:embed/>
                </p:oleObj>
              </mc:Choice>
              <mc:Fallback>
                <p:oleObj name="Document" r:id="rId13" imgW="838800" imgH="711360" progId="Word.Document.8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4343400"/>
                        <a:ext cx="1905000" cy="169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8586" name="Object 10"/>
          <p:cNvGraphicFramePr>
            <a:graphicFrameLocks noChangeAspect="1"/>
          </p:cNvGraphicFramePr>
          <p:nvPr/>
        </p:nvGraphicFramePr>
        <p:xfrm>
          <a:off x="2970213" y="4908550"/>
          <a:ext cx="3201987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8607" name="Document" r:id="rId15" imgW="1391400" imgH="228600" progId="Word.Document.8">
                  <p:embed/>
                </p:oleObj>
              </mc:Choice>
              <mc:Fallback>
                <p:oleObj name="Document" r:id="rId15" imgW="1391400" imgH="228600" progId="Word.Document.8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0213" y="4908550"/>
                        <a:ext cx="3201987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8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48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48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48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48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48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48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48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48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578" grpId="0" autoUpdateAnimBg="0"/>
      <p:bldP spid="1048579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5AD87-B043-4814-9E82-C612E4870A58}" type="slidenum">
              <a:rPr lang="zh-CN" altLang="en-US"/>
              <a:pPr/>
              <a:t>41</a:t>
            </a:fld>
            <a:endParaRPr lang="zh-CN" altLang="en-US"/>
          </a:p>
        </p:txBody>
      </p:sp>
      <p:graphicFrame>
        <p:nvGraphicFramePr>
          <p:cNvPr id="1049602" name="Object 2"/>
          <p:cNvGraphicFramePr>
            <a:graphicFrameLocks noChangeAspect="1"/>
          </p:cNvGraphicFramePr>
          <p:nvPr/>
        </p:nvGraphicFramePr>
        <p:xfrm>
          <a:off x="458788" y="176213"/>
          <a:ext cx="7770812" cy="173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622" name="Document" r:id="rId3" imgW="2993400" imgH="664200" progId="Word.Document.8">
                  <p:embed/>
                </p:oleObj>
              </mc:Choice>
              <mc:Fallback>
                <p:oleObj name="Document" r:id="rId3" imgW="2993400" imgH="66420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788" y="176213"/>
                        <a:ext cx="7770812" cy="173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9603" name="Text Box 3"/>
          <p:cNvSpPr txBox="1">
            <a:spLocks noChangeArrowheads="1"/>
          </p:cNvSpPr>
          <p:nvPr/>
        </p:nvSpPr>
        <p:spPr bwMode="auto">
          <a:xfrm>
            <a:off x="381000" y="206375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例</a:t>
            </a:r>
          </a:p>
        </p:txBody>
      </p:sp>
      <p:sp>
        <p:nvSpPr>
          <p:cNvPr id="1049604" name="Text Box 4"/>
          <p:cNvSpPr txBox="1">
            <a:spLocks noChangeArrowheads="1"/>
          </p:cNvSpPr>
          <p:nvPr/>
        </p:nvSpPr>
        <p:spPr bwMode="auto">
          <a:xfrm>
            <a:off x="304800" y="4267200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1049605" name="Object 5"/>
          <p:cNvGraphicFramePr>
            <a:graphicFrameLocks noChangeAspect="1"/>
          </p:cNvGraphicFramePr>
          <p:nvPr/>
        </p:nvGraphicFramePr>
        <p:xfrm>
          <a:off x="381000" y="1905000"/>
          <a:ext cx="7762875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623" name="Document" r:id="rId5" imgW="2940840" imgH="228600" progId="Word.Document.8">
                  <p:embed/>
                </p:oleObj>
              </mc:Choice>
              <mc:Fallback>
                <p:oleObj name="Document" r:id="rId5" imgW="2940840" imgH="22860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905000"/>
                        <a:ext cx="7762875" cy="595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9606" name="Object 6"/>
          <p:cNvGraphicFramePr>
            <a:graphicFrameLocks noChangeAspect="1"/>
          </p:cNvGraphicFramePr>
          <p:nvPr/>
        </p:nvGraphicFramePr>
        <p:xfrm>
          <a:off x="381000" y="2514600"/>
          <a:ext cx="5562600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624" name="Document" r:id="rId7" imgW="2162160" imgH="228600" progId="Word.Document.8">
                  <p:embed/>
                </p:oleObj>
              </mc:Choice>
              <mc:Fallback>
                <p:oleObj name="Document" r:id="rId7" imgW="2162160" imgH="228600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514600"/>
                        <a:ext cx="5562600" cy="614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9607" name="Object 7"/>
          <p:cNvGraphicFramePr>
            <a:graphicFrameLocks noChangeAspect="1"/>
          </p:cNvGraphicFramePr>
          <p:nvPr/>
        </p:nvGraphicFramePr>
        <p:xfrm>
          <a:off x="381000" y="3124200"/>
          <a:ext cx="8334375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625" name="Document" r:id="rId9" imgW="3144600" imgH="401400" progId="Word.Document.8">
                  <p:embed/>
                </p:oleObj>
              </mc:Choice>
              <mc:Fallback>
                <p:oleObj name="Document" r:id="rId9" imgW="3144600" imgH="401400" progId="Word.Document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124200"/>
                        <a:ext cx="8334375" cy="106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9608" name="Object 8"/>
          <p:cNvGraphicFramePr>
            <a:graphicFrameLocks noChangeAspect="1"/>
          </p:cNvGraphicFramePr>
          <p:nvPr/>
        </p:nvGraphicFramePr>
        <p:xfrm>
          <a:off x="1030288" y="4219575"/>
          <a:ext cx="2436812" cy="209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626" name="Equation" r:id="rId11" imgW="1091880" imgH="927000" progId="Equation.3">
                  <p:embed/>
                </p:oleObj>
              </mc:Choice>
              <mc:Fallback>
                <p:oleObj name="Equation" r:id="rId11" imgW="1091880" imgH="9270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0288" y="4219575"/>
                        <a:ext cx="2436812" cy="2093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9609" name="Object 9"/>
          <p:cNvGraphicFramePr>
            <a:graphicFrameLocks noChangeAspect="1"/>
          </p:cNvGraphicFramePr>
          <p:nvPr/>
        </p:nvGraphicFramePr>
        <p:xfrm>
          <a:off x="3505200" y="4203700"/>
          <a:ext cx="3284538" cy="205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627" name="Equation" r:id="rId13" imgW="1498320" imgH="927000" progId="Equation.3">
                  <p:embed/>
                </p:oleObj>
              </mc:Choice>
              <mc:Fallback>
                <p:oleObj name="Equation" r:id="rId13" imgW="1498320" imgH="9270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4203700"/>
                        <a:ext cx="3284538" cy="2058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9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49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49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49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49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49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49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49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9603" grpId="0" autoUpdateAnimBg="0"/>
      <p:bldP spid="1049604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99A37-BD62-4DA5-B2DC-E4747C7AE474}" type="slidenum">
              <a:rPr lang="zh-CN" altLang="en-US"/>
              <a:pPr/>
              <a:t>42</a:t>
            </a:fld>
            <a:endParaRPr lang="zh-CN" altLang="en-US"/>
          </a:p>
        </p:txBody>
      </p:sp>
      <p:graphicFrame>
        <p:nvGraphicFramePr>
          <p:cNvPr id="1050626" name="Object 2"/>
          <p:cNvGraphicFramePr>
            <a:graphicFrameLocks noChangeAspect="1"/>
          </p:cNvGraphicFramePr>
          <p:nvPr/>
        </p:nvGraphicFramePr>
        <p:xfrm>
          <a:off x="3733800" y="339725"/>
          <a:ext cx="3429000" cy="201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641" name="Equation" r:id="rId3" imgW="1600200" imgH="927000" progId="Equation.3">
                  <p:embed/>
                </p:oleObj>
              </mc:Choice>
              <mc:Fallback>
                <p:oleObj name="Equation" r:id="rId3" imgW="1600200" imgH="927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339725"/>
                        <a:ext cx="3429000" cy="2011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0627" name="Object 3"/>
          <p:cNvGraphicFramePr>
            <a:graphicFrameLocks noChangeAspect="1"/>
          </p:cNvGraphicFramePr>
          <p:nvPr/>
        </p:nvGraphicFramePr>
        <p:xfrm>
          <a:off x="482600" y="2619375"/>
          <a:ext cx="3784600" cy="212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642" name="Equation" r:id="rId5" imgW="1676160" imgH="927000" progId="Equation.3">
                  <p:embed/>
                </p:oleObj>
              </mc:Choice>
              <mc:Fallback>
                <p:oleObj name="Equation" r:id="rId5" imgW="1676160" imgH="927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600" y="2619375"/>
                        <a:ext cx="3784600" cy="2120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0628" name="Object 4"/>
          <p:cNvGraphicFramePr>
            <a:graphicFrameLocks noChangeAspect="1"/>
          </p:cNvGraphicFramePr>
          <p:nvPr/>
        </p:nvGraphicFramePr>
        <p:xfrm>
          <a:off x="533400" y="4911725"/>
          <a:ext cx="693420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643" name="Document" r:id="rId7" imgW="2822400" imgH="228600" progId="Word.Document.8">
                  <p:embed/>
                </p:oleObj>
              </mc:Choice>
              <mc:Fallback>
                <p:oleObj name="Document" r:id="rId7" imgW="2822400" imgH="22860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911725"/>
                        <a:ext cx="6934200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0629" name="Object 5"/>
          <p:cNvGraphicFramePr>
            <a:graphicFrameLocks noChangeAspect="1"/>
          </p:cNvGraphicFramePr>
          <p:nvPr/>
        </p:nvGraphicFramePr>
        <p:xfrm>
          <a:off x="533400" y="5653088"/>
          <a:ext cx="7391400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644" name="Document" r:id="rId9" imgW="3163680" imgH="228600" progId="Word.Document.8">
                  <p:embed/>
                </p:oleObj>
              </mc:Choice>
              <mc:Fallback>
                <p:oleObj name="Document" r:id="rId9" imgW="3163680" imgH="22860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5653088"/>
                        <a:ext cx="7391400" cy="560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0630" name="Object 6"/>
          <p:cNvGraphicFramePr>
            <a:graphicFrameLocks noChangeAspect="1"/>
          </p:cNvGraphicFramePr>
          <p:nvPr/>
        </p:nvGraphicFramePr>
        <p:xfrm>
          <a:off x="457200" y="304800"/>
          <a:ext cx="3284538" cy="205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645" name="Equation" r:id="rId11" imgW="1498320" imgH="927000" progId="Equation.3">
                  <p:embed/>
                </p:oleObj>
              </mc:Choice>
              <mc:Fallback>
                <p:oleObj name="Equation" r:id="rId11" imgW="1498320" imgH="927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04800"/>
                        <a:ext cx="3284538" cy="2058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50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50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50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50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0337-2E59-4D62-AC09-DCC0C8EBA4BC}" type="slidenum">
              <a:rPr lang="zh-CN" altLang="en-US"/>
              <a:pPr/>
              <a:t>43</a:t>
            </a:fld>
            <a:endParaRPr lang="zh-CN" altLang="en-US"/>
          </a:p>
        </p:txBody>
      </p:sp>
      <p:graphicFrame>
        <p:nvGraphicFramePr>
          <p:cNvPr id="1051650" name="Object 2"/>
          <p:cNvGraphicFramePr>
            <a:graphicFrameLocks noChangeAspect="1"/>
          </p:cNvGraphicFramePr>
          <p:nvPr/>
        </p:nvGraphicFramePr>
        <p:xfrm>
          <a:off x="533400" y="2863850"/>
          <a:ext cx="3352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1676" name="Document" r:id="rId3" imgW="1322640" imgH="177480" progId="Word.Document.8">
                  <p:embed/>
                </p:oleObj>
              </mc:Choice>
              <mc:Fallback>
                <p:oleObj name="Document" r:id="rId3" imgW="1322640" imgH="17748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863850"/>
                        <a:ext cx="33528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1651" name="Text Box 3"/>
          <p:cNvSpPr txBox="1">
            <a:spLocks noChangeArrowheads="1"/>
          </p:cNvSpPr>
          <p:nvPr/>
        </p:nvSpPr>
        <p:spPr bwMode="auto">
          <a:xfrm>
            <a:off x="533400" y="3429000"/>
            <a:ext cx="3124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600">
                <a:latin typeface="宋体" panose="02010600030101010101" pitchFamily="2" charset="-122"/>
              </a:rPr>
              <a:t>但表示法不唯一。</a:t>
            </a:r>
            <a:r>
              <a:rPr lang="zh-CN" altLang="en-US"/>
              <a:t> </a:t>
            </a:r>
          </a:p>
        </p:txBody>
      </p:sp>
      <p:graphicFrame>
        <p:nvGraphicFramePr>
          <p:cNvPr id="1051652" name="Object 4"/>
          <p:cNvGraphicFramePr>
            <a:graphicFrameLocks noChangeAspect="1"/>
          </p:cNvGraphicFramePr>
          <p:nvPr/>
        </p:nvGraphicFramePr>
        <p:xfrm>
          <a:off x="4495800" y="457200"/>
          <a:ext cx="3108325" cy="214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1677" name="Equation" r:id="rId5" imgW="1358640" imgH="927000" progId="Equation.3">
                  <p:embed/>
                </p:oleObj>
              </mc:Choice>
              <mc:Fallback>
                <p:oleObj name="Equation" r:id="rId5" imgW="1358640" imgH="927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457200"/>
                        <a:ext cx="3108325" cy="2149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1653" name="Object 5"/>
          <p:cNvGraphicFramePr>
            <a:graphicFrameLocks noChangeAspect="1"/>
          </p:cNvGraphicFramePr>
          <p:nvPr/>
        </p:nvGraphicFramePr>
        <p:xfrm>
          <a:off x="5105400" y="4081463"/>
          <a:ext cx="115570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1678" name="Equation" r:id="rId7" imgW="495000" imgH="228600" progId="Equation.3">
                  <p:embed/>
                </p:oleObj>
              </mc:Choice>
              <mc:Fallback>
                <p:oleObj name="Equation" r:id="rId7" imgW="49500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4081463"/>
                        <a:ext cx="1155700" cy="54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1654" name="Object 6"/>
          <p:cNvGraphicFramePr>
            <a:graphicFrameLocks noChangeAspect="1"/>
          </p:cNvGraphicFramePr>
          <p:nvPr/>
        </p:nvGraphicFramePr>
        <p:xfrm>
          <a:off x="3276600" y="4113213"/>
          <a:ext cx="1600200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1679" name="Equation" r:id="rId9" imgW="711000" imgH="215640" progId="Equation.3">
                  <p:embed/>
                </p:oleObj>
              </mc:Choice>
              <mc:Fallback>
                <p:oleObj name="Equation" r:id="rId9" imgW="711000" imgH="2156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113213"/>
                        <a:ext cx="1600200" cy="493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1655" name="Object 7"/>
          <p:cNvGraphicFramePr>
            <a:graphicFrameLocks noChangeAspect="1"/>
          </p:cNvGraphicFramePr>
          <p:nvPr/>
        </p:nvGraphicFramePr>
        <p:xfrm>
          <a:off x="1143000" y="4140200"/>
          <a:ext cx="198120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1680" name="Equation" r:id="rId11" imgW="863280" imgH="215640" progId="Equation.3">
                  <p:embed/>
                </p:oleObj>
              </mc:Choice>
              <mc:Fallback>
                <p:oleObj name="Equation" r:id="rId11" imgW="863280" imgH="2156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140200"/>
                        <a:ext cx="1981200" cy="503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1656" name="Object 8"/>
          <p:cNvGraphicFramePr>
            <a:graphicFrameLocks noChangeAspect="1"/>
          </p:cNvGraphicFramePr>
          <p:nvPr/>
        </p:nvGraphicFramePr>
        <p:xfrm>
          <a:off x="1143000" y="4800600"/>
          <a:ext cx="5286375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1681" name="Equation" r:id="rId13" imgW="2158920" imgH="228600" progId="Equation.3">
                  <p:embed/>
                </p:oleObj>
              </mc:Choice>
              <mc:Fallback>
                <p:oleObj name="Equation" r:id="rId13" imgW="215892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800600"/>
                        <a:ext cx="5286375" cy="528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1657" name="Text Box 9"/>
          <p:cNvSpPr txBox="1">
            <a:spLocks noChangeArrowheads="1"/>
          </p:cNvSpPr>
          <p:nvPr/>
        </p:nvSpPr>
        <p:spPr bwMode="auto">
          <a:xfrm>
            <a:off x="533400" y="5486400"/>
            <a:ext cx="4114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其中 </a:t>
            </a:r>
            <a:r>
              <a:rPr lang="en-US" altLang="zh-CN" i="1"/>
              <a:t>c </a:t>
            </a:r>
            <a:r>
              <a:rPr lang="zh-CN" altLang="en-US"/>
              <a:t>为任意常数。</a:t>
            </a:r>
          </a:p>
        </p:txBody>
      </p:sp>
      <p:graphicFrame>
        <p:nvGraphicFramePr>
          <p:cNvPr id="1051658" name="Object 10"/>
          <p:cNvGraphicFramePr>
            <a:graphicFrameLocks noChangeAspect="1"/>
          </p:cNvGraphicFramePr>
          <p:nvPr/>
        </p:nvGraphicFramePr>
        <p:xfrm>
          <a:off x="533400" y="457200"/>
          <a:ext cx="3784600" cy="212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1682" name="Equation" r:id="rId15" imgW="1676160" imgH="927000" progId="Equation.3">
                  <p:embed/>
                </p:oleObj>
              </mc:Choice>
              <mc:Fallback>
                <p:oleObj name="Equation" r:id="rId15" imgW="1676160" imgH="9270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57200"/>
                        <a:ext cx="3784600" cy="2120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1659" name="Object 11"/>
          <p:cNvGraphicFramePr>
            <a:graphicFrameLocks noChangeAspect="1"/>
          </p:cNvGraphicFramePr>
          <p:nvPr/>
        </p:nvGraphicFramePr>
        <p:xfrm>
          <a:off x="3810000" y="2819400"/>
          <a:ext cx="434340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1683" name="Document" r:id="rId17" imgW="1809720" imgH="231480" progId="Word.Document.8">
                  <p:embed/>
                </p:oleObj>
              </mc:Choice>
              <mc:Fallback>
                <p:oleObj name="Document" r:id="rId17" imgW="1809720" imgH="231480" progId="Word.Document.8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2819400"/>
                        <a:ext cx="4343400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51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51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51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51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51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51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51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51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51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1651" grpId="0" autoUpdateAnimBg="0"/>
      <p:bldP spid="1051657" grpId="0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25F77-72DD-40DA-8B07-9DB5A5437271}" type="slidenum">
              <a:rPr lang="zh-CN" altLang="en-US"/>
              <a:pPr/>
              <a:t>44</a:t>
            </a:fld>
            <a:endParaRPr lang="zh-CN" altLang="en-US"/>
          </a:p>
        </p:txBody>
      </p:sp>
      <p:graphicFrame>
        <p:nvGraphicFramePr>
          <p:cNvPr id="1158146" name="Object 2"/>
          <p:cNvGraphicFramePr>
            <a:graphicFrameLocks noChangeAspect="1"/>
          </p:cNvGraphicFramePr>
          <p:nvPr/>
        </p:nvGraphicFramePr>
        <p:xfrm>
          <a:off x="381000" y="228600"/>
          <a:ext cx="8382000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176" name="Document" r:id="rId3" imgW="3335760" imgH="614160" progId="Word.Document.8">
                  <p:embed/>
                </p:oleObj>
              </mc:Choice>
              <mc:Fallback>
                <p:oleObj name="Document" r:id="rId3" imgW="3335760" imgH="61416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28600"/>
                        <a:ext cx="8382000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8147" name="Text Box 3"/>
          <p:cNvSpPr txBox="1">
            <a:spLocks noChangeArrowheads="1"/>
          </p:cNvSpPr>
          <p:nvPr/>
        </p:nvSpPr>
        <p:spPr bwMode="auto">
          <a:xfrm>
            <a:off x="228600" y="190500"/>
            <a:ext cx="129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练习</a:t>
            </a:r>
          </a:p>
        </p:txBody>
      </p:sp>
      <p:sp>
        <p:nvSpPr>
          <p:cNvPr id="1158148" name="Text Box 4"/>
          <p:cNvSpPr txBox="1">
            <a:spLocks noChangeArrowheads="1"/>
          </p:cNvSpPr>
          <p:nvPr/>
        </p:nvSpPr>
        <p:spPr bwMode="auto">
          <a:xfrm>
            <a:off x="304800" y="2514600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1158157" name="Object 13"/>
          <p:cNvGraphicFramePr>
            <a:graphicFrameLocks noChangeAspect="1"/>
          </p:cNvGraphicFramePr>
          <p:nvPr/>
        </p:nvGraphicFramePr>
        <p:xfrm>
          <a:off x="914400" y="2514600"/>
          <a:ext cx="21336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177" r:id="rId5" imgW="901309" imgH="228501" progId="Equation.3">
                  <p:embed/>
                </p:oleObj>
              </mc:Choice>
              <mc:Fallback>
                <p:oleObj r:id="rId5" imgW="901309" imgH="228501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514600"/>
                        <a:ext cx="2133600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8156" name="Object 12"/>
          <p:cNvGraphicFramePr>
            <a:graphicFrameLocks noChangeAspect="1"/>
          </p:cNvGraphicFramePr>
          <p:nvPr/>
        </p:nvGraphicFramePr>
        <p:xfrm>
          <a:off x="3038475" y="1781175"/>
          <a:ext cx="2590800" cy="2074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178" r:id="rId7" imgW="1155700" imgH="927100" progId="Equation.3">
                  <p:embed/>
                </p:oleObj>
              </mc:Choice>
              <mc:Fallback>
                <p:oleObj r:id="rId7" imgW="1155700" imgH="9271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8475" y="1781175"/>
                        <a:ext cx="2590800" cy="2074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8155" name="Object 11"/>
          <p:cNvGraphicFramePr>
            <a:graphicFrameLocks noChangeAspect="1"/>
          </p:cNvGraphicFramePr>
          <p:nvPr/>
        </p:nvGraphicFramePr>
        <p:xfrm>
          <a:off x="5638800" y="1790700"/>
          <a:ext cx="2514600" cy="204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179" r:id="rId9" imgW="1130300" imgH="927100" progId="Equation.3">
                  <p:embed/>
                </p:oleObj>
              </mc:Choice>
              <mc:Fallback>
                <p:oleObj r:id="rId9" imgW="1130300" imgH="9271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1790700"/>
                        <a:ext cx="2514600" cy="2049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8154" name="Object 10"/>
          <p:cNvGraphicFramePr>
            <a:graphicFrameLocks noChangeAspect="1"/>
          </p:cNvGraphicFramePr>
          <p:nvPr/>
        </p:nvGraphicFramePr>
        <p:xfrm>
          <a:off x="685800" y="3886200"/>
          <a:ext cx="2155825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180" name="Equation" r:id="rId11" imgW="965160" imgH="927000" progId="Equation.3">
                  <p:embed/>
                </p:oleObj>
              </mc:Choice>
              <mc:Fallback>
                <p:oleObj name="Equation" r:id="rId11" imgW="965160" imgH="9270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886200"/>
                        <a:ext cx="2155825" cy="205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8159" name="Object 15"/>
          <p:cNvGraphicFramePr>
            <a:graphicFrameLocks noChangeAspect="1"/>
          </p:cNvGraphicFramePr>
          <p:nvPr/>
        </p:nvGraphicFramePr>
        <p:xfrm>
          <a:off x="3276600" y="4191000"/>
          <a:ext cx="3771900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181" name="Document" r:id="rId13" imgW="1577160" imgH="228600" progId="Word.Document.8">
                  <p:embed/>
                </p:oleObj>
              </mc:Choice>
              <mc:Fallback>
                <p:oleObj name="Document" r:id="rId13" imgW="1577160" imgH="228600" progId="Word.Document.8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191000"/>
                        <a:ext cx="3771900" cy="55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8160" name="Object 16"/>
          <p:cNvGraphicFramePr>
            <a:graphicFrameLocks noChangeAspect="1"/>
          </p:cNvGraphicFramePr>
          <p:nvPr/>
        </p:nvGraphicFramePr>
        <p:xfrm>
          <a:off x="3276600" y="4876800"/>
          <a:ext cx="228600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182" name="Equation" r:id="rId15" imgW="952200" imgH="215640" progId="Equation.3">
                  <p:embed/>
                </p:oleObj>
              </mc:Choice>
              <mc:Fallback>
                <p:oleObj name="Equation" r:id="rId15" imgW="952200" imgH="21564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876800"/>
                        <a:ext cx="2286000" cy="527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58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58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58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58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58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58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58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58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58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8147" grpId="0" autoUpdateAnimBg="0"/>
      <p:bldP spid="1158148" grpId="0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85959-26C3-42F8-B422-9E470D2C7852}" type="slidenum">
              <a:rPr lang="zh-CN" altLang="en-US"/>
              <a:pPr/>
              <a:t>45</a:t>
            </a:fld>
            <a:endParaRPr lang="zh-CN" altLang="en-US"/>
          </a:p>
        </p:txBody>
      </p:sp>
      <p:sp>
        <p:nvSpPr>
          <p:cNvPr id="1159172" name="Text Box 4"/>
          <p:cNvSpPr txBox="1">
            <a:spLocks noChangeArrowheads="1"/>
          </p:cNvSpPr>
          <p:nvPr/>
        </p:nvSpPr>
        <p:spPr bwMode="auto">
          <a:xfrm>
            <a:off x="304800" y="2514600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1159173" name="Object 5"/>
          <p:cNvGraphicFramePr>
            <a:graphicFrameLocks noChangeAspect="1"/>
          </p:cNvGraphicFramePr>
          <p:nvPr/>
        </p:nvGraphicFramePr>
        <p:xfrm>
          <a:off x="958850" y="2514600"/>
          <a:ext cx="2043113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9200" name="Equation" r:id="rId3" imgW="863280" imgH="228600" progId="Equation.3">
                  <p:embed/>
                </p:oleObj>
              </mc:Choice>
              <mc:Fallback>
                <p:oleObj name="Equation" r:id="rId3" imgW="86328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8850" y="2514600"/>
                        <a:ext cx="2043113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9174" name="Object 6"/>
          <p:cNvGraphicFramePr>
            <a:graphicFrameLocks noChangeAspect="1"/>
          </p:cNvGraphicFramePr>
          <p:nvPr/>
        </p:nvGraphicFramePr>
        <p:xfrm>
          <a:off x="3019425" y="1771650"/>
          <a:ext cx="2447925" cy="2074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9201" name="Equation" r:id="rId5" imgW="1091880" imgH="927000" progId="Equation.3">
                  <p:embed/>
                </p:oleObj>
              </mc:Choice>
              <mc:Fallback>
                <p:oleObj name="Equation" r:id="rId5" imgW="1091880" imgH="927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9425" y="1771650"/>
                        <a:ext cx="2447925" cy="2074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9175" name="Object 7"/>
          <p:cNvGraphicFramePr>
            <a:graphicFrameLocks noChangeAspect="1"/>
          </p:cNvGraphicFramePr>
          <p:nvPr/>
        </p:nvGraphicFramePr>
        <p:xfrm>
          <a:off x="5486400" y="1790700"/>
          <a:ext cx="2486025" cy="204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9202" name="Equation" r:id="rId7" imgW="1117440" imgH="927000" progId="Equation.3">
                  <p:embed/>
                </p:oleObj>
              </mc:Choice>
              <mc:Fallback>
                <p:oleObj name="Equation" r:id="rId7" imgW="1117440" imgH="9270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1790700"/>
                        <a:ext cx="2486025" cy="2049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9176" name="Object 8"/>
          <p:cNvGraphicFramePr>
            <a:graphicFrameLocks noChangeAspect="1"/>
          </p:cNvGraphicFramePr>
          <p:nvPr/>
        </p:nvGraphicFramePr>
        <p:xfrm>
          <a:off x="609600" y="3810000"/>
          <a:ext cx="2155825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9203" name="Equation" r:id="rId9" imgW="965160" imgH="927000" progId="Equation.3">
                  <p:embed/>
                </p:oleObj>
              </mc:Choice>
              <mc:Fallback>
                <p:oleObj name="Equation" r:id="rId9" imgW="965160" imgH="9270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810000"/>
                        <a:ext cx="2155825" cy="205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9177" name="Object 9"/>
          <p:cNvGraphicFramePr>
            <a:graphicFrameLocks noChangeAspect="1"/>
          </p:cNvGraphicFramePr>
          <p:nvPr/>
        </p:nvGraphicFramePr>
        <p:xfrm>
          <a:off x="3048000" y="4648200"/>
          <a:ext cx="347662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9204" name="Document" r:id="rId11" imgW="1457280" imgH="225720" progId="Word.Document.8">
                  <p:embed/>
                </p:oleObj>
              </mc:Choice>
              <mc:Fallback>
                <p:oleObj name="Document" r:id="rId11" imgW="1457280" imgH="225720" progId="Word.Document.8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648200"/>
                        <a:ext cx="3476625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9184" name="Text Box 16"/>
          <p:cNvSpPr txBox="1">
            <a:spLocks noChangeArrowheads="1"/>
          </p:cNvSpPr>
          <p:nvPr/>
        </p:nvSpPr>
        <p:spPr bwMode="auto">
          <a:xfrm>
            <a:off x="228600" y="190500"/>
            <a:ext cx="129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练习</a:t>
            </a:r>
          </a:p>
        </p:txBody>
      </p:sp>
      <p:graphicFrame>
        <p:nvGraphicFramePr>
          <p:cNvPr id="1159187" name="Object 19"/>
          <p:cNvGraphicFramePr>
            <a:graphicFrameLocks noChangeAspect="1"/>
          </p:cNvGraphicFramePr>
          <p:nvPr/>
        </p:nvGraphicFramePr>
        <p:xfrm>
          <a:off x="381000" y="228600"/>
          <a:ext cx="8382000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9205" name="Document" r:id="rId13" imgW="3335760" imgH="614160" progId="Word.Document.8">
                  <p:embed/>
                </p:oleObj>
              </mc:Choice>
              <mc:Fallback>
                <p:oleObj name="Document" r:id="rId13" imgW="3335760" imgH="614160" progId="Word.Document.8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28600"/>
                        <a:ext cx="8382000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59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59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59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59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59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07A94-9C1D-48B3-889B-3417A7497091}" type="slidenum">
              <a:rPr lang="zh-CN" altLang="en-US"/>
              <a:pPr/>
              <a:t>46</a:t>
            </a:fld>
            <a:endParaRPr lang="zh-CN" altLang="en-US"/>
          </a:p>
        </p:txBody>
      </p:sp>
      <p:sp>
        <p:nvSpPr>
          <p:cNvPr id="11601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304800"/>
            <a:ext cx="3581400" cy="533400"/>
          </a:xfrm>
        </p:spPr>
        <p:txBody>
          <a:bodyPr/>
          <a:lstStyle/>
          <a:p>
            <a:pPr algn="l"/>
            <a:r>
              <a:rPr lang="zh-CN" altLang="en-US" sz="3200" b="1">
                <a:solidFill>
                  <a:srgbClr val="99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向量组的等价：</a:t>
            </a:r>
          </a:p>
        </p:txBody>
      </p:sp>
      <p:sp>
        <p:nvSpPr>
          <p:cNvPr id="1160195" name="Text Box 3"/>
          <p:cNvSpPr txBox="1">
            <a:spLocks noChangeArrowheads="1"/>
          </p:cNvSpPr>
          <p:nvPr/>
        </p:nvSpPr>
        <p:spPr bwMode="auto">
          <a:xfrm>
            <a:off x="400050" y="1054100"/>
            <a:ext cx="1428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定义</a:t>
            </a:r>
          </a:p>
        </p:txBody>
      </p:sp>
      <p:graphicFrame>
        <p:nvGraphicFramePr>
          <p:cNvPr id="1160196" name="Object 4"/>
          <p:cNvGraphicFramePr>
            <a:graphicFrameLocks noChangeAspect="1"/>
          </p:cNvGraphicFramePr>
          <p:nvPr/>
        </p:nvGraphicFramePr>
        <p:xfrm>
          <a:off x="609600" y="1695450"/>
          <a:ext cx="2740025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0212" name="Document" r:id="rId3" imgW="1083960" imgH="228600" progId="Word.Document.8">
                  <p:embed/>
                </p:oleObj>
              </mc:Choice>
              <mc:Fallback>
                <p:oleObj name="Document" r:id="rId3" imgW="1083960" imgH="22860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695450"/>
                        <a:ext cx="2740025" cy="579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0197" name="Text Box 5"/>
          <p:cNvSpPr txBox="1">
            <a:spLocks noChangeArrowheads="1"/>
          </p:cNvSpPr>
          <p:nvPr/>
        </p:nvSpPr>
        <p:spPr bwMode="auto">
          <a:xfrm>
            <a:off x="1524000" y="1047750"/>
            <a:ext cx="434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设有两个向量组</a:t>
            </a:r>
          </a:p>
        </p:txBody>
      </p:sp>
      <p:graphicFrame>
        <p:nvGraphicFramePr>
          <p:cNvPr id="1160198" name="Object 6"/>
          <p:cNvGraphicFramePr>
            <a:graphicFrameLocks noChangeAspect="1"/>
          </p:cNvGraphicFramePr>
          <p:nvPr/>
        </p:nvGraphicFramePr>
        <p:xfrm>
          <a:off x="3581400" y="1695450"/>
          <a:ext cx="2671763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0213" name="Document" r:id="rId5" imgW="1109520" imgH="228600" progId="Word.Document.8">
                  <p:embed/>
                </p:oleObj>
              </mc:Choice>
              <mc:Fallback>
                <p:oleObj name="Document" r:id="rId5" imgW="1109520" imgH="228600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1695450"/>
                        <a:ext cx="2671763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0199" name="Text Box 7"/>
          <p:cNvSpPr txBox="1">
            <a:spLocks noChangeArrowheads="1"/>
          </p:cNvSpPr>
          <p:nvPr/>
        </p:nvSpPr>
        <p:spPr bwMode="auto">
          <a:xfrm>
            <a:off x="381000" y="2305050"/>
            <a:ext cx="8382000" cy="120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zh-CN" altLang="en-US">
                <a:latin typeface="宋体" panose="02010600030101010101" pitchFamily="2" charset="-122"/>
              </a:rPr>
              <a:t>如果向量组(Ⅰ)中每个向量均可由向量组(Ⅱ)线性表出，则称向量组(Ⅰ) 可由向量组(Ⅱ)</a:t>
            </a:r>
            <a:r>
              <a:rPr lang="zh-CN" altLang="en-US" sz="2600">
                <a:solidFill>
                  <a:srgbClr val="0033CC"/>
                </a:solidFill>
                <a:ea typeface="黑体" panose="02010609060101010101" pitchFamily="49" charset="-122"/>
              </a:rPr>
              <a:t>线性表出</a:t>
            </a:r>
            <a:r>
              <a:rPr lang="zh-CN" altLang="en-US"/>
              <a:t> </a:t>
            </a:r>
            <a:r>
              <a:rPr lang="zh-CN" altLang="en-US">
                <a:latin typeface="宋体" panose="02010600030101010101" pitchFamily="2" charset="-122"/>
              </a:rPr>
              <a:t>；</a:t>
            </a:r>
          </a:p>
        </p:txBody>
      </p:sp>
      <p:grpSp>
        <p:nvGrpSpPr>
          <p:cNvPr id="1160200" name="Group 8"/>
          <p:cNvGrpSpPr>
            <a:grpSpLocks/>
          </p:cNvGrpSpPr>
          <p:nvPr/>
        </p:nvGrpSpPr>
        <p:grpSpPr bwMode="auto">
          <a:xfrm>
            <a:off x="381000" y="3497263"/>
            <a:ext cx="8382000" cy="1203325"/>
            <a:chOff x="240" y="2092"/>
            <a:chExt cx="5280" cy="758"/>
          </a:xfrm>
        </p:grpSpPr>
        <p:sp>
          <p:nvSpPr>
            <p:cNvPr id="1160201" name="Text Box 9"/>
            <p:cNvSpPr txBox="1">
              <a:spLocks noChangeArrowheads="1"/>
            </p:cNvSpPr>
            <p:nvPr/>
          </p:nvSpPr>
          <p:spPr bwMode="auto">
            <a:xfrm>
              <a:off x="240" y="2092"/>
              <a:ext cx="5280" cy="7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2600"/>
                <a:t>如果两个向量组</a:t>
              </a:r>
              <a:r>
                <a:rPr lang="zh-CN" altLang="en-US">
                  <a:latin typeface="宋体" panose="02010600030101010101" pitchFamily="2" charset="-122"/>
                </a:rPr>
                <a:t>(Ⅰ)和(Ⅱ)</a:t>
              </a:r>
              <a:r>
                <a:rPr lang="zh-CN" altLang="en-US" sz="2600"/>
                <a:t>可以互相线性表出，则称向量组</a:t>
              </a:r>
              <a:r>
                <a:rPr lang="zh-CN" altLang="en-US">
                  <a:latin typeface="宋体" panose="02010600030101010101" pitchFamily="2" charset="-122"/>
                </a:rPr>
                <a:t>(Ⅰ)和(Ⅱ)</a:t>
              </a:r>
              <a:r>
                <a:rPr lang="zh-CN" altLang="en-US" sz="2600">
                  <a:solidFill>
                    <a:srgbClr val="0033CC"/>
                  </a:solidFill>
                  <a:ea typeface="黑体" panose="02010609060101010101" pitchFamily="49" charset="-122"/>
                </a:rPr>
                <a:t>等价</a:t>
              </a:r>
              <a:r>
                <a:rPr lang="zh-CN" altLang="en-US" sz="2600"/>
                <a:t>，记作</a:t>
              </a:r>
              <a:r>
                <a:rPr lang="zh-CN" altLang="en-US" sz="2600">
                  <a:solidFill>
                    <a:srgbClr val="0033CC"/>
                  </a:solidFill>
                  <a:ea typeface="黑体" panose="02010609060101010101" pitchFamily="49" charset="-122"/>
                </a:rPr>
                <a:t> </a:t>
              </a:r>
              <a:r>
                <a:rPr lang="zh-CN" altLang="en-US">
                  <a:latin typeface="宋体" panose="02010600030101010101" pitchFamily="2" charset="-122"/>
                </a:rPr>
                <a:t>(Ⅰ)  (Ⅱ)  或</a:t>
              </a:r>
            </a:p>
          </p:txBody>
        </p:sp>
        <p:graphicFrame>
          <p:nvGraphicFramePr>
            <p:cNvPr id="1160202" name="Object 10"/>
            <p:cNvGraphicFramePr>
              <a:graphicFrameLocks noChangeAspect="1"/>
            </p:cNvGraphicFramePr>
            <p:nvPr/>
          </p:nvGraphicFramePr>
          <p:xfrm>
            <a:off x="3400" y="2560"/>
            <a:ext cx="240" cy="2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0214" name="Equation" r:id="rId7" imgW="139680" imgH="126720" progId="Equation.3">
                    <p:embed/>
                  </p:oleObj>
                </mc:Choice>
                <mc:Fallback>
                  <p:oleObj name="Equation" r:id="rId7" imgW="139680" imgH="12672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0" y="2560"/>
                          <a:ext cx="240" cy="22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60203" name="Object 11"/>
          <p:cNvGraphicFramePr>
            <a:graphicFrameLocks noChangeAspect="1"/>
          </p:cNvGraphicFramePr>
          <p:nvPr/>
        </p:nvGraphicFramePr>
        <p:xfrm>
          <a:off x="457200" y="4748213"/>
          <a:ext cx="4343400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0215" name="Equation" r:id="rId9" imgW="1777680" imgH="228600" progId="Equation.3">
                  <p:embed/>
                </p:oleObj>
              </mc:Choice>
              <mc:Fallback>
                <p:oleObj name="Equation" r:id="rId9" imgW="1777680" imgH="2286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748213"/>
                        <a:ext cx="4343400" cy="557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60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60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60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60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60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60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60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60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0194" grpId="0" autoUpdateAnimBg="0"/>
      <p:bldP spid="1160195" grpId="0" autoUpdateAnimBg="0"/>
      <p:bldP spid="1160197" grpId="0" autoUpdateAnimBg="0"/>
      <p:bldP spid="1160199" grpId="0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7184D-52A1-4E49-B847-752FD1EF96F0}" type="slidenum">
              <a:rPr lang="zh-CN" altLang="en-US"/>
              <a:pPr/>
              <a:t>47</a:t>
            </a:fld>
            <a:endParaRPr lang="zh-CN" altLang="en-US"/>
          </a:p>
        </p:txBody>
      </p:sp>
      <p:sp>
        <p:nvSpPr>
          <p:cNvPr id="1161218" name="Text Box 2"/>
          <p:cNvSpPr txBox="1">
            <a:spLocks noChangeArrowheads="1"/>
          </p:cNvSpPr>
          <p:nvPr/>
        </p:nvSpPr>
        <p:spPr bwMode="auto">
          <a:xfrm>
            <a:off x="304800" y="304800"/>
            <a:ext cx="74136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</a:rPr>
              <a:t>根据定义，不难证明向量组等价的下述性质：</a:t>
            </a:r>
            <a:r>
              <a:rPr lang="zh-CN" altLang="en-US"/>
              <a:t> </a:t>
            </a:r>
          </a:p>
        </p:txBody>
      </p:sp>
      <p:sp>
        <p:nvSpPr>
          <p:cNvPr id="1161219" name="Text Box 3"/>
          <p:cNvSpPr txBox="1">
            <a:spLocks noChangeArrowheads="1"/>
          </p:cNvSpPr>
          <p:nvPr/>
        </p:nvSpPr>
        <p:spPr bwMode="auto">
          <a:xfrm>
            <a:off x="381000" y="1066800"/>
            <a:ext cx="7772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(1)</a:t>
            </a:r>
            <a:r>
              <a:rPr lang="zh-CN" altLang="en-US">
                <a:latin typeface="宋体" panose="02010600030101010101" pitchFamily="2" charset="-122"/>
              </a:rPr>
              <a:t> </a:t>
            </a:r>
            <a:r>
              <a:rPr lang="zh-CN" altLang="en-US"/>
              <a:t> </a:t>
            </a: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反身性</a:t>
            </a:r>
            <a:r>
              <a:rPr lang="zh-CN" altLang="en-US"/>
              <a:t>   </a:t>
            </a:r>
            <a:r>
              <a:rPr lang="zh-CN" altLang="en-US">
                <a:latin typeface="宋体" panose="02010600030101010101" pitchFamily="2" charset="-122"/>
              </a:rPr>
              <a:t>任一向量组和它自身等价，即</a:t>
            </a:r>
            <a:r>
              <a:rPr lang="zh-CN" altLang="en-US"/>
              <a:t> </a:t>
            </a:r>
          </a:p>
        </p:txBody>
      </p:sp>
      <p:graphicFrame>
        <p:nvGraphicFramePr>
          <p:cNvPr id="1161220" name="Object 4"/>
          <p:cNvGraphicFramePr>
            <a:graphicFrameLocks noChangeAspect="1"/>
          </p:cNvGraphicFramePr>
          <p:nvPr/>
        </p:nvGraphicFramePr>
        <p:xfrm>
          <a:off x="1371600" y="1676400"/>
          <a:ext cx="4157663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1240" name="Equation" r:id="rId3" imgW="1701720" imgH="228600" progId="Equation.3">
                  <p:embed/>
                </p:oleObj>
              </mc:Choice>
              <mc:Fallback>
                <p:oleObj name="Equation" r:id="rId3" imgW="170172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676400"/>
                        <a:ext cx="4157663" cy="557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1221" name="Text Box 5"/>
          <p:cNvSpPr txBox="1">
            <a:spLocks noChangeArrowheads="1"/>
          </p:cNvSpPr>
          <p:nvPr/>
        </p:nvSpPr>
        <p:spPr bwMode="auto">
          <a:xfrm>
            <a:off x="381000" y="2362200"/>
            <a:ext cx="20256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(2)</a:t>
            </a:r>
            <a:r>
              <a:rPr lang="zh-CN" altLang="en-US">
                <a:latin typeface="宋体" panose="02010600030101010101" pitchFamily="2" charset="-122"/>
              </a:rPr>
              <a:t> </a:t>
            </a:r>
            <a:r>
              <a:rPr lang="zh-CN" altLang="en-US"/>
              <a:t> </a:t>
            </a: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对称性</a:t>
            </a:r>
            <a:r>
              <a:rPr lang="zh-CN" altLang="en-US"/>
              <a:t> </a:t>
            </a:r>
          </a:p>
        </p:txBody>
      </p:sp>
      <p:graphicFrame>
        <p:nvGraphicFramePr>
          <p:cNvPr id="1161222" name="Object 6"/>
          <p:cNvGraphicFramePr>
            <a:graphicFrameLocks noChangeAspect="1"/>
          </p:cNvGraphicFramePr>
          <p:nvPr/>
        </p:nvGraphicFramePr>
        <p:xfrm>
          <a:off x="2513013" y="2374900"/>
          <a:ext cx="5183187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1241" name="Equation" r:id="rId5" imgW="2120760" imgH="228600" progId="Equation.3">
                  <p:embed/>
                </p:oleObj>
              </mc:Choice>
              <mc:Fallback>
                <p:oleObj name="Equation" r:id="rId5" imgW="212076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3013" y="2374900"/>
                        <a:ext cx="5183187" cy="557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1223" name="Object 7"/>
          <p:cNvGraphicFramePr>
            <a:graphicFrameLocks noChangeAspect="1"/>
          </p:cNvGraphicFramePr>
          <p:nvPr/>
        </p:nvGraphicFramePr>
        <p:xfrm>
          <a:off x="914400" y="3124200"/>
          <a:ext cx="4810125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1242" name="Equation" r:id="rId7" imgW="1968480" imgH="228600" progId="Equation.3">
                  <p:embed/>
                </p:oleObj>
              </mc:Choice>
              <mc:Fallback>
                <p:oleObj name="Equation" r:id="rId7" imgW="196848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124200"/>
                        <a:ext cx="4810125" cy="557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1224" name="Text Box 8"/>
          <p:cNvSpPr txBox="1">
            <a:spLocks noChangeArrowheads="1"/>
          </p:cNvSpPr>
          <p:nvPr/>
        </p:nvSpPr>
        <p:spPr bwMode="auto">
          <a:xfrm>
            <a:off x="381000" y="3962400"/>
            <a:ext cx="20256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(3)</a:t>
            </a:r>
            <a:r>
              <a:rPr lang="zh-CN" altLang="en-US">
                <a:latin typeface="宋体" panose="02010600030101010101" pitchFamily="2" charset="-122"/>
              </a:rPr>
              <a:t> </a:t>
            </a:r>
            <a:r>
              <a:rPr lang="zh-CN" altLang="en-US"/>
              <a:t> </a:t>
            </a: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传递性</a:t>
            </a:r>
            <a:r>
              <a:rPr lang="zh-CN" altLang="en-US"/>
              <a:t> </a:t>
            </a:r>
          </a:p>
        </p:txBody>
      </p:sp>
      <p:graphicFrame>
        <p:nvGraphicFramePr>
          <p:cNvPr id="1161225" name="Object 9"/>
          <p:cNvGraphicFramePr>
            <a:graphicFrameLocks noChangeAspect="1"/>
          </p:cNvGraphicFramePr>
          <p:nvPr/>
        </p:nvGraphicFramePr>
        <p:xfrm>
          <a:off x="2514600" y="3962400"/>
          <a:ext cx="5183188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1243" name="Equation" r:id="rId9" imgW="2120760" imgH="228600" progId="Equation.3">
                  <p:embed/>
                </p:oleObj>
              </mc:Choice>
              <mc:Fallback>
                <p:oleObj name="Equation" r:id="rId9" imgW="212076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962400"/>
                        <a:ext cx="5183188" cy="557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1226" name="Object 10"/>
          <p:cNvGraphicFramePr>
            <a:graphicFrameLocks noChangeAspect="1"/>
          </p:cNvGraphicFramePr>
          <p:nvPr/>
        </p:nvGraphicFramePr>
        <p:xfrm>
          <a:off x="533400" y="4724400"/>
          <a:ext cx="4810125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1244" name="Equation" r:id="rId10" imgW="1968480" imgH="241200" progId="Equation.3">
                  <p:embed/>
                </p:oleObj>
              </mc:Choice>
              <mc:Fallback>
                <p:oleObj name="Equation" r:id="rId10" imgW="1968480" imgH="2412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724400"/>
                        <a:ext cx="4810125" cy="588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1227" name="Object 11"/>
          <p:cNvGraphicFramePr>
            <a:graphicFrameLocks noChangeAspect="1"/>
          </p:cNvGraphicFramePr>
          <p:nvPr/>
        </p:nvGraphicFramePr>
        <p:xfrm>
          <a:off x="854075" y="5470525"/>
          <a:ext cx="4778375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1245" name="Equation" r:id="rId12" imgW="1955520" imgH="241200" progId="Equation.3">
                  <p:embed/>
                </p:oleObj>
              </mc:Choice>
              <mc:Fallback>
                <p:oleObj name="Equation" r:id="rId12" imgW="1955520" imgH="2412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075" y="5470525"/>
                        <a:ext cx="4778375" cy="588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61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61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61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61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61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61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61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61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61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161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1218" grpId="0" autoUpdateAnimBg="0"/>
      <p:bldP spid="1161219" grpId="0" autoUpdateAnimBg="0"/>
      <p:bldP spid="1161221" grpId="0" autoUpdateAnimBg="0"/>
      <p:bldP spid="1161224" grpId="0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B3E2-C753-40C3-BB2C-969CB2F5AAF1}" type="slidenum">
              <a:rPr lang="zh-CN" altLang="en-US"/>
              <a:pPr/>
              <a:t>48</a:t>
            </a:fld>
            <a:endParaRPr lang="zh-CN" altLang="en-US"/>
          </a:p>
        </p:txBody>
      </p:sp>
      <p:sp>
        <p:nvSpPr>
          <p:cNvPr id="116224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92088"/>
            <a:ext cx="8305800" cy="685800"/>
          </a:xfrm>
        </p:spPr>
        <p:txBody>
          <a:bodyPr/>
          <a:lstStyle/>
          <a:p>
            <a:r>
              <a:rPr lang="zh-CN" altLang="en-US" sz="3600" b="1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第三节  向量组的线性相关性</a:t>
            </a:r>
          </a:p>
        </p:txBody>
      </p:sp>
      <p:sp>
        <p:nvSpPr>
          <p:cNvPr id="1162243" name="Text Box 3"/>
          <p:cNvSpPr txBox="1">
            <a:spLocks noChangeArrowheads="1"/>
          </p:cNvSpPr>
          <p:nvPr/>
        </p:nvSpPr>
        <p:spPr bwMode="auto">
          <a:xfrm>
            <a:off x="152400" y="1030288"/>
            <a:ext cx="57150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320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(一) 线性相关与线性无关</a:t>
            </a:r>
          </a:p>
        </p:txBody>
      </p:sp>
      <p:graphicFrame>
        <p:nvGraphicFramePr>
          <p:cNvPr id="1162255" name="Object 15"/>
          <p:cNvGraphicFramePr>
            <a:graphicFrameLocks noChangeAspect="1"/>
          </p:cNvGraphicFramePr>
          <p:nvPr/>
        </p:nvGraphicFramePr>
        <p:xfrm>
          <a:off x="381000" y="1792288"/>
          <a:ext cx="7993063" cy="1266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7064" name="Document" r:id="rId3" imgW="2977560" imgH="472320" progId="Word.Document.8">
                  <p:embed/>
                </p:oleObj>
              </mc:Choice>
              <mc:Fallback>
                <p:oleObj name="Document" r:id="rId3" imgW="2977560" imgH="472320" progId="Word.Document.8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792288"/>
                        <a:ext cx="7993063" cy="1266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2256" name="Text Box 16"/>
          <p:cNvSpPr txBox="1">
            <a:spLocks noChangeArrowheads="1"/>
          </p:cNvSpPr>
          <p:nvPr/>
        </p:nvSpPr>
        <p:spPr bwMode="auto">
          <a:xfrm>
            <a:off x="298450" y="1785938"/>
            <a:ext cx="15287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000099"/>
                </a:solidFill>
                <a:ea typeface="黑体" panose="02010609060101010101" pitchFamily="49" charset="-122"/>
              </a:rPr>
              <a:t>定义</a:t>
            </a:r>
          </a:p>
        </p:txBody>
      </p:sp>
      <p:graphicFrame>
        <p:nvGraphicFramePr>
          <p:cNvPr id="1162257" name="Object 17"/>
          <p:cNvGraphicFramePr>
            <a:graphicFrameLocks noChangeAspect="1"/>
          </p:cNvGraphicFramePr>
          <p:nvPr/>
        </p:nvGraphicFramePr>
        <p:xfrm>
          <a:off x="1903413" y="3048000"/>
          <a:ext cx="510540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7065" name="Equation" r:id="rId5" imgW="1752480" imgH="228600" progId="Equation.3">
                  <p:embed/>
                </p:oleObj>
              </mc:Choice>
              <mc:Fallback>
                <p:oleObj name="Equation" r:id="rId5" imgW="1752480" imgH="2286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3413" y="3048000"/>
                        <a:ext cx="5105400" cy="666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2258" name="Object 18"/>
          <p:cNvGraphicFramePr>
            <a:graphicFrameLocks noChangeAspect="1"/>
          </p:cNvGraphicFramePr>
          <p:nvPr/>
        </p:nvGraphicFramePr>
        <p:xfrm>
          <a:off x="379413" y="3810000"/>
          <a:ext cx="5637212" cy="65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7066" name="Document" r:id="rId7" imgW="1990080" imgH="228600" progId="Word.Document.8">
                  <p:embed/>
                </p:oleObj>
              </mc:Choice>
              <mc:Fallback>
                <p:oleObj name="Document" r:id="rId7" imgW="1990080" imgH="228600" progId="Word.Document.8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413" y="3810000"/>
                        <a:ext cx="5637212" cy="655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2259" name="Object 19"/>
          <p:cNvGraphicFramePr>
            <a:graphicFrameLocks noChangeAspect="1"/>
          </p:cNvGraphicFramePr>
          <p:nvPr/>
        </p:nvGraphicFramePr>
        <p:xfrm>
          <a:off x="369888" y="4533900"/>
          <a:ext cx="58674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7067" name="Document" r:id="rId9" imgW="2157840" imgH="236880" progId="Word.Document.8">
                  <p:embed/>
                </p:oleObj>
              </mc:Choice>
              <mc:Fallback>
                <p:oleObj name="Document" r:id="rId9" imgW="2157840" imgH="236880" progId="Word.Document.8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888" y="4533900"/>
                        <a:ext cx="586740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62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62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62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62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62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62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62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2242" grpId="0" autoUpdateAnimBg="0"/>
      <p:bldP spid="1162243" grpId="0" autoUpdateAnimBg="0"/>
      <p:bldP spid="1162256" grpId="0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9D4B2-942E-4E8D-BFB5-A70E528C424B}" type="slidenum">
              <a:rPr lang="zh-CN" altLang="en-US"/>
              <a:pPr/>
              <a:t>49</a:t>
            </a:fld>
            <a:endParaRPr lang="zh-CN" altLang="en-US"/>
          </a:p>
        </p:txBody>
      </p:sp>
      <p:sp>
        <p:nvSpPr>
          <p:cNvPr id="1053698" name="Text Box 2"/>
          <p:cNvSpPr txBox="1">
            <a:spLocks noChangeArrowheads="1"/>
          </p:cNvSpPr>
          <p:nvPr/>
        </p:nvSpPr>
        <p:spPr bwMode="auto">
          <a:xfrm>
            <a:off x="1066800" y="3360738"/>
            <a:ext cx="7010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</a:rPr>
              <a:t>包含零向量的向量组一定线性相关</a:t>
            </a:r>
            <a:r>
              <a:rPr lang="zh-CN" altLang="en-US"/>
              <a:t>：</a:t>
            </a:r>
          </a:p>
        </p:txBody>
      </p:sp>
      <p:graphicFrame>
        <p:nvGraphicFramePr>
          <p:cNvPr id="1053699" name="Object 3"/>
          <p:cNvGraphicFramePr>
            <a:graphicFrameLocks noChangeAspect="1"/>
          </p:cNvGraphicFramePr>
          <p:nvPr/>
        </p:nvGraphicFramePr>
        <p:xfrm>
          <a:off x="1143000" y="4065588"/>
          <a:ext cx="5029200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3722" name="Equation" r:id="rId4" imgW="1993680" imgH="228600" progId="Equation.3">
                  <p:embed/>
                </p:oleObj>
              </mc:Choice>
              <mc:Fallback>
                <p:oleObj name="Equation" r:id="rId4" imgW="1993680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065588"/>
                        <a:ext cx="5029200" cy="569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3700" name="Text Box 4"/>
          <p:cNvSpPr txBox="1">
            <a:spLocks noChangeArrowheads="1"/>
          </p:cNvSpPr>
          <p:nvPr/>
        </p:nvSpPr>
        <p:spPr bwMode="auto">
          <a:xfrm>
            <a:off x="990600" y="4764088"/>
            <a:ext cx="7620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单个向量线性相关当且仅当它为零向量：</a:t>
            </a:r>
          </a:p>
        </p:txBody>
      </p:sp>
      <p:graphicFrame>
        <p:nvGraphicFramePr>
          <p:cNvPr id="1053701" name="Object 5"/>
          <p:cNvGraphicFramePr>
            <a:graphicFrameLocks noChangeAspect="1"/>
          </p:cNvGraphicFramePr>
          <p:nvPr/>
        </p:nvGraphicFramePr>
        <p:xfrm>
          <a:off x="1143000" y="5437188"/>
          <a:ext cx="4003675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3723" name="Equation" r:id="rId6" imgW="1587240" imgH="203040" progId="Equation.3">
                  <p:embed/>
                </p:oleObj>
              </mc:Choice>
              <mc:Fallback>
                <p:oleObj name="Equation" r:id="rId6" imgW="1587240" imgH="2030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5437188"/>
                        <a:ext cx="4003675" cy="506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3702" name="Text Box 6"/>
          <p:cNvSpPr txBox="1">
            <a:spLocks noChangeArrowheads="1"/>
          </p:cNvSpPr>
          <p:nvPr/>
        </p:nvSpPr>
        <p:spPr bwMode="auto">
          <a:xfrm>
            <a:off x="385763" y="1047750"/>
            <a:ext cx="5286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例</a:t>
            </a:r>
          </a:p>
        </p:txBody>
      </p:sp>
      <p:grpSp>
        <p:nvGrpSpPr>
          <p:cNvPr id="1053703" name="Group 7"/>
          <p:cNvGrpSpPr>
            <a:grpSpLocks/>
          </p:cNvGrpSpPr>
          <p:nvPr/>
        </p:nvGrpSpPr>
        <p:grpSpPr bwMode="auto">
          <a:xfrm>
            <a:off x="990600" y="381000"/>
            <a:ext cx="5343525" cy="1878013"/>
            <a:chOff x="813" y="2208"/>
            <a:chExt cx="3366" cy="1183"/>
          </a:xfrm>
        </p:grpSpPr>
        <p:graphicFrame>
          <p:nvGraphicFramePr>
            <p:cNvPr id="1053704" name="Object 8"/>
            <p:cNvGraphicFramePr>
              <a:graphicFrameLocks noChangeAspect="1"/>
            </p:cNvGraphicFramePr>
            <p:nvPr/>
          </p:nvGraphicFramePr>
          <p:xfrm>
            <a:off x="1152" y="2208"/>
            <a:ext cx="3027" cy="1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3724" name="Document" r:id="rId8" imgW="2283480" imgH="914400" progId="Word.Document.8">
                    <p:embed/>
                  </p:oleObj>
                </mc:Choice>
                <mc:Fallback>
                  <p:oleObj name="Document" r:id="rId8" imgW="2283480" imgH="914400" progId="Word.Document.8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2" y="2208"/>
                          <a:ext cx="3027" cy="11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53705" name="Text Box 9"/>
            <p:cNvSpPr txBox="1">
              <a:spLocks noChangeArrowheads="1"/>
            </p:cNvSpPr>
            <p:nvPr/>
          </p:nvSpPr>
          <p:spPr bwMode="auto">
            <a:xfrm>
              <a:off x="813" y="2626"/>
              <a:ext cx="33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/>
                <a:t>设</a:t>
              </a:r>
            </a:p>
          </p:txBody>
        </p:sp>
      </p:grpSp>
      <p:grpSp>
        <p:nvGrpSpPr>
          <p:cNvPr id="1053706" name="Group 10"/>
          <p:cNvGrpSpPr>
            <a:grpSpLocks/>
          </p:cNvGrpSpPr>
          <p:nvPr/>
        </p:nvGrpSpPr>
        <p:grpSpPr bwMode="auto">
          <a:xfrm>
            <a:off x="385763" y="2439988"/>
            <a:ext cx="3810000" cy="608012"/>
            <a:chOff x="384" y="3505"/>
            <a:chExt cx="2400" cy="383"/>
          </a:xfrm>
        </p:grpSpPr>
        <p:sp>
          <p:nvSpPr>
            <p:cNvPr id="1053707" name="Text Box 11"/>
            <p:cNvSpPr txBox="1">
              <a:spLocks noChangeArrowheads="1"/>
            </p:cNvSpPr>
            <p:nvPr/>
          </p:nvSpPr>
          <p:spPr bwMode="auto">
            <a:xfrm>
              <a:off x="384" y="3505"/>
              <a:ext cx="33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/>
                <a:t>有</a:t>
              </a:r>
            </a:p>
          </p:txBody>
        </p:sp>
        <p:graphicFrame>
          <p:nvGraphicFramePr>
            <p:cNvPr id="1053708" name="Object 12"/>
            <p:cNvGraphicFramePr>
              <a:graphicFrameLocks noChangeAspect="1"/>
            </p:cNvGraphicFramePr>
            <p:nvPr/>
          </p:nvGraphicFramePr>
          <p:xfrm>
            <a:off x="816" y="3525"/>
            <a:ext cx="1968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3725" name="Document" r:id="rId10" imgW="1172160" imgH="228600" progId="Word.Document.8">
                    <p:embed/>
                  </p:oleObj>
                </mc:Choice>
                <mc:Fallback>
                  <p:oleObj name="Document" r:id="rId10" imgW="1172160" imgH="228600" progId="Word.Document.8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6" y="3525"/>
                          <a:ext cx="1968" cy="3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53709" name="Object 13"/>
          <p:cNvGraphicFramePr>
            <a:graphicFrameLocks noChangeAspect="1"/>
          </p:cNvGraphicFramePr>
          <p:nvPr/>
        </p:nvGraphicFramePr>
        <p:xfrm>
          <a:off x="4271963" y="2438400"/>
          <a:ext cx="4267200" cy="620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3726" name="Document" r:id="rId12" imgW="1551240" imgH="228600" progId="Word.Document.8">
                  <p:embed/>
                </p:oleObj>
              </mc:Choice>
              <mc:Fallback>
                <p:oleObj name="Document" r:id="rId12" imgW="1551240" imgH="228600" progId="Word.Document.8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1963" y="2438400"/>
                        <a:ext cx="4267200" cy="620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3710" name="Text Box 14"/>
          <p:cNvSpPr txBox="1">
            <a:spLocks noChangeArrowheads="1"/>
          </p:cNvSpPr>
          <p:nvPr/>
        </p:nvSpPr>
        <p:spPr bwMode="auto">
          <a:xfrm>
            <a:off x="161925" y="3284538"/>
            <a:ext cx="838200" cy="62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80000"/>
              </a:lnSpc>
            </a:pPr>
            <a:r>
              <a:rPr kumimoji="0" lang="zh-CN" altLang="en-US" sz="4400">
                <a:solidFill>
                  <a:srgbClr val="0033CC"/>
                </a:solidFill>
                <a:latin typeface="隶书" panose="02010509060101010101" pitchFamily="49" charset="-122"/>
                <a:ea typeface="隶书" panose="02010509060101010101" pitchFamily="49" charset="-122"/>
                <a:sym typeface="Symbol" panose="05050102010706020507" pitchFamily="18" charset="2"/>
              </a:rPr>
              <a:t>☎</a:t>
            </a:r>
          </a:p>
        </p:txBody>
      </p:sp>
      <p:sp>
        <p:nvSpPr>
          <p:cNvPr id="1053711" name="Text Box 15"/>
          <p:cNvSpPr txBox="1">
            <a:spLocks noChangeArrowheads="1"/>
          </p:cNvSpPr>
          <p:nvPr/>
        </p:nvSpPr>
        <p:spPr bwMode="auto">
          <a:xfrm>
            <a:off x="152400" y="4675188"/>
            <a:ext cx="838200" cy="62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80000"/>
              </a:lnSpc>
            </a:pPr>
            <a:r>
              <a:rPr kumimoji="0" lang="zh-CN" altLang="en-US" sz="4400">
                <a:solidFill>
                  <a:srgbClr val="0033CC"/>
                </a:solidFill>
                <a:latin typeface="隶书" panose="02010509060101010101" pitchFamily="49" charset="-122"/>
                <a:ea typeface="隶书" panose="02010509060101010101" pitchFamily="49" charset="-122"/>
                <a:sym typeface="Symbol" panose="05050102010706020507" pitchFamily="18" charset="2"/>
              </a:rPr>
              <a:t>☎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53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53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53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53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537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53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53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537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053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053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3698" grpId="0" autoUpdateAnimBg="0"/>
      <p:bldP spid="1053700" grpId="0" autoUpdateAnimBg="0"/>
      <p:bldP spid="1053702" grpId="0" autoUpdateAnimBg="0"/>
      <p:bldP spid="1053710" grpId="0" autoUpdateAnimBg="0"/>
      <p:bldP spid="1053711" grpId="0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5DB04-1F1F-4476-A158-F3FB9754EE8D}" type="slidenum">
              <a:rPr lang="zh-CN" altLang="en-US"/>
              <a:pPr/>
              <a:t>50</a:t>
            </a:fld>
            <a:endParaRPr lang="zh-CN" altLang="en-US"/>
          </a:p>
        </p:txBody>
      </p:sp>
      <p:graphicFrame>
        <p:nvGraphicFramePr>
          <p:cNvPr id="1055746" name="Object 2"/>
          <p:cNvGraphicFramePr>
            <a:graphicFrameLocks noChangeAspect="1"/>
          </p:cNvGraphicFramePr>
          <p:nvPr/>
        </p:nvGraphicFramePr>
        <p:xfrm>
          <a:off x="457200" y="254000"/>
          <a:ext cx="594360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773" name="Document" r:id="rId3" imgW="2201040" imgH="228600" progId="Word.Document.8">
                  <p:embed/>
                </p:oleObj>
              </mc:Choice>
              <mc:Fallback>
                <p:oleObj name="Document" r:id="rId3" imgW="2201040" imgH="22860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54000"/>
                        <a:ext cx="5943600" cy="66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5747" name="Text Box 3"/>
          <p:cNvSpPr txBox="1">
            <a:spLocks noChangeArrowheads="1"/>
          </p:cNvSpPr>
          <p:nvPr/>
        </p:nvSpPr>
        <p:spPr bwMode="auto">
          <a:xfrm>
            <a:off x="304800" y="2540000"/>
            <a:ext cx="1905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000099"/>
                </a:solidFill>
                <a:ea typeface="黑体" panose="02010609060101010101" pitchFamily="49" charset="-122"/>
              </a:rPr>
              <a:t>定理</a:t>
            </a:r>
          </a:p>
        </p:txBody>
      </p:sp>
      <p:graphicFrame>
        <p:nvGraphicFramePr>
          <p:cNvPr id="1055748" name="Object 4"/>
          <p:cNvGraphicFramePr>
            <a:graphicFrameLocks noChangeAspect="1"/>
          </p:cNvGraphicFramePr>
          <p:nvPr/>
        </p:nvGraphicFramePr>
        <p:xfrm>
          <a:off x="1447800" y="2540000"/>
          <a:ext cx="67056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774" name="Document" r:id="rId5" imgW="2486520" imgH="228600" progId="Word.Document.8">
                  <p:embed/>
                </p:oleObj>
              </mc:Choice>
              <mc:Fallback>
                <p:oleObj name="Document" r:id="rId5" imgW="2486520" imgH="22860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540000"/>
                        <a:ext cx="670560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5749" name="Text Box 5"/>
          <p:cNvSpPr txBox="1">
            <a:spLocks noChangeArrowheads="1"/>
          </p:cNvSpPr>
          <p:nvPr/>
        </p:nvSpPr>
        <p:spPr bwMode="auto">
          <a:xfrm>
            <a:off x="381000" y="3225800"/>
            <a:ext cx="8534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(线性无关)的充分必要条件是齐次线性方程组</a:t>
            </a:r>
          </a:p>
        </p:txBody>
      </p:sp>
      <p:graphicFrame>
        <p:nvGraphicFramePr>
          <p:cNvPr id="1055750" name="Object 6"/>
          <p:cNvGraphicFramePr>
            <a:graphicFrameLocks noChangeAspect="1"/>
          </p:cNvGraphicFramePr>
          <p:nvPr/>
        </p:nvGraphicFramePr>
        <p:xfrm>
          <a:off x="3124200" y="3835400"/>
          <a:ext cx="1447800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775" name="Document" r:id="rId7" imgW="477000" imgH="199440" progId="Word.Document.8">
                  <p:embed/>
                </p:oleObj>
              </mc:Choice>
              <mc:Fallback>
                <p:oleObj name="Document" r:id="rId7" imgW="477000" imgH="199440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835400"/>
                        <a:ext cx="1447800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5751" name="Text Box 7"/>
          <p:cNvSpPr txBox="1">
            <a:spLocks noChangeArrowheads="1"/>
          </p:cNvSpPr>
          <p:nvPr/>
        </p:nvSpPr>
        <p:spPr bwMode="auto">
          <a:xfrm>
            <a:off x="304800" y="4368800"/>
            <a:ext cx="3581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有(无)非零解,</a:t>
            </a:r>
          </a:p>
        </p:txBody>
      </p:sp>
      <p:graphicFrame>
        <p:nvGraphicFramePr>
          <p:cNvPr id="1055752" name="Object 8"/>
          <p:cNvGraphicFramePr>
            <a:graphicFrameLocks noChangeAspect="1"/>
          </p:cNvGraphicFramePr>
          <p:nvPr/>
        </p:nvGraphicFramePr>
        <p:xfrm>
          <a:off x="2662238" y="4368800"/>
          <a:ext cx="3662362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776" name="Document" r:id="rId9" imgW="1427400" imgH="228600" progId="Word.Document.8">
                  <p:embed/>
                </p:oleObj>
              </mc:Choice>
              <mc:Fallback>
                <p:oleObj name="Document" r:id="rId9" imgW="1427400" imgH="228600" progId="Word.Document.8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2238" y="4368800"/>
                        <a:ext cx="3662362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5753" name="Object 9"/>
          <p:cNvGraphicFramePr>
            <a:graphicFrameLocks noChangeAspect="1"/>
          </p:cNvGraphicFramePr>
          <p:nvPr/>
        </p:nvGraphicFramePr>
        <p:xfrm>
          <a:off x="460375" y="5119688"/>
          <a:ext cx="5330825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777" name="Document" r:id="rId11" imgW="2188080" imgH="211320" progId="Word.Document.8">
                  <p:embed/>
                </p:oleObj>
              </mc:Choice>
              <mc:Fallback>
                <p:oleObj name="Document" r:id="rId11" imgW="2188080" imgH="211320" progId="Word.Document.8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375" y="5119688"/>
                        <a:ext cx="5330825" cy="51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5754" name="Object 10"/>
          <p:cNvGraphicFramePr>
            <a:graphicFrameLocks noChangeAspect="1"/>
          </p:cNvGraphicFramePr>
          <p:nvPr/>
        </p:nvGraphicFramePr>
        <p:xfrm>
          <a:off x="457200" y="1016000"/>
          <a:ext cx="4648200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778" name="Equation" r:id="rId13" imgW="1904760" imgH="228600" progId="Equation.3">
                  <p:embed/>
                </p:oleObj>
              </mc:Choice>
              <mc:Fallback>
                <p:oleObj name="Equation" r:id="rId13" imgW="1904760" imgH="2286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016000"/>
                        <a:ext cx="4648200" cy="557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5755" name="Object 11"/>
          <p:cNvGraphicFramePr>
            <a:graphicFrameLocks noChangeAspect="1"/>
          </p:cNvGraphicFramePr>
          <p:nvPr/>
        </p:nvGraphicFramePr>
        <p:xfrm>
          <a:off x="533400" y="1778000"/>
          <a:ext cx="37338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779" name="Equation" r:id="rId15" imgW="1536480" imgH="228600" progId="Equation.3">
                  <p:embed/>
                </p:oleObj>
              </mc:Choice>
              <mc:Fallback>
                <p:oleObj name="Equation" r:id="rId15" imgW="1536480" imgH="2286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778000"/>
                        <a:ext cx="3733800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5756" name="Object 12"/>
          <p:cNvGraphicFramePr>
            <a:graphicFrameLocks noChangeAspect="1"/>
          </p:cNvGraphicFramePr>
          <p:nvPr/>
        </p:nvGraphicFramePr>
        <p:xfrm>
          <a:off x="5562600" y="711200"/>
          <a:ext cx="2895600" cy="170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780" name="Equation" r:id="rId17" imgW="1307880" imgH="711000" progId="Equation.3">
                  <p:embed/>
                </p:oleObj>
              </mc:Choice>
              <mc:Fallback>
                <p:oleObj name="Equation" r:id="rId17" imgW="1307880" imgH="7110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711200"/>
                        <a:ext cx="2895600" cy="1706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55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55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55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55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55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55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55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55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55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055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055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5747" grpId="0" autoUpdateAnimBg="0"/>
      <p:bldP spid="1055749" grpId="0" autoUpdateAnimBg="0"/>
      <p:bldP spid="1055751" grpId="0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07B49-1BD7-41E9-9B5E-45515FFD0731}" type="slidenum">
              <a:rPr lang="zh-CN" altLang="en-US"/>
              <a:pPr/>
              <a:t>51</a:t>
            </a:fld>
            <a:endParaRPr lang="zh-CN" altLang="en-US"/>
          </a:p>
        </p:txBody>
      </p:sp>
      <p:sp>
        <p:nvSpPr>
          <p:cNvPr id="1056770" name="Text Box 2"/>
          <p:cNvSpPr txBox="1">
            <a:spLocks noChangeArrowheads="1"/>
          </p:cNvSpPr>
          <p:nvPr/>
        </p:nvSpPr>
        <p:spPr bwMode="auto">
          <a:xfrm>
            <a:off x="304800" y="3265488"/>
            <a:ext cx="533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1056771" name="Object 3"/>
          <p:cNvGraphicFramePr>
            <a:graphicFrameLocks noChangeAspect="1"/>
          </p:cNvGraphicFramePr>
          <p:nvPr/>
        </p:nvGraphicFramePr>
        <p:xfrm>
          <a:off x="534988" y="863600"/>
          <a:ext cx="5243512" cy="212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788" name="Document" r:id="rId3" imgW="2298240" imgH="926640" progId="Word.Document.8">
                  <p:embed/>
                </p:oleObj>
              </mc:Choice>
              <mc:Fallback>
                <p:oleObj name="Document" r:id="rId3" imgW="2298240" imgH="92664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988" y="863600"/>
                        <a:ext cx="5243512" cy="212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6772" name="Text Box 4"/>
          <p:cNvSpPr txBox="1">
            <a:spLocks noChangeArrowheads="1"/>
          </p:cNvSpPr>
          <p:nvPr/>
        </p:nvSpPr>
        <p:spPr bwMode="auto">
          <a:xfrm>
            <a:off x="304800" y="228600"/>
            <a:ext cx="6553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例   </a:t>
            </a:r>
            <a:r>
              <a:rPr lang="zh-CN" altLang="en-US"/>
              <a:t>判断下列向量组的线性相关性：</a:t>
            </a:r>
          </a:p>
        </p:txBody>
      </p:sp>
      <p:graphicFrame>
        <p:nvGraphicFramePr>
          <p:cNvPr id="1056773" name="Object 5"/>
          <p:cNvGraphicFramePr>
            <a:graphicFrameLocks noChangeAspect="1"/>
          </p:cNvGraphicFramePr>
          <p:nvPr/>
        </p:nvGraphicFramePr>
        <p:xfrm>
          <a:off x="1143000" y="3113088"/>
          <a:ext cx="2174875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789" name="Document" r:id="rId5" imgW="867240" imgH="914400" progId="Word.Document.8">
                  <p:embed/>
                </p:oleObj>
              </mc:Choice>
              <mc:Fallback>
                <p:oleObj name="Document" r:id="rId5" imgW="867240" imgH="91440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113088"/>
                        <a:ext cx="2174875" cy="220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6774" name="Object 6"/>
          <p:cNvGraphicFramePr>
            <a:graphicFrameLocks noChangeAspect="1"/>
          </p:cNvGraphicFramePr>
          <p:nvPr/>
        </p:nvGraphicFramePr>
        <p:xfrm>
          <a:off x="3276600" y="3048000"/>
          <a:ext cx="2590800" cy="2281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790" name="Document" r:id="rId7" imgW="915120" imgH="914400" progId="Word.Document.8">
                  <p:embed/>
                </p:oleObj>
              </mc:Choice>
              <mc:Fallback>
                <p:oleObj name="Document" r:id="rId7" imgW="915120" imgH="914400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3048000"/>
                        <a:ext cx="2590800" cy="2281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6775" name="Object 7"/>
          <p:cNvGraphicFramePr>
            <a:graphicFrameLocks noChangeAspect="1"/>
          </p:cNvGraphicFramePr>
          <p:nvPr/>
        </p:nvGraphicFramePr>
        <p:xfrm>
          <a:off x="5867400" y="3070225"/>
          <a:ext cx="2514600" cy="221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791" name="Document" r:id="rId9" imgW="981720" imgH="914400" progId="Word.Document.8">
                  <p:embed/>
                </p:oleObj>
              </mc:Choice>
              <mc:Fallback>
                <p:oleObj name="Document" r:id="rId9" imgW="981720" imgH="914400" progId="Word.Document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3070225"/>
                        <a:ext cx="2514600" cy="221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6776" name="Object 8"/>
          <p:cNvGraphicFramePr>
            <a:graphicFrameLocks noChangeAspect="1"/>
          </p:cNvGraphicFramePr>
          <p:nvPr/>
        </p:nvGraphicFramePr>
        <p:xfrm>
          <a:off x="914400" y="5551488"/>
          <a:ext cx="220980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792" name="Document" r:id="rId11" imgW="909360" imgH="204120" progId="Word.Document.8">
                  <p:embed/>
                </p:oleObj>
              </mc:Choice>
              <mc:Fallback>
                <p:oleObj name="Document" r:id="rId11" imgW="909360" imgH="204120" progId="Word.Document.8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5551488"/>
                        <a:ext cx="2209800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6777" name="Text Box 9"/>
          <p:cNvSpPr txBox="1">
            <a:spLocks noChangeArrowheads="1"/>
          </p:cNvSpPr>
          <p:nvPr/>
        </p:nvSpPr>
        <p:spPr bwMode="auto">
          <a:xfrm>
            <a:off x="3240088" y="5475288"/>
            <a:ext cx="26273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</a:rPr>
              <a:t>线性相关。</a:t>
            </a:r>
            <a:endParaRPr lang="zh-CN" altLang="en-US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56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56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56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56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56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56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56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56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6770" grpId="0" autoUpdateAnimBg="0"/>
      <p:bldP spid="1056772" grpId="0" autoUpdateAnimBg="0"/>
      <p:bldP spid="1056777" grpId="0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747A6-2299-46FF-A459-89D9E0CF32CC}" type="slidenum">
              <a:rPr lang="zh-CN" altLang="en-US"/>
              <a:pPr/>
              <a:t>52</a:t>
            </a:fld>
            <a:endParaRPr lang="zh-CN" altLang="en-US"/>
          </a:p>
        </p:txBody>
      </p:sp>
      <p:sp>
        <p:nvSpPr>
          <p:cNvPr id="1057794" name="Text Box 2"/>
          <p:cNvSpPr txBox="1">
            <a:spLocks noChangeArrowheads="1"/>
          </p:cNvSpPr>
          <p:nvPr/>
        </p:nvSpPr>
        <p:spPr bwMode="auto">
          <a:xfrm>
            <a:off x="360363" y="1155700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1057795" name="Object 3"/>
          <p:cNvGraphicFramePr>
            <a:graphicFrameLocks noChangeAspect="1"/>
          </p:cNvGraphicFramePr>
          <p:nvPr/>
        </p:nvGraphicFramePr>
        <p:xfrm>
          <a:off x="1122363" y="1143000"/>
          <a:ext cx="1752600" cy="175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814" name="Document" r:id="rId3" imgW="686520" imgH="728640" progId="Word.Document.8">
                  <p:embed/>
                </p:oleObj>
              </mc:Choice>
              <mc:Fallback>
                <p:oleObj name="Document" r:id="rId3" imgW="686520" imgH="72864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2363" y="1143000"/>
                        <a:ext cx="1752600" cy="175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7796" name="Object 4"/>
          <p:cNvGraphicFramePr>
            <a:graphicFrameLocks noChangeAspect="1"/>
          </p:cNvGraphicFramePr>
          <p:nvPr/>
        </p:nvGraphicFramePr>
        <p:xfrm>
          <a:off x="1066800" y="3359150"/>
          <a:ext cx="16002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815" name="Document" r:id="rId5" imgW="659880" imgH="205920" progId="Word.Document.8">
                  <p:embed/>
                </p:oleObj>
              </mc:Choice>
              <mc:Fallback>
                <p:oleObj name="Document" r:id="rId5" imgW="659880" imgH="20592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359150"/>
                        <a:ext cx="1600200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7797" name="Text Box 5"/>
          <p:cNvSpPr txBox="1">
            <a:spLocks noChangeArrowheads="1"/>
          </p:cNvSpPr>
          <p:nvPr/>
        </p:nvSpPr>
        <p:spPr bwMode="auto">
          <a:xfrm>
            <a:off x="2895600" y="3282950"/>
            <a:ext cx="2514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</a:rPr>
              <a:t>线性无关。</a:t>
            </a:r>
            <a:endParaRPr lang="zh-CN" altLang="en-US"/>
          </a:p>
        </p:txBody>
      </p:sp>
      <p:graphicFrame>
        <p:nvGraphicFramePr>
          <p:cNvPr id="1057798" name="Object 6"/>
          <p:cNvGraphicFramePr>
            <a:graphicFrameLocks noChangeAspect="1"/>
          </p:cNvGraphicFramePr>
          <p:nvPr/>
        </p:nvGraphicFramePr>
        <p:xfrm>
          <a:off x="2968625" y="1143000"/>
          <a:ext cx="2365375" cy="164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816" name="Document" r:id="rId7" imgW="953280" imgH="711360" progId="Word.Document.8">
                  <p:embed/>
                </p:oleObj>
              </mc:Choice>
              <mc:Fallback>
                <p:oleObj name="Document" r:id="rId7" imgW="953280" imgH="711360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8625" y="1143000"/>
                        <a:ext cx="2365375" cy="164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7799" name="Object 7"/>
          <p:cNvGraphicFramePr>
            <a:graphicFrameLocks noChangeAspect="1"/>
          </p:cNvGraphicFramePr>
          <p:nvPr/>
        </p:nvGraphicFramePr>
        <p:xfrm>
          <a:off x="5389563" y="1143000"/>
          <a:ext cx="2306637" cy="160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817" name="Document" r:id="rId9" imgW="943560" imgH="711360" progId="Word.Document.8">
                  <p:embed/>
                </p:oleObj>
              </mc:Choice>
              <mc:Fallback>
                <p:oleObj name="Document" r:id="rId9" imgW="943560" imgH="711360" progId="Word.Document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9563" y="1143000"/>
                        <a:ext cx="2306637" cy="160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7800" name="Text Box 8"/>
          <p:cNvSpPr txBox="1">
            <a:spLocks noChangeArrowheads="1"/>
          </p:cNvSpPr>
          <p:nvPr/>
        </p:nvSpPr>
        <p:spPr bwMode="auto">
          <a:xfrm>
            <a:off x="457200" y="4191000"/>
            <a:ext cx="1600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注意</a:t>
            </a:r>
          </a:p>
        </p:txBody>
      </p:sp>
      <p:sp>
        <p:nvSpPr>
          <p:cNvPr id="1057801" name="Text Box 9"/>
          <p:cNvSpPr txBox="1">
            <a:spLocks noChangeArrowheads="1"/>
          </p:cNvSpPr>
          <p:nvPr/>
        </p:nvSpPr>
        <p:spPr bwMode="auto">
          <a:xfrm>
            <a:off x="1676400" y="4222750"/>
            <a:ext cx="4267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(1)向量按</a:t>
            </a: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列</a:t>
            </a:r>
            <a:r>
              <a:rPr lang="zh-CN" altLang="en-US"/>
              <a:t>拼成矩阵；</a:t>
            </a:r>
          </a:p>
        </p:txBody>
      </p:sp>
      <p:sp>
        <p:nvSpPr>
          <p:cNvPr id="1057802" name="Text Box 10"/>
          <p:cNvSpPr txBox="1">
            <a:spLocks noChangeArrowheads="1"/>
          </p:cNvSpPr>
          <p:nvPr/>
        </p:nvSpPr>
        <p:spPr bwMode="auto">
          <a:xfrm>
            <a:off x="1676400" y="4899025"/>
            <a:ext cx="3581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(2) 只作</a:t>
            </a: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行</a:t>
            </a:r>
            <a:r>
              <a:rPr lang="zh-CN" altLang="en-US"/>
              <a:t>变换。</a:t>
            </a:r>
          </a:p>
        </p:txBody>
      </p:sp>
      <p:graphicFrame>
        <p:nvGraphicFramePr>
          <p:cNvPr id="1057803" name="Object 11"/>
          <p:cNvGraphicFramePr>
            <a:graphicFrameLocks noChangeAspect="1"/>
          </p:cNvGraphicFramePr>
          <p:nvPr/>
        </p:nvGraphicFramePr>
        <p:xfrm>
          <a:off x="457200" y="381000"/>
          <a:ext cx="6932613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818" name="Document" r:id="rId11" imgW="2833200" imgH="239760" progId="Word.Document.8">
                  <p:embed/>
                </p:oleObj>
              </mc:Choice>
              <mc:Fallback>
                <p:oleObj name="Document" r:id="rId11" imgW="2833200" imgH="239760" progId="Word.Document.8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81000"/>
                        <a:ext cx="6932613" cy="58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57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57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57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57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57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57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57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57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57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57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7794" grpId="0" autoUpdateAnimBg="0"/>
      <p:bldP spid="1057797" grpId="0" autoUpdateAnimBg="0"/>
      <p:bldP spid="1057800" grpId="0" autoUpdateAnimBg="0"/>
      <p:bldP spid="1057801" grpId="0" autoUpdateAnimBg="0"/>
      <p:bldP spid="1057802" grpId="0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8B8A0-9719-490F-AE46-E508512D64CD}" type="slidenum">
              <a:rPr lang="zh-CN" altLang="en-US"/>
              <a:pPr/>
              <a:t>53</a:t>
            </a:fld>
            <a:endParaRPr lang="zh-CN" altLang="en-US"/>
          </a:p>
        </p:txBody>
      </p:sp>
      <p:sp>
        <p:nvSpPr>
          <p:cNvPr id="1169410" name="Text Box 2"/>
          <p:cNvSpPr txBox="1">
            <a:spLocks noChangeArrowheads="1"/>
          </p:cNvSpPr>
          <p:nvPr/>
        </p:nvSpPr>
        <p:spPr bwMode="auto">
          <a:xfrm>
            <a:off x="304800" y="2192338"/>
            <a:ext cx="533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1169411" name="Object 3"/>
          <p:cNvGraphicFramePr>
            <a:graphicFrameLocks noChangeAspect="1"/>
          </p:cNvGraphicFramePr>
          <p:nvPr/>
        </p:nvGraphicFramePr>
        <p:xfrm>
          <a:off x="382588" y="835025"/>
          <a:ext cx="8532812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9434" name="Document" r:id="rId3" imgW="3679920" imgH="226440" progId="Word.Document.8">
                  <p:embed/>
                </p:oleObj>
              </mc:Choice>
              <mc:Fallback>
                <p:oleObj name="Document" r:id="rId3" imgW="3679920" imgH="22644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588" y="835025"/>
                        <a:ext cx="8532812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9412" name="Text Box 4"/>
          <p:cNvSpPr txBox="1">
            <a:spLocks noChangeArrowheads="1"/>
          </p:cNvSpPr>
          <p:nvPr/>
        </p:nvSpPr>
        <p:spPr bwMode="auto">
          <a:xfrm>
            <a:off x="304800" y="228600"/>
            <a:ext cx="6553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练习   </a:t>
            </a:r>
            <a:r>
              <a:rPr lang="zh-CN" altLang="en-US"/>
              <a:t>判断下列向量组的线性相关性：</a:t>
            </a:r>
          </a:p>
        </p:txBody>
      </p:sp>
      <p:graphicFrame>
        <p:nvGraphicFramePr>
          <p:cNvPr id="1169416" name="Object 8"/>
          <p:cNvGraphicFramePr>
            <a:graphicFrameLocks noChangeAspect="1"/>
          </p:cNvGraphicFramePr>
          <p:nvPr/>
        </p:nvGraphicFramePr>
        <p:xfrm>
          <a:off x="914400" y="5551488"/>
          <a:ext cx="220980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9435" name="Document" r:id="rId5" imgW="909360" imgH="204120" progId="Word.Document.8">
                  <p:embed/>
                </p:oleObj>
              </mc:Choice>
              <mc:Fallback>
                <p:oleObj name="Document" r:id="rId5" imgW="909360" imgH="204120" progId="Word.Document.8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5551488"/>
                        <a:ext cx="2209800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9417" name="Text Box 9"/>
          <p:cNvSpPr txBox="1">
            <a:spLocks noChangeArrowheads="1"/>
          </p:cNvSpPr>
          <p:nvPr/>
        </p:nvSpPr>
        <p:spPr bwMode="auto">
          <a:xfrm>
            <a:off x="3240088" y="5475288"/>
            <a:ext cx="26273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</a:rPr>
              <a:t>线性相关。</a:t>
            </a:r>
            <a:endParaRPr lang="zh-CN" altLang="en-US"/>
          </a:p>
        </p:txBody>
      </p:sp>
      <p:graphicFrame>
        <p:nvGraphicFramePr>
          <p:cNvPr id="1169418" name="Object 10"/>
          <p:cNvGraphicFramePr>
            <a:graphicFrameLocks noChangeAspect="1"/>
          </p:cNvGraphicFramePr>
          <p:nvPr/>
        </p:nvGraphicFramePr>
        <p:xfrm>
          <a:off x="1012825" y="2178050"/>
          <a:ext cx="2012950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9436" name="Equation" r:id="rId7" imgW="850680" imgH="241200" progId="Equation.3">
                  <p:embed/>
                </p:oleObj>
              </mc:Choice>
              <mc:Fallback>
                <p:oleObj name="Equation" r:id="rId7" imgW="850680" imgH="2412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2825" y="2178050"/>
                        <a:ext cx="2012950" cy="569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9419" name="Object 11"/>
          <p:cNvGraphicFramePr>
            <a:graphicFrameLocks noChangeAspect="1"/>
          </p:cNvGraphicFramePr>
          <p:nvPr/>
        </p:nvGraphicFramePr>
        <p:xfrm>
          <a:off x="2971800" y="1430338"/>
          <a:ext cx="2590800" cy="207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9437" r:id="rId9" imgW="1155700" imgH="927100" progId="Equation.3">
                  <p:embed/>
                </p:oleObj>
              </mc:Choice>
              <mc:Fallback>
                <p:oleObj r:id="rId9" imgW="1155700" imgH="9271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1430338"/>
                        <a:ext cx="2590800" cy="2074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9420" name="Object 12"/>
          <p:cNvGraphicFramePr>
            <a:graphicFrameLocks noChangeAspect="1"/>
          </p:cNvGraphicFramePr>
          <p:nvPr/>
        </p:nvGraphicFramePr>
        <p:xfrm>
          <a:off x="5486400" y="1430338"/>
          <a:ext cx="2514600" cy="204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9438" r:id="rId11" imgW="1130300" imgH="927100" progId="Equation.3">
                  <p:embed/>
                </p:oleObj>
              </mc:Choice>
              <mc:Fallback>
                <p:oleObj r:id="rId11" imgW="1130300" imgH="9271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1430338"/>
                        <a:ext cx="2514600" cy="2049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9421" name="Object 13"/>
          <p:cNvGraphicFramePr>
            <a:graphicFrameLocks noChangeAspect="1"/>
          </p:cNvGraphicFramePr>
          <p:nvPr/>
        </p:nvGraphicFramePr>
        <p:xfrm>
          <a:off x="685800" y="3124200"/>
          <a:ext cx="2155825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9439" name="Equation" r:id="rId13" imgW="965160" imgH="927000" progId="Equation.3">
                  <p:embed/>
                </p:oleObj>
              </mc:Choice>
              <mc:Fallback>
                <p:oleObj name="Equation" r:id="rId13" imgW="965160" imgH="9270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124200"/>
                        <a:ext cx="2155825" cy="205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69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69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69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69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69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69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69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69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69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9410" grpId="0" autoUpdateAnimBg="0"/>
      <p:bldP spid="1169412" grpId="0" autoUpdateAnimBg="0"/>
      <p:bldP spid="1169417" grpId="0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A6EC8-6BA9-43C3-9C67-BC23B486B528}" type="slidenum">
              <a:rPr lang="zh-CN" altLang="en-US"/>
              <a:pPr/>
              <a:t>54</a:t>
            </a:fld>
            <a:endParaRPr lang="zh-CN" altLang="en-US"/>
          </a:p>
        </p:txBody>
      </p:sp>
      <p:sp>
        <p:nvSpPr>
          <p:cNvPr id="1170434" name="Text Box 2"/>
          <p:cNvSpPr txBox="1">
            <a:spLocks noChangeArrowheads="1"/>
          </p:cNvSpPr>
          <p:nvPr/>
        </p:nvSpPr>
        <p:spPr bwMode="auto">
          <a:xfrm>
            <a:off x="304800" y="2192338"/>
            <a:ext cx="533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1170435" name="Object 3"/>
          <p:cNvGraphicFramePr>
            <a:graphicFrameLocks noChangeAspect="1"/>
          </p:cNvGraphicFramePr>
          <p:nvPr/>
        </p:nvGraphicFramePr>
        <p:xfrm>
          <a:off x="382588" y="835025"/>
          <a:ext cx="8456612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0457" name="Document" r:id="rId3" imgW="3584520" imgH="231480" progId="Word.Document.8">
                  <p:embed/>
                </p:oleObj>
              </mc:Choice>
              <mc:Fallback>
                <p:oleObj name="Document" r:id="rId3" imgW="3584520" imgH="23148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588" y="835025"/>
                        <a:ext cx="8456612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0436" name="Text Box 4"/>
          <p:cNvSpPr txBox="1">
            <a:spLocks noChangeArrowheads="1"/>
          </p:cNvSpPr>
          <p:nvPr/>
        </p:nvSpPr>
        <p:spPr bwMode="auto">
          <a:xfrm>
            <a:off x="304800" y="228600"/>
            <a:ext cx="6553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练习   </a:t>
            </a:r>
            <a:r>
              <a:rPr lang="zh-CN" altLang="en-US"/>
              <a:t>判断下列向量组的线性相关性：</a:t>
            </a:r>
          </a:p>
        </p:txBody>
      </p:sp>
      <p:graphicFrame>
        <p:nvGraphicFramePr>
          <p:cNvPr id="1170437" name="Object 5"/>
          <p:cNvGraphicFramePr>
            <a:graphicFrameLocks noChangeAspect="1"/>
          </p:cNvGraphicFramePr>
          <p:nvPr/>
        </p:nvGraphicFramePr>
        <p:xfrm>
          <a:off x="912813" y="5548313"/>
          <a:ext cx="1611312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0458" name="Document" r:id="rId5" imgW="664920" imgH="203040" progId="Word.Document.8">
                  <p:embed/>
                </p:oleObj>
              </mc:Choice>
              <mc:Fallback>
                <p:oleObj name="Document" r:id="rId5" imgW="664920" imgH="20304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2813" y="5548313"/>
                        <a:ext cx="1611312" cy="490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0438" name="Text Box 6"/>
          <p:cNvSpPr txBox="1">
            <a:spLocks noChangeArrowheads="1"/>
          </p:cNvSpPr>
          <p:nvPr/>
        </p:nvSpPr>
        <p:spPr bwMode="auto">
          <a:xfrm>
            <a:off x="2667000" y="5475288"/>
            <a:ext cx="26273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</a:rPr>
              <a:t>线性无关。</a:t>
            </a:r>
            <a:endParaRPr lang="zh-CN" altLang="en-US"/>
          </a:p>
        </p:txBody>
      </p:sp>
      <p:graphicFrame>
        <p:nvGraphicFramePr>
          <p:cNvPr id="1170439" name="Object 7"/>
          <p:cNvGraphicFramePr>
            <a:graphicFrameLocks noChangeAspect="1"/>
          </p:cNvGraphicFramePr>
          <p:nvPr/>
        </p:nvGraphicFramePr>
        <p:xfrm>
          <a:off x="1012825" y="2178050"/>
          <a:ext cx="2012950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0459" name="Equation" r:id="rId7" imgW="850680" imgH="241200" progId="Equation.3">
                  <p:embed/>
                </p:oleObj>
              </mc:Choice>
              <mc:Fallback>
                <p:oleObj name="Equation" r:id="rId7" imgW="850680" imgH="241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2825" y="2178050"/>
                        <a:ext cx="2012950" cy="569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0440" name="Object 8"/>
          <p:cNvGraphicFramePr>
            <a:graphicFrameLocks noChangeAspect="1"/>
          </p:cNvGraphicFramePr>
          <p:nvPr/>
        </p:nvGraphicFramePr>
        <p:xfrm>
          <a:off x="2990850" y="1439863"/>
          <a:ext cx="2333625" cy="207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0460" name="Equation" r:id="rId9" imgW="1041120" imgH="927000" progId="Equation.3">
                  <p:embed/>
                </p:oleObj>
              </mc:Choice>
              <mc:Fallback>
                <p:oleObj name="Equation" r:id="rId9" imgW="1041120" imgH="9270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0850" y="1439863"/>
                        <a:ext cx="2333625" cy="2074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0443" name="Object 11"/>
          <p:cNvGraphicFramePr>
            <a:graphicFrameLocks noChangeAspect="1"/>
          </p:cNvGraphicFramePr>
          <p:nvPr/>
        </p:nvGraphicFramePr>
        <p:xfrm>
          <a:off x="5334000" y="1447800"/>
          <a:ext cx="2219325" cy="2074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0461" name="Equation" r:id="rId11" imgW="990360" imgH="927000" progId="Equation.3">
                  <p:embed/>
                </p:oleObj>
              </mc:Choice>
              <mc:Fallback>
                <p:oleObj name="Equation" r:id="rId11" imgW="990360" imgH="9270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1447800"/>
                        <a:ext cx="2219325" cy="2074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0444" name="Object 12"/>
          <p:cNvGraphicFramePr>
            <a:graphicFrameLocks noChangeAspect="1"/>
          </p:cNvGraphicFramePr>
          <p:nvPr/>
        </p:nvGraphicFramePr>
        <p:xfrm>
          <a:off x="733425" y="3276600"/>
          <a:ext cx="2390775" cy="2074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0462" name="Equation" r:id="rId13" imgW="1066680" imgH="927000" progId="Equation.3">
                  <p:embed/>
                </p:oleObj>
              </mc:Choice>
              <mc:Fallback>
                <p:oleObj name="Equation" r:id="rId13" imgW="1066680" imgH="9270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425" y="3276600"/>
                        <a:ext cx="2390775" cy="2074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70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70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70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70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70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70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70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70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0434" grpId="0" autoUpdateAnimBg="0"/>
      <p:bldP spid="1170438" grpId="0" autoUpdateAnimBg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EEF1D-3696-4814-B2B5-A051E81A147A}" type="slidenum">
              <a:rPr lang="zh-CN" altLang="en-US"/>
              <a:pPr/>
              <a:t>55</a:t>
            </a:fld>
            <a:endParaRPr lang="zh-CN" altLang="en-US"/>
          </a:p>
        </p:txBody>
      </p:sp>
      <p:sp>
        <p:nvSpPr>
          <p:cNvPr id="1058818" name="Text Box 2"/>
          <p:cNvSpPr txBox="1">
            <a:spLocks noChangeArrowheads="1"/>
          </p:cNvSpPr>
          <p:nvPr/>
        </p:nvSpPr>
        <p:spPr bwMode="auto">
          <a:xfrm>
            <a:off x="304800" y="241300"/>
            <a:ext cx="1600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推论</a:t>
            </a:r>
          </a:p>
        </p:txBody>
      </p:sp>
      <p:graphicFrame>
        <p:nvGraphicFramePr>
          <p:cNvPr id="1058819" name="Object 3"/>
          <p:cNvGraphicFramePr>
            <a:graphicFrameLocks noChangeAspect="1"/>
          </p:cNvGraphicFramePr>
          <p:nvPr/>
        </p:nvGraphicFramePr>
        <p:xfrm>
          <a:off x="1295400" y="228600"/>
          <a:ext cx="723900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8846" name="Document" r:id="rId3" imgW="2937600" imgH="228600" progId="Word.Document.8">
                  <p:embed/>
                </p:oleObj>
              </mc:Choice>
              <mc:Fallback>
                <p:oleObj name="Document" r:id="rId3" imgW="2937600" imgH="22860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228600"/>
                        <a:ext cx="7239000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8820" name="Text Box 4"/>
          <p:cNvSpPr txBox="1">
            <a:spLocks noChangeArrowheads="1"/>
          </p:cNvSpPr>
          <p:nvPr/>
        </p:nvSpPr>
        <p:spPr bwMode="auto">
          <a:xfrm>
            <a:off x="304800" y="3405188"/>
            <a:ext cx="4724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 u="sng"/>
              <a:t>线性相关</a:t>
            </a:r>
            <a:r>
              <a:rPr lang="zh-CN" altLang="en-US"/>
              <a:t>的充分必要条件：</a:t>
            </a:r>
          </a:p>
        </p:txBody>
      </p:sp>
      <p:graphicFrame>
        <p:nvGraphicFramePr>
          <p:cNvPr id="1058821" name="Object 5"/>
          <p:cNvGraphicFramePr>
            <a:graphicFrameLocks noChangeAspect="1"/>
          </p:cNvGraphicFramePr>
          <p:nvPr/>
        </p:nvGraphicFramePr>
        <p:xfrm>
          <a:off x="2120900" y="890588"/>
          <a:ext cx="3862388" cy="2395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8847" name="Equation" r:id="rId5" imgW="1511280" imgH="939600" progId="Equation.3">
                  <p:embed/>
                </p:oleObj>
              </mc:Choice>
              <mc:Fallback>
                <p:oleObj name="Equation" r:id="rId5" imgW="1511280" imgH="939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0900" y="890588"/>
                        <a:ext cx="3862388" cy="23955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8822" name="Object 6"/>
          <p:cNvGraphicFramePr>
            <a:graphicFrameLocks noChangeAspect="1"/>
          </p:cNvGraphicFramePr>
          <p:nvPr/>
        </p:nvGraphicFramePr>
        <p:xfrm>
          <a:off x="4703763" y="4040188"/>
          <a:ext cx="1182687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8848" name="Equation" r:id="rId7" imgW="469800" imgH="203040" progId="Equation.3">
                  <p:embed/>
                </p:oleObj>
              </mc:Choice>
              <mc:Fallback>
                <p:oleObj name="Equation" r:id="rId7" imgW="469800" imgH="2030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3763" y="4040188"/>
                        <a:ext cx="1182687" cy="509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8823" name="Object 7"/>
          <p:cNvGraphicFramePr>
            <a:graphicFrameLocks noChangeAspect="1"/>
          </p:cNvGraphicFramePr>
          <p:nvPr/>
        </p:nvGraphicFramePr>
        <p:xfrm>
          <a:off x="533400" y="4891088"/>
          <a:ext cx="1371600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8849" name="Equation" r:id="rId9" imgW="558720" imgH="203040" progId="Equation.3">
                  <p:embed/>
                </p:oleObj>
              </mc:Choice>
              <mc:Fallback>
                <p:oleObj name="Equation" r:id="rId9" imgW="558720" imgH="2030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891088"/>
                        <a:ext cx="1371600" cy="506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8824" name="Object 8"/>
          <p:cNvGraphicFramePr>
            <a:graphicFrameLocks noChangeAspect="1"/>
          </p:cNvGraphicFramePr>
          <p:nvPr/>
        </p:nvGraphicFramePr>
        <p:xfrm>
          <a:off x="2209800" y="4891088"/>
          <a:ext cx="1343025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8850" name="Equation" r:id="rId11" imgW="545760" imgH="203040" progId="Equation.3">
                  <p:embed/>
                </p:oleObj>
              </mc:Choice>
              <mc:Fallback>
                <p:oleObj name="Equation" r:id="rId11" imgW="545760" imgH="2030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891088"/>
                        <a:ext cx="1343025" cy="506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8825" name="Text Box 9"/>
          <p:cNvSpPr txBox="1">
            <a:spLocks noChangeArrowheads="1"/>
          </p:cNvSpPr>
          <p:nvPr/>
        </p:nvSpPr>
        <p:spPr bwMode="auto">
          <a:xfrm>
            <a:off x="3671888" y="4832350"/>
            <a:ext cx="22717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有非零解，</a:t>
            </a:r>
          </a:p>
        </p:txBody>
      </p:sp>
      <p:sp>
        <p:nvSpPr>
          <p:cNvPr id="1058826" name="Text Box 10"/>
          <p:cNvSpPr txBox="1">
            <a:spLocks noChangeArrowheads="1"/>
          </p:cNvSpPr>
          <p:nvPr/>
        </p:nvSpPr>
        <p:spPr bwMode="auto">
          <a:xfrm>
            <a:off x="5562600" y="4832350"/>
            <a:ext cx="2590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线性相关；</a:t>
            </a:r>
          </a:p>
        </p:txBody>
      </p:sp>
      <p:graphicFrame>
        <p:nvGraphicFramePr>
          <p:cNvPr id="1058827" name="Object 11"/>
          <p:cNvGraphicFramePr>
            <a:graphicFrameLocks noChangeAspect="1"/>
          </p:cNvGraphicFramePr>
          <p:nvPr/>
        </p:nvGraphicFramePr>
        <p:xfrm>
          <a:off x="2195513" y="5664200"/>
          <a:ext cx="1343025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8851" name="Equation" r:id="rId13" imgW="545760" imgH="203040" progId="Equation.3">
                  <p:embed/>
                </p:oleObj>
              </mc:Choice>
              <mc:Fallback>
                <p:oleObj name="Equation" r:id="rId13" imgW="545760" imgH="2030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5664200"/>
                        <a:ext cx="1343025" cy="506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8828" name="Text Box 12"/>
          <p:cNvSpPr txBox="1">
            <a:spLocks noChangeArrowheads="1"/>
          </p:cNvSpPr>
          <p:nvPr/>
        </p:nvSpPr>
        <p:spPr bwMode="auto">
          <a:xfrm>
            <a:off x="3657600" y="5595938"/>
            <a:ext cx="2362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只有零解，</a:t>
            </a:r>
          </a:p>
        </p:txBody>
      </p:sp>
      <p:sp>
        <p:nvSpPr>
          <p:cNvPr id="1058829" name="Text Box 13"/>
          <p:cNvSpPr txBox="1">
            <a:spLocks noChangeArrowheads="1"/>
          </p:cNvSpPr>
          <p:nvPr/>
        </p:nvSpPr>
        <p:spPr bwMode="auto">
          <a:xfrm>
            <a:off x="5548313" y="5595938"/>
            <a:ext cx="25288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线性无关。</a:t>
            </a:r>
          </a:p>
        </p:txBody>
      </p:sp>
      <p:graphicFrame>
        <p:nvGraphicFramePr>
          <p:cNvPr id="1058830" name="Object 14"/>
          <p:cNvGraphicFramePr>
            <a:graphicFrameLocks noChangeAspect="1"/>
          </p:cNvGraphicFramePr>
          <p:nvPr/>
        </p:nvGraphicFramePr>
        <p:xfrm>
          <a:off x="4705350" y="3449638"/>
          <a:ext cx="1182688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8852" name="Equation" r:id="rId15" imgW="469800" imgH="203040" progId="Equation.3">
                  <p:embed/>
                </p:oleObj>
              </mc:Choice>
              <mc:Fallback>
                <p:oleObj name="Equation" r:id="rId15" imgW="469800" imgH="20304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5350" y="3449638"/>
                        <a:ext cx="1182688" cy="509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8831" name="Text Box 15"/>
          <p:cNvSpPr txBox="1">
            <a:spLocks noChangeArrowheads="1"/>
          </p:cNvSpPr>
          <p:nvPr/>
        </p:nvSpPr>
        <p:spPr bwMode="auto">
          <a:xfrm>
            <a:off x="304800" y="4014788"/>
            <a:ext cx="4724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 u="sng"/>
              <a:t>线性无关</a:t>
            </a:r>
            <a:r>
              <a:rPr lang="zh-CN" altLang="en-US"/>
              <a:t>的充分必要条件：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58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58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58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58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58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58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58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58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58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58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58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58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058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058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8818" grpId="0" autoUpdateAnimBg="0"/>
      <p:bldP spid="1058820" grpId="0" autoUpdateAnimBg="0"/>
      <p:bldP spid="1058825" grpId="0" autoUpdateAnimBg="0"/>
      <p:bldP spid="1058826" grpId="0" autoUpdateAnimBg="0"/>
      <p:bldP spid="1058828" grpId="0" autoUpdateAnimBg="0"/>
      <p:bldP spid="1058829" grpId="0" autoUpdateAnimBg="0"/>
      <p:bldP spid="1058831" grpId="0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8ACA0-FF0B-4742-B6C8-E9476C958A6F}" type="slidenum">
              <a:rPr lang="zh-CN" altLang="en-US"/>
              <a:pPr/>
              <a:t>56</a:t>
            </a:fld>
            <a:endParaRPr lang="zh-CN" altLang="en-US"/>
          </a:p>
        </p:txBody>
      </p:sp>
      <p:graphicFrame>
        <p:nvGraphicFramePr>
          <p:cNvPr id="1059842" name="Object 2"/>
          <p:cNvGraphicFramePr>
            <a:graphicFrameLocks noChangeAspect="1"/>
          </p:cNvGraphicFramePr>
          <p:nvPr/>
        </p:nvGraphicFramePr>
        <p:xfrm>
          <a:off x="457200" y="1143000"/>
          <a:ext cx="7620000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852" name="Equation" r:id="rId3" imgW="3466800" imgH="228600" progId="Equation.3">
                  <p:embed/>
                </p:oleObj>
              </mc:Choice>
              <mc:Fallback>
                <p:oleObj name="Equation" r:id="rId3" imgW="34668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143000"/>
                        <a:ext cx="7620000" cy="550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9843" name="Text Box 3"/>
          <p:cNvSpPr txBox="1">
            <a:spLocks noChangeArrowheads="1"/>
          </p:cNvSpPr>
          <p:nvPr/>
        </p:nvSpPr>
        <p:spPr bwMode="auto">
          <a:xfrm>
            <a:off x="381000" y="381000"/>
            <a:ext cx="525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例</a:t>
            </a:r>
            <a:r>
              <a:rPr lang="zh-CN" altLang="en-US">
                <a:solidFill>
                  <a:srgbClr val="0033CC"/>
                </a:solidFill>
                <a:latin typeface="宋体" panose="02010600030101010101" pitchFamily="2" charset="-122"/>
              </a:rPr>
              <a:t> </a:t>
            </a:r>
            <a:r>
              <a:rPr lang="en-US" altLang="zh-CN" i="1"/>
              <a:t>n </a:t>
            </a:r>
            <a:r>
              <a:rPr lang="zh-CN" altLang="en-US">
                <a:latin typeface="宋体" panose="02010600030101010101" pitchFamily="2" charset="-122"/>
              </a:rPr>
              <a:t>维</a:t>
            </a:r>
            <a:r>
              <a:rPr lang="zh-CN" altLang="en-US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基本单位向量组</a:t>
            </a:r>
          </a:p>
        </p:txBody>
      </p:sp>
      <p:graphicFrame>
        <p:nvGraphicFramePr>
          <p:cNvPr id="1059844" name="Object 4"/>
          <p:cNvGraphicFramePr>
            <a:graphicFrameLocks noChangeAspect="1"/>
          </p:cNvGraphicFramePr>
          <p:nvPr/>
        </p:nvGraphicFramePr>
        <p:xfrm>
          <a:off x="457200" y="4572000"/>
          <a:ext cx="45720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853" name="Document" r:id="rId5" imgW="1719000" imgH="228600" progId="Word.Document.8">
                  <p:embed/>
                </p:oleObj>
              </mc:Choice>
              <mc:Fallback>
                <p:oleObj name="Document" r:id="rId5" imgW="1719000" imgH="22860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572000"/>
                        <a:ext cx="457200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9845" name="Object 5"/>
          <p:cNvGraphicFramePr>
            <a:graphicFrameLocks noChangeAspect="1"/>
          </p:cNvGraphicFramePr>
          <p:nvPr/>
        </p:nvGraphicFramePr>
        <p:xfrm>
          <a:off x="1447800" y="1981200"/>
          <a:ext cx="4114800" cy="215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854" name="Equation" r:id="rId7" imgW="1765080" imgH="927000" progId="Equation.3">
                  <p:embed/>
                </p:oleObj>
              </mc:Choice>
              <mc:Fallback>
                <p:oleObj name="Equation" r:id="rId7" imgW="1765080" imgH="9270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1981200"/>
                        <a:ext cx="4114800" cy="2155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59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59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59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59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9843" grpId="0" autoUpdateAnimBg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24F02-D092-48F6-82C8-E7A9BAE32DDC}" type="slidenum">
              <a:rPr lang="zh-CN" altLang="en-US"/>
              <a:pPr/>
              <a:t>57</a:t>
            </a:fld>
            <a:endParaRPr lang="zh-CN" altLang="en-US"/>
          </a:p>
        </p:txBody>
      </p:sp>
      <p:graphicFrame>
        <p:nvGraphicFramePr>
          <p:cNvPr id="1060866" name="Object 2"/>
          <p:cNvGraphicFramePr>
            <a:graphicFrameLocks noChangeAspect="1"/>
          </p:cNvGraphicFramePr>
          <p:nvPr/>
        </p:nvGraphicFramePr>
        <p:xfrm>
          <a:off x="387350" y="257175"/>
          <a:ext cx="8232775" cy="101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0895" name="Document" r:id="rId3" imgW="3401640" imgH="417240" progId="Word.Document.8">
                  <p:embed/>
                </p:oleObj>
              </mc:Choice>
              <mc:Fallback>
                <p:oleObj name="Document" r:id="rId3" imgW="3401640" imgH="41724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350" y="257175"/>
                        <a:ext cx="8232775" cy="1014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0867" name="Text Box 3"/>
          <p:cNvSpPr txBox="1">
            <a:spLocks noChangeArrowheads="1"/>
          </p:cNvSpPr>
          <p:nvPr/>
        </p:nvSpPr>
        <p:spPr bwMode="auto">
          <a:xfrm>
            <a:off x="304800" y="233363"/>
            <a:ext cx="609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例</a:t>
            </a:r>
          </a:p>
        </p:txBody>
      </p:sp>
      <p:sp>
        <p:nvSpPr>
          <p:cNvPr id="1060868" name="Text Box 4"/>
          <p:cNvSpPr txBox="1">
            <a:spLocks noChangeArrowheads="1"/>
          </p:cNvSpPr>
          <p:nvPr/>
        </p:nvSpPr>
        <p:spPr bwMode="auto">
          <a:xfrm>
            <a:off x="304800" y="1295400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证</a:t>
            </a:r>
          </a:p>
        </p:txBody>
      </p:sp>
      <p:graphicFrame>
        <p:nvGraphicFramePr>
          <p:cNvPr id="1060869" name="Object 5"/>
          <p:cNvGraphicFramePr>
            <a:graphicFrameLocks noChangeAspect="1"/>
          </p:cNvGraphicFramePr>
          <p:nvPr/>
        </p:nvGraphicFramePr>
        <p:xfrm>
          <a:off x="1066800" y="1323975"/>
          <a:ext cx="411480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0896" name="Document" r:id="rId5" imgW="1603440" imgH="228600" progId="Word.Document.8">
                  <p:embed/>
                </p:oleObj>
              </mc:Choice>
              <mc:Fallback>
                <p:oleObj name="Document" r:id="rId5" imgW="1603440" imgH="22860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323975"/>
                        <a:ext cx="4114800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0870" name="Object 6"/>
          <p:cNvGraphicFramePr>
            <a:graphicFrameLocks noChangeAspect="1"/>
          </p:cNvGraphicFramePr>
          <p:nvPr/>
        </p:nvGraphicFramePr>
        <p:xfrm>
          <a:off x="838200" y="1933575"/>
          <a:ext cx="670560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0897" name="Document" r:id="rId7" imgW="2724840" imgH="243360" progId="Word.Document.8">
                  <p:embed/>
                </p:oleObj>
              </mc:Choice>
              <mc:Fallback>
                <p:oleObj name="Document" r:id="rId7" imgW="2724840" imgH="243360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933575"/>
                        <a:ext cx="6705600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0871" name="Object 7"/>
          <p:cNvGraphicFramePr>
            <a:graphicFrameLocks noChangeAspect="1"/>
          </p:cNvGraphicFramePr>
          <p:nvPr/>
        </p:nvGraphicFramePr>
        <p:xfrm>
          <a:off x="381000" y="2619375"/>
          <a:ext cx="7162800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0898" name="Document" r:id="rId9" imgW="2900520" imgH="231480" progId="Word.Document.8">
                  <p:embed/>
                </p:oleObj>
              </mc:Choice>
              <mc:Fallback>
                <p:oleObj name="Document" r:id="rId9" imgW="2900520" imgH="231480" progId="Word.Document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619375"/>
                        <a:ext cx="7162800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0872" name="Object 8"/>
          <p:cNvGraphicFramePr>
            <a:graphicFrameLocks noChangeAspect="1"/>
          </p:cNvGraphicFramePr>
          <p:nvPr/>
        </p:nvGraphicFramePr>
        <p:xfrm>
          <a:off x="381000" y="3305175"/>
          <a:ext cx="4495800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0899" name="Document" r:id="rId11" imgW="1832760" imgH="228600" progId="Word.Document.8">
                  <p:embed/>
                </p:oleObj>
              </mc:Choice>
              <mc:Fallback>
                <p:oleObj name="Document" r:id="rId11" imgW="1832760" imgH="228600" progId="Word.Document.8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305175"/>
                        <a:ext cx="4495800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0873" name="Object 9"/>
          <p:cNvGraphicFramePr>
            <a:graphicFrameLocks noChangeAspect="1"/>
          </p:cNvGraphicFramePr>
          <p:nvPr/>
        </p:nvGraphicFramePr>
        <p:xfrm>
          <a:off x="457200" y="3914775"/>
          <a:ext cx="2057400" cy="172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0900" name="Equation" r:id="rId13" imgW="850680" imgH="711000" progId="Equation.3">
                  <p:embed/>
                </p:oleObj>
              </mc:Choice>
              <mc:Fallback>
                <p:oleObj name="Equation" r:id="rId13" imgW="850680" imgH="7110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914775"/>
                        <a:ext cx="2057400" cy="1720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0874" name="Object 10"/>
          <p:cNvGraphicFramePr>
            <a:graphicFrameLocks noChangeAspect="1"/>
          </p:cNvGraphicFramePr>
          <p:nvPr/>
        </p:nvGraphicFramePr>
        <p:xfrm>
          <a:off x="2667000" y="3943350"/>
          <a:ext cx="3657600" cy="164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0901" name="Document" r:id="rId15" imgW="1555920" imgH="698400" progId="Word.Document.8">
                  <p:embed/>
                </p:oleObj>
              </mc:Choice>
              <mc:Fallback>
                <p:oleObj name="Document" r:id="rId15" imgW="1555920" imgH="698400" progId="Word.Document.8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943350"/>
                        <a:ext cx="3657600" cy="164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0875" name="Object 11"/>
          <p:cNvGraphicFramePr>
            <a:graphicFrameLocks noChangeAspect="1"/>
          </p:cNvGraphicFramePr>
          <p:nvPr/>
        </p:nvGraphicFramePr>
        <p:xfrm>
          <a:off x="457200" y="5702300"/>
          <a:ext cx="632460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0902" name="Document" r:id="rId17" imgW="2748240" imgH="234720" progId="Word.Document.8">
                  <p:embed/>
                </p:oleObj>
              </mc:Choice>
              <mc:Fallback>
                <p:oleObj name="Document" r:id="rId17" imgW="2748240" imgH="234720" progId="Word.Document.8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5702300"/>
                        <a:ext cx="6324600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0876" name="Object 12"/>
          <p:cNvGraphicFramePr>
            <a:graphicFrameLocks noChangeAspect="1"/>
          </p:cNvGraphicFramePr>
          <p:nvPr/>
        </p:nvGraphicFramePr>
        <p:xfrm>
          <a:off x="6248400" y="3914775"/>
          <a:ext cx="2362200" cy="170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0903" name="Document" r:id="rId19" imgW="952560" imgH="685800" progId="Word.Document.8">
                  <p:embed/>
                </p:oleObj>
              </mc:Choice>
              <mc:Fallback>
                <p:oleObj name="Document" r:id="rId19" imgW="952560" imgH="685800" progId="Word.Document.8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3914775"/>
                        <a:ext cx="2362200" cy="170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60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60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60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60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60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60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60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60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60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060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060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0867" grpId="0" autoUpdateAnimBg="0"/>
      <p:bldP spid="1060868" grpId="0" autoUpdateAnimBg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9D897-DD36-4631-82AE-4BB564F9010E}" type="slidenum">
              <a:rPr lang="zh-CN" altLang="en-US"/>
              <a:pPr/>
              <a:t>58</a:t>
            </a:fld>
            <a:endParaRPr lang="zh-CN" altLang="en-US"/>
          </a:p>
        </p:txBody>
      </p:sp>
      <p:graphicFrame>
        <p:nvGraphicFramePr>
          <p:cNvPr id="1061890" name="Object 2"/>
          <p:cNvGraphicFramePr>
            <a:graphicFrameLocks noChangeAspect="1"/>
          </p:cNvGraphicFramePr>
          <p:nvPr/>
        </p:nvGraphicFramePr>
        <p:xfrm>
          <a:off x="234950" y="206375"/>
          <a:ext cx="8299450" cy="1096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1929" name="Document" r:id="rId3" imgW="3445560" imgH="457200" progId="Word.Document.8">
                  <p:embed/>
                </p:oleObj>
              </mc:Choice>
              <mc:Fallback>
                <p:oleObj name="Document" r:id="rId3" imgW="3445560" imgH="45720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950" y="206375"/>
                        <a:ext cx="8299450" cy="1096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1891" name="Text Box 3"/>
          <p:cNvSpPr txBox="1">
            <a:spLocks noChangeArrowheads="1"/>
          </p:cNvSpPr>
          <p:nvPr/>
        </p:nvSpPr>
        <p:spPr bwMode="auto">
          <a:xfrm>
            <a:off x="152400" y="166688"/>
            <a:ext cx="609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例</a:t>
            </a:r>
          </a:p>
        </p:txBody>
      </p:sp>
      <p:sp>
        <p:nvSpPr>
          <p:cNvPr id="1061892" name="Text Box 4"/>
          <p:cNvSpPr txBox="1">
            <a:spLocks noChangeArrowheads="1"/>
          </p:cNvSpPr>
          <p:nvPr/>
        </p:nvSpPr>
        <p:spPr bwMode="auto">
          <a:xfrm>
            <a:off x="152400" y="1233488"/>
            <a:ext cx="533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证</a:t>
            </a:r>
          </a:p>
        </p:txBody>
      </p:sp>
      <p:sp>
        <p:nvSpPr>
          <p:cNvPr id="1061893" name="Text Box 5"/>
          <p:cNvSpPr txBox="1">
            <a:spLocks noChangeArrowheads="1"/>
          </p:cNvSpPr>
          <p:nvPr/>
        </p:nvSpPr>
        <p:spPr bwMode="auto">
          <a:xfrm>
            <a:off x="895350" y="1233488"/>
            <a:ext cx="2743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用矩阵形式，</a:t>
            </a:r>
          </a:p>
        </p:txBody>
      </p:sp>
      <p:graphicFrame>
        <p:nvGraphicFramePr>
          <p:cNvPr id="1061894" name="Object 6"/>
          <p:cNvGraphicFramePr>
            <a:graphicFrameLocks noChangeAspect="1"/>
          </p:cNvGraphicFramePr>
          <p:nvPr/>
        </p:nvGraphicFramePr>
        <p:xfrm>
          <a:off x="5029200" y="4114800"/>
          <a:ext cx="3462338" cy="170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1930" name="Document" r:id="rId5" imgW="1436400" imgH="707040" progId="Word.Document.8">
                  <p:embed/>
                </p:oleObj>
              </mc:Choice>
              <mc:Fallback>
                <p:oleObj name="Document" r:id="rId5" imgW="1436400" imgH="707040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4114800"/>
                        <a:ext cx="3462338" cy="170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1895" name="Object 7"/>
          <p:cNvGraphicFramePr>
            <a:graphicFrameLocks noChangeAspect="1"/>
          </p:cNvGraphicFramePr>
          <p:nvPr/>
        </p:nvGraphicFramePr>
        <p:xfrm>
          <a:off x="304800" y="4191000"/>
          <a:ext cx="4456113" cy="170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1931" name="Document" r:id="rId7" imgW="1827000" imgH="711360" progId="Word.Document.8">
                  <p:embed/>
                </p:oleObj>
              </mc:Choice>
              <mc:Fallback>
                <p:oleObj name="Document" r:id="rId7" imgW="1827000" imgH="711360" progId="Word.Document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4191000"/>
                        <a:ext cx="4456113" cy="170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1896" name="Object 8"/>
          <p:cNvGraphicFramePr>
            <a:graphicFrameLocks noChangeAspect="1"/>
          </p:cNvGraphicFramePr>
          <p:nvPr/>
        </p:nvGraphicFramePr>
        <p:xfrm>
          <a:off x="304800" y="2459038"/>
          <a:ext cx="4848225" cy="169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1932" name="Equation" r:id="rId9" imgW="2044440" imgH="711000" progId="Equation.3">
                  <p:embed/>
                </p:oleObj>
              </mc:Choice>
              <mc:Fallback>
                <p:oleObj name="Equation" r:id="rId9" imgW="2044440" imgH="7110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459038"/>
                        <a:ext cx="4848225" cy="1695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1897" name="Object 9"/>
          <p:cNvGraphicFramePr>
            <a:graphicFrameLocks noChangeAspect="1"/>
          </p:cNvGraphicFramePr>
          <p:nvPr/>
        </p:nvGraphicFramePr>
        <p:xfrm>
          <a:off x="3775075" y="1244600"/>
          <a:ext cx="2971800" cy="172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1933" r:id="rId11" imgW="1231366" imgH="710891" progId="Equation.3">
                  <p:embed/>
                </p:oleObj>
              </mc:Choice>
              <mc:Fallback>
                <p:oleObj r:id="rId11" imgW="1231366" imgH="710891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5075" y="1244600"/>
                        <a:ext cx="2971800" cy="172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1898" name="Object 10"/>
          <p:cNvGraphicFramePr>
            <a:graphicFrameLocks noChangeAspect="1"/>
          </p:cNvGraphicFramePr>
          <p:nvPr/>
        </p:nvGraphicFramePr>
        <p:xfrm>
          <a:off x="442913" y="1854200"/>
          <a:ext cx="3387725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1934" name="Equation" r:id="rId13" imgW="1434960" imgH="228600" progId="Equation.3">
                  <p:embed/>
                </p:oleObj>
              </mc:Choice>
              <mc:Fallback>
                <p:oleObj name="Equation" r:id="rId13" imgW="1434960" imgH="2286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913" y="1854200"/>
                        <a:ext cx="3387725" cy="541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1899" name="Object 11"/>
          <p:cNvGraphicFramePr>
            <a:graphicFrameLocks noChangeAspect="1"/>
          </p:cNvGraphicFramePr>
          <p:nvPr/>
        </p:nvGraphicFramePr>
        <p:xfrm>
          <a:off x="2638425" y="2459038"/>
          <a:ext cx="325438" cy="173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1935" name="Equation" r:id="rId15" imgW="126720" imgH="672840" progId="Equation.3">
                  <p:embed/>
                </p:oleObj>
              </mc:Choice>
              <mc:Fallback>
                <p:oleObj name="Equation" r:id="rId15" imgW="126720" imgH="6728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8425" y="2459038"/>
                        <a:ext cx="325438" cy="1731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1900" name="Object 12"/>
          <p:cNvGraphicFramePr>
            <a:graphicFrameLocks noChangeAspect="1"/>
          </p:cNvGraphicFramePr>
          <p:nvPr/>
        </p:nvGraphicFramePr>
        <p:xfrm>
          <a:off x="3171825" y="2459038"/>
          <a:ext cx="325438" cy="173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1936" name="Equation" r:id="rId17" imgW="126720" imgH="672840" progId="Equation.3">
                  <p:embed/>
                </p:oleObj>
              </mc:Choice>
              <mc:Fallback>
                <p:oleObj name="Equation" r:id="rId17" imgW="126720" imgH="67284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1825" y="2459038"/>
                        <a:ext cx="325438" cy="1731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1901" name="Object 13"/>
          <p:cNvGraphicFramePr>
            <a:graphicFrameLocks noChangeAspect="1"/>
          </p:cNvGraphicFramePr>
          <p:nvPr/>
        </p:nvGraphicFramePr>
        <p:xfrm>
          <a:off x="3705225" y="2459038"/>
          <a:ext cx="325438" cy="173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1937" name="Equation" r:id="rId19" imgW="126720" imgH="672840" progId="Equation.3">
                  <p:embed/>
                </p:oleObj>
              </mc:Choice>
              <mc:Fallback>
                <p:oleObj name="Equation" r:id="rId19" imgW="126720" imgH="67284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5225" y="2459038"/>
                        <a:ext cx="325438" cy="1731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1902" name="Object 14"/>
          <p:cNvGraphicFramePr>
            <a:graphicFrameLocks noChangeAspect="1"/>
          </p:cNvGraphicFramePr>
          <p:nvPr/>
        </p:nvGraphicFramePr>
        <p:xfrm>
          <a:off x="5334000" y="3049588"/>
          <a:ext cx="358140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1938" name="Document" r:id="rId21" imgW="1562760" imgH="228600" progId="Word.Document.8">
                  <p:embed/>
                </p:oleObj>
              </mc:Choice>
              <mc:Fallback>
                <p:oleObj name="Document" r:id="rId21" imgW="1562760" imgH="228600" progId="Word.Document.8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3049588"/>
                        <a:ext cx="3581400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1903" name="Object 15"/>
          <p:cNvGraphicFramePr>
            <a:graphicFrameLocks noChangeAspect="1"/>
          </p:cNvGraphicFramePr>
          <p:nvPr/>
        </p:nvGraphicFramePr>
        <p:xfrm>
          <a:off x="381000" y="6019800"/>
          <a:ext cx="3733800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1939" name="Document" r:id="rId23" imgW="1531080" imgH="228600" progId="Word.Document.8">
                  <p:embed/>
                </p:oleObj>
              </mc:Choice>
              <mc:Fallback>
                <p:oleObj name="Document" r:id="rId23" imgW="1531080" imgH="228600" progId="Word.Document.8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6019800"/>
                        <a:ext cx="3733800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1904" name="Object 16"/>
          <p:cNvGraphicFramePr>
            <a:graphicFrameLocks noChangeAspect="1"/>
          </p:cNvGraphicFramePr>
          <p:nvPr/>
        </p:nvGraphicFramePr>
        <p:xfrm>
          <a:off x="4267200" y="6000750"/>
          <a:ext cx="403860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1940" name="Document" r:id="rId25" imgW="1811520" imgH="234360" progId="Word.Document.8">
                  <p:embed/>
                </p:oleObj>
              </mc:Choice>
              <mc:Fallback>
                <p:oleObj name="Document" r:id="rId25" imgW="1811520" imgH="234360" progId="Word.Document.8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6000750"/>
                        <a:ext cx="4038600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61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61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61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61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61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61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61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0618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6189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0619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6190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0619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6190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061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061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061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061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061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1891" grpId="0" autoUpdateAnimBg="0"/>
      <p:bldP spid="1061892" grpId="0" autoUpdateAnimBg="0"/>
      <p:bldP spid="1061893" grpId="0" autoUpdateAnimBg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F65A0-CBAA-4128-8537-5879B16250BB}" type="slidenum">
              <a:rPr lang="zh-CN" altLang="en-US"/>
              <a:pPr/>
              <a:t>59</a:t>
            </a:fld>
            <a:endParaRPr lang="zh-CN" altLang="en-US"/>
          </a:p>
        </p:txBody>
      </p:sp>
      <p:graphicFrame>
        <p:nvGraphicFramePr>
          <p:cNvPr id="1062914" name="Object 2"/>
          <p:cNvGraphicFramePr>
            <a:graphicFrameLocks noChangeAspect="1"/>
          </p:cNvGraphicFramePr>
          <p:nvPr/>
        </p:nvGraphicFramePr>
        <p:xfrm>
          <a:off x="1066800" y="161925"/>
          <a:ext cx="5638800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2942" name="Document" r:id="rId3" imgW="2234520" imgH="228600" progId="Word.Document.8">
                  <p:embed/>
                </p:oleObj>
              </mc:Choice>
              <mc:Fallback>
                <p:oleObj name="Document" r:id="rId3" imgW="2234520" imgH="22860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61925"/>
                        <a:ext cx="5638800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2915" name="Text Box 3"/>
          <p:cNvSpPr txBox="1">
            <a:spLocks noChangeArrowheads="1"/>
          </p:cNvSpPr>
          <p:nvPr/>
        </p:nvSpPr>
        <p:spPr bwMode="auto">
          <a:xfrm>
            <a:off x="381000" y="152400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例</a:t>
            </a:r>
          </a:p>
        </p:txBody>
      </p:sp>
      <p:sp>
        <p:nvSpPr>
          <p:cNvPr id="1062916" name="Text Box 4"/>
          <p:cNvSpPr txBox="1">
            <a:spLocks noChangeArrowheads="1"/>
          </p:cNvSpPr>
          <p:nvPr/>
        </p:nvSpPr>
        <p:spPr bwMode="auto">
          <a:xfrm>
            <a:off x="381000" y="1782763"/>
            <a:ext cx="533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证</a:t>
            </a:r>
          </a:p>
        </p:txBody>
      </p:sp>
      <p:graphicFrame>
        <p:nvGraphicFramePr>
          <p:cNvPr id="1062917" name="Object 5"/>
          <p:cNvGraphicFramePr>
            <a:graphicFrameLocks noChangeAspect="1"/>
          </p:cNvGraphicFramePr>
          <p:nvPr/>
        </p:nvGraphicFramePr>
        <p:xfrm>
          <a:off x="685800" y="685800"/>
          <a:ext cx="6934200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2943" name="Document" r:id="rId5" imgW="2954160" imgH="232560" progId="Word.Document.8">
                  <p:embed/>
                </p:oleObj>
              </mc:Choice>
              <mc:Fallback>
                <p:oleObj name="Document" r:id="rId5" imgW="2954160" imgH="23256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685800"/>
                        <a:ext cx="6934200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2918" name="Text Box 6"/>
          <p:cNvSpPr txBox="1">
            <a:spLocks noChangeArrowheads="1"/>
          </p:cNvSpPr>
          <p:nvPr/>
        </p:nvSpPr>
        <p:spPr bwMode="auto">
          <a:xfrm>
            <a:off x="381000" y="1219200"/>
            <a:ext cx="2895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必线性相关。</a:t>
            </a:r>
          </a:p>
        </p:txBody>
      </p:sp>
      <p:graphicFrame>
        <p:nvGraphicFramePr>
          <p:cNvPr id="1062919" name="Object 7"/>
          <p:cNvGraphicFramePr>
            <a:graphicFrameLocks noChangeAspect="1"/>
          </p:cNvGraphicFramePr>
          <p:nvPr/>
        </p:nvGraphicFramePr>
        <p:xfrm>
          <a:off x="5029200" y="4071938"/>
          <a:ext cx="3124200" cy="170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2944" name="Document" r:id="rId7" imgW="1355040" imgH="711360" progId="Word.Document.8">
                  <p:embed/>
                </p:oleObj>
              </mc:Choice>
              <mc:Fallback>
                <p:oleObj name="Document" r:id="rId7" imgW="1355040" imgH="711360" progId="Word.Document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4071938"/>
                        <a:ext cx="3124200" cy="170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2920" name="Object 8"/>
          <p:cNvGraphicFramePr>
            <a:graphicFrameLocks noChangeAspect="1"/>
          </p:cNvGraphicFramePr>
          <p:nvPr/>
        </p:nvGraphicFramePr>
        <p:xfrm>
          <a:off x="381000" y="2438400"/>
          <a:ext cx="4856163" cy="166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2945" name="Equation" r:id="rId9" imgW="2082600" imgH="711000" progId="Equation.3">
                  <p:embed/>
                </p:oleObj>
              </mc:Choice>
              <mc:Fallback>
                <p:oleObj name="Equation" r:id="rId9" imgW="2082600" imgH="7110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438400"/>
                        <a:ext cx="4856163" cy="1668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2921" name="Object 9"/>
          <p:cNvGraphicFramePr>
            <a:graphicFrameLocks noChangeAspect="1"/>
          </p:cNvGraphicFramePr>
          <p:nvPr/>
        </p:nvGraphicFramePr>
        <p:xfrm>
          <a:off x="4495800" y="1219200"/>
          <a:ext cx="2971800" cy="172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2946" r:id="rId11" imgW="1231366" imgH="710891" progId="Equation.3">
                  <p:embed/>
                </p:oleObj>
              </mc:Choice>
              <mc:Fallback>
                <p:oleObj r:id="rId11" imgW="1231366" imgH="710891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1219200"/>
                        <a:ext cx="2971800" cy="172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2922" name="Object 10"/>
          <p:cNvGraphicFramePr>
            <a:graphicFrameLocks noChangeAspect="1"/>
          </p:cNvGraphicFramePr>
          <p:nvPr/>
        </p:nvGraphicFramePr>
        <p:xfrm>
          <a:off x="1087438" y="1828800"/>
          <a:ext cx="3389312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2947" name="Equation" r:id="rId13" imgW="1434960" imgH="228600" progId="Equation.3">
                  <p:embed/>
                </p:oleObj>
              </mc:Choice>
              <mc:Fallback>
                <p:oleObj name="Equation" r:id="rId13" imgW="1434960" imgH="2286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7438" y="1828800"/>
                        <a:ext cx="3389312" cy="541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2923" name="Object 11"/>
          <p:cNvGraphicFramePr>
            <a:graphicFrameLocks noChangeAspect="1"/>
          </p:cNvGraphicFramePr>
          <p:nvPr/>
        </p:nvGraphicFramePr>
        <p:xfrm>
          <a:off x="533400" y="4114800"/>
          <a:ext cx="419100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2948" name="Document" r:id="rId15" imgW="1788840" imgH="713880" progId="Word.Document.8">
                  <p:embed/>
                </p:oleObj>
              </mc:Choice>
              <mc:Fallback>
                <p:oleObj name="Document" r:id="rId15" imgW="1788840" imgH="713880" progId="Word.Document.8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114800"/>
                        <a:ext cx="4191000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2924" name="Text Box 12"/>
          <p:cNvSpPr txBox="1">
            <a:spLocks noChangeArrowheads="1"/>
          </p:cNvSpPr>
          <p:nvPr/>
        </p:nvSpPr>
        <p:spPr bwMode="auto">
          <a:xfrm>
            <a:off x="381000" y="5894388"/>
            <a:ext cx="3810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所以上式有非零解，</a:t>
            </a:r>
          </a:p>
        </p:txBody>
      </p:sp>
      <p:graphicFrame>
        <p:nvGraphicFramePr>
          <p:cNvPr id="1062925" name="Object 13"/>
          <p:cNvGraphicFramePr>
            <a:graphicFrameLocks noChangeAspect="1"/>
          </p:cNvGraphicFramePr>
          <p:nvPr/>
        </p:nvGraphicFramePr>
        <p:xfrm>
          <a:off x="3733800" y="5894388"/>
          <a:ext cx="3814763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2949" name="Document" r:id="rId17" imgW="1579320" imgH="228600" progId="Word.Document.8">
                  <p:embed/>
                </p:oleObj>
              </mc:Choice>
              <mc:Fallback>
                <p:oleObj name="Document" r:id="rId17" imgW="1579320" imgH="228600" progId="Word.Document.8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5894388"/>
                        <a:ext cx="3814763" cy="58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62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62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62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62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62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62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62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62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062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062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062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062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2915" grpId="0" autoUpdateAnimBg="0"/>
      <p:bldP spid="1062916" grpId="0" autoUpdateAnimBg="0"/>
      <p:bldP spid="1062918" grpId="0" autoUpdateAnimBg="0"/>
      <p:bldP spid="1062924" grpId="0" autoUpdateAnimBg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DF1E7-A96E-42F2-9D5C-695695B95DC6}" type="slidenum">
              <a:rPr lang="zh-CN" altLang="en-US"/>
              <a:pPr/>
              <a:t>60</a:t>
            </a:fld>
            <a:endParaRPr lang="zh-CN" altLang="en-US"/>
          </a:p>
        </p:txBody>
      </p:sp>
      <p:sp>
        <p:nvSpPr>
          <p:cNvPr id="10659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228600"/>
            <a:ext cx="5791200" cy="533400"/>
          </a:xfrm>
        </p:spPr>
        <p:txBody>
          <a:bodyPr/>
          <a:lstStyle/>
          <a:p>
            <a:pPr algn="l"/>
            <a:r>
              <a:rPr lang="zh-CN" altLang="en-US" sz="3200" b="1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线性相关性的其它性质：</a:t>
            </a:r>
          </a:p>
        </p:txBody>
      </p:sp>
      <p:sp>
        <p:nvSpPr>
          <p:cNvPr id="1065987" name="Text Box 3"/>
          <p:cNvSpPr txBox="1">
            <a:spLocks noChangeArrowheads="1"/>
          </p:cNvSpPr>
          <p:nvPr/>
        </p:nvSpPr>
        <p:spPr bwMode="auto">
          <a:xfrm>
            <a:off x="228600" y="838200"/>
            <a:ext cx="8320088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/>
              <a:t>(1)  如果向量组有一个</a:t>
            </a: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部分组</a:t>
            </a:r>
            <a:r>
              <a:rPr lang="zh-CN" altLang="en-US"/>
              <a:t>线性相关，则该向量组线性相关。</a:t>
            </a:r>
          </a:p>
        </p:txBody>
      </p:sp>
      <p:graphicFrame>
        <p:nvGraphicFramePr>
          <p:cNvPr id="1065988" name="Object 4"/>
          <p:cNvGraphicFramePr>
            <a:graphicFrameLocks noChangeAspect="1"/>
          </p:cNvGraphicFramePr>
          <p:nvPr/>
        </p:nvGraphicFramePr>
        <p:xfrm>
          <a:off x="1219200" y="2057400"/>
          <a:ext cx="5803900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6008" name="Document" r:id="rId3" imgW="2444040" imgH="230760" progId="Word.Document.8">
                  <p:embed/>
                </p:oleObj>
              </mc:Choice>
              <mc:Fallback>
                <p:oleObj name="Document" r:id="rId3" imgW="2444040" imgH="23076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057400"/>
                        <a:ext cx="5803900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5989" name="Text Box 5"/>
          <p:cNvSpPr txBox="1">
            <a:spLocks noChangeArrowheads="1"/>
          </p:cNvSpPr>
          <p:nvPr/>
        </p:nvSpPr>
        <p:spPr bwMode="auto">
          <a:xfrm>
            <a:off x="304800" y="2667000"/>
            <a:ext cx="2514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等价命题：</a:t>
            </a:r>
          </a:p>
        </p:txBody>
      </p:sp>
      <p:sp>
        <p:nvSpPr>
          <p:cNvPr id="1065990" name="Text Box 6"/>
          <p:cNvSpPr txBox="1">
            <a:spLocks noChangeArrowheads="1"/>
          </p:cNvSpPr>
          <p:nvPr/>
        </p:nvSpPr>
        <p:spPr bwMode="auto">
          <a:xfrm>
            <a:off x="1981200" y="2667000"/>
            <a:ext cx="7162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如果一个向量组线性无关, 则其任一部分组</a:t>
            </a:r>
          </a:p>
        </p:txBody>
      </p:sp>
      <p:sp>
        <p:nvSpPr>
          <p:cNvPr id="1065991" name="Text Box 7"/>
          <p:cNvSpPr txBox="1">
            <a:spLocks noChangeArrowheads="1"/>
          </p:cNvSpPr>
          <p:nvPr/>
        </p:nvSpPr>
        <p:spPr bwMode="auto">
          <a:xfrm>
            <a:off x="1981200" y="3195638"/>
            <a:ext cx="2362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线性无关.</a:t>
            </a:r>
          </a:p>
        </p:txBody>
      </p:sp>
      <p:grpSp>
        <p:nvGrpSpPr>
          <p:cNvPr id="1065992" name="Group 8"/>
          <p:cNvGrpSpPr>
            <a:grpSpLocks/>
          </p:cNvGrpSpPr>
          <p:nvPr/>
        </p:nvGrpSpPr>
        <p:grpSpPr bwMode="auto">
          <a:xfrm>
            <a:off x="1371600" y="3810000"/>
            <a:ext cx="4572000" cy="533400"/>
            <a:chOff x="864" y="2400"/>
            <a:chExt cx="2880" cy="336"/>
          </a:xfrm>
        </p:grpSpPr>
        <p:sp>
          <p:nvSpPr>
            <p:cNvPr id="1065993" name="Text Box 9"/>
            <p:cNvSpPr txBox="1">
              <a:spLocks noChangeArrowheads="1"/>
            </p:cNvSpPr>
            <p:nvPr/>
          </p:nvSpPr>
          <p:spPr bwMode="auto">
            <a:xfrm>
              <a:off x="864" y="2400"/>
              <a:ext cx="129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r>
                <a:rPr lang="zh-CN" altLang="en-US"/>
                <a:t>部分相关</a:t>
              </a:r>
            </a:p>
          </p:txBody>
        </p:sp>
        <p:sp>
          <p:nvSpPr>
            <p:cNvPr id="1065994" name="Text Box 10"/>
            <p:cNvSpPr txBox="1">
              <a:spLocks noChangeArrowheads="1"/>
            </p:cNvSpPr>
            <p:nvPr/>
          </p:nvSpPr>
          <p:spPr bwMode="auto">
            <a:xfrm>
              <a:off x="2298" y="2409"/>
              <a:ext cx="144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r>
                <a:rPr lang="zh-CN" altLang="en-US"/>
                <a:t>整体相关</a:t>
              </a:r>
            </a:p>
          </p:txBody>
        </p:sp>
        <p:graphicFrame>
          <p:nvGraphicFramePr>
            <p:cNvPr id="1065995" name="Object 11"/>
            <p:cNvGraphicFramePr>
              <a:graphicFrameLocks noChangeAspect="1"/>
            </p:cNvGraphicFramePr>
            <p:nvPr/>
          </p:nvGraphicFramePr>
          <p:xfrm>
            <a:off x="1920" y="2496"/>
            <a:ext cx="403" cy="2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6009" name="Document" r:id="rId5" imgW="191160" imgH="155520" progId="Word.Document.8">
                    <p:embed/>
                  </p:oleObj>
                </mc:Choice>
                <mc:Fallback>
                  <p:oleObj name="Document" r:id="rId5" imgW="191160" imgH="155520" progId="Word.Document.8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0" y="2496"/>
                          <a:ext cx="403" cy="2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65996" name="Group 12"/>
          <p:cNvGrpSpPr>
            <a:grpSpLocks/>
          </p:cNvGrpSpPr>
          <p:nvPr/>
        </p:nvGrpSpPr>
        <p:grpSpPr bwMode="auto">
          <a:xfrm>
            <a:off x="1371600" y="4343400"/>
            <a:ext cx="4800600" cy="522288"/>
            <a:chOff x="864" y="2736"/>
            <a:chExt cx="3024" cy="329"/>
          </a:xfrm>
        </p:grpSpPr>
        <p:sp>
          <p:nvSpPr>
            <p:cNvPr id="1065997" name="Text Box 13"/>
            <p:cNvSpPr txBox="1">
              <a:spLocks noChangeArrowheads="1"/>
            </p:cNvSpPr>
            <p:nvPr/>
          </p:nvSpPr>
          <p:spPr bwMode="auto">
            <a:xfrm>
              <a:off x="864" y="2736"/>
              <a:ext cx="134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r>
                <a:rPr lang="zh-CN" altLang="en-US"/>
                <a:t>整体无关</a:t>
              </a:r>
            </a:p>
          </p:txBody>
        </p:sp>
        <p:sp>
          <p:nvSpPr>
            <p:cNvPr id="1065998" name="Text Box 14"/>
            <p:cNvSpPr txBox="1">
              <a:spLocks noChangeArrowheads="1"/>
            </p:cNvSpPr>
            <p:nvPr/>
          </p:nvSpPr>
          <p:spPr bwMode="auto">
            <a:xfrm>
              <a:off x="2304" y="2736"/>
              <a:ext cx="15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r>
                <a:rPr lang="zh-CN" altLang="en-US"/>
                <a:t>部分无关</a:t>
              </a:r>
            </a:p>
          </p:txBody>
        </p:sp>
        <p:graphicFrame>
          <p:nvGraphicFramePr>
            <p:cNvPr id="1065999" name="Object 15"/>
            <p:cNvGraphicFramePr>
              <a:graphicFrameLocks noChangeAspect="1"/>
            </p:cNvGraphicFramePr>
            <p:nvPr/>
          </p:nvGraphicFramePr>
          <p:xfrm>
            <a:off x="1928" y="2832"/>
            <a:ext cx="403" cy="2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6010" name="Document" r:id="rId7" imgW="191160" imgH="155520" progId="Word.Document.8">
                    <p:embed/>
                  </p:oleObj>
                </mc:Choice>
                <mc:Fallback>
                  <p:oleObj name="Document" r:id="rId7" imgW="191160" imgH="155520" progId="Word.Document.8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8" y="2832"/>
                          <a:ext cx="403" cy="2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66000" name="Text Box 16"/>
          <p:cNvSpPr txBox="1">
            <a:spLocks noChangeArrowheads="1"/>
          </p:cNvSpPr>
          <p:nvPr/>
        </p:nvSpPr>
        <p:spPr bwMode="auto">
          <a:xfrm>
            <a:off x="381000" y="4953000"/>
            <a:ext cx="8001000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/>
              <a:t>线性相关的向量组添加若干向量仍线性相关;</a:t>
            </a:r>
          </a:p>
        </p:txBody>
      </p:sp>
      <p:sp>
        <p:nvSpPr>
          <p:cNvPr id="1066001" name="Text Box 17"/>
          <p:cNvSpPr txBox="1">
            <a:spLocks noChangeArrowheads="1"/>
          </p:cNvSpPr>
          <p:nvPr/>
        </p:nvSpPr>
        <p:spPr bwMode="auto">
          <a:xfrm>
            <a:off x="381000" y="5562600"/>
            <a:ext cx="8229600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/>
              <a:t>线性无关的向量组去掉若干向量仍线性无关.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65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65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65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65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65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65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65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65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66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066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986" grpId="0" autoUpdateAnimBg="0"/>
      <p:bldP spid="1065987" grpId="0" autoUpdateAnimBg="0"/>
      <p:bldP spid="1065989" grpId="0" autoUpdateAnimBg="0"/>
      <p:bldP spid="1065990" grpId="0" autoUpdateAnimBg="0"/>
      <p:bldP spid="1065991" grpId="0" autoUpdateAnimBg="0"/>
      <p:bldP spid="1066000" grpId="0" autoUpdateAnimBg="0"/>
      <p:bldP spid="1066001" grpId="0" autoUpdateAnimBg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FFC35-A7A7-475B-AF7A-B5B3C1EA2BE8}" type="slidenum">
              <a:rPr lang="zh-CN" altLang="en-US"/>
              <a:pPr/>
              <a:t>61</a:t>
            </a:fld>
            <a:endParaRPr lang="zh-CN" altLang="en-US"/>
          </a:p>
        </p:txBody>
      </p:sp>
      <p:graphicFrame>
        <p:nvGraphicFramePr>
          <p:cNvPr id="1067010" name="Object 2"/>
          <p:cNvGraphicFramePr>
            <a:graphicFrameLocks noChangeAspect="1"/>
          </p:cNvGraphicFramePr>
          <p:nvPr/>
        </p:nvGraphicFramePr>
        <p:xfrm>
          <a:off x="309563" y="452438"/>
          <a:ext cx="8301037" cy="1216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033" name="Document" r:id="rId3" imgW="3154680" imgH="460800" progId="Word.Document.8">
                  <p:embed/>
                </p:oleObj>
              </mc:Choice>
              <mc:Fallback>
                <p:oleObj name="Document" r:id="rId3" imgW="3154680" imgH="46080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563" y="452438"/>
                        <a:ext cx="8301037" cy="1216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7011" name="Object 3"/>
          <p:cNvGraphicFramePr>
            <a:graphicFrameLocks noChangeAspect="1"/>
          </p:cNvGraphicFramePr>
          <p:nvPr/>
        </p:nvGraphicFramePr>
        <p:xfrm>
          <a:off x="304800" y="3679825"/>
          <a:ext cx="701040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034" name="Document" r:id="rId5" imgW="2714040" imgH="177480" progId="Word.Document.8">
                  <p:embed/>
                </p:oleObj>
              </mc:Choice>
              <mc:Fallback>
                <p:oleObj name="Document" r:id="rId5" imgW="2714040" imgH="17748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3679825"/>
                        <a:ext cx="7010400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7012" name="Text Box 4"/>
          <p:cNvSpPr txBox="1">
            <a:spLocks noChangeArrowheads="1"/>
          </p:cNvSpPr>
          <p:nvPr/>
        </p:nvSpPr>
        <p:spPr bwMode="auto">
          <a:xfrm>
            <a:off x="304800" y="4343400"/>
            <a:ext cx="7010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可以推广到添多个分量的情形.</a:t>
            </a:r>
          </a:p>
        </p:txBody>
      </p:sp>
      <p:sp>
        <p:nvSpPr>
          <p:cNvPr id="1067013" name="Text Box 5"/>
          <p:cNvSpPr txBox="1">
            <a:spLocks noChangeArrowheads="1"/>
          </p:cNvSpPr>
          <p:nvPr/>
        </p:nvSpPr>
        <p:spPr bwMode="auto">
          <a:xfrm>
            <a:off x="304800" y="4953000"/>
            <a:ext cx="3276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等价命题：</a:t>
            </a:r>
          </a:p>
        </p:txBody>
      </p:sp>
      <p:sp>
        <p:nvSpPr>
          <p:cNvPr id="1067014" name="Text Box 6"/>
          <p:cNvSpPr txBox="1">
            <a:spLocks noChangeArrowheads="1"/>
          </p:cNvSpPr>
          <p:nvPr/>
        </p:nvSpPr>
        <p:spPr bwMode="auto">
          <a:xfrm>
            <a:off x="2133600" y="4953000"/>
            <a:ext cx="6629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线性相关的向量组各去掉一个(或几个)</a:t>
            </a:r>
          </a:p>
        </p:txBody>
      </p:sp>
      <p:sp>
        <p:nvSpPr>
          <p:cNvPr id="1067015" name="Text Box 7"/>
          <p:cNvSpPr txBox="1">
            <a:spLocks noChangeArrowheads="1"/>
          </p:cNvSpPr>
          <p:nvPr/>
        </p:nvSpPr>
        <p:spPr bwMode="auto">
          <a:xfrm>
            <a:off x="2109788" y="5486400"/>
            <a:ext cx="56626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分量所得向量组仍线性相关。</a:t>
            </a:r>
          </a:p>
        </p:txBody>
      </p:sp>
      <p:graphicFrame>
        <p:nvGraphicFramePr>
          <p:cNvPr id="1067016" name="Object 8"/>
          <p:cNvGraphicFramePr>
            <a:graphicFrameLocks noChangeAspect="1"/>
          </p:cNvGraphicFramePr>
          <p:nvPr/>
        </p:nvGraphicFramePr>
        <p:xfrm>
          <a:off x="3810000" y="2382838"/>
          <a:ext cx="350520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035" name="Document" r:id="rId7" imgW="1386360" imgH="201600" progId="Word.Document.8">
                  <p:embed/>
                </p:oleObj>
              </mc:Choice>
              <mc:Fallback>
                <p:oleObj name="Document" r:id="rId7" imgW="1386360" imgH="201600" progId="Word.Document.8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2382838"/>
                        <a:ext cx="3505200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7017" name="Object 9"/>
          <p:cNvGraphicFramePr>
            <a:graphicFrameLocks noChangeAspect="1"/>
          </p:cNvGraphicFramePr>
          <p:nvPr/>
        </p:nvGraphicFramePr>
        <p:xfrm>
          <a:off x="914400" y="1739900"/>
          <a:ext cx="3124200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036" name="Document" r:id="rId9" imgW="1363320" imgH="228600" progId="Word.Document.8">
                  <p:embed/>
                </p:oleObj>
              </mc:Choice>
              <mc:Fallback>
                <p:oleObj name="Document" r:id="rId9" imgW="1363320" imgH="228600" progId="Word.Document.8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739900"/>
                        <a:ext cx="3124200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7018" name="Object 10"/>
          <p:cNvGraphicFramePr>
            <a:graphicFrameLocks noChangeAspect="1"/>
          </p:cNvGraphicFramePr>
          <p:nvPr/>
        </p:nvGraphicFramePr>
        <p:xfrm>
          <a:off x="533400" y="2362200"/>
          <a:ext cx="3124200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037" name="Document" r:id="rId11" imgW="1275120" imgH="228600" progId="Word.Document.8">
                  <p:embed/>
                </p:oleObj>
              </mc:Choice>
              <mc:Fallback>
                <p:oleObj name="Document" r:id="rId11" imgW="1275120" imgH="228600" progId="Word.Document.8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362200"/>
                        <a:ext cx="3124200" cy="579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7019" name="Object 11"/>
          <p:cNvGraphicFramePr>
            <a:graphicFrameLocks noChangeAspect="1"/>
          </p:cNvGraphicFramePr>
          <p:nvPr/>
        </p:nvGraphicFramePr>
        <p:xfrm>
          <a:off x="304800" y="3048000"/>
          <a:ext cx="2733675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038" name="Document" r:id="rId13" imgW="1138680" imgH="228600" progId="Word.Document.8">
                  <p:embed/>
                </p:oleObj>
              </mc:Choice>
              <mc:Fallback>
                <p:oleObj name="Document" r:id="rId13" imgW="1138680" imgH="228600" progId="Word.Document.8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3048000"/>
                        <a:ext cx="2733675" cy="538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7020" name="Text Box 12"/>
          <p:cNvSpPr txBox="1">
            <a:spLocks noChangeArrowheads="1"/>
          </p:cNvSpPr>
          <p:nvPr/>
        </p:nvSpPr>
        <p:spPr bwMode="auto">
          <a:xfrm>
            <a:off x="228600" y="1714500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证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67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67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67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67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67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67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67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67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67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67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067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7012" grpId="0" autoUpdateAnimBg="0"/>
      <p:bldP spid="1067013" grpId="0" autoUpdateAnimBg="0"/>
      <p:bldP spid="1067014" grpId="0" autoUpdateAnimBg="0"/>
      <p:bldP spid="1067015" grpId="0" autoUpdateAnimBg="0"/>
      <p:bldP spid="1067020" grpId="0" autoUpdateAnimBg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631BD-3C30-4854-BF3A-620DC11F4FFF}" type="slidenum">
              <a:rPr lang="zh-CN" altLang="en-US"/>
              <a:pPr/>
              <a:t>62</a:t>
            </a:fld>
            <a:endParaRPr lang="zh-CN" altLang="en-US"/>
          </a:p>
        </p:txBody>
      </p:sp>
      <p:sp>
        <p:nvSpPr>
          <p:cNvPr id="1068034" name="Text Box 2"/>
          <p:cNvSpPr txBox="1">
            <a:spLocks noChangeArrowheads="1"/>
          </p:cNvSpPr>
          <p:nvPr/>
        </p:nvSpPr>
        <p:spPr bwMode="auto">
          <a:xfrm>
            <a:off x="304800" y="369888"/>
            <a:ext cx="8458200" cy="604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/>
              <a:t>(3) 向量组的个数如果多于维数，则必线性相关。</a:t>
            </a:r>
          </a:p>
        </p:txBody>
      </p:sp>
      <p:graphicFrame>
        <p:nvGraphicFramePr>
          <p:cNvPr id="1068035" name="Object 3"/>
          <p:cNvGraphicFramePr>
            <a:graphicFrameLocks noChangeAspect="1"/>
          </p:cNvGraphicFramePr>
          <p:nvPr/>
        </p:nvGraphicFramePr>
        <p:xfrm>
          <a:off x="533400" y="1219200"/>
          <a:ext cx="4343400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8056" name="Document" r:id="rId3" imgW="1680120" imgH="228600" progId="Word.Document.8">
                  <p:embed/>
                </p:oleObj>
              </mc:Choice>
              <mc:Fallback>
                <p:oleObj name="Document" r:id="rId3" imgW="1680120" imgH="22860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219200"/>
                        <a:ext cx="4343400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8036" name="Object 4"/>
          <p:cNvGraphicFramePr>
            <a:graphicFrameLocks noChangeAspect="1"/>
          </p:cNvGraphicFramePr>
          <p:nvPr/>
        </p:nvGraphicFramePr>
        <p:xfrm>
          <a:off x="4953000" y="1270000"/>
          <a:ext cx="1524000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8057" name="Document" r:id="rId5" imgW="573480" imgH="173160" progId="Word.Document.8">
                  <p:embed/>
                </p:oleObj>
              </mc:Choice>
              <mc:Fallback>
                <p:oleObj name="Document" r:id="rId5" imgW="573480" imgH="17316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1270000"/>
                        <a:ext cx="1524000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68037" name="Group 5"/>
          <p:cNvGrpSpPr>
            <a:grpSpLocks/>
          </p:cNvGrpSpPr>
          <p:nvPr/>
        </p:nvGrpSpPr>
        <p:grpSpPr bwMode="auto">
          <a:xfrm>
            <a:off x="533400" y="2732088"/>
            <a:ext cx="4191000" cy="520700"/>
            <a:chOff x="336" y="1721"/>
            <a:chExt cx="2640" cy="328"/>
          </a:xfrm>
        </p:grpSpPr>
        <p:graphicFrame>
          <p:nvGraphicFramePr>
            <p:cNvPr id="1068038" name="Object 6"/>
            <p:cNvGraphicFramePr>
              <a:graphicFrameLocks noChangeAspect="1"/>
            </p:cNvGraphicFramePr>
            <p:nvPr/>
          </p:nvGraphicFramePr>
          <p:xfrm>
            <a:off x="2064" y="1751"/>
            <a:ext cx="912" cy="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8058" name="Document" r:id="rId7" imgW="565920" imgH="177480" progId="Word.Document.8">
                    <p:embed/>
                  </p:oleObj>
                </mc:Choice>
                <mc:Fallback>
                  <p:oleObj name="Document" r:id="rId7" imgW="565920" imgH="177480" progId="Word.Document.8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4" y="1751"/>
                          <a:ext cx="912" cy="2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68039" name="Text Box 7"/>
            <p:cNvSpPr txBox="1">
              <a:spLocks noChangeArrowheads="1"/>
            </p:cNvSpPr>
            <p:nvPr/>
          </p:nvSpPr>
          <p:spPr bwMode="auto">
            <a:xfrm>
              <a:off x="336" y="1721"/>
              <a:ext cx="230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r>
                <a:rPr lang="zh-CN" altLang="en-US"/>
                <a:t>齐次线性方程组</a:t>
              </a:r>
            </a:p>
          </p:txBody>
        </p:sp>
      </p:grpSp>
      <p:graphicFrame>
        <p:nvGraphicFramePr>
          <p:cNvPr id="1068040" name="Object 8"/>
          <p:cNvGraphicFramePr>
            <a:graphicFrameLocks noChangeAspect="1"/>
          </p:cNvGraphicFramePr>
          <p:nvPr/>
        </p:nvGraphicFramePr>
        <p:xfrm>
          <a:off x="609600" y="4256088"/>
          <a:ext cx="3733800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8059" name="Document" r:id="rId9" imgW="1409040" imgH="228600" progId="Word.Document.8">
                  <p:embed/>
                </p:oleObj>
              </mc:Choice>
              <mc:Fallback>
                <p:oleObj name="Document" r:id="rId9" imgW="1409040" imgH="228600" progId="Word.Document.8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256088"/>
                        <a:ext cx="3733800" cy="620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8041" name="Object 9"/>
          <p:cNvGraphicFramePr>
            <a:graphicFrameLocks noChangeAspect="1"/>
          </p:cNvGraphicFramePr>
          <p:nvPr/>
        </p:nvGraphicFramePr>
        <p:xfrm>
          <a:off x="609600" y="3570288"/>
          <a:ext cx="2133600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8060" name="Equation" r:id="rId11" imgW="876240" imgH="203040" progId="Equation.3">
                  <p:embed/>
                </p:oleObj>
              </mc:Choice>
              <mc:Fallback>
                <p:oleObj name="Equation" r:id="rId11" imgW="876240" imgH="2030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570288"/>
                        <a:ext cx="2133600" cy="500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8042" name="Text Box 10"/>
          <p:cNvSpPr txBox="1">
            <a:spLocks noChangeArrowheads="1"/>
          </p:cNvSpPr>
          <p:nvPr/>
        </p:nvSpPr>
        <p:spPr bwMode="auto">
          <a:xfrm>
            <a:off x="2819400" y="3506788"/>
            <a:ext cx="3200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必有非零解，</a:t>
            </a:r>
          </a:p>
        </p:txBody>
      </p:sp>
      <p:graphicFrame>
        <p:nvGraphicFramePr>
          <p:cNvPr id="1068043" name="Object 11"/>
          <p:cNvGraphicFramePr>
            <a:graphicFrameLocks noChangeAspect="1"/>
          </p:cNvGraphicFramePr>
          <p:nvPr/>
        </p:nvGraphicFramePr>
        <p:xfrm>
          <a:off x="609600" y="2006600"/>
          <a:ext cx="2743200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8061" r:id="rId13" imgW="1091726" imgH="228501" progId="Equation.3">
                  <p:embed/>
                </p:oleObj>
              </mc:Choice>
              <mc:Fallback>
                <p:oleObj r:id="rId13" imgW="1091726" imgH="228501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006600"/>
                        <a:ext cx="2743200" cy="573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68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68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68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68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68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68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68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68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8034" grpId="0" autoUpdateAnimBg="0"/>
      <p:bldP spid="1068042" grpId="0" autoUpdateAnimBg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33D90-CBD6-436C-ABA6-BFFD194E3412}" type="slidenum">
              <a:rPr lang="zh-CN" altLang="en-US"/>
              <a:pPr/>
              <a:t>63</a:t>
            </a:fld>
            <a:endParaRPr lang="zh-CN" altLang="en-US"/>
          </a:p>
        </p:txBody>
      </p:sp>
      <p:graphicFrame>
        <p:nvGraphicFramePr>
          <p:cNvPr id="1069058" name="Object 2"/>
          <p:cNvGraphicFramePr>
            <a:graphicFrameLocks noChangeAspect="1"/>
          </p:cNvGraphicFramePr>
          <p:nvPr/>
        </p:nvGraphicFramePr>
        <p:xfrm>
          <a:off x="1295400" y="3048000"/>
          <a:ext cx="2590800" cy="167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102" name="Equation" r:id="rId3" imgW="1079280" imgH="698400" progId="Equation.3">
                  <p:embed/>
                </p:oleObj>
              </mc:Choice>
              <mc:Fallback>
                <p:oleObj name="Equation" r:id="rId3" imgW="1079280" imgH="6984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3048000"/>
                        <a:ext cx="2590800" cy="1673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9059" name="Text Box 3"/>
          <p:cNvSpPr txBox="1">
            <a:spLocks noChangeArrowheads="1"/>
          </p:cNvSpPr>
          <p:nvPr/>
        </p:nvSpPr>
        <p:spPr bwMode="auto">
          <a:xfrm>
            <a:off x="228600" y="203200"/>
            <a:ext cx="1600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例</a:t>
            </a:r>
            <a:r>
              <a:rPr lang="zh-CN" altLang="en-US"/>
              <a:t>  设</a:t>
            </a:r>
          </a:p>
        </p:txBody>
      </p:sp>
      <p:sp>
        <p:nvSpPr>
          <p:cNvPr id="1069060" name="Text Box 4"/>
          <p:cNvSpPr txBox="1">
            <a:spLocks noChangeArrowheads="1"/>
          </p:cNvSpPr>
          <p:nvPr/>
        </p:nvSpPr>
        <p:spPr bwMode="auto">
          <a:xfrm>
            <a:off x="228600" y="3060700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1069061" name="Object 5"/>
          <p:cNvGraphicFramePr>
            <a:graphicFrameLocks noChangeAspect="1"/>
          </p:cNvGraphicFramePr>
          <p:nvPr/>
        </p:nvGraphicFramePr>
        <p:xfrm>
          <a:off x="1371600" y="176213"/>
          <a:ext cx="281940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103" name="Equation" r:id="rId5" imgW="1130040" imgH="215640" progId="Equation.3">
                  <p:embed/>
                </p:oleObj>
              </mc:Choice>
              <mc:Fallback>
                <p:oleObj name="Equation" r:id="rId5" imgW="1130040" imgH="2156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76213"/>
                        <a:ext cx="2819400" cy="536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9062" name="Object 6"/>
          <p:cNvGraphicFramePr>
            <a:graphicFrameLocks noChangeAspect="1"/>
          </p:cNvGraphicFramePr>
          <p:nvPr/>
        </p:nvGraphicFramePr>
        <p:xfrm>
          <a:off x="4305300" y="152400"/>
          <a:ext cx="262890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104" name="Equation" r:id="rId7" imgW="1054080" imgH="215640" progId="Equation.3">
                  <p:embed/>
                </p:oleObj>
              </mc:Choice>
              <mc:Fallback>
                <p:oleObj name="Equation" r:id="rId7" imgW="1054080" imgH="2156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5300" y="152400"/>
                        <a:ext cx="2628900" cy="536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9063" name="Object 7"/>
          <p:cNvGraphicFramePr>
            <a:graphicFrameLocks noChangeAspect="1"/>
          </p:cNvGraphicFramePr>
          <p:nvPr/>
        </p:nvGraphicFramePr>
        <p:xfrm>
          <a:off x="685800" y="723900"/>
          <a:ext cx="2312988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105" name="Equation" r:id="rId9" imgW="927000" imgH="228600" progId="Equation.3">
                  <p:embed/>
                </p:oleObj>
              </mc:Choice>
              <mc:Fallback>
                <p:oleObj name="Equation" r:id="rId9" imgW="92700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723900"/>
                        <a:ext cx="2312988" cy="568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9064" name="Object 8"/>
          <p:cNvGraphicFramePr>
            <a:graphicFrameLocks noChangeAspect="1"/>
          </p:cNvGraphicFramePr>
          <p:nvPr/>
        </p:nvGraphicFramePr>
        <p:xfrm>
          <a:off x="3200400" y="711200"/>
          <a:ext cx="2122488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106" name="Equation" r:id="rId11" imgW="850680" imgH="215640" progId="Equation.3">
                  <p:embed/>
                </p:oleObj>
              </mc:Choice>
              <mc:Fallback>
                <p:oleObj name="Equation" r:id="rId11" imgW="850680" imgH="2156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711200"/>
                        <a:ext cx="2122488" cy="536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9065" name="Object 9"/>
          <p:cNvGraphicFramePr>
            <a:graphicFrameLocks noChangeAspect="1"/>
          </p:cNvGraphicFramePr>
          <p:nvPr/>
        </p:nvGraphicFramePr>
        <p:xfrm>
          <a:off x="309563" y="1244600"/>
          <a:ext cx="8215312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107" name="Document" r:id="rId13" imgW="3040200" imgH="216000" progId="Word.Document.8">
                  <p:embed/>
                </p:oleObj>
              </mc:Choice>
              <mc:Fallback>
                <p:oleObj name="Document" r:id="rId13" imgW="3040200" imgH="216000" progId="Word.Document.8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563" y="1244600"/>
                        <a:ext cx="8215312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9066" name="Object 10"/>
          <p:cNvGraphicFramePr>
            <a:graphicFrameLocks noChangeAspect="1"/>
          </p:cNvGraphicFramePr>
          <p:nvPr/>
        </p:nvGraphicFramePr>
        <p:xfrm>
          <a:off x="304800" y="1828800"/>
          <a:ext cx="8120063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108" name="Document" r:id="rId15" imgW="2916000" imgH="228600" progId="Word.Document.8">
                  <p:embed/>
                </p:oleObj>
              </mc:Choice>
              <mc:Fallback>
                <p:oleObj name="Document" r:id="rId15" imgW="2916000" imgH="228600" progId="Word.Document.8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828800"/>
                        <a:ext cx="8120063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9067" name="Object 11"/>
          <p:cNvGraphicFramePr>
            <a:graphicFrameLocks noChangeAspect="1"/>
          </p:cNvGraphicFramePr>
          <p:nvPr/>
        </p:nvGraphicFramePr>
        <p:xfrm>
          <a:off x="279400" y="2425700"/>
          <a:ext cx="8585200" cy="65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109" name="Document" r:id="rId17" imgW="3117960" imgH="236880" progId="Word.Document.8">
                  <p:embed/>
                </p:oleObj>
              </mc:Choice>
              <mc:Fallback>
                <p:oleObj name="Document" r:id="rId17" imgW="3117960" imgH="236880" progId="Word.Document.8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400" y="2425700"/>
                        <a:ext cx="8585200" cy="655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9068" name="Text Box 12"/>
          <p:cNvSpPr txBox="1">
            <a:spLocks noChangeArrowheads="1"/>
          </p:cNvSpPr>
          <p:nvPr/>
        </p:nvSpPr>
        <p:spPr bwMode="auto">
          <a:xfrm>
            <a:off x="1003300" y="3060700"/>
            <a:ext cx="5969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(1)</a:t>
            </a:r>
          </a:p>
        </p:txBody>
      </p:sp>
      <p:graphicFrame>
        <p:nvGraphicFramePr>
          <p:cNvPr id="1069069" name="Object 13"/>
          <p:cNvGraphicFramePr>
            <a:graphicFrameLocks noChangeAspect="1"/>
          </p:cNvGraphicFramePr>
          <p:nvPr/>
        </p:nvGraphicFramePr>
        <p:xfrm>
          <a:off x="3886200" y="3060700"/>
          <a:ext cx="2971800" cy="168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110" name="Equation" r:id="rId19" imgW="1231560" imgH="698400" progId="Equation.3">
                  <p:embed/>
                </p:oleObj>
              </mc:Choice>
              <mc:Fallback>
                <p:oleObj name="Equation" r:id="rId19" imgW="1231560" imgH="6984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3060700"/>
                        <a:ext cx="2971800" cy="1681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9070" name="Object 14"/>
          <p:cNvGraphicFramePr>
            <a:graphicFrameLocks noChangeAspect="1"/>
          </p:cNvGraphicFramePr>
          <p:nvPr/>
        </p:nvGraphicFramePr>
        <p:xfrm>
          <a:off x="228600" y="4876800"/>
          <a:ext cx="2362200" cy="164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111" name="Equation" r:id="rId21" imgW="1002960" imgH="698400" progId="Equation.3">
                  <p:embed/>
                </p:oleObj>
              </mc:Choice>
              <mc:Fallback>
                <p:oleObj name="Equation" r:id="rId21" imgW="1002960" imgH="6984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4876800"/>
                        <a:ext cx="2362200" cy="164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9071" name="Object 15"/>
          <p:cNvGraphicFramePr>
            <a:graphicFrameLocks noChangeAspect="1"/>
          </p:cNvGraphicFramePr>
          <p:nvPr/>
        </p:nvGraphicFramePr>
        <p:xfrm>
          <a:off x="2590800" y="4876800"/>
          <a:ext cx="2366963" cy="164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112" name="Equation" r:id="rId23" imgW="1002960" imgH="698400" progId="Equation.3">
                  <p:embed/>
                </p:oleObj>
              </mc:Choice>
              <mc:Fallback>
                <p:oleObj name="Equation" r:id="rId23" imgW="1002960" imgH="6984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4876800"/>
                        <a:ext cx="2366963" cy="1644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9072" name="Object 16"/>
          <p:cNvGraphicFramePr>
            <a:graphicFrameLocks noChangeAspect="1"/>
          </p:cNvGraphicFramePr>
          <p:nvPr/>
        </p:nvGraphicFramePr>
        <p:xfrm>
          <a:off x="5334000" y="5129213"/>
          <a:ext cx="1219200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113" name="Equation" r:id="rId25" imgW="520560" imgH="203040" progId="Equation.3">
                  <p:embed/>
                </p:oleObj>
              </mc:Choice>
              <mc:Fallback>
                <p:oleObj name="Equation" r:id="rId25" imgW="520560" imgH="20304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5129213"/>
                        <a:ext cx="1219200" cy="474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9073" name="Text Box 17"/>
          <p:cNvSpPr txBox="1">
            <a:spLocks noChangeArrowheads="1"/>
          </p:cNvSpPr>
          <p:nvPr/>
        </p:nvSpPr>
        <p:spPr bwMode="auto">
          <a:xfrm>
            <a:off x="6553200" y="5062538"/>
            <a:ext cx="2209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线性无关；</a:t>
            </a:r>
          </a:p>
        </p:txBody>
      </p:sp>
      <p:graphicFrame>
        <p:nvGraphicFramePr>
          <p:cNvPr id="1069074" name="Object 18"/>
          <p:cNvGraphicFramePr>
            <a:graphicFrameLocks noChangeAspect="1"/>
          </p:cNvGraphicFramePr>
          <p:nvPr/>
        </p:nvGraphicFramePr>
        <p:xfrm>
          <a:off x="5334000" y="5791200"/>
          <a:ext cx="1219200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114" name="Equation" r:id="rId27" imgW="520560" imgH="203040" progId="Equation.3">
                  <p:embed/>
                </p:oleObj>
              </mc:Choice>
              <mc:Fallback>
                <p:oleObj name="Equation" r:id="rId27" imgW="520560" imgH="20304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5791200"/>
                        <a:ext cx="1219200" cy="474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9075" name="Text Box 19"/>
          <p:cNvSpPr txBox="1">
            <a:spLocks noChangeArrowheads="1"/>
          </p:cNvSpPr>
          <p:nvPr/>
        </p:nvSpPr>
        <p:spPr bwMode="auto">
          <a:xfrm>
            <a:off x="6553200" y="5715000"/>
            <a:ext cx="2286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线性相关。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69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69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69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69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69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69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69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69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69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69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069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069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069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069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069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069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069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069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9059" grpId="0" autoUpdateAnimBg="0"/>
      <p:bldP spid="1069060" grpId="0" autoUpdateAnimBg="0"/>
      <p:bldP spid="1069068" grpId="0" autoUpdateAnimBg="0"/>
      <p:bldP spid="1069073" grpId="0" autoUpdateAnimBg="0"/>
      <p:bldP spid="1069075" grpId="0" autoUpdateAnimBg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0862A-FED7-4D18-9769-5650C5175CB8}" type="slidenum">
              <a:rPr lang="zh-CN" altLang="en-US"/>
              <a:pPr/>
              <a:t>64</a:t>
            </a:fld>
            <a:endParaRPr lang="zh-CN" altLang="en-US"/>
          </a:p>
        </p:txBody>
      </p:sp>
      <p:sp>
        <p:nvSpPr>
          <p:cNvPr id="1070082" name="Text Box 2"/>
          <p:cNvSpPr txBox="1">
            <a:spLocks noChangeArrowheads="1"/>
          </p:cNvSpPr>
          <p:nvPr/>
        </p:nvSpPr>
        <p:spPr bwMode="auto">
          <a:xfrm>
            <a:off x="228600" y="1981200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解</a:t>
            </a:r>
          </a:p>
        </p:txBody>
      </p:sp>
      <p:sp>
        <p:nvSpPr>
          <p:cNvPr id="1070083" name="Text Box 3"/>
          <p:cNvSpPr txBox="1">
            <a:spLocks noChangeArrowheads="1"/>
          </p:cNvSpPr>
          <p:nvPr/>
        </p:nvSpPr>
        <p:spPr bwMode="auto">
          <a:xfrm>
            <a:off x="914400" y="1981200"/>
            <a:ext cx="5969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(2)</a:t>
            </a:r>
          </a:p>
        </p:txBody>
      </p:sp>
      <p:graphicFrame>
        <p:nvGraphicFramePr>
          <p:cNvPr id="1070084" name="Object 4"/>
          <p:cNvGraphicFramePr>
            <a:graphicFrameLocks noChangeAspect="1"/>
          </p:cNvGraphicFramePr>
          <p:nvPr/>
        </p:nvGraphicFramePr>
        <p:xfrm>
          <a:off x="304800" y="1295400"/>
          <a:ext cx="8120063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0119" name="Document" r:id="rId3" imgW="2916000" imgH="228600" progId="Word.Document.8">
                  <p:embed/>
                </p:oleObj>
              </mc:Choice>
              <mc:Fallback>
                <p:oleObj name="Document" r:id="rId3" imgW="2916000" imgH="22860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295400"/>
                        <a:ext cx="8120063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0085" name="Text Box 5"/>
          <p:cNvSpPr txBox="1">
            <a:spLocks noChangeArrowheads="1"/>
          </p:cNvSpPr>
          <p:nvPr/>
        </p:nvSpPr>
        <p:spPr bwMode="auto">
          <a:xfrm>
            <a:off x="1524000" y="1981200"/>
            <a:ext cx="61642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</a:rPr>
              <a:t>由于有三个三维向量，直接求行列式 </a:t>
            </a:r>
            <a:r>
              <a:rPr lang="zh-CN" altLang="en-US"/>
              <a:t> </a:t>
            </a:r>
          </a:p>
        </p:txBody>
      </p:sp>
      <p:graphicFrame>
        <p:nvGraphicFramePr>
          <p:cNvPr id="1070086" name="Object 6"/>
          <p:cNvGraphicFramePr>
            <a:graphicFrameLocks noChangeAspect="1"/>
          </p:cNvGraphicFramePr>
          <p:nvPr/>
        </p:nvGraphicFramePr>
        <p:xfrm>
          <a:off x="568325" y="2514600"/>
          <a:ext cx="2251075" cy="169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0120" name="Equation" r:id="rId5" imgW="927000" imgH="698400" progId="Equation.3">
                  <p:embed/>
                </p:oleObj>
              </mc:Choice>
              <mc:Fallback>
                <p:oleObj name="Equation" r:id="rId5" imgW="927000" imgH="698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325" y="2514600"/>
                        <a:ext cx="2251075" cy="1692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0087" name="Object 7"/>
          <p:cNvGraphicFramePr>
            <a:graphicFrameLocks noChangeAspect="1"/>
          </p:cNvGraphicFramePr>
          <p:nvPr/>
        </p:nvGraphicFramePr>
        <p:xfrm>
          <a:off x="2778125" y="2514600"/>
          <a:ext cx="2479675" cy="161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0121" name="Equation" r:id="rId7" imgW="1066680" imgH="698400" progId="Equation.3">
                  <p:embed/>
                </p:oleObj>
              </mc:Choice>
              <mc:Fallback>
                <p:oleObj name="Equation" r:id="rId7" imgW="1066680" imgH="6984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8125" y="2514600"/>
                        <a:ext cx="2479675" cy="1619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0088" name="Object 8"/>
          <p:cNvGraphicFramePr>
            <a:graphicFrameLocks noChangeAspect="1"/>
          </p:cNvGraphicFramePr>
          <p:nvPr/>
        </p:nvGraphicFramePr>
        <p:xfrm>
          <a:off x="5257800" y="2503488"/>
          <a:ext cx="3165475" cy="167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0122" name="Equation" r:id="rId9" imgW="1320480" imgH="698400" progId="Equation.3">
                  <p:embed/>
                </p:oleObj>
              </mc:Choice>
              <mc:Fallback>
                <p:oleObj name="Equation" r:id="rId9" imgW="1320480" imgH="6984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2503488"/>
                        <a:ext cx="3165475" cy="1670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0089" name="Object 9"/>
          <p:cNvGraphicFramePr>
            <a:graphicFrameLocks noChangeAspect="1"/>
          </p:cNvGraphicFramePr>
          <p:nvPr/>
        </p:nvGraphicFramePr>
        <p:xfrm>
          <a:off x="685800" y="4343400"/>
          <a:ext cx="2593975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0123" name="Equation" r:id="rId11" imgW="1117440" imgH="203040" progId="Equation.3">
                  <p:embed/>
                </p:oleObj>
              </mc:Choice>
              <mc:Fallback>
                <p:oleObj name="Equation" r:id="rId11" imgW="1117440" imgH="2030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4343400"/>
                        <a:ext cx="2593975" cy="471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0090" name="Object 10"/>
          <p:cNvGraphicFramePr>
            <a:graphicFrameLocks noChangeAspect="1"/>
          </p:cNvGraphicFramePr>
          <p:nvPr/>
        </p:nvGraphicFramePr>
        <p:xfrm>
          <a:off x="533400" y="4795838"/>
          <a:ext cx="6418263" cy="976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0124" name="Document" r:id="rId13" imgW="2621160" imgH="405720" progId="Word.Document.8">
                  <p:embed/>
                </p:oleObj>
              </mc:Choice>
              <mc:Fallback>
                <p:oleObj name="Document" r:id="rId13" imgW="2621160" imgH="405720" progId="Word.Document.8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795838"/>
                        <a:ext cx="6418263" cy="976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0091" name="Object 11"/>
          <p:cNvGraphicFramePr>
            <a:graphicFrameLocks noChangeAspect="1"/>
          </p:cNvGraphicFramePr>
          <p:nvPr/>
        </p:nvGraphicFramePr>
        <p:xfrm>
          <a:off x="533400" y="5715000"/>
          <a:ext cx="6477000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0125" name="Document" r:id="rId15" imgW="2650320" imgH="405720" progId="Word.Document.8">
                  <p:embed/>
                </p:oleObj>
              </mc:Choice>
              <mc:Fallback>
                <p:oleObj name="Document" r:id="rId15" imgW="2650320" imgH="405720" progId="Word.Document.8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5715000"/>
                        <a:ext cx="6477000" cy="98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0092" name="Object 12"/>
          <p:cNvGraphicFramePr>
            <a:graphicFrameLocks noChangeAspect="1"/>
          </p:cNvGraphicFramePr>
          <p:nvPr/>
        </p:nvGraphicFramePr>
        <p:xfrm>
          <a:off x="1371600" y="176213"/>
          <a:ext cx="281940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0126" name="Equation" r:id="rId17" imgW="1130040" imgH="215640" progId="Equation.3">
                  <p:embed/>
                </p:oleObj>
              </mc:Choice>
              <mc:Fallback>
                <p:oleObj name="Equation" r:id="rId17" imgW="1130040" imgH="21564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76213"/>
                        <a:ext cx="2819400" cy="536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0093" name="Object 13"/>
          <p:cNvGraphicFramePr>
            <a:graphicFrameLocks noChangeAspect="1"/>
          </p:cNvGraphicFramePr>
          <p:nvPr/>
        </p:nvGraphicFramePr>
        <p:xfrm>
          <a:off x="4305300" y="152400"/>
          <a:ext cx="262890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0127" name="Equation" r:id="rId19" imgW="1054080" imgH="215640" progId="Equation.3">
                  <p:embed/>
                </p:oleObj>
              </mc:Choice>
              <mc:Fallback>
                <p:oleObj name="Equation" r:id="rId19" imgW="1054080" imgH="21564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5300" y="152400"/>
                        <a:ext cx="2628900" cy="536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0094" name="Object 14"/>
          <p:cNvGraphicFramePr>
            <a:graphicFrameLocks noChangeAspect="1"/>
          </p:cNvGraphicFramePr>
          <p:nvPr/>
        </p:nvGraphicFramePr>
        <p:xfrm>
          <a:off x="685800" y="723900"/>
          <a:ext cx="2312988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0128" name="Equation" r:id="rId21" imgW="927000" imgH="228600" progId="Equation.3">
                  <p:embed/>
                </p:oleObj>
              </mc:Choice>
              <mc:Fallback>
                <p:oleObj name="Equation" r:id="rId21" imgW="927000" imgH="2286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723900"/>
                        <a:ext cx="2312988" cy="568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0095" name="Object 15"/>
          <p:cNvGraphicFramePr>
            <a:graphicFrameLocks noChangeAspect="1"/>
          </p:cNvGraphicFramePr>
          <p:nvPr/>
        </p:nvGraphicFramePr>
        <p:xfrm>
          <a:off x="3200400" y="711200"/>
          <a:ext cx="2122488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0129" name="Equation" r:id="rId23" imgW="850680" imgH="215640" progId="Equation.3">
                  <p:embed/>
                </p:oleObj>
              </mc:Choice>
              <mc:Fallback>
                <p:oleObj name="Equation" r:id="rId23" imgW="850680" imgH="21564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711200"/>
                        <a:ext cx="2122488" cy="536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0096" name="Text Box 16"/>
          <p:cNvSpPr txBox="1">
            <a:spLocks noChangeArrowheads="1"/>
          </p:cNvSpPr>
          <p:nvPr/>
        </p:nvSpPr>
        <p:spPr bwMode="auto">
          <a:xfrm>
            <a:off x="228600" y="203200"/>
            <a:ext cx="1600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例</a:t>
            </a:r>
            <a:r>
              <a:rPr lang="zh-CN" altLang="en-US"/>
              <a:t>  设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70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70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70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70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70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70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70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70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0083" grpId="0" autoUpdateAnimBg="0"/>
      <p:bldP spid="1070085" grpId="0" autoUpdateAnimBg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5040B-44CF-4496-BAFF-A34CFECBC213}" type="slidenum">
              <a:rPr lang="zh-CN" altLang="en-US"/>
              <a:pPr/>
              <a:t>65</a:t>
            </a:fld>
            <a:endParaRPr lang="zh-CN" altLang="en-US"/>
          </a:p>
        </p:txBody>
      </p:sp>
      <p:sp>
        <p:nvSpPr>
          <p:cNvPr id="1071106" name="Text Box 2"/>
          <p:cNvSpPr txBox="1">
            <a:spLocks noChangeArrowheads="1"/>
          </p:cNvSpPr>
          <p:nvPr/>
        </p:nvSpPr>
        <p:spPr bwMode="auto">
          <a:xfrm>
            <a:off x="228600" y="1981200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解</a:t>
            </a:r>
          </a:p>
        </p:txBody>
      </p:sp>
      <p:sp>
        <p:nvSpPr>
          <p:cNvPr id="1071107" name="Text Box 3"/>
          <p:cNvSpPr txBox="1">
            <a:spLocks noChangeArrowheads="1"/>
          </p:cNvSpPr>
          <p:nvPr/>
        </p:nvSpPr>
        <p:spPr bwMode="auto">
          <a:xfrm>
            <a:off x="914400" y="1981200"/>
            <a:ext cx="5969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(3)</a:t>
            </a:r>
          </a:p>
        </p:txBody>
      </p:sp>
      <p:graphicFrame>
        <p:nvGraphicFramePr>
          <p:cNvPr id="1071108" name="Object 4"/>
          <p:cNvGraphicFramePr>
            <a:graphicFrameLocks noChangeAspect="1"/>
          </p:cNvGraphicFramePr>
          <p:nvPr/>
        </p:nvGraphicFramePr>
        <p:xfrm>
          <a:off x="304800" y="1295400"/>
          <a:ext cx="8585200" cy="65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1128" name="Document" r:id="rId3" imgW="3117960" imgH="236880" progId="Word.Document.8">
                  <p:embed/>
                </p:oleObj>
              </mc:Choice>
              <mc:Fallback>
                <p:oleObj name="Document" r:id="rId3" imgW="3117960" imgH="23688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295400"/>
                        <a:ext cx="8585200" cy="655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1109" name="Text Box 5"/>
          <p:cNvSpPr txBox="1">
            <a:spLocks noChangeArrowheads="1"/>
          </p:cNvSpPr>
          <p:nvPr/>
        </p:nvSpPr>
        <p:spPr bwMode="auto">
          <a:xfrm>
            <a:off x="1447800" y="1905000"/>
            <a:ext cx="7467600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/>
              <a:t>因为向量组的个数多于维数，则必线性相关，</a:t>
            </a:r>
          </a:p>
        </p:txBody>
      </p:sp>
      <p:graphicFrame>
        <p:nvGraphicFramePr>
          <p:cNvPr id="1071110" name="Object 6"/>
          <p:cNvGraphicFramePr>
            <a:graphicFrameLocks noChangeAspect="1"/>
          </p:cNvGraphicFramePr>
          <p:nvPr/>
        </p:nvGraphicFramePr>
        <p:xfrm>
          <a:off x="533400" y="2590800"/>
          <a:ext cx="6629400" cy="620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1129" name="Document" r:id="rId5" imgW="2787480" imgH="239040" progId="Word.Document.8">
                  <p:embed/>
                </p:oleObj>
              </mc:Choice>
              <mc:Fallback>
                <p:oleObj name="Document" r:id="rId5" imgW="2787480" imgH="239040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590800"/>
                        <a:ext cx="6629400" cy="620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1111" name="Object 7"/>
          <p:cNvGraphicFramePr>
            <a:graphicFrameLocks noChangeAspect="1"/>
          </p:cNvGraphicFramePr>
          <p:nvPr/>
        </p:nvGraphicFramePr>
        <p:xfrm>
          <a:off x="1371600" y="176213"/>
          <a:ext cx="281940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1130" name="Equation" r:id="rId7" imgW="1130040" imgH="215640" progId="Equation.3">
                  <p:embed/>
                </p:oleObj>
              </mc:Choice>
              <mc:Fallback>
                <p:oleObj name="Equation" r:id="rId7" imgW="1130040" imgH="2156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76213"/>
                        <a:ext cx="2819400" cy="536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1112" name="Object 8"/>
          <p:cNvGraphicFramePr>
            <a:graphicFrameLocks noChangeAspect="1"/>
          </p:cNvGraphicFramePr>
          <p:nvPr/>
        </p:nvGraphicFramePr>
        <p:xfrm>
          <a:off x="4305300" y="152400"/>
          <a:ext cx="262890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1131" name="Equation" r:id="rId9" imgW="1054080" imgH="215640" progId="Equation.3">
                  <p:embed/>
                </p:oleObj>
              </mc:Choice>
              <mc:Fallback>
                <p:oleObj name="Equation" r:id="rId9" imgW="1054080" imgH="2156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5300" y="152400"/>
                        <a:ext cx="2628900" cy="536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1113" name="Object 9"/>
          <p:cNvGraphicFramePr>
            <a:graphicFrameLocks noChangeAspect="1"/>
          </p:cNvGraphicFramePr>
          <p:nvPr/>
        </p:nvGraphicFramePr>
        <p:xfrm>
          <a:off x="685800" y="723900"/>
          <a:ext cx="2312988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1132" name="Equation" r:id="rId11" imgW="927000" imgH="228600" progId="Equation.3">
                  <p:embed/>
                </p:oleObj>
              </mc:Choice>
              <mc:Fallback>
                <p:oleObj name="Equation" r:id="rId11" imgW="92700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723900"/>
                        <a:ext cx="2312988" cy="568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1114" name="Object 10"/>
          <p:cNvGraphicFramePr>
            <a:graphicFrameLocks noChangeAspect="1"/>
          </p:cNvGraphicFramePr>
          <p:nvPr/>
        </p:nvGraphicFramePr>
        <p:xfrm>
          <a:off x="3200400" y="711200"/>
          <a:ext cx="2122488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1133" name="Equation" r:id="rId13" imgW="850680" imgH="215640" progId="Equation.3">
                  <p:embed/>
                </p:oleObj>
              </mc:Choice>
              <mc:Fallback>
                <p:oleObj name="Equation" r:id="rId13" imgW="850680" imgH="2156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711200"/>
                        <a:ext cx="2122488" cy="536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1115" name="Text Box 11"/>
          <p:cNvSpPr txBox="1">
            <a:spLocks noChangeArrowheads="1"/>
          </p:cNvSpPr>
          <p:nvPr/>
        </p:nvSpPr>
        <p:spPr bwMode="auto">
          <a:xfrm>
            <a:off x="228600" y="203200"/>
            <a:ext cx="1600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例</a:t>
            </a:r>
            <a:r>
              <a:rPr lang="zh-CN" altLang="en-US"/>
              <a:t>  设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71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71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71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1107" grpId="0" autoUpdateAnimBg="0"/>
      <p:bldP spid="1071109" grpId="0" autoUpdateAnimBg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FC82A-B8DA-4A96-A72D-0C5CE6BAF5B5}" type="slidenum">
              <a:rPr lang="zh-CN" altLang="en-US"/>
              <a:pPr/>
              <a:t>66</a:t>
            </a:fld>
            <a:endParaRPr lang="zh-CN" altLang="en-US"/>
          </a:p>
        </p:txBody>
      </p:sp>
      <p:sp>
        <p:nvSpPr>
          <p:cNvPr id="1163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76200"/>
            <a:ext cx="8229600" cy="609600"/>
          </a:xfrm>
        </p:spPr>
        <p:txBody>
          <a:bodyPr/>
          <a:lstStyle/>
          <a:p>
            <a:pPr algn="l"/>
            <a:r>
              <a:rPr lang="zh-CN" altLang="en-US" sz="3200" b="1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(二) 关于线性组合与线性相关的定理</a:t>
            </a:r>
          </a:p>
        </p:txBody>
      </p:sp>
      <p:graphicFrame>
        <p:nvGraphicFramePr>
          <p:cNvPr id="1163273" name="Object 9"/>
          <p:cNvGraphicFramePr>
            <a:graphicFrameLocks noChangeAspect="1"/>
          </p:cNvGraphicFramePr>
          <p:nvPr/>
        </p:nvGraphicFramePr>
        <p:xfrm>
          <a:off x="304800" y="727075"/>
          <a:ext cx="8610600" cy="1087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102" name="Document" r:id="rId3" imgW="3357360" imgH="401760" progId="Word.Document.8">
                  <p:embed/>
                </p:oleObj>
              </mc:Choice>
              <mc:Fallback>
                <p:oleObj name="Document" r:id="rId3" imgW="3357360" imgH="401760" progId="Word.Document.8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727075"/>
                        <a:ext cx="8610600" cy="1087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3274" name="Text Box 10"/>
          <p:cNvSpPr txBox="1">
            <a:spLocks noChangeArrowheads="1"/>
          </p:cNvSpPr>
          <p:nvPr/>
        </p:nvSpPr>
        <p:spPr bwMode="auto">
          <a:xfrm>
            <a:off x="228600" y="717550"/>
            <a:ext cx="1371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000099"/>
                </a:solidFill>
                <a:ea typeface="黑体" panose="02010609060101010101" pitchFamily="49" charset="-122"/>
              </a:rPr>
              <a:t>定理</a:t>
            </a:r>
          </a:p>
        </p:txBody>
      </p:sp>
      <p:sp>
        <p:nvSpPr>
          <p:cNvPr id="1163275" name="Text Box 11"/>
          <p:cNvSpPr txBox="1">
            <a:spLocks noChangeArrowheads="1"/>
          </p:cNvSpPr>
          <p:nvPr/>
        </p:nvSpPr>
        <p:spPr bwMode="auto">
          <a:xfrm>
            <a:off x="228600" y="1844675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证</a:t>
            </a:r>
          </a:p>
        </p:txBody>
      </p:sp>
      <p:graphicFrame>
        <p:nvGraphicFramePr>
          <p:cNvPr id="1163276" name="Object 12"/>
          <p:cNvGraphicFramePr>
            <a:graphicFrameLocks noChangeAspect="1"/>
          </p:cNvGraphicFramePr>
          <p:nvPr/>
        </p:nvGraphicFramePr>
        <p:xfrm>
          <a:off x="838200" y="1866900"/>
          <a:ext cx="34290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103" name="Document" r:id="rId5" imgW="1428120" imgH="228600" progId="Word.Document.8">
                  <p:embed/>
                </p:oleObj>
              </mc:Choice>
              <mc:Fallback>
                <p:oleObj name="Document" r:id="rId5" imgW="1428120" imgH="228600" progId="Word.Document.8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866900"/>
                        <a:ext cx="34290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3277" name="Object 13"/>
          <p:cNvGraphicFramePr>
            <a:graphicFrameLocks noChangeAspect="1"/>
          </p:cNvGraphicFramePr>
          <p:nvPr/>
        </p:nvGraphicFramePr>
        <p:xfrm>
          <a:off x="4284663" y="1865313"/>
          <a:ext cx="4859337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104" name="Document" r:id="rId7" imgW="1896840" imgH="228600" progId="Word.Document.8">
                  <p:embed/>
                </p:oleObj>
              </mc:Choice>
              <mc:Fallback>
                <p:oleObj name="Document" r:id="rId7" imgW="1896840" imgH="228600" progId="Word.Document.8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4663" y="1865313"/>
                        <a:ext cx="4859337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3278" name="Object 14"/>
          <p:cNvGraphicFramePr>
            <a:graphicFrameLocks noChangeAspect="1"/>
          </p:cNvGraphicFramePr>
          <p:nvPr/>
        </p:nvGraphicFramePr>
        <p:xfrm>
          <a:off x="914400" y="2449513"/>
          <a:ext cx="4267200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105" name="Equation" r:id="rId9" imgW="1752480" imgH="228600" progId="Equation.3">
                  <p:embed/>
                </p:oleObj>
              </mc:Choice>
              <mc:Fallback>
                <p:oleObj name="Equation" r:id="rId9" imgW="1752480" imgH="2286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449513"/>
                        <a:ext cx="4267200" cy="557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3279" name="Text Box 15"/>
          <p:cNvSpPr txBox="1">
            <a:spLocks noChangeArrowheads="1"/>
          </p:cNvSpPr>
          <p:nvPr/>
        </p:nvSpPr>
        <p:spPr bwMode="auto">
          <a:xfrm>
            <a:off x="381000" y="2419350"/>
            <a:ext cx="5381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使</a:t>
            </a:r>
          </a:p>
        </p:txBody>
      </p:sp>
      <p:graphicFrame>
        <p:nvGraphicFramePr>
          <p:cNvPr id="1163280" name="Object 16"/>
          <p:cNvGraphicFramePr>
            <a:graphicFrameLocks noChangeAspect="1"/>
          </p:cNvGraphicFramePr>
          <p:nvPr/>
        </p:nvGraphicFramePr>
        <p:xfrm>
          <a:off x="381000" y="3143250"/>
          <a:ext cx="2209800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106" name="Document" r:id="rId11" imgW="888480" imgH="226440" progId="Word.Document.8">
                  <p:embed/>
                </p:oleObj>
              </mc:Choice>
              <mc:Fallback>
                <p:oleObj name="Document" r:id="rId11" imgW="888480" imgH="226440" progId="Word.Document.8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143250"/>
                        <a:ext cx="2209800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3281" name="Text Box 17"/>
          <p:cNvSpPr txBox="1">
            <a:spLocks noChangeArrowheads="1"/>
          </p:cNvSpPr>
          <p:nvPr/>
        </p:nvSpPr>
        <p:spPr bwMode="auto">
          <a:xfrm>
            <a:off x="2743200" y="3109913"/>
            <a:ext cx="5381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则</a:t>
            </a:r>
          </a:p>
        </p:txBody>
      </p:sp>
      <p:graphicFrame>
        <p:nvGraphicFramePr>
          <p:cNvPr id="1163282" name="Object 18"/>
          <p:cNvGraphicFramePr>
            <a:graphicFrameLocks noChangeAspect="1"/>
          </p:cNvGraphicFramePr>
          <p:nvPr/>
        </p:nvGraphicFramePr>
        <p:xfrm>
          <a:off x="3429000" y="2895600"/>
          <a:ext cx="3886200" cy="1039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107" name="Equation" r:id="rId13" imgW="1612800" imgH="431640" progId="Equation.3">
                  <p:embed/>
                </p:oleObj>
              </mc:Choice>
              <mc:Fallback>
                <p:oleObj name="Equation" r:id="rId13" imgW="1612800" imgH="43164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2895600"/>
                        <a:ext cx="3886200" cy="1039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3283" name="Object 19"/>
          <p:cNvGraphicFramePr>
            <a:graphicFrameLocks noChangeAspect="1"/>
          </p:cNvGraphicFramePr>
          <p:nvPr/>
        </p:nvGraphicFramePr>
        <p:xfrm>
          <a:off x="381000" y="3889375"/>
          <a:ext cx="4953000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108" name="Document" r:id="rId15" imgW="1839600" imgH="228600" progId="Word.Document.8">
                  <p:embed/>
                </p:oleObj>
              </mc:Choice>
              <mc:Fallback>
                <p:oleObj name="Document" r:id="rId15" imgW="1839600" imgH="228600" progId="Word.Document.8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889375"/>
                        <a:ext cx="4953000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3284" name="Object 20"/>
          <p:cNvGraphicFramePr>
            <a:graphicFrameLocks noChangeAspect="1"/>
          </p:cNvGraphicFramePr>
          <p:nvPr/>
        </p:nvGraphicFramePr>
        <p:xfrm>
          <a:off x="381000" y="4419600"/>
          <a:ext cx="7086600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109" name="Document" r:id="rId17" imgW="2639520" imgH="228600" progId="Word.Document.8">
                  <p:embed/>
                </p:oleObj>
              </mc:Choice>
              <mc:Fallback>
                <p:oleObj name="Document" r:id="rId17" imgW="2639520" imgH="228600" progId="Word.Document.8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4419600"/>
                        <a:ext cx="7086600" cy="604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3285" name="Object 21"/>
          <p:cNvGraphicFramePr>
            <a:graphicFrameLocks noChangeAspect="1"/>
          </p:cNvGraphicFramePr>
          <p:nvPr/>
        </p:nvGraphicFramePr>
        <p:xfrm>
          <a:off x="381000" y="4984750"/>
          <a:ext cx="464820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110" name="Document" r:id="rId19" imgW="1706760" imgH="228600" progId="Word.Document.8">
                  <p:embed/>
                </p:oleObj>
              </mc:Choice>
              <mc:Fallback>
                <p:oleObj name="Document" r:id="rId19" imgW="1706760" imgH="228600" progId="Word.Document.8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4984750"/>
                        <a:ext cx="4648200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3286" name="Object 22"/>
          <p:cNvGraphicFramePr>
            <a:graphicFrameLocks noChangeAspect="1"/>
          </p:cNvGraphicFramePr>
          <p:nvPr/>
        </p:nvGraphicFramePr>
        <p:xfrm>
          <a:off x="381000" y="5608638"/>
          <a:ext cx="5791200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111" name="Document" r:id="rId21" imgW="2308320" imgH="228600" progId="Word.Document.8">
                  <p:embed/>
                </p:oleObj>
              </mc:Choice>
              <mc:Fallback>
                <p:oleObj name="Document" r:id="rId21" imgW="2308320" imgH="228600" progId="Word.Document.8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5608638"/>
                        <a:ext cx="5791200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3287" name="Object 23"/>
          <p:cNvGraphicFramePr>
            <a:graphicFrameLocks noChangeAspect="1"/>
          </p:cNvGraphicFramePr>
          <p:nvPr/>
        </p:nvGraphicFramePr>
        <p:xfrm>
          <a:off x="381000" y="6172200"/>
          <a:ext cx="373380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112" name="Document" r:id="rId23" imgW="1461240" imgH="228600" progId="Word.Document.8">
                  <p:embed/>
                </p:oleObj>
              </mc:Choice>
              <mc:Fallback>
                <p:oleObj name="Document" r:id="rId23" imgW="1461240" imgH="228600" progId="Word.Document.8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6172200"/>
                        <a:ext cx="3733800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63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63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63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63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63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63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63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63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163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163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163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163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163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163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163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163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3266" grpId="0" autoUpdateAnimBg="0"/>
      <p:bldP spid="1163274" grpId="0" autoUpdateAnimBg="0"/>
      <p:bldP spid="1163275" grpId="0" autoUpdateAnimBg="0"/>
      <p:bldP spid="1163279" grpId="0" autoUpdateAnimBg="0"/>
      <p:bldP spid="1163281" grpId="0" autoUpdateAnimBg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EABE8-D5FD-4C12-BD35-43D328764C7C}" type="slidenum">
              <a:rPr lang="zh-CN" altLang="en-US"/>
              <a:pPr/>
              <a:t>67</a:t>
            </a:fld>
            <a:endParaRPr lang="zh-CN" altLang="en-US"/>
          </a:p>
        </p:txBody>
      </p:sp>
      <p:sp>
        <p:nvSpPr>
          <p:cNvPr id="1164290" name="Text Box 2"/>
          <p:cNvSpPr txBox="1">
            <a:spLocks noChangeArrowheads="1"/>
          </p:cNvSpPr>
          <p:nvPr/>
        </p:nvSpPr>
        <p:spPr bwMode="auto">
          <a:xfrm>
            <a:off x="228600" y="219075"/>
            <a:ext cx="1676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定理</a:t>
            </a:r>
          </a:p>
        </p:txBody>
      </p:sp>
      <p:sp>
        <p:nvSpPr>
          <p:cNvPr id="1164291" name="Text Box 3"/>
          <p:cNvSpPr txBox="1">
            <a:spLocks noChangeArrowheads="1"/>
          </p:cNvSpPr>
          <p:nvPr/>
        </p:nvSpPr>
        <p:spPr bwMode="auto">
          <a:xfrm>
            <a:off x="228600" y="1600200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证</a:t>
            </a:r>
          </a:p>
        </p:txBody>
      </p:sp>
      <p:graphicFrame>
        <p:nvGraphicFramePr>
          <p:cNvPr id="1164292" name="Object 4"/>
          <p:cNvGraphicFramePr>
            <a:graphicFrameLocks noChangeAspect="1"/>
          </p:cNvGraphicFramePr>
          <p:nvPr/>
        </p:nvGraphicFramePr>
        <p:xfrm>
          <a:off x="1295400" y="228600"/>
          <a:ext cx="7086600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328" name="Document" r:id="rId3" imgW="2795400" imgH="229320" progId="Word.Document.8">
                  <p:embed/>
                </p:oleObj>
              </mc:Choice>
              <mc:Fallback>
                <p:oleObj name="Document" r:id="rId3" imgW="2795400" imgH="22932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228600"/>
                        <a:ext cx="7086600" cy="617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4293" name="Object 5"/>
          <p:cNvGraphicFramePr>
            <a:graphicFrameLocks noChangeAspect="1"/>
          </p:cNvGraphicFramePr>
          <p:nvPr/>
        </p:nvGraphicFramePr>
        <p:xfrm>
          <a:off x="304800" y="914400"/>
          <a:ext cx="8229600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329" name="Document" r:id="rId5" imgW="3217680" imgH="228600" progId="Word.Document.8">
                  <p:embed/>
                </p:oleObj>
              </mc:Choice>
              <mc:Fallback>
                <p:oleObj name="Document" r:id="rId5" imgW="3217680" imgH="22860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914400"/>
                        <a:ext cx="8229600" cy="611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4294" name="Object 6"/>
          <p:cNvGraphicFramePr>
            <a:graphicFrameLocks noChangeAspect="1"/>
          </p:cNvGraphicFramePr>
          <p:nvPr/>
        </p:nvGraphicFramePr>
        <p:xfrm>
          <a:off x="914400" y="1600200"/>
          <a:ext cx="4191000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330" name="Document" r:id="rId7" imgW="1686600" imgH="228600" progId="Word.Document.8">
                  <p:embed/>
                </p:oleObj>
              </mc:Choice>
              <mc:Fallback>
                <p:oleObj name="Document" r:id="rId7" imgW="1686600" imgH="228600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600200"/>
                        <a:ext cx="4191000" cy="598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4295" name="Object 7"/>
          <p:cNvGraphicFramePr>
            <a:graphicFrameLocks noChangeAspect="1"/>
          </p:cNvGraphicFramePr>
          <p:nvPr/>
        </p:nvGraphicFramePr>
        <p:xfrm>
          <a:off x="685800" y="2243138"/>
          <a:ext cx="5943600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331" name="Document" r:id="rId9" imgW="2414160" imgH="250560" progId="Word.Document.8">
                  <p:embed/>
                </p:oleObj>
              </mc:Choice>
              <mc:Fallback>
                <p:oleObj name="Document" r:id="rId9" imgW="2414160" imgH="250560" progId="Word.Document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243138"/>
                        <a:ext cx="5943600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4296" name="Object 8"/>
          <p:cNvGraphicFramePr>
            <a:graphicFrameLocks noChangeAspect="1"/>
          </p:cNvGraphicFramePr>
          <p:nvPr/>
        </p:nvGraphicFramePr>
        <p:xfrm>
          <a:off x="1676400" y="2895600"/>
          <a:ext cx="41148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332" name="Document" r:id="rId11" imgW="1733400" imgH="228600" progId="Word.Document.8">
                  <p:embed/>
                </p:oleObj>
              </mc:Choice>
              <mc:Fallback>
                <p:oleObj name="Document" r:id="rId11" imgW="1733400" imgH="228600" progId="Word.Document.8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895600"/>
                        <a:ext cx="4114800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4297" name="Object 9"/>
          <p:cNvGraphicFramePr>
            <a:graphicFrameLocks noChangeAspect="1"/>
          </p:cNvGraphicFramePr>
          <p:nvPr/>
        </p:nvGraphicFramePr>
        <p:xfrm>
          <a:off x="609600" y="3581400"/>
          <a:ext cx="1982788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333" name="Document" r:id="rId13" imgW="788760" imgH="230040" progId="Word.Document.8">
                  <p:embed/>
                </p:oleObj>
              </mc:Choice>
              <mc:Fallback>
                <p:oleObj name="Document" r:id="rId13" imgW="788760" imgH="230040" progId="Word.Document.8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581400"/>
                        <a:ext cx="1982788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4298" name="Object 10"/>
          <p:cNvGraphicFramePr>
            <a:graphicFrameLocks noChangeAspect="1"/>
          </p:cNvGraphicFramePr>
          <p:nvPr/>
        </p:nvGraphicFramePr>
        <p:xfrm>
          <a:off x="2590800" y="3581400"/>
          <a:ext cx="3124200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334" name="Document" r:id="rId15" imgW="1333440" imgH="228600" progId="Word.Document.8">
                  <p:embed/>
                </p:oleObj>
              </mc:Choice>
              <mc:Fallback>
                <p:oleObj name="Document" r:id="rId15" imgW="1333440" imgH="228600" progId="Word.Document.8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3581400"/>
                        <a:ext cx="3124200" cy="55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4299" name="Object 11"/>
          <p:cNvGraphicFramePr>
            <a:graphicFrameLocks noChangeAspect="1"/>
          </p:cNvGraphicFramePr>
          <p:nvPr/>
        </p:nvGraphicFramePr>
        <p:xfrm>
          <a:off x="5683250" y="3570288"/>
          <a:ext cx="2971800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335" name="Document" r:id="rId17" imgW="1257840" imgH="228600" progId="Word.Document.8">
                  <p:embed/>
                </p:oleObj>
              </mc:Choice>
              <mc:Fallback>
                <p:oleObj name="Document" r:id="rId17" imgW="1257840" imgH="228600" progId="Word.Document.8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3250" y="3570288"/>
                        <a:ext cx="2971800" cy="58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4300" name="Object 12"/>
          <p:cNvGraphicFramePr>
            <a:graphicFrameLocks noChangeAspect="1"/>
          </p:cNvGraphicFramePr>
          <p:nvPr/>
        </p:nvGraphicFramePr>
        <p:xfrm>
          <a:off x="609600" y="4267200"/>
          <a:ext cx="464820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336" name="Document" r:id="rId19" imgW="1861920" imgH="228600" progId="Word.Document.8">
                  <p:embed/>
                </p:oleObj>
              </mc:Choice>
              <mc:Fallback>
                <p:oleObj name="Document" r:id="rId19" imgW="1861920" imgH="228600" progId="Word.Document.8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267200"/>
                        <a:ext cx="4648200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4301" name="Object 13"/>
          <p:cNvGraphicFramePr>
            <a:graphicFrameLocks noChangeAspect="1"/>
          </p:cNvGraphicFramePr>
          <p:nvPr/>
        </p:nvGraphicFramePr>
        <p:xfrm>
          <a:off x="5257800" y="4267200"/>
          <a:ext cx="198120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337" name="Document" r:id="rId21" imgW="826920" imgH="228600" progId="Word.Document.8">
                  <p:embed/>
                </p:oleObj>
              </mc:Choice>
              <mc:Fallback>
                <p:oleObj name="Document" r:id="rId21" imgW="826920" imgH="228600" progId="Word.Document.8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4267200"/>
                        <a:ext cx="1981200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4302" name="Object 14"/>
          <p:cNvGraphicFramePr>
            <a:graphicFrameLocks noChangeAspect="1"/>
          </p:cNvGraphicFramePr>
          <p:nvPr/>
        </p:nvGraphicFramePr>
        <p:xfrm>
          <a:off x="760413" y="4875213"/>
          <a:ext cx="4497387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338" name="Document" r:id="rId23" imgW="1845360" imgH="444600" progId="Word.Document.8">
                  <p:embed/>
                </p:oleObj>
              </mc:Choice>
              <mc:Fallback>
                <p:oleObj name="Document" r:id="rId23" imgW="1845360" imgH="444600" progId="Word.Document.8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413" y="4875213"/>
                        <a:ext cx="4497387" cy="1076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4303" name="Object 15"/>
          <p:cNvGraphicFramePr>
            <a:graphicFrameLocks noChangeAspect="1"/>
          </p:cNvGraphicFramePr>
          <p:nvPr/>
        </p:nvGraphicFramePr>
        <p:xfrm>
          <a:off x="609600" y="5943600"/>
          <a:ext cx="4648200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339" name="Document" r:id="rId25" imgW="1841400" imgH="228600" progId="Word.Document.8">
                  <p:embed/>
                </p:oleObj>
              </mc:Choice>
              <mc:Fallback>
                <p:oleObj name="Document" r:id="rId25" imgW="1841400" imgH="228600" progId="Word.Document.8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5943600"/>
                        <a:ext cx="4648200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64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64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64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64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64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64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64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64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64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164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164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164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164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164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4290" grpId="0" autoUpdateAnimBg="0"/>
      <p:bldP spid="1164291" grpId="0" autoUpdateAnimBg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2EC9D-60BD-46E5-8011-320B14671944}" type="slidenum">
              <a:rPr lang="zh-CN" altLang="en-US"/>
              <a:pPr/>
              <a:t>68</a:t>
            </a:fld>
            <a:endParaRPr lang="zh-CN" altLang="en-US"/>
          </a:p>
        </p:txBody>
      </p:sp>
      <p:graphicFrame>
        <p:nvGraphicFramePr>
          <p:cNvPr id="1165315" name="Object 3"/>
          <p:cNvGraphicFramePr>
            <a:graphicFrameLocks noChangeAspect="1"/>
          </p:cNvGraphicFramePr>
          <p:nvPr/>
        </p:nvGraphicFramePr>
        <p:xfrm>
          <a:off x="1295400" y="228600"/>
          <a:ext cx="7086600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5344" name="Document" r:id="rId3" imgW="2795400" imgH="229320" progId="Word.Document.8">
                  <p:embed/>
                </p:oleObj>
              </mc:Choice>
              <mc:Fallback>
                <p:oleObj name="Document" r:id="rId3" imgW="2795400" imgH="22932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228600"/>
                        <a:ext cx="7086600" cy="617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5316" name="Object 4"/>
          <p:cNvGraphicFramePr>
            <a:graphicFrameLocks noChangeAspect="1"/>
          </p:cNvGraphicFramePr>
          <p:nvPr/>
        </p:nvGraphicFramePr>
        <p:xfrm>
          <a:off x="304800" y="914400"/>
          <a:ext cx="8229600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5345" name="Document" r:id="rId5" imgW="3217680" imgH="228600" progId="Word.Document.8">
                  <p:embed/>
                </p:oleObj>
              </mc:Choice>
              <mc:Fallback>
                <p:oleObj name="Document" r:id="rId5" imgW="3217680" imgH="22860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914400"/>
                        <a:ext cx="8229600" cy="611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5317" name="Object 5"/>
          <p:cNvGraphicFramePr>
            <a:graphicFrameLocks noChangeAspect="1"/>
          </p:cNvGraphicFramePr>
          <p:nvPr/>
        </p:nvGraphicFramePr>
        <p:xfrm>
          <a:off x="838200" y="2286000"/>
          <a:ext cx="2819400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5346" name="Document" r:id="rId7" imgW="1181880" imgH="228600" progId="Word.Document.8">
                  <p:embed/>
                </p:oleObj>
              </mc:Choice>
              <mc:Fallback>
                <p:oleObj name="Document" r:id="rId7" imgW="1181880" imgH="22860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286000"/>
                        <a:ext cx="2819400" cy="55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5318" name="Text Box 6"/>
          <p:cNvSpPr txBox="1">
            <a:spLocks noChangeArrowheads="1"/>
          </p:cNvSpPr>
          <p:nvPr/>
        </p:nvSpPr>
        <p:spPr bwMode="auto">
          <a:xfrm>
            <a:off x="838200" y="1600200"/>
            <a:ext cx="3657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再证表法唯一。</a:t>
            </a:r>
          </a:p>
        </p:txBody>
      </p:sp>
      <p:sp>
        <p:nvSpPr>
          <p:cNvPr id="1165319" name="Text Box 7"/>
          <p:cNvSpPr txBox="1">
            <a:spLocks noChangeArrowheads="1"/>
          </p:cNvSpPr>
          <p:nvPr/>
        </p:nvSpPr>
        <p:spPr bwMode="auto">
          <a:xfrm>
            <a:off x="3352800" y="1600200"/>
            <a:ext cx="3886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设有两种表示法，</a:t>
            </a:r>
          </a:p>
        </p:txBody>
      </p:sp>
      <p:graphicFrame>
        <p:nvGraphicFramePr>
          <p:cNvPr id="1165320" name="Object 8"/>
          <p:cNvGraphicFramePr>
            <a:graphicFrameLocks noChangeAspect="1"/>
          </p:cNvGraphicFramePr>
          <p:nvPr/>
        </p:nvGraphicFramePr>
        <p:xfrm>
          <a:off x="3614738" y="2297113"/>
          <a:ext cx="2852737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5347" name="Document" r:id="rId9" imgW="1182240" imgH="228600" progId="Word.Document.8">
                  <p:embed/>
                </p:oleObj>
              </mc:Choice>
              <mc:Fallback>
                <p:oleObj name="Document" r:id="rId9" imgW="1182240" imgH="228600" progId="Word.Document.8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4738" y="2297113"/>
                        <a:ext cx="2852737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5321" name="Object 9"/>
          <p:cNvGraphicFramePr>
            <a:graphicFrameLocks noChangeAspect="1"/>
          </p:cNvGraphicFramePr>
          <p:nvPr/>
        </p:nvGraphicFramePr>
        <p:xfrm>
          <a:off x="685800" y="2971800"/>
          <a:ext cx="5491163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5348" name="Document" r:id="rId11" imgW="2306160" imgH="228600" progId="Word.Document.8">
                  <p:embed/>
                </p:oleObj>
              </mc:Choice>
              <mc:Fallback>
                <p:oleObj name="Document" r:id="rId11" imgW="2306160" imgH="228600" progId="Word.Document.8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971800"/>
                        <a:ext cx="5491163" cy="538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5322" name="Object 10"/>
          <p:cNvGraphicFramePr>
            <a:graphicFrameLocks noChangeAspect="1"/>
          </p:cNvGraphicFramePr>
          <p:nvPr/>
        </p:nvGraphicFramePr>
        <p:xfrm>
          <a:off x="609600" y="3657600"/>
          <a:ext cx="3657600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5349" name="Document" r:id="rId13" imgW="1405080" imgH="228600" progId="Word.Document.8">
                  <p:embed/>
                </p:oleObj>
              </mc:Choice>
              <mc:Fallback>
                <p:oleObj name="Document" r:id="rId13" imgW="1405080" imgH="228600" progId="Word.Document.8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657600"/>
                        <a:ext cx="3657600" cy="598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5323" name="Object 11"/>
          <p:cNvGraphicFramePr>
            <a:graphicFrameLocks noChangeAspect="1"/>
          </p:cNvGraphicFramePr>
          <p:nvPr/>
        </p:nvGraphicFramePr>
        <p:xfrm>
          <a:off x="4343400" y="3668713"/>
          <a:ext cx="38862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5350" name="Document" r:id="rId15" imgW="1708200" imgH="228600" progId="Word.Document.8">
                  <p:embed/>
                </p:oleObj>
              </mc:Choice>
              <mc:Fallback>
                <p:oleObj name="Document" r:id="rId15" imgW="1708200" imgH="228600" progId="Word.Document.8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3668713"/>
                        <a:ext cx="38862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5324" name="Object 12"/>
          <p:cNvGraphicFramePr>
            <a:graphicFrameLocks noChangeAspect="1"/>
          </p:cNvGraphicFramePr>
          <p:nvPr/>
        </p:nvGraphicFramePr>
        <p:xfrm>
          <a:off x="609600" y="4419600"/>
          <a:ext cx="3509963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5351" name="Document" r:id="rId17" imgW="1492920" imgH="228600" progId="Word.Document.8">
                  <p:embed/>
                </p:oleObj>
              </mc:Choice>
              <mc:Fallback>
                <p:oleObj name="Document" r:id="rId17" imgW="1492920" imgH="228600" progId="Word.Document.8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419600"/>
                        <a:ext cx="3509963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5325" name="Text Box 13"/>
          <p:cNvSpPr txBox="1">
            <a:spLocks noChangeArrowheads="1"/>
          </p:cNvSpPr>
          <p:nvPr/>
        </p:nvSpPr>
        <p:spPr bwMode="auto">
          <a:xfrm>
            <a:off x="4191000" y="4354513"/>
            <a:ext cx="3124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即表法唯一。</a:t>
            </a:r>
          </a:p>
        </p:txBody>
      </p:sp>
      <p:sp>
        <p:nvSpPr>
          <p:cNvPr id="1165326" name="Text Box 14"/>
          <p:cNvSpPr txBox="1">
            <a:spLocks noChangeArrowheads="1"/>
          </p:cNvSpPr>
          <p:nvPr/>
        </p:nvSpPr>
        <p:spPr bwMode="auto">
          <a:xfrm>
            <a:off x="228600" y="1600200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证</a:t>
            </a:r>
          </a:p>
        </p:txBody>
      </p:sp>
      <p:sp>
        <p:nvSpPr>
          <p:cNvPr id="1165327" name="Text Box 15"/>
          <p:cNvSpPr txBox="1">
            <a:spLocks noChangeArrowheads="1"/>
          </p:cNvSpPr>
          <p:nvPr/>
        </p:nvSpPr>
        <p:spPr bwMode="auto">
          <a:xfrm>
            <a:off x="228600" y="219075"/>
            <a:ext cx="1676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定理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65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65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65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65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65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65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65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65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65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5318" grpId="0" autoUpdateAnimBg="0"/>
      <p:bldP spid="1165319" grpId="0" autoUpdateAnimBg="0"/>
      <p:bldP spid="1165325" grpId="0" autoUpdateAnimBg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66338" name="Object 2"/>
          <p:cNvGraphicFramePr>
            <a:graphicFrameLocks noChangeAspect="1"/>
          </p:cNvGraphicFramePr>
          <p:nvPr/>
        </p:nvGraphicFramePr>
        <p:xfrm>
          <a:off x="381000" y="152400"/>
          <a:ext cx="8382000" cy="117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6358" name="Document" r:id="rId4" imgW="3487320" imgH="457200" progId="Word.Document.8">
                  <p:embed/>
                </p:oleObj>
              </mc:Choice>
              <mc:Fallback>
                <p:oleObj name="Document" r:id="rId4" imgW="3487320" imgH="45720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52400"/>
                        <a:ext cx="8382000" cy="1174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6339" name="Text Box 3"/>
          <p:cNvSpPr txBox="1">
            <a:spLocks noChangeArrowheads="1"/>
          </p:cNvSpPr>
          <p:nvPr/>
        </p:nvSpPr>
        <p:spPr bwMode="auto">
          <a:xfrm>
            <a:off x="304800" y="152400"/>
            <a:ext cx="1371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定理</a:t>
            </a:r>
          </a:p>
        </p:txBody>
      </p:sp>
      <p:sp>
        <p:nvSpPr>
          <p:cNvPr id="1166340" name="Text Box 4"/>
          <p:cNvSpPr txBox="1">
            <a:spLocks noChangeArrowheads="1"/>
          </p:cNvSpPr>
          <p:nvPr/>
        </p:nvSpPr>
        <p:spPr bwMode="auto">
          <a:xfrm>
            <a:off x="304800" y="1295400"/>
            <a:ext cx="68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证</a:t>
            </a:r>
          </a:p>
        </p:txBody>
      </p:sp>
      <p:grpSp>
        <p:nvGrpSpPr>
          <p:cNvPr id="1166341" name="Group 5"/>
          <p:cNvGrpSpPr>
            <a:grpSpLocks/>
          </p:cNvGrpSpPr>
          <p:nvPr/>
        </p:nvGrpSpPr>
        <p:grpSpPr bwMode="auto">
          <a:xfrm>
            <a:off x="990600" y="1295400"/>
            <a:ext cx="5486400" cy="587375"/>
            <a:chOff x="624" y="1152"/>
            <a:chExt cx="3456" cy="370"/>
          </a:xfrm>
        </p:grpSpPr>
        <p:sp>
          <p:nvSpPr>
            <p:cNvPr id="1166342" name="Text Box 6"/>
            <p:cNvSpPr txBox="1">
              <a:spLocks noChangeArrowheads="1"/>
            </p:cNvSpPr>
            <p:nvPr/>
          </p:nvSpPr>
          <p:spPr bwMode="auto">
            <a:xfrm>
              <a:off x="624" y="1152"/>
              <a:ext cx="345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r>
                <a:rPr lang="zh-CN" altLang="en-US"/>
                <a:t>设</a:t>
              </a:r>
              <a:r>
                <a:rPr lang="zh-CN" altLang="en-US">
                  <a:latin typeface="宋体" panose="02010600030101010101" pitchFamily="2" charset="-122"/>
                </a:rPr>
                <a:t>      </a:t>
              </a:r>
              <a:r>
                <a:rPr lang="zh-CN" altLang="en-US"/>
                <a:t>均为同维列向量，且有</a:t>
              </a:r>
            </a:p>
          </p:txBody>
        </p:sp>
        <p:graphicFrame>
          <p:nvGraphicFramePr>
            <p:cNvPr id="1166343" name="Object 7"/>
            <p:cNvGraphicFramePr>
              <a:graphicFrameLocks noChangeAspect="1"/>
            </p:cNvGraphicFramePr>
            <p:nvPr/>
          </p:nvGraphicFramePr>
          <p:xfrm>
            <a:off x="928" y="1152"/>
            <a:ext cx="625" cy="3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6359" name="Equation" r:id="rId6" imgW="406080" imgH="241200" progId="Equation.3">
                    <p:embed/>
                  </p:oleObj>
                </mc:Choice>
                <mc:Fallback>
                  <p:oleObj name="Equation" r:id="rId6" imgW="406080" imgH="2412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8" y="1152"/>
                          <a:ext cx="625" cy="37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66344" name="Object 8"/>
          <p:cNvGraphicFramePr>
            <a:graphicFrameLocks noChangeAspect="1"/>
          </p:cNvGraphicFramePr>
          <p:nvPr/>
        </p:nvGraphicFramePr>
        <p:xfrm>
          <a:off x="177800" y="4233863"/>
          <a:ext cx="8128000" cy="2322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6360" name="Equation" r:id="rId8" imgW="3327120" imgH="952200" progId="Equation.3">
                  <p:embed/>
                </p:oleObj>
              </mc:Choice>
              <mc:Fallback>
                <p:oleObj name="Equation" r:id="rId8" imgW="3327120" imgH="952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800" y="4233863"/>
                        <a:ext cx="8128000" cy="2322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6345" name="Object 9"/>
          <p:cNvGraphicFramePr>
            <a:graphicFrameLocks noChangeAspect="1"/>
          </p:cNvGraphicFramePr>
          <p:nvPr/>
        </p:nvGraphicFramePr>
        <p:xfrm>
          <a:off x="1676400" y="1905000"/>
          <a:ext cx="4746625" cy="2290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6361" name="Equation" r:id="rId10" imgW="1942920" imgH="939600" progId="Equation.3">
                  <p:embed/>
                </p:oleObj>
              </mc:Choice>
              <mc:Fallback>
                <p:oleObj name="Equation" r:id="rId10" imgW="1942920" imgH="939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905000"/>
                        <a:ext cx="4746625" cy="2290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6346" name="Text Box 10"/>
          <p:cNvSpPr txBox="1">
            <a:spLocks noChangeArrowheads="1"/>
          </p:cNvSpPr>
          <p:nvPr/>
        </p:nvSpPr>
        <p:spPr bwMode="auto">
          <a:xfrm>
            <a:off x="304800" y="4419600"/>
            <a:ext cx="23241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写成矩阵形式</a:t>
            </a:r>
          </a:p>
        </p:txBody>
      </p:sp>
      <p:graphicFrame>
        <p:nvGraphicFramePr>
          <p:cNvPr id="1166347" name="Object 11"/>
          <p:cNvGraphicFramePr>
            <a:graphicFrameLocks noChangeAspect="1"/>
          </p:cNvGraphicFramePr>
          <p:nvPr/>
        </p:nvGraphicFramePr>
        <p:xfrm>
          <a:off x="8242300" y="6154738"/>
          <a:ext cx="838200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6362" name="Equation" r:id="rId12" imgW="291960" imgH="164880" progId="Equation.3">
                  <p:embed/>
                </p:oleObj>
              </mc:Choice>
              <mc:Fallback>
                <p:oleObj name="Equation" r:id="rId12" imgW="291960" imgH="16488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42300" y="6154738"/>
                        <a:ext cx="838200" cy="474662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66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66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66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66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66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66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66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1663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663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6339" grpId="0" autoUpdateAnimBg="0"/>
      <p:bldP spid="1166340" grpId="0" autoUpdateAnimBg="0"/>
      <p:bldP spid="1166346" grpId="0" autoUpdateAnimBg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C5844-9921-483B-AA6C-F547B2E66AA6}" type="slidenum">
              <a:rPr lang="zh-CN" altLang="en-US"/>
              <a:pPr/>
              <a:t>70</a:t>
            </a:fld>
            <a:endParaRPr lang="zh-CN" altLang="en-US"/>
          </a:p>
        </p:txBody>
      </p:sp>
      <p:graphicFrame>
        <p:nvGraphicFramePr>
          <p:cNvPr id="1167362" name="Object 2"/>
          <p:cNvGraphicFramePr>
            <a:graphicFrameLocks noChangeAspect="1"/>
          </p:cNvGraphicFramePr>
          <p:nvPr/>
        </p:nvGraphicFramePr>
        <p:xfrm>
          <a:off x="1143000" y="2362200"/>
          <a:ext cx="334645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402" name="Equation" r:id="rId3" imgW="1434960" imgH="228600" progId="Equation.3">
                  <p:embed/>
                </p:oleObj>
              </mc:Choice>
              <mc:Fallback>
                <p:oleObj name="Equation" r:id="rId3" imgW="143496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362200"/>
                        <a:ext cx="3346450" cy="536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363" name="Object 3"/>
          <p:cNvGraphicFramePr>
            <a:graphicFrameLocks noChangeAspect="1"/>
          </p:cNvGraphicFramePr>
          <p:nvPr/>
        </p:nvGraphicFramePr>
        <p:xfrm>
          <a:off x="4267200" y="1687513"/>
          <a:ext cx="2971800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403" name="Equation" r:id="rId5" imgW="1231560" imgH="228600" progId="Equation.3">
                  <p:embed/>
                </p:oleObj>
              </mc:Choice>
              <mc:Fallback>
                <p:oleObj name="Equation" r:id="rId5" imgW="1231560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1687513"/>
                        <a:ext cx="2971800" cy="5540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364" name="Object 4"/>
          <p:cNvGraphicFramePr>
            <a:graphicFrameLocks noChangeAspect="1"/>
          </p:cNvGraphicFramePr>
          <p:nvPr/>
        </p:nvGraphicFramePr>
        <p:xfrm>
          <a:off x="808038" y="1676400"/>
          <a:ext cx="3479800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404" name="Equation" r:id="rId7" imgW="1473120" imgH="228600" progId="Equation.3">
                  <p:embed/>
                </p:oleObj>
              </mc:Choice>
              <mc:Fallback>
                <p:oleObj name="Equation" r:id="rId7" imgW="147312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8038" y="1676400"/>
                        <a:ext cx="3479800" cy="541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365" name="Object 5"/>
          <p:cNvGraphicFramePr>
            <a:graphicFrameLocks noChangeAspect="1"/>
          </p:cNvGraphicFramePr>
          <p:nvPr/>
        </p:nvGraphicFramePr>
        <p:xfrm>
          <a:off x="304800" y="330200"/>
          <a:ext cx="2420938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405" name="Equation" r:id="rId9" imgW="990360" imgH="241200" progId="Equation.3">
                  <p:embed/>
                </p:oleObj>
              </mc:Choice>
              <mc:Fallback>
                <p:oleObj name="Equation" r:id="rId9" imgW="990360" imgH="241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330200"/>
                        <a:ext cx="2420938" cy="588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7366" name="Text Box 6"/>
          <p:cNvSpPr txBox="1">
            <a:spLocks noChangeArrowheads="1"/>
          </p:cNvSpPr>
          <p:nvPr/>
        </p:nvSpPr>
        <p:spPr bwMode="auto">
          <a:xfrm>
            <a:off x="2895600" y="304800"/>
            <a:ext cx="3124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上式可写为</a:t>
            </a:r>
          </a:p>
        </p:txBody>
      </p:sp>
      <p:graphicFrame>
        <p:nvGraphicFramePr>
          <p:cNvPr id="1167367" name="Object 7"/>
          <p:cNvGraphicFramePr>
            <a:graphicFrameLocks noChangeAspect="1"/>
          </p:cNvGraphicFramePr>
          <p:nvPr/>
        </p:nvGraphicFramePr>
        <p:xfrm>
          <a:off x="914400" y="1016000"/>
          <a:ext cx="5397500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406" name="Equation" r:id="rId11" imgW="2209680" imgH="228600" progId="Equation.3">
                  <p:embed/>
                </p:oleObj>
              </mc:Choice>
              <mc:Fallback>
                <p:oleObj name="Equation" r:id="rId11" imgW="220968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016000"/>
                        <a:ext cx="5397500" cy="557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7368" name="Text Box 8"/>
          <p:cNvSpPr txBox="1">
            <a:spLocks noChangeArrowheads="1"/>
          </p:cNvSpPr>
          <p:nvPr/>
        </p:nvSpPr>
        <p:spPr bwMode="auto">
          <a:xfrm>
            <a:off x="304800" y="3124200"/>
            <a:ext cx="3657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</a:rPr>
              <a:t>考察齐次线性方程组</a:t>
            </a:r>
            <a:r>
              <a:rPr lang="zh-CN" altLang="en-US"/>
              <a:t> </a:t>
            </a:r>
          </a:p>
        </p:txBody>
      </p:sp>
      <p:graphicFrame>
        <p:nvGraphicFramePr>
          <p:cNvPr id="1167369" name="Object 9"/>
          <p:cNvGraphicFramePr>
            <a:graphicFrameLocks noChangeAspect="1"/>
          </p:cNvGraphicFramePr>
          <p:nvPr/>
        </p:nvGraphicFramePr>
        <p:xfrm>
          <a:off x="3657600" y="3149600"/>
          <a:ext cx="1395413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407" name="Equation" r:id="rId13" imgW="571320" imgH="203040" progId="Equation.3">
                  <p:embed/>
                </p:oleObj>
              </mc:Choice>
              <mc:Fallback>
                <p:oleObj name="Equation" r:id="rId13" imgW="571320" imgH="2030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3149600"/>
                        <a:ext cx="1395413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67370" name="Group 10"/>
          <p:cNvGrpSpPr>
            <a:grpSpLocks/>
          </p:cNvGrpSpPr>
          <p:nvPr/>
        </p:nvGrpSpPr>
        <p:grpSpPr bwMode="auto">
          <a:xfrm>
            <a:off x="5181600" y="3098800"/>
            <a:ext cx="1774825" cy="541338"/>
            <a:chOff x="3264" y="1056"/>
            <a:chExt cx="1118" cy="341"/>
          </a:xfrm>
        </p:grpSpPr>
        <p:sp>
          <p:nvSpPr>
            <p:cNvPr id="1167371" name="Text Box 11"/>
            <p:cNvSpPr txBox="1">
              <a:spLocks noChangeArrowheads="1"/>
            </p:cNvSpPr>
            <p:nvPr/>
          </p:nvSpPr>
          <p:spPr bwMode="auto">
            <a:xfrm>
              <a:off x="3264" y="1056"/>
              <a:ext cx="5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/>
                <a:t>因为</a:t>
              </a:r>
            </a:p>
          </p:txBody>
        </p:sp>
        <p:graphicFrame>
          <p:nvGraphicFramePr>
            <p:cNvPr id="1167372" name="Object 12"/>
            <p:cNvGraphicFramePr>
              <a:graphicFrameLocks noChangeAspect="1"/>
            </p:cNvGraphicFramePr>
            <p:nvPr/>
          </p:nvGraphicFramePr>
          <p:xfrm>
            <a:off x="3776" y="1104"/>
            <a:ext cx="606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7408" name="Equation" r:id="rId15" imgW="393480" imgH="190440" progId="Equation.3">
                    <p:embed/>
                  </p:oleObj>
                </mc:Choice>
                <mc:Fallback>
                  <p:oleObj name="Equation" r:id="rId15" imgW="393480" imgH="19044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76" y="1104"/>
                          <a:ext cx="606" cy="29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67373" name="Group 13"/>
          <p:cNvGrpSpPr>
            <a:grpSpLocks/>
          </p:cNvGrpSpPr>
          <p:nvPr/>
        </p:nvGrpSpPr>
        <p:grpSpPr bwMode="auto">
          <a:xfrm>
            <a:off x="304800" y="3756025"/>
            <a:ext cx="8229600" cy="588963"/>
            <a:chOff x="192" y="2366"/>
            <a:chExt cx="5184" cy="371"/>
          </a:xfrm>
        </p:grpSpPr>
        <p:graphicFrame>
          <p:nvGraphicFramePr>
            <p:cNvPr id="1167374" name="Object 14"/>
            <p:cNvGraphicFramePr>
              <a:graphicFrameLocks noChangeAspect="1"/>
            </p:cNvGraphicFramePr>
            <p:nvPr/>
          </p:nvGraphicFramePr>
          <p:xfrm>
            <a:off x="804" y="2424"/>
            <a:ext cx="781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7409" name="Equation" r:id="rId17" imgW="507960" imgH="203040" progId="Equation.3">
                    <p:embed/>
                  </p:oleObj>
                </mc:Choice>
                <mc:Fallback>
                  <p:oleObj name="Equation" r:id="rId17" imgW="507960" imgH="20304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04" y="2424"/>
                          <a:ext cx="781" cy="3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67375" name="Text Box 15"/>
            <p:cNvSpPr txBox="1">
              <a:spLocks noChangeArrowheads="1"/>
            </p:cNvSpPr>
            <p:nvPr/>
          </p:nvSpPr>
          <p:spPr bwMode="auto">
            <a:xfrm>
              <a:off x="192" y="2384"/>
              <a:ext cx="91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r>
                <a:rPr lang="zh-CN" altLang="en-US"/>
                <a:t>所以</a:t>
              </a:r>
            </a:p>
          </p:txBody>
        </p:sp>
        <p:sp>
          <p:nvSpPr>
            <p:cNvPr id="1167376" name="Text Box 16"/>
            <p:cNvSpPr txBox="1">
              <a:spLocks noChangeArrowheads="1"/>
            </p:cNvSpPr>
            <p:nvPr/>
          </p:nvSpPr>
          <p:spPr bwMode="auto">
            <a:xfrm>
              <a:off x="1618" y="2384"/>
              <a:ext cx="193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r>
                <a:rPr lang="zh-CN" altLang="en-US"/>
                <a:t>必有非零解</a:t>
              </a:r>
            </a:p>
          </p:txBody>
        </p:sp>
        <p:graphicFrame>
          <p:nvGraphicFramePr>
            <p:cNvPr id="1167377" name="Object 17"/>
            <p:cNvGraphicFramePr>
              <a:graphicFrameLocks noChangeAspect="1"/>
            </p:cNvGraphicFramePr>
            <p:nvPr/>
          </p:nvGraphicFramePr>
          <p:xfrm>
            <a:off x="2850" y="2366"/>
            <a:ext cx="2526" cy="3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7410" name="Equation" r:id="rId19" imgW="1676160" imgH="241200" progId="Equation.3">
                    <p:embed/>
                  </p:oleObj>
                </mc:Choice>
                <mc:Fallback>
                  <p:oleObj name="Equation" r:id="rId19" imgW="1676160" imgH="241200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50" y="2366"/>
                          <a:ext cx="2526" cy="37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67378" name="Object 18"/>
          <p:cNvGraphicFramePr>
            <a:graphicFrameLocks noChangeAspect="1"/>
          </p:cNvGraphicFramePr>
          <p:nvPr/>
        </p:nvGraphicFramePr>
        <p:xfrm>
          <a:off x="304800" y="4495800"/>
          <a:ext cx="5237163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411" name="Equation" r:id="rId21" imgW="2145960" imgH="228600" progId="Equation.3">
                  <p:embed/>
                </p:oleObj>
              </mc:Choice>
              <mc:Fallback>
                <p:oleObj name="Equation" r:id="rId21" imgW="2145960" imgH="2286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4495800"/>
                        <a:ext cx="5237163" cy="557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379" name="Object 19"/>
          <p:cNvGraphicFramePr>
            <a:graphicFrameLocks noChangeAspect="1"/>
          </p:cNvGraphicFramePr>
          <p:nvPr/>
        </p:nvGraphicFramePr>
        <p:xfrm>
          <a:off x="381000" y="5257800"/>
          <a:ext cx="4270375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412" name="Document" r:id="rId23" imgW="1640880" imgH="228600" progId="Word.Document.8">
                  <p:embed/>
                </p:oleObj>
              </mc:Choice>
              <mc:Fallback>
                <p:oleObj name="Document" r:id="rId23" imgW="1640880" imgH="228600" progId="Word.Document.8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5257800"/>
                        <a:ext cx="4270375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67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67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67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67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67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67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67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67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67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67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167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167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66" grpId="0" autoUpdateAnimBg="0"/>
      <p:bldP spid="1167368" grpId="0" autoUpdateAnimBg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E8711-79F2-4CC5-B11E-B1FDDFA9C038}" type="slidenum">
              <a:rPr lang="zh-CN" altLang="en-US"/>
              <a:pPr/>
              <a:t>71</a:t>
            </a:fld>
            <a:endParaRPr lang="zh-CN" altLang="en-US"/>
          </a:p>
        </p:txBody>
      </p:sp>
      <p:graphicFrame>
        <p:nvGraphicFramePr>
          <p:cNvPr id="1168386" name="Object 2"/>
          <p:cNvGraphicFramePr>
            <a:graphicFrameLocks noChangeAspect="1"/>
          </p:cNvGraphicFramePr>
          <p:nvPr/>
        </p:nvGraphicFramePr>
        <p:xfrm>
          <a:off x="304800" y="1790700"/>
          <a:ext cx="8458200" cy="1209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8411" name="Document" r:id="rId3" imgW="3349080" imgH="457200" progId="Word.Document.8">
                  <p:embed/>
                </p:oleObj>
              </mc:Choice>
              <mc:Fallback>
                <p:oleObj name="Document" r:id="rId3" imgW="3349080" imgH="45720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790700"/>
                        <a:ext cx="8458200" cy="1209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8387" name="Text Box 3"/>
          <p:cNvSpPr txBox="1">
            <a:spLocks noChangeArrowheads="1"/>
          </p:cNvSpPr>
          <p:nvPr/>
        </p:nvSpPr>
        <p:spPr bwMode="auto">
          <a:xfrm>
            <a:off x="304800" y="1803400"/>
            <a:ext cx="144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推论1</a:t>
            </a:r>
          </a:p>
        </p:txBody>
      </p:sp>
      <p:graphicFrame>
        <p:nvGraphicFramePr>
          <p:cNvPr id="1168388" name="Object 4"/>
          <p:cNvGraphicFramePr>
            <a:graphicFrameLocks noChangeAspect="1"/>
          </p:cNvGraphicFramePr>
          <p:nvPr/>
        </p:nvGraphicFramePr>
        <p:xfrm>
          <a:off x="381000" y="349250"/>
          <a:ext cx="8382000" cy="117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8412" name="Document" r:id="rId5" imgW="3487320" imgH="457200" progId="Word.Document.8">
                  <p:embed/>
                </p:oleObj>
              </mc:Choice>
              <mc:Fallback>
                <p:oleObj name="Document" r:id="rId5" imgW="3487320" imgH="45720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49250"/>
                        <a:ext cx="8382000" cy="1174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8389" name="Text Box 5"/>
          <p:cNvSpPr txBox="1">
            <a:spLocks noChangeArrowheads="1"/>
          </p:cNvSpPr>
          <p:nvPr/>
        </p:nvSpPr>
        <p:spPr bwMode="auto">
          <a:xfrm>
            <a:off x="304800" y="349250"/>
            <a:ext cx="1371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定理</a:t>
            </a:r>
          </a:p>
        </p:txBody>
      </p:sp>
      <p:sp>
        <p:nvSpPr>
          <p:cNvPr id="1168390" name="Line 6"/>
          <p:cNvSpPr>
            <a:spLocks noChangeShapeType="1"/>
          </p:cNvSpPr>
          <p:nvPr/>
        </p:nvSpPr>
        <p:spPr bwMode="auto">
          <a:xfrm>
            <a:off x="228600" y="1524000"/>
            <a:ext cx="8686800" cy="0"/>
          </a:xfrm>
          <a:prstGeom prst="line">
            <a:avLst/>
          </a:prstGeom>
          <a:noFill/>
          <a:ln w="31750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1168391" name="Text Box 7"/>
          <p:cNvSpPr txBox="1">
            <a:spLocks noChangeArrowheads="1"/>
          </p:cNvSpPr>
          <p:nvPr/>
        </p:nvSpPr>
        <p:spPr bwMode="auto">
          <a:xfrm>
            <a:off x="2463800" y="4876800"/>
            <a:ext cx="2819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由上述推论知，</a:t>
            </a:r>
          </a:p>
        </p:txBody>
      </p:sp>
      <p:sp>
        <p:nvSpPr>
          <p:cNvPr id="1168392" name="Text Box 8"/>
          <p:cNvSpPr txBox="1">
            <a:spLocks noChangeArrowheads="1"/>
          </p:cNvSpPr>
          <p:nvPr/>
        </p:nvSpPr>
        <p:spPr bwMode="auto">
          <a:xfrm>
            <a:off x="330200" y="3048000"/>
            <a:ext cx="85344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推论2      </a:t>
            </a:r>
            <a:r>
              <a:rPr lang="zh-CN" altLang="en-US"/>
              <a:t>两个线性无关且彼此等价的向量组，必含有相同个数的向量.</a:t>
            </a:r>
          </a:p>
        </p:txBody>
      </p:sp>
      <p:sp>
        <p:nvSpPr>
          <p:cNvPr id="1168393" name="Text Box 9"/>
          <p:cNvSpPr txBox="1">
            <a:spLocks noChangeArrowheads="1"/>
          </p:cNvSpPr>
          <p:nvPr/>
        </p:nvSpPr>
        <p:spPr bwMode="auto">
          <a:xfrm>
            <a:off x="330200" y="4241800"/>
            <a:ext cx="5381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证</a:t>
            </a:r>
          </a:p>
        </p:txBody>
      </p:sp>
      <p:graphicFrame>
        <p:nvGraphicFramePr>
          <p:cNvPr id="1168394" name="Object 10"/>
          <p:cNvGraphicFramePr>
            <a:graphicFrameLocks noChangeAspect="1"/>
          </p:cNvGraphicFramePr>
          <p:nvPr/>
        </p:nvGraphicFramePr>
        <p:xfrm>
          <a:off x="1092200" y="4241800"/>
          <a:ext cx="68580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8413" name="Document" r:id="rId7" imgW="2709000" imgH="228600" progId="Word.Document.8">
                  <p:embed/>
                </p:oleObj>
              </mc:Choice>
              <mc:Fallback>
                <p:oleObj name="Document" r:id="rId7" imgW="2709000" imgH="228600" progId="Word.Document.8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2200" y="4241800"/>
                        <a:ext cx="68580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8395" name="Object 11"/>
          <p:cNvGraphicFramePr>
            <a:graphicFrameLocks noChangeAspect="1"/>
          </p:cNvGraphicFramePr>
          <p:nvPr/>
        </p:nvGraphicFramePr>
        <p:xfrm>
          <a:off x="4978400" y="4953000"/>
          <a:ext cx="10668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8414" name="Equation" r:id="rId9" imgW="393480" imgH="190440" progId="Equation.3">
                  <p:embed/>
                </p:oleObj>
              </mc:Choice>
              <mc:Fallback>
                <p:oleObj name="Equation" r:id="rId9" imgW="393480" imgH="1904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8400" y="4953000"/>
                        <a:ext cx="1066800" cy="514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8396" name="Text Box 12"/>
          <p:cNvSpPr txBox="1">
            <a:spLocks noChangeArrowheads="1"/>
          </p:cNvSpPr>
          <p:nvPr/>
        </p:nvSpPr>
        <p:spPr bwMode="auto">
          <a:xfrm>
            <a:off x="330200" y="4876800"/>
            <a:ext cx="2438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且彼此等价，</a:t>
            </a:r>
          </a:p>
        </p:txBody>
      </p:sp>
      <p:graphicFrame>
        <p:nvGraphicFramePr>
          <p:cNvPr id="1168397" name="Object 13"/>
          <p:cNvGraphicFramePr>
            <a:graphicFrameLocks noChangeAspect="1"/>
          </p:cNvGraphicFramePr>
          <p:nvPr/>
        </p:nvGraphicFramePr>
        <p:xfrm>
          <a:off x="6045200" y="4927600"/>
          <a:ext cx="1447800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8415" name="Equation" r:id="rId11" imgW="558720" imgH="203040" progId="Equation.3">
                  <p:embed/>
                </p:oleObj>
              </mc:Choice>
              <mc:Fallback>
                <p:oleObj name="Equation" r:id="rId11" imgW="558720" imgH="20304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5200" y="4927600"/>
                        <a:ext cx="1447800" cy="525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8398" name="Object 14"/>
          <p:cNvGraphicFramePr>
            <a:graphicFrameLocks noChangeAspect="1"/>
          </p:cNvGraphicFramePr>
          <p:nvPr/>
        </p:nvGraphicFramePr>
        <p:xfrm>
          <a:off x="406400" y="5562600"/>
          <a:ext cx="1701800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8416" name="Equation" r:id="rId13" imgW="723600" imgH="215640" progId="Equation.3">
                  <p:embed/>
                </p:oleObj>
              </mc:Choice>
              <mc:Fallback>
                <p:oleObj name="Equation" r:id="rId13" imgW="723600" imgH="21564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400" y="5562600"/>
                        <a:ext cx="1701800" cy="506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68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68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68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68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68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68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68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68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68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168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8387" grpId="0" autoUpdateAnimBg="0"/>
      <p:bldP spid="1168391" grpId="0" autoUpdateAnimBg="0"/>
      <p:bldP spid="1168392" grpId="0" autoUpdateAnimBg="0"/>
      <p:bldP spid="1168393" grpId="0" autoUpdateAnimBg="0"/>
      <p:bldP spid="1168396" grpId="0" autoUpdateAnimBg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76297-4FD0-4A9C-B142-F1D0EA46FDC6}" type="slidenum">
              <a:rPr lang="zh-CN" altLang="en-US"/>
              <a:pPr/>
              <a:t>72</a:t>
            </a:fld>
            <a:endParaRPr lang="zh-CN" altLang="en-US"/>
          </a:p>
        </p:txBody>
      </p:sp>
      <p:sp>
        <p:nvSpPr>
          <p:cNvPr id="117145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92088"/>
            <a:ext cx="8305800" cy="685800"/>
          </a:xfrm>
        </p:spPr>
        <p:txBody>
          <a:bodyPr/>
          <a:lstStyle/>
          <a:p>
            <a:r>
              <a:rPr lang="zh-CN" altLang="en-US" sz="3600" b="1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第四节  向量组的秩</a:t>
            </a:r>
          </a:p>
        </p:txBody>
      </p:sp>
      <p:sp>
        <p:nvSpPr>
          <p:cNvPr id="1171459" name="Text Box 3"/>
          <p:cNvSpPr txBox="1">
            <a:spLocks noChangeArrowheads="1"/>
          </p:cNvSpPr>
          <p:nvPr/>
        </p:nvSpPr>
        <p:spPr bwMode="auto">
          <a:xfrm>
            <a:off x="152400" y="990600"/>
            <a:ext cx="6477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320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(一) 向量组的极大无关组</a:t>
            </a:r>
          </a:p>
        </p:txBody>
      </p:sp>
      <p:sp>
        <p:nvSpPr>
          <p:cNvPr id="1171465" name="Text Box 9"/>
          <p:cNvSpPr txBox="1">
            <a:spLocks noChangeArrowheads="1"/>
          </p:cNvSpPr>
          <p:nvPr/>
        </p:nvSpPr>
        <p:spPr bwMode="auto">
          <a:xfrm>
            <a:off x="228600" y="1600200"/>
            <a:ext cx="8382000" cy="163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dirty="0">
                <a:latin typeface="宋体" panose="02010600030101010101" pitchFamily="2" charset="-122"/>
              </a:rPr>
              <a:t>      一个向量组的一个部分组称为一个</a:t>
            </a:r>
            <a:r>
              <a:rPr lang="zh-CN" altLang="en-US" sz="2600" dirty="0">
                <a:solidFill>
                  <a:srgbClr val="0033CC"/>
                </a:solidFill>
                <a:ea typeface="黑体" panose="02010609060101010101" pitchFamily="49" charset="-122"/>
              </a:rPr>
              <a:t>极大</a:t>
            </a:r>
            <a:r>
              <a:rPr lang="zh-CN" altLang="en-US" dirty="0">
                <a:latin typeface="宋体" panose="02010600030101010101" pitchFamily="2" charset="-122"/>
              </a:rPr>
              <a:t>(线性)</a:t>
            </a:r>
            <a:r>
              <a:rPr lang="zh-CN" altLang="en-US" sz="2600" dirty="0">
                <a:solidFill>
                  <a:srgbClr val="0033CC"/>
                </a:solidFill>
                <a:ea typeface="黑体" panose="02010609060101010101" pitchFamily="49" charset="-122"/>
              </a:rPr>
              <a:t>无关组</a:t>
            </a:r>
            <a:r>
              <a:rPr lang="zh-CN" altLang="en-US" dirty="0">
                <a:latin typeface="宋体" panose="02010600030101010101" pitchFamily="2" charset="-122"/>
              </a:rPr>
              <a:t>,如果它是线性无关的,但再任意添一个向量(如果还有的话)所得向量组线性相关。</a:t>
            </a:r>
          </a:p>
        </p:txBody>
      </p:sp>
      <p:sp>
        <p:nvSpPr>
          <p:cNvPr id="1171466" name="Text Box 10"/>
          <p:cNvSpPr txBox="1">
            <a:spLocks noChangeArrowheads="1"/>
          </p:cNvSpPr>
          <p:nvPr/>
        </p:nvSpPr>
        <p:spPr bwMode="auto">
          <a:xfrm>
            <a:off x="323850" y="1676400"/>
            <a:ext cx="895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solidFill>
                  <a:srgbClr val="000099"/>
                </a:solidFill>
                <a:ea typeface="黑体" panose="02010609060101010101" pitchFamily="49" charset="-122"/>
              </a:rPr>
              <a:t>定义</a:t>
            </a:r>
          </a:p>
        </p:txBody>
      </p:sp>
      <p:sp>
        <p:nvSpPr>
          <p:cNvPr id="1171467" name="Text Box 11"/>
          <p:cNvSpPr txBox="1">
            <a:spLocks noChangeArrowheads="1"/>
          </p:cNvSpPr>
          <p:nvPr/>
        </p:nvSpPr>
        <p:spPr bwMode="auto">
          <a:xfrm>
            <a:off x="381000" y="3476625"/>
            <a:ext cx="80010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/>
              <a:t>         一个线性无关的向量组, 它的极大无关组就是它本身。</a:t>
            </a:r>
          </a:p>
        </p:txBody>
      </p:sp>
      <p:sp>
        <p:nvSpPr>
          <p:cNvPr id="1171468" name="Text Box 12"/>
          <p:cNvSpPr txBox="1">
            <a:spLocks noChangeArrowheads="1"/>
          </p:cNvSpPr>
          <p:nvPr/>
        </p:nvSpPr>
        <p:spPr bwMode="auto">
          <a:xfrm>
            <a:off x="304800" y="4848225"/>
            <a:ext cx="82296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/>
              <a:t>          任何一个向量组, 只要它含有非零向量, 就一定有极大无关组。</a:t>
            </a:r>
          </a:p>
        </p:txBody>
      </p:sp>
      <p:sp>
        <p:nvSpPr>
          <p:cNvPr id="1171469" name="Text Box 13"/>
          <p:cNvSpPr txBox="1">
            <a:spLocks noChangeArrowheads="1"/>
          </p:cNvSpPr>
          <p:nvPr/>
        </p:nvSpPr>
        <p:spPr bwMode="auto">
          <a:xfrm>
            <a:off x="228600" y="3505200"/>
            <a:ext cx="838200" cy="62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80000"/>
              </a:lnSpc>
            </a:pPr>
            <a:r>
              <a:rPr kumimoji="0" lang="zh-CN" altLang="en-US" sz="4400">
                <a:solidFill>
                  <a:srgbClr val="0033CC"/>
                </a:solidFill>
                <a:latin typeface="隶书" panose="02010509060101010101" pitchFamily="49" charset="-122"/>
                <a:ea typeface="隶书" panose="02010509060101010101" pitchFamily="49" charset="-122"/>
                <a:sym typeface="Symbol" panose="05050102010706020507" pitchFamily="18" charset="2"/>
              </a:rPr>
              <a:t>☎</a:t>
            </a:r>
          </a:p>
        </p:txBody>
      </p:sp>
      <p:sp>
        <p:nvSpPr>
          <p:cNvPr id="1171470" name="Text Box 14"/>
          <p:cNvSpPr txBox="1">
            <a:spLocks noChangeArrowheads="1"/>
          </p:cNvSpPr>
          <p:nvPr/>
        </p:nvSpPr>
        <p:spPr bwMode="auto">
          <a:xfrm>
            <a:off x="304800" y="4876800"/>
            <a:ext cx="838200" cy="62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80000"/>
              </a:lnSpc>
            </a:pPr>
            <a:r>
              <a:rPr kumimoji="0" lang="zh-CN" altLang="en-US" sz="4400">
                <a:solidFill>
                  <a:srgbClr val="0033CC"/>
                </a:solidFill>
                <a:latin typeface="隶书" panose="02010509060101010101" pitchFamily="49" charset="-122"/>
                <a:ea typeface="隶书" panose="02010509060101010101" pitchFamily="49" charset="-122"/>
                <a:sym typeface="Symbol" panose="05050102010706020507" pitchFamily="18" charset="2"/>
              </a:rPr>
              <a:t>☎</a:t>
            </a:r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71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71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71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71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714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71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7147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71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1458" grpId="0" autoUpdateAnimBg="0"/>
      <p:bldP spid="1171459" grpId="0" autoUpdateAnimBg="0"/>
      <p:bldP spid="1171465" grpId="0" autoUpdateAnimBg="0"/>
      <p:bldP spid="1171466" grpId="0" autoUpdateAnimBg="0"/>
      <p:bldP spid="1171467" grpId="0" autoUpdateAnimBg="0"/>
      <p:bldP spid="1171468" grpId="0" autoUpdateAnimBg="0"/>
      <p:bldP spid="1171469" grpId="0" autoUpdateAnimBg="0"/>
      <p:bldP spid="1171470" grpId="0" autoUpdateAnimBg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779CC-5966-4C50-AEA1-8642FAFBC264}" type="slidenum">
              <a:rPr lang="zh-CN" altLang="en-US"/>
              <a:pPr/>
              <a:t>73</a:t>
            </a:fld>
            <a:endParaRPr lang="zh-CN" altLang="en-US"/>
          </a:p>
        </p:txBody>
      </p:sp>
      <p:graphicFrame>
        <p:nvGraphicFramePr>
          <p:cNvPr id="1080322" name="Object 2"/>
          <p:cNvGraphicFramePr>
            <a:graphicFrameLocks noChangeAspect="1"/>
          </p:cNvGraphicFramePr>
          <p:nvPr/>
        </p:nvGraphicFramePr>
        <p:xfrm>
          <a:off x="381000" y="990600"/>
          <a:ext cx="84582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0344" name="Document" r:id="rId3" imgW="3398400" imgH="270000" progId="Word.Document.8">
                  <p:embed/>
                </p:oleObj>
              </mc:Choice>
              <mc:Fallback>
                <p:oleObj name="Document" r:id="rId3" imgW="3398400" imgH="27000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990600"/>
                        <a:ext cx="84582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0323" name="Text Box 3"/>
          <p:cNvSpPr txBox="1">
            <a:spLocks noChangeArrowheads="1"/>
          </p:cNvSpPr>
          <p:nvPr/>
        </p:nvSpPr>
        <p:spPr bwMode="auto">
          <a:xfrm>
            <a:off x="304800" y="304800"/>
            <a:ext cx="3038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例如，设有向量组</a:t>
            </a:r>
          </a:p>
        </p:txBody>
      </p:sp>
      <p:graphicFrame>
        <p:nvGraphicFramePr>
          <p:cNvPr id="1080324" name="Object 4"/>
          <p:cNvGraphicFramePr>
            <a:graphicFrameLocks noChangeAspect="1"/>
          </p:cNvGraphicFramePr>
          <p:nvPr/>
        </p:nvGraphicFramePr>
        <p:xfrm>
          <a:off x="381000" y="2209800"/>
          <a:ext cx="247015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0345" name="Equation" r:id="rId5" imgW="1028520" imgH="241200" progId="Equation.3">
                  <p:embed/>
                </p:oleObj>
              </mc:Choice>
              <mc:Fallback>
                <p:oleObj name="Equation" r:id="rId5" imgW="1028520" imgH="241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209800"/>
                        <a:ext cx="2470150" cy="584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0325" name="Object 5"/>
          <p:cNvGraphicFramePr>
            <a:graphicFrameLocks noChangeAspect="1"/>
          </p:cNvGraphicFramePr>
          <p:nvPr/>
        </p:nvGraphicFramePr>
        <p:xfrm>
          <a:off x="457200" y="3505200"/>
          <a:ext cx="3505200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0346" name="Document" r:id="rId7" imgW="1391760" imgH="228600" progId="Word.Document.8">
                  <p:embed/>
                </p:oleObj>
              </mc:Choice>
              <mc:Fallback>
                <p:oleObj name="Document" r:id="rId7" imgW="1391760" imgH="22860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505200"/>
                        <a:ext cx="3505200" cy="58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0326" name="Object 6"/>
          <p:cNvGraphicFramePr>
            <a:graphicFrameLocks noChangeAspect="1"/>
          </p:cNvGraphicFramePr>
          <p:nvPr/>
        </p:nvGraphicFramePr>
        <p:xfrm>
          <a:off x="457200" y="4191000"/>
          <a:ext cx="4267200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0347" name="Document" r:id="rId9" imgW="1711440" imgH="228600" progId="Word.Document.8">
                  <p:embed/>
                </p:oleObj>
              </mc:Choice>
              <mc:Fallback>
                <p:oleObj name="Document" r:id="rId9" imgW="1711440" imgH="228600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191000"/>
                        <a:ext cx="4267200" cy="592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0327" name="Object 7"/>
          <p:cNvGraphicFramePr>
            <a:graphicFrameLocks noChangeAspect="1"/>
          </p:cNvGraphicFramePr>
          <p:nvPr/>
        </p:nvGraphicFramePr>
        <p:xfrm>
          <a:off x="431800" y="4876800"/>
          <a:ext cx="4953000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0348" name="Document" r:id="rId11" imgW="1945080" imgH="232200" progId="Word.Document.8">
                  <p:embed/>
                </p:oleObj>
              </mc:Choice>
              <mc:Fallback>
                <p:oleObj name="Document" r:id="rId11" imgW="1945080" imgH="232200" progId="Word.Document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800" y="4876800"/>
                        <a:ext cx="4953000" cy="60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0328" name="Object 8"/>
          <p:cNvGraphicFramePr>
            <a:graphicFrameLocks noChangeAspect="1"/>
          </p:cNvGraphicFramePr>
          <p:nvPr/>
        </p:nvGraphicFramePr>
        <p:xfrm>
          <a:off x="381000" y="5548313"/>
          <a:ext cx="4953000" cy="598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0349" name="Document" r:id="rId13" imgW="1913760" imgH="228600" progId="Word.Document.8">
                  <p:embed/>
                </p:oleObj>
              </mc:Choice>
              <mc:Fallback>
                <p:oleObj name="Document" r:id="rId13" imgW="1913760" imgH="228600" progId="Word.Document.8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5548313"/>
                        <a:ext cx="4953000" cy="598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0329" name="Object 9"/>
          <p:cNvGraphicFramePr>
            <a:graphicFrameLocks noChangeAspect="1"/>
          </p:cNvGraphicFramePr>
          <p:nvPr/>
        </p:nvGraphicFramePr>
        <p:xfrm>
          <a:off x="2819400" y="1676400"/>
          <a:ext cx="3444875" cy="171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0350" name="Equation" r:id="rId15" imgW="1434960" imgH="711000" progId="Equation.3">
                  <p:embed/>
                </p:oleObj>
              </mc:Choice>
              <mc:Fallback>
                <p:oleObj name="Equation" r:id="rId15" imgW="1434960" imgH="7110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1676400"/>
                        <a:ext cx="3444875" cy="1719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0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80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80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80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80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80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80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80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0323" grpId="0" autoUpdateAnimBg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C530F-879A-43C1-9C49-A0ED93B5BAD7}" type="slidenum">
              <a:rPr lang="zh-CN" altLang="en-US"/>
              <a:pPr/>
              <a:t>74</a:t>
            </a:fld>
            <a:endParaRPr lang="zh-CN" altLang="en-US"/>
          </a:p>
        </p:txBody>
      </p:sp>
      <p:sp>
        <p:nvSpPr>
          <p:cNvPr id="1081346" name="Text Box 2"/>
          <p:cNvSpPr txBox="1">
            <a:spLocks noChangeArrowheads="1"/>
          </p:cNvSpPr>
          <p:nvPr/>
        </p:nvSpPr>
        <p:spPr bwMode="auto">
          <a:xfrm>
            <a:off x="304800" y="228600"/>
            <a:ext cx="86106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>
                <a:latin typeface="宋体" panose="02010600030101010101" pitchFamily="2" charset="-122"/>
              </a:rPr>
              <a:t>      </a:t>
            </a:r>
            <a:r>
              <a:rPr lang="zh-CN" altLang="en-US"/>
              <a:t>一个向量组的任一极大无关组与该向量组本身等价.</a:t>
            </a:r>
          </a:p>
        </p:txBody>
      </p:sp>
      <p:sp>
        <p:nvSpPr>
          <p:cNvPr id="1081347" name="Text Box 3"/>
          <p:cNvSpPr txBox="1">
            <a:spLocks noChangeArrowheads="1"/>
          </p:cNvSpPr>
          <p:nvPr/>
        </p:nvSpPr>
        <p:spPr bwMode="auto">
          <a:xfrm>
            <a:off x="304800" y="304800"/>
            <a:ext cx="895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solidFill>
                  <a:srgbClr val="000099"/>
                </a:solidFill>
                <a:ea typeface="黑体" panose="02010609060101010101" pitchFamily="49" charset="-122"/>
              </a:rPr>
              <a:t>定理</a:t>
            </a:r>
          </a:p>
        </p:txBody>
      </p:sp>
      <p:sp>
        <p:nvSpPr>
          <p:cNvPr id="1081348" name="Text Box 4"/>
          <p:cNvSpPr txBox="1">
            <a:spLocks noChangeArrowheads="1"/>
          </p:cNvSpPr>
          <p:nvPr/>
        </p:nvSpPr>
        <p:spPr bwMode="auto">
          <a:xfrm>
            <a:off x="304800" y="1371600"/>
            <a:ext cx="895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solidFill>
                  <a:srgbClr val="000099"/>
                </a:solidFill>
                <a:ea typeface="黑体" panose="02010609060101010101" pitchFamily="49" charset="-122"/>
              </a:rPr>
              <a:t>证明</a:t>
            </a:r>
          </a:p>
        </p:txBody>
      </p:sp>
      <p:graphicFrame>
        <p:nvGraphicFramePr>
          <p:cNvPr id="1081349" name="Object 5"/>
          <p:cNvGraphicFramePr>
            <a:graphicFrameLocks noChangeAspect="1"/>
          </p:cNvGraphicFramePr>
          <p:nvPr/>
        </p:nvGraphicFramePr>
        <p:xfrm>
          <a:off x="304800" y="1414463"/>
          <a:ext cx="86106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1376" name="Document" r:id="rId3" imgW="3718440" imgH="401400" progId="Word.Document.8">
                  <p:embed/>
                </p:oleObj>
              </mc:Choice>
              <mc:Fallback>
                <p:oleObj name="Document" r:id="rId3" imgW="3718440" imgH="40140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414463"/>
                        <a:ext cx="8610600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1350" name="Text Box 6"/>
          <p:cNvSpPr txBox="1">
            <a:spLocks noChangeArrowheads="1"/>
          </p:cNvSpPr>
          <p:nvPr/>
        </p:nvSpPr>
        <p:spPr bwMode="auto">
          <a:xfrm>
            <a:off x="179388" y="2514600"/>
            <a:ext cx="81264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首先, (Ⅱ)是(Ⅰ)的部分组, 当然可以被(Ⅰ)线性表出.</a:t>
            </a:r>
          </a:p>
        </p:txBody>
      </p:sp>
      <p:graphicFrame>
        <p:nvGraphicFramePr>
          <p:cNvPr id="1081351" name="Object 7"/>
          <p:cNvGraphicFramePr>
            <a:graphicFrameLocks noChangeAspect="1"/>
          </p:cNvGraphicFramePr>
          <p:nvPr/>
        </p:nvGraphicFramePr>
        <p:xfrm>
          <a:off x="304800" y="3124200"/>
          <a:ext cx="6400800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1377" name="Document" r:id="rId5" imgW="2401560" imgH="216000" progId="Word.Document.8">
                  <p:embed/>
                </p:oleObj>
              </mc:Choice>
              <mc:Fallback>
                <p:oleObj name="Document" r:id="rId5" imgW="2401560" imgH="216000" progId="Word.Document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3124200"/>
                        <a:ext cx="6400800" cy="60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1352" name="Object 8"/>
          <p:cNvGraphicFramePr>
            <a:graphicFrameLocks noChangeAspect="1"/>
          </p:cNvGraphicFramePr>
          <p:nvPr/>
        </p:nvGraphicFramePr>
        <p:xfrm>
          <a:off x="2133600" y="3810000"/>
          <a:ext cx="3125788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1378" name="Document" r:id="rId7" imgW="1207080" imgH="228600" progId="Word.Document.8">
                  <p:embed/>
                </p:oleObj>
              </mc:Choice>
              <mc:Fallback>
                <p:oleObj name="Document" r:id="rId7" imgW="1207080" imgH="228600" progId="Word.Document.8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3810000"/>
                        <a:ext cx="3125788" cy="592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1353" name="Text Box 9"/>
          <p:cNvSpPr txBox="1">
            <a:spLocks noChangeArrowheads="1"/>
          </p:cNvSpPr>
          <p:nvPr/>
        </p:nvSpPr>
        <p:spPr bwMode="auto">
          <a:xfrm>
            <a:off x="228600" y="3810000"/>
            <a:ext cx="19669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</a:rPr>
              <a:t>其余的向量</a:t>
            </a:r>
          </a:p>
        </p:txBody>
      </p:sp>
      <p:graphicFrame>
        <p:nvGraphicFramePr>
          <p:cNvPr id="1081354" name="Object 10"/>
          <p:cNvGraphicFramePr>
            <a:graphicFrameLocks noChangeAspect="1"/>
          </p:cNvGraphicFramePr>
          <p:nvPr/>
        </p:nvGraphicFramePr>
        <p:xfrm>
          <a:off x="304800" y="4470400"/>
          <a:ext cx="3729038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1379" name="Document" r:id="rId9" imgW="1602000" imgH="216000" progId="Word.Document.8">
                  <p:embed/>
                </p:oleObj>
              </mc:Choice>
              <mc:Fallback>
                <p:oleObj name="Document" r:id="rId9" imgW="1602000" imgH="216000" progId="Word.Document.8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4470400"/>
                        <a:ext cx="3729038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1355" name="Object 11"/>
          <p:cNvGraphicFramePr>
            <a:graphicFrameLocks noChangeAspect="1"/>
          </p:cNvGraphicFramePr>
          <p:nvPr/>
        </p:nvGraphicFramePr>
        <p:xfrm>
          <a:off x="4038600" y="4451350"/>
          <a:ext cx="4419600" cy="62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1380" name="Document" r:id="rId11" imgW="1605960" imgH="228600" progId="Word.Document.8">
                  <p:embed/>
                </p:oleObj>
              </mc:Choice>
              <mc:Fallback>
                <p:oleObj name="Document" r:id="rId11" imgW="1605960" imgH="228600" progId="Word.Document.8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4451350"/>
                        <a:ext cx="4419600" cy="627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81356" name="Group 12"/>
          <p:cNvGrpSpPr>
            <a:grpSpLocks/>
          </p:cNvGrpSpPr>
          <p:nvPr/>
        </p:nvGrpSpPr>
        <p:grpSpPr bwMode="auto">
          <a:xfrm>
            <a:off x="304800" y="5105400"/>
            <a:ext cx="8305800" cy="1330325"/>
            <a:chOff x="144" y="3243"/>
            <a:chExt cx="5232" cy="838"/>
          </a:xfrm>
        </p:grpSpPr>
        <p:grpSp>
          <p:nvGrpSpPr>
            <p:cNvPr id="1081357" name="Group 13"/>
            <p:cNvGrpSpPr>
              <a:grpSpLocks/>
            </p:cNvGrpSpPr>
            <p:nvPr/>
          </p:nvGrpSpPr>
          <p:grpSpPr bwMode="auto">
            <a:xfrm>
              <a:off x="144" y="3264"/>
              <a:ext cx="5232" cy="817"/>
              <a:chOff x="144" y="144"/>
              <a:chExt cx="5232" cy="817"/>
            </a:xfrm>
          </p:grpSpPr>
          <p:sp>
            <p:nvSpPr>
              <p:cNvPr id="1081358" name="Text Box 14"/>
              <p:cNvSpPr txBox="1">
                <a:spLocks noChangeArrowheads="1"/>
              </p:cNvSpPr>
              <p:nvPr/>
            </p:nvSpPr>
            <p:spPr bwMode="auto">
              <a:xfrm>
                <a:off x="144" y="144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>
                    <a:solidFill>
                      <a:srgbClr val="0033CC"/>
                    </a:solidFill>
                    <a:ea typeface="黑体" panose="02010609060101010101" pitchFamily="49" charset="-122"/>
                  </a:rPr>
                  <a:t>定理</a:t>
                </a:r>
              </a:p>
            </p:txBody>
          </p:sp>
          <p:graphicFrame>
            <p:nvGraphicFramePr>
              <p:cNvPr id="1081359" name="Object 15"/>
              <p:cNvGraphicFramePr>
                <a:graphicFrameLocks noChangeAspect="1"/>
              </p:cNvGraphicFramePr>
              <p:nvPr/>
            </p:nvGraphicFramePr>
            <p:xfrm>
              <a:off x="816" y="144"/>
              <a:ext cx="4464" cy="38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81381" name="Document" r:id="rId13" imgW="2795400" imgH="229320" progId="Word.Document.8">
                      <p:embed/>
                    </p:oleObj>
                  </mc:Choice>
                  <mc:Fallback>
                    <p:oleObj name="Document" r:id="rId13" imgW="2795400" imgH="229320" progId="Word.Document.8">
                      <p:embed/>
                      <p:pic>
                        <p:nvPicPr>
                          <p:cNvPr id="0" name="Object 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16" y="144"/>
                            <a:ext cx="4464" cy="38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81360" name="Object 16"/>
              <p:cNvGraphicFramePr>
                <a:graphicFrameLocks noChangeAspect="1"/>
              </p:cNvGraphicFramePr>
              <p:nvPr/>
            </p:nvGraphicFramePr>
            <p:xfrm>
              <a:off x="192" y="576"/>
              <a:ext cx="5184" cy="38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81382" name="Document" r:id="rId15" imgW="3217680" imgH="228600" progId="Word.Document.8">
                      <p:embed/>
                    </p:oleObj>
                  </mc:Choice>
                  <mc:Fallback>
                    <p:oleObj name="Document" r:id="rId15" imgW="3217680" imgH="228600" progId="Word.Document.8">
                      <p:embed/>
                      <p:pic>
                        <p:nvPicPr>
                          <p:cNvPr id="0" name="Object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2" y="576"/>
                            <a:ext cx="5184" cy="38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081361" name="Rectangle 17"/>
            <p:cNvSpPr>
              <a:spLocks noChangeArrowheads="1"/>
            </p:cNvSpPr>
            <p:nvPr/>
          </p:nvSpPr>
          <p:spPr bwMode="auto">
            <a:xfrm>
              <a:off x="144" y="3243"/>
              <a:ext cx="5232" cy="816"/>
            </a:xfrm>
            <a:prstGeom prst="rect">
              <a:avLst/>
            </a:prstGeom>
            <a:noFill/>
            <a:ln w="31750">
              <a:solidFill>
                <a:srgbClr val="0033CC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1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81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81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81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81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81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81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81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81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081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081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1346" grpId="0" autoUpdateAnimBg="0"/>
      <p:bldP spid="1081347" grpId="0" autoUpdateAnimBg="0"/>
      <p:bldP spid="1081348" grpId="0" autoUpdateAnimBg="0"/>
      <p:bldP spid="1081350" grpId="0" autoUpdateAnimBg="0"/>
      <p:bldP spid="1081353" grpId="0" autoUpdateAnimBg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92E12-A042-49BE-BBDB-B403990ED9B3}" type="slidenum">
              <a:rPr lang="zh-CN" altLang="en-US"/>
              <a:pPr/>
              <a:t>75</a:t>
            </a:fld>
            <a:endParaRPr lang="zh-CN" altLang="en-US"/>
          </a:p>
        </p:txBody>
      </p:sp>
      <p:sp>
        <p:nvSpPr>
          <p:cNvPr id="1082370" name="Text Box 2"/>
          <p:cNvSpPr txBox="1">
            <a:spLocks noChangeArrowheads="1"/>
          </p:cNvSpPr>
          <p:nvPr/>
        </p:nvSpPr>
        <p:spPr bwMode="auto">
          <a:xfrm>
            <a:off x="304800" y="228600"/>
            <a:ext cx="86106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>
                <a:latin typeface="宋体" panose="02010600030101010101" pitchFamily="2" charset="-122"/>
              </a:rPr>
              <a:t>      </a:t>
            </a:r>
            <a:r>
              <a:rPr lang="zh-CN" altLang="en-US"/>
              <a:t>一个向量组的任一极大无关组与该向量组本身等价.</a:t>
            </a:r>
          </a:p>
        </p:txBody>
      </p:sp>
      <p:sp>
        <p:nvSpPr>
          <p:cNvPr id="1082371" name="Text Box 3"/>
          <p:cNvSpPr txBox="1">
            <a:spLocks noChangeArrowheads="1"/>
          </p:cNvSpPr>
          <p:nvPr/>
        </p:nvSpPr>
        <p:spPr bwMode="auto">
          <a:xfrm>
            <a:off x="304800" y="304800"/>
            <a:ext cx="895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solidFill>
                  <a:srgbClr val="000099"/>
                </a:solidFill>
                <a:ea typeface="黑体" panose="02010609060101010101" pitchFamily="49" charset="-122"/>
              </a:rPr>
              <a:t>定理</a:t>
            </a:r>
          </a:p>
        </p:txBody>
      </p:sp>
      <p:sp>
        <p:nvSpPr>
          <p:cNvPr id="1082372" name="Text Box 4"/>
          <p:cNvSpPr txBox="1">
            <a:spLocks noChangeArrowheads="1"/>
          </p:cNvSpPr>
          <p:nvPr/>
        </p:nvSpPr>
        <p:spPr bwMode="auto">
          <a:xfrm>
            <a:off x="304800" y="1371600"/>
            <a:ext cx="895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solidFill>
                  <a:srgbClr val="000099"/>
                </a:solidFill>
                <a:ea typeface="黑体" panose="02010609060101010101" pitchFamily="49" charset="-122"/>
              </a:rPr>
              <a:t>证明</a:t>
            </a:r>
          </a:p>
        </p:txBody>
      </p:sp>
      <p:graphicFrame>
        <p:nvGraphicFramePr>
          <p:cNvPr id="1082373" name="Object 5"/>
          <p:cNvGraphicFramePr>
            <a:graphicFrameLocks noChangeAspect="1"/>
          </p:cNvGraphicFramePr>
          <p:nvPr/>
        </p:nvGraphicFramePr>
        <p:xfrm>
          <a:off x="304800" y="1414463"/>
          <a:ext cx="86106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2395" name="Document" r:id="rId3" imgW="3718440" imgH="401400" progId="Word.Document.8">
                  <p:embed/>
                </p:oleObj>
              </mc:Choice>
              <mc:Fallback>
                <p:oleObj name="Document" r:id="rId3" imgW="3718440" imgH="40140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414463"/>
                        <a:ext cx="8610600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2374" name="Text Box 6"/>
          <p:cNvSpPr txBox="1">
            <a:spLocks noChangeArrowheads="1"/>
          </p:cNvSpPr>
          <p:nvPr/>
        </p:nvSpPr>
        <p:spPr bwMode="auto">
          <a:xfrm>
            <a:off x="179388" y="2514600"/>
            <a:ext cx="81264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首先, (Ⅱ)是(Ⅰ)的部分组, 当然可以被(Ⅰ)线性表出.</a:t>
            </a:r>
          </a:p>
        </p:txBody>
      </p:sp>
      <p:graphicFrame>
        <p:nvGraphicFramePr>
          <p:cNvPr id="1082375" name="Object 7"/>
          <p:cNvGraphicFramePr>
            <a:graphicFrameLocks noChangeAspect="1"/>
          </p:cNvGraphicFramePr>
          <p:nvPr/>
        </p:nvGraphicFramePr>
        <p:xfrm>
          <a:off x="304800" y="3124200"/>
          <a:ext cx="6400800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2396" name="Document" r:id="rId5" imgW="2401560" imgH="216000" progId="Word.Document.8">
                  <p:embed/>
                </p:oleObj>
              </mc:Choice>
              <mc:Fallback>
                <p:oleObj name="Document" r:id="rId5" imgW="2401560" imgH="216000" progId="Word.Document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3124200"/>
                        <a:ext cx="6400800" cy="60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2376" name="Object 8"/>
          <p:cNvGraphicFramePr>
            <a:graphicFrameLocks noChangeAspect="1"/>
          </p:cNvGraphicFramePr>
          <p:nvPr/>
        </p:nvGraphicFramePr>
        <p:xfrm>
          <a:off x="2133600" y="3810000"/>
          <a:ext cx="3125788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2397" name="Document" r:id="rId7" imgW="1207080" imgH="228600" progId="Word.Document.8">
                  <p:embed/>
                </p:oleObj>
              </mc:Choice>
              <mc:Fallback>
                <p:oleObj name="Document" r:id="rId7" imgW="1207080" imgH="228600" progId="Word.Document.8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3810000"/>
                        <a:ext cx="3125788" cy="592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2377" name="Text Box 9"/>
          <p:cNvSpPr txBox="1">
            <a:spLocks noChangeArrowheads="1"/>
          </p:cNvSpPr>
          <p:nvPr/>
        </p:nvSpPr>
        <p:spPr bwMode="auto">
          <a:xfrm>
            <a:off x="228600" y="3810000"/>
            <a:ext cx="19669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</a:rPr>
              <a:t>其余的向量</a:t>
            </a:r>
          </a:p>
        </p:txBody>
      </p:sp>
      <p:graphicFrame>
        <p:nvGraphicFramePr>
          <p:cNvPr id="1082378" name="Object 10"/>
          <p:cNvGraphicFramePr>
            <a:graphicFrameLocks noChangeAspect="1"/>
          </p:cNvGraphicFramePr>
          <p:nvPr/>
        </p:nvGraphicFramePr>
        <p:xfrm>
          <a:off x="4038600" y="4451350"/>
          <a:ext cx="4419600" cy="62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2398" name="Document" r:id="rId9" imgW="1605960" imgH="228600" progId="Word.Document.8">
                  <p:embed/>
                </p:oleObj>
              </mc:Choice>
              <mc:Fallback>
                <p:oleObj name="Document" r:id="rId9" imgW="1605960" imgH="228600" progId="Word.Document.8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4451350"/>
                        <a:ext cx="4419600" cy="627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2379" name="Object 11"/>
          <p:cNvGraphicFramePr>
            <a:graphicFrameLocks noChangeAspect="1"/>
          </p:cNvGraphicFramePr>
          <p:nvPr/>
        </p:nvGraphicFramePr>
        <p:xfrm>
          <a:off x="304800" y="5181600"/>
          <a:ext cx="4495800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2399" name="Document" r:id="rId11" imgW="1903680" imgH="228600" progId="Word.Document.8">
                  <p:embed/>
                </p:oleObj>
              </mc:Choice>
              <mc:Fallback>
                <p:oleObj name="Document" r:id="rId11" imgW="1903680" imgH="228600" progId="Word.Document.8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5181600"/>
                        <a:ext cx="4495800" cy="611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2380" name="Text Box 12"/>
          <p:cNvSpPr txBox="1">
            <a:spLocks noChangeArrowheads="1"/>
          </p:cNvSpPr>
          <p:nvPr/>
        </p:nvSpPr>
        <p:spPr bwMode="auto">
          <a:xfrm>
            <a:off x="4702175" y="5213350"/>
            <a:ext cx="42672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 sz="2600"/>
              <a:t>从而 (Ⅰ) 可由(Ⅱ) 线性表出.</a:t>
            </a:r>
          </a:p>
        </p:txBody>
      </p:sp>
      <p:sp>
        <p:nvSpPr>
          <p:cNvPr id="1082381" name="Text Box 13"/>
          <p:cNvSpPr txBox="1">
            <a:spLocks noChangeArrowheads="1"/>
          </p:cNvSpPr>
          <p:nvPr/>
        </p:nvSpPr>
        <p:spPr bwMode="auto">
          <a:xfrm>
            <a:off x="228600" y="5791200"/>
            <a:ext cx="3271838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 sz="2600"/>
              <a:t>因此 (Ⅰ) 与(Ⅱ) 等价.</a:t>
            </a:r>
          </a:p>
        </p:txBody>
      </p:sp>
      <p:graphicFrame>
        <p:nvGraphicFramePr>
          <p:cNvPr id="1082382" name="Object 14"/>
          <p:cNvGraphicFramePr>
            <a:graphicFrameLocks noChangeAspect="1"/>
          </p:cNvGraphicFramePr>
          <p:nvPr/>
        </p:nvGraphicFramePr>
        <p:xfrm>
          <a:off x="304800" y="4470400"/>
          <a:ext cx="3729038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2400" name="Document" r:id="rId13" imgW="1602000" imgH="216000" progId="Word.Document.8">
                  <p:embed/>
                </p:oleObj>
              </mc:Choice>
              <mc:Fallback>
                <p:oleObj name="Document" r:id="rId13" imgW="1602000" imgH="216000" progId="Word.Document.8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4470400"/>
                        <a:ext cx="3729038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2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82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82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2380" grpId="0" autoUpdateAnimBg="0"/>
      <p:bldP spid="1082381" grpId="0" autoUpdateAnimBg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DE4D9-467F-4833-9304-D1969B82DC6F}" type="slidenum">
              <a:rPr lang="zh-CN" altLang="en-US"/>
              <a:pPr/>
              <a:t>76</a:t>
            </a:fld>
            <a:endParaRPr lang="zh-CN" altLang="en-US"/>
          </a:p>
        </p:txBody>
      </p:sp>
      <p:sp>
        <p:nvSpPr>
          <p:cNvPr id="1083394" name="Text Box 2"/>
          <p:cNvSpPr txBox="1">
            <a:spLocks noChangeArrowheads="1"/>
          </p:cNvSpPr>
          <p:nvPr/>
        </p:nvSpPr>
        <p:spPr bwMode="auto">
          <a:xfrm>
            <a:off x="228600" y="304800"/>
            <a:ext cx="8396288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/>
              <a:t>由等价的传递性可知, 一个向量组的任两个极大无关组彼此等价,</a:t>
            </a:r>
          </a:p>
        </p:txBody>
      </p:sp>
      <p:sp>
        <p:nvSpPr>
          <p:cNvPr id="1083395" name="Text Box 3"/>
          <p:cNvSpPr txBox="1">
            <a:spLocks noChangeArrowheads="1"/>
          </p:cNvSpPr>
          <p:nvPr/>
        </p:nvSpPr>
        <p:spPr bwMode="auto">
          <a:xfrm>
            <a:off x="3048000" y="793750"/>
            <a:ext cx="3048000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/>
              <a:t>由前面推论2可知, </a:t>
            </a:r>
          </a:p>
        </p:txBody>
      </p:sp>
      <p:sp>
        <p:nvSpPr>
          <p:cNvPr id="1083396" name="Text Box 4"/>
          <p:cNvSpPr txBox="1">
            <a:spLocks noChangeArrowheads="1"/>
          </p:cNvSpPr>
          <p:nvPr/>
        </p:nvSpPr>
        <p:spPr bwMode="auto">
          <a:xfrm>
            <a:off x="228600" y="1447800"/>
            <a:ext cx="8458200" cy="1152525"/>
          </a:xfrm>
          <a:prstGeom prst="rect">
            <a:avLst/>
          </a:prstGeom>
          <a:noFill/>
          <a:ln w="34925">
            <a:solidFill>
              <a:srgbClr val="0033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/>
              <a:t>两个线性无关且彼此等价的向量组，必含有相同个数的向量.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3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83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833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83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3394" grpId="0" autoUpdateAnimBg="0"/>
      <p:bldP spid="1083395" grpId="0" autoUpdateAnimBg="0"/>
      <p:bldP spid="1083396" grpId="0" animBg="1" autoUpdateAnimBg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A0516-ECB1-4E44-9CCF-103FACBCB260}" type="slidenum">
              <a:rPr lang="zh-CN" altLang="en-US"/>
              <a:pPr/>
              <a:t>77</a:t>
            </a:fld>
            <a:endParaRPr lang="zh-CN" altLang="en-US"/>
          </a:p>
        </p:txBody>
      </p:sp>
      <p:sp>
        <p:nvSpPr>
          <p:cNvPr id="1084422" name="Text Box 6"/>
          <p:cNvSpPr txBox="1">
            <a:spLocks noChangeArrowheads="1"/>
          </p:cNvSpPr>
          <p:nvPr/>
        </p:nvSpPr>
        <p:spPr bwMode="auto">
          <a:xfrm>
            <a:off x="228600" y="304800"/>
            <a:ext cx="8396288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/>
              <a:t>由等价的传递性可知, 一个向量组的任两个极大无关组彼此等价,</a:t>
            </a:r>
          </a:p>
        </p:txBody>
      </p:sp>
      <p:sp>
        <p:nvSpPr>
          <p:cNvPr id="1084423" name="Text Box 7"/>
          <p:cNvSpPr txBox="1">
            <a:spLocks noChangeArrowheads="1"/>
          </p:cNvSpPr>
          <p:nvPr/>
        </p:nvSpPr>
        <p:spPr bwMode="auto">
          <a:xfrm>
            <a:off x="2286000" y="806450"/>
            <a:ext cx="3657600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/>
              <a:t>由前面推论2可知, </a:t>
            </a:r>
          </a:p>
        </p:txBody>
      </p:sp>
      <p:sp>
        <p:nvSpPr>
          <p:cNvPr id="1084424" name="Text Box 8"/>
          <p:cNvSpPr txBox="1">
            <a:spLocks noChangeArrowheads="1"/>
          </p:cNvSpPr>
          <p:nvPr/>
        </p:nvSpPr>
        <p:spPr bwMode="auto">
          <a:xfrm>
            <a:off x="228600" y="1462088"/>
            <a:ext cx="8763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</a:rPr>
              <a:t>向量组任意两个极大无关组所包含的向量个数相同。</a:t>
            </a:r>
            <a:endParaRPr lang="zh-CN" altLang="en-US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4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4424" grpId="0" autoUpdateAnimBg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34CB6-A6D8-4A6F-9167-04422621CCDF}" type="slidenum">
              <a:rPr lang="zh-CN" altLang="en-US"/>
              <a:pPr/>
              <a:t>78</a:t>
            </a:fld>
            <a:endParaRPr lang="zh-CN" altLang="en-US"/>
          </a:p>
        </p:txBody>
      </p:sp>
      <p:sp>
        <p:nvSpPr>
          <p:cNvPr id="117248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381000"/>
            <a:ext cx="4267200" cy="609600"/>
          </a:xfrm>
        </p:spPr>
        <p:txBody>
          <a:bodyPr/>
          <a:lstStyle/>
          <a:p>
            <a:pPr algn="l"/>
            <a:r>
              <a:rPr lang="zh-CN" altLang="en-US" sz="3200" b="1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(二) 向量组的秩</a:t>
            </a:r>
          </a:p>
        </p:txBody>
      </p:sp>
      <p:grpSp>
        <p:nvGrpSpPr>
          <p:cNvPr id="1172498" name="Group 18"/>
          <p:cNvGrpSpPr>
            <a:grpSpLocks/>
          </p:cNvGrpSpPr>
          <p:nvPr/>
        </p:nvGrpSpPr>
        <p:grpSpPr bwMode="auto">
          <a:xfrm>
            <a:off x="209550" y="1219200"/>
            <a:ext cx="8458200" cy="1149350"/>
            <a:chOff x="192" y="1248"/>
            <a:chExt cx="5328" cy="724"/>
          </a:xfrm>
        </p:grpSpPr>
        <p:sp>
          <p:nvSpPr>
            <p:cNvPr id="1172499" name="Text Box 19"/>
            <p:cNvSpPr txBox="1">
              <a:spLocks noChangeArrowheads="1"/>
            </p:cNvSpPr>
            <p:nvPr/>
          </p:nvSpPr>
          <p:spPr bwMode="auto">
            <a:xfrm>
              <a:off x="192" y="1248"/>
              <a:ext cx="5328" cy="7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>
                  <a:latin typeface="宋体" panose="02010600030101010101" pitchFamily="2" charset="-122"/>
                </a:rPr>
                <a:t>      向量组         的任一极大无关组所包含的向量的个数称为向量组的</a:t>
              </a:r>
              <a:r>
                <a:rPr lang="zh-CN" altLang="en-US">
                  <a:solidFill>
                    <a:srgbClr val="0033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秩</a:t>
              </a:r>
              <a:r>
                <a:rPr lang="zh-CN" altLang="en-US">
                  <a:latin typeface="宋体" panose="02010600030101010101" pitchFamily="2" charset="-122"/>
                </a:rPr>
                <a:t>，记为</a:t>
              </a:r>
              <a:r>
                <a:rPr lang="zh-CN" altLang="en-US"/>
                <a:t> </a:t>
              </a:r>
            </a:p>
          </p:txBody>
        </p:sp>
        <p:graphicFrame>
          <p:nvGraphicFramePr>
            <p:cNvPr id="1172500" name="Object 20"/>
            <p:cNvGraphicFramePr>
              <a:graphicFrameLocks noChangeAspect="1"/>
            </p:cNvGraphicFramePr>
            <p:nvPr/>
          </p:nvGraphicFramePr>
          <p:xfrm>
            <a:off x="1600" y="1296"/>
            <a:ext cx="1056" cy="3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2524" r:id="rId3" imgW="647700" imgH="228600" progId="Equation.3">
                    <p:embed/>
                  </p:oleObj>
                </mc:Choice>
                <mc:Fallback>
                  <p:oleObj r:id="rId3" imgW="647700" imgH="228600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00" y="1296"/>
                          <a:ext cx="1056" cy="37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72501" name="Object 21"/>
            <p:cNvGraphicFramePr>
              <a:graphicFrameLocks noChangeAspect="1"/>
            </p:cNvGraphicFramePr>
            <p:nvPr/>
          </p:nvGraphicFramePr>
          <p:xfrm>
            <a:off x="3648" y="1616"/>
            <a:ext cx="1404" cy="3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2525" name="Equation" r:id="rId5" imgW="901440" imgH="228600" progId="Equation.3">
                    <p:embed/>
                  </p:oleObj>
                </mc:Choice>
                <mc:Fallback>
                  <p:oleObj name="Equation" r:id="rId5" imgW="901440" imgH="228600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8" y="1616"/>
                          <a:ext cx="1404" cy="35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72502" name="Text Box 22"/>
          <p:cNvSpPr txBox="1">
            <a:spLocks noChangeArrowheads="1"/>
          </p:cNvSpPr>
          <p:nvPr/>
        </p:nvSpPr>
        <p:spPr bwMode="auto">
          <a:xfrm>
            <a:off x="228600" y="1295400"/>
            <a:ext cx="895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solidFill>
                  <a:srgbClr val="000099"/>
                </a:solidFill>
                <a:ea typeface="黑体" panose="02010609060101010101" pitchFamily="49" charset="-122"/>
              </a:rPr>
              <a:t>定义</a:t>
            </a:r>
          </a:p>
        </p:txBody>
      </p:sp>
      <p:sp>
        <p:nvSpPr>
          <p:cNvPr id="1172503" name="Text Box 23"/>
          <p:cNvSpPr txBox="1">
            <a:spLocks noChangeArrowheads="1"/>
          </p:cNvSpPr>
          <p:nvPr/>
        </p:nvSpPr>
        <p:spPr bwMode="auto">
          <a:xfrm>
            <a:off x="209550" y="2471738"/>
            <a:ext cx="62626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</a:rPr>
              <a:t>规定：只含零向量的向量组的秩为零.</a:t>
            </a:r>
            <a:r>
              <a:rPr lang="zh-CN" altLang="en-US"/>
              <a:t> </a:t>
            </a:r>
          </a:p>
        </p:txBody>
      </p:sp>
      <p:graphicFrame>
        <p:nvGraphicFramePr>
          <p:cNvPr id="1172504" name="Object 24"/>
          <p:cNvGraphicFramePr>
            <a:graphicFrameLocks noChangeAspect="1"/>
          </p:cNvGraphicFramePr>
          <p:nvPr/>
        </p:nvGraphicFramePr>
        <p:xfrm>
          <a:off x="666750" y="3081338"/>
          <a:ext cx="7848600" cy="598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2526" name="Document" r:id="rId7" imgW="3051720" imgH="228600" progId="Word.Document.8">
                  <p:embed/>
                </p:oleObj>
              </mc:Choice>
              <mc:Fallback>
                <p:oleObj name="Document" r:id="rId7" imgW="3051720" imgH="228600" progId="Word.Document.8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50" y="3081338"/>
                        <a:ext cx="7848600" cy="598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72505" name="Group 25"/>
          <p:cNvGrpSpPr>
            <a:grpSpLocks/>
          </p:cNvGrpSpPr>
          <p:nvPr/>
        </p:nvGrpSpPr>
        <p:grpSpPr bwMode="auto">
          <a:xfrm>
            <a:off x="209550" y="3663950"/>
            <a:ext cx="4394200" cy="565150"/>
            <a:chOff x="192" y="2824"/>
            <a:chExt cx="2768" cy="356"/>
          </a:xfrm>
        </p:grpSpPr>
        <p:sp>
          <p:nvSpPr>
            <p:cNvPr id="1172506" name="Text Box 26"/>
            <p:cNvSpPr txBox="1">
              <a:spLocks noChangeArrowheads="1"/>
            </p:cNvSpPr>
            <p:nvPr/>
          </p:nvSpPr>
          <p:spPr bwMode="auto">
            <a:xfrm>
              <a:off x="192" y="2841"/>
              <a:ext cx="110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r>
                <a:rPr lang="zh-CN" altLang="en-US"/>
                <a:t>自身,因此</a:t>
              </a:r>
            </a:p>
          </p:txBody>
        </p:sp>
        <p:graphicFrame>
          <p:nvGraphicFramePr>
            <p:cNvPr id="1172507" name="Object 27"/>
            <p:cNvGraphicFramePr>
              <a:graphicFrameLocks noChangeAspect="1"/>
            </p:cNvGraphicFramePr>
            <p:nvPr/>
          </p:nvGraphicFramePr>
          <p:xfrm>
            <a:off x="1200" y="2824"/>
            <a:ext cx="1760" cy="3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2527" name="Equation" r:id="rId9" imgW="1130040" imgH="228600" progId="Equation.3">
                    <p:embed/>
                  </p:oleObj>
                </mc:Choice>
                <mc:Fallback>
                  <p:oleObj name="Equation" r:id="rId9" imgW="1130040" imgH="228600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2824"/>
                          <a:ext cx="1760" cy="35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72508" name="Group 28"/>
          <p:cNvGrpSpPr>
            <a:grpSpLocks/>
          </p:cNvGrpSpPr>
          <p:nvPr/>
        </p:nvGrpSpPr>
        <p:grpSpPr bwMode="auto">
          <a:xfrm>
            <a:off x="4552950" y="3689350"/>
            <a:ext cx="4089400" cy="565150"/>
            <a:chOff x="2928" y="2840"/>
            <a:chExt cx="2576" cy="356"/>
          </a:xfrm>
        </p:grpSpPr>
        <p:sp>
          <p:nvSpPr>
            <p:cNvPr id="1172509" name="Text Box 29"/>
            <p:cNvSpPr txBox="1">
              <a:spLocks noChangeArrowheads="1"/>
            </p:cNvSpPr>
            <p:nvPr/>
          </p:nvSpPr>
          <p:spPr bwMode="auto">
            <a:xfrm>
              <a:off x="2928" y="2846"/>
              <a:ext cx="84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/>
                <a:t>反之,若</a:t>
              </a:r>
            </a:p>
          </p:txBody>
        </p:sp>
        <p:graphicFrame>
          <p:nvGraphicFramePr>
            <p:cNvPr id="1172510" name="Object 30"/>
            <p:cNvGraphicFramePr>
              <a:graphicFrameLocks noChangeAspect="1"/>
            </p:cNvGraphicFramePr>
            <p:nvPr/>
          </p:nvGraphicFramePr>
          <p:xfrm>
            <a:off x="3744" y="2840"/>
            <a:ext cx="1760" cy="3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2528" name="Equation" r:id="rId11" imgW="1130040" imgH="228600" progId="Equation.3">
                    <p:embed/>
                  </p:oleObj>
                </mc:Choice>
                <mc:Fallback>
                  <p:oleObj name="Equation" r:id="rId11" imgW="1130040" imgH="228600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2840"/>
                          <a:ext cx="1760" cy="35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72511" name="Object 31"/>
          <p:cNvGraphicFramePr>
            <a:graphicFrameLocks noChangeAspect="1"/>
          </p:cNvGraphicFramePr>
          <p:nvPr/>
        </p:nvGraphicFramePr>
        <p:xfrm>
          <a:off x="285750" y="4286250"/>
          <a:ext cx="47244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2529" name="Document" r:id="rId13" imgW="1893600" imgH="271800" progId="Word.Document.8">
                  <p:embed/>
                </p:oleObj>
              </mc:Choice>
              <mc:Fallback>
                <p:oleObj name="Document" r:id="rId13" imgW="1893600" imgH="271800" progId="Word.Document.8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" y="4286250"/>
                        <a:ext cx="4724400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72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72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72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72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72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72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72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72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2482" grpId="0" autoUpdateAnimBg="0"/>
      <p:bldP spid="1172502" grpId="0" autoUpdateAnimBg="0"/>
      <p:bldP spid="1172503" grpId="0" autoUpdateAnimBg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C9842-8182-459A-9E2E-A681526FAD13}" type="slidenum">
              <a:rPr lang="zh-CN" altLang="en-US"/>
              <a:pPr/>
              <a:t>79</a:t>
            </a:fld>
            <a:endParaRPr lang="zh-CN" altLang="en-US"/>
          </a:p>
        </p:txBody>
      </p:sp>
      <p:graphicFrame>
        <p:nvGraphicFramePr>
          <p:cNvPr id="1085442" name="Object 2"/>
          <p:cNvGraphicFramePr>
            <a:graphicFrameLocks noChangeAspect="1"/>
          </p:cNvGraphicFramePr>
          <p:nvPr/>
        </p:nvGraphicFramePr>
        <p:xfrm>
          <a:off x="304800" y="304800"/>
          <a:ext cx="8382000" cy="1216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5455" name="Document" r:id="rId3" imgW="3365640" imgH="457200" progId="Word.Document.8">
                  <p:embed/>
                </p:oleObj>
              </mc:Choice>
              <mc:Fallback>
                <p:oleObj name="Document" r:id="rId3" imgW="3365640" imgH="45720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304800"/>
                        <a:ext cx="8382000" cy="1216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5443" name="Object 3"/>
          <p:cNvGraphicFramePr>
            <a:graphicFrameLocks noChangeAspect="1"/>
          </p:cNvGraphicFramePr>
          <p:nvPr/>
        </p:nvGraphicFramePr>
        <p:xfrm>
          <a:off x="228600" y="3657600"/>
          <a:ext cx="8686800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5456" name="Document" r:id="rId5" imgW="3551400" imgH="401400" progId="Word.Document.8">
                  <p:embed/>
                </p:oleObj>
              </mc:Choice>
              <mc:Fallback>
                <p:oleObj name="Document" r:id="rId5" imgW="3551400" imgH="40140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3657600"/>
                        <a:ext cx="8686800" cy="1050925"/>
                      </a:xfrm>
                      <a:prstGeom prst="rect">
                        <a:avLst/>
                      </a:prstGeom>
                      <a:noFill/>
                      <a:ln w="31750">
                        <a:solidFill>
                          <a:srgbClr val="0033CC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5444" name="Text Box 4"/>
          <p:cNvSpPr txBox="1">
            <a:spLocks noChangeArrowheads="1"/>
          </p:cNvSpPr>
          <p:nvPr/>
        </p:nvSpPr>
        <p:spPr bwMode="auto">
          <a:xfrm>
            <a:off x="304800" y="304800"/>
            <a:ext cx="144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定理</a:t>
            </a:r>
          </a:p>
        </p:txBody>
      </p:sp>
      <p:sp>
        <p:nvSpPr>
          <p:cNvPr id="1085446" name="Text Box 6"/>
          <p:cNvSpPr txBox="1">
            <a:spLocks noChangeArrowheads="1"/>
          </p:cNvSpPr>
          <p:nvPr/>
        </p:nvSpPr>
        <p:spPr bwMode="auto">
          <a:xfrm>
            <a:off x="914400" y="1536700"/>
            <a:ext cx="7772400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/>
              <a:t>由于向量组的极大无关组与该向量组本身等价,</a:t>
            </a:r>
          </a:p>
        </p:txBody>
      </p:sp>
      <p:graphicFrame>
        <p:nvGraphicFramePr>
          <p:cNvPr id="1085447" name="Object 7"/>
          <p:cNvGraphicFramePr>
            <a:graphicFrameLocks noChangeAspect="1"/>
          </p:cNvGraphicFramePr>
          <p:nvPr/>
        </p:nvGraphicFramePr>
        <p:xfrm>
          <a:off x="381000" y="2286000"/>
          <a:ext cx="8305800" cy="1330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5457" name="Document" r:id="rId7" imgW="3098160" imgH="494640" progId="Word.Document.8">
                  <p:embed/>
                </p:oleObj>
              </mc:Choice>
              <mc:Fallback>
                <p:oleObj name="Document" r:id="rId7" imgW="3098160" imgH="494640" progId="Word.Document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286000"/>
                        <a:ext cx="8305800" cy="1330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5448" name="Text Box 8"/>
          <p:cNvSpPr txBox="1">
            <a:spLocks noChangeArrowheads="1"/>
          </p:cNvSpPr>
          <p:nvPr/>
        </p:nvSpPr>
        <p:spPr bwMode="auto">
          <a:xfrm>
            <a:off x="304800" y="1600200"/>
            <a:ext cx="5381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证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5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85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85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85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85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85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444" grpId="0" autoUpdateAnimBg="0"/>
      <p:bldP spid="1085446" grpId="0" autoUpdateAnimBg="0"/>
      <p:bldP spid="1085448" grpId="0" autoUpdateAnimBg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5AF7D-F226-4290-8288-509E057703A3}" type="slidenum">
              <a:rPr lang="zh-CN" altLang="en-US"/>
              <a:pPr/>
              <a:t>80</a:t>
            </a:fld>
            <a:endParaRPr lang="zh-CN" altLang="en-US"/>
          </a:p>
        </p:txBody>
      </p:sp>
      <p:graphicFrame>
        <p:nvGraphicFramePr>
          <p:cNvPr id="1086474" name="Object 1034"/>
          <p:cNvGraphicFramePr>
            <a:graphicFrameLocks noChangeAspect="1"/>
          </p:cNvGraphicFramePr>
          <p:nvPr/>
        </p:nvGraphicFramePr>
        <p:xfrm>
          <a:off x="304800" y="304800"/>
          <a:ext cx="8382000" cy="1216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6488" name="Document" r:id="rId3" imgW="3365640" imgH="457200" progId="Word.Document.8">
                  <p:embed/>
                </p:oleObj>
              </mc:Choice>
              <mc:Fallback>
                <p:oleObj name="Document" r:id="rId3" imgW="3365640" imgH="457200" progId="Word.Document.8">
                  <p:embed/>
                  <p:pic>
                    <p:nvPicPr>
                      <p:cNvPr id="0" name="Object 10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304800"/>
                        <a:ext cx="8382000" cy="1216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6475" name="Text Box 1035"/>
          <p:cNvSpPr txBox="1">
            <a:spLocks noChangeArrowheads="1"/>
          </p:cNvSpPr>
          <p:nvPr/>
        </p:nvSpPr>
        <p:spPr bwMode="auto">
          <a:xfrm>
            <a:off x="304800" y="304800"/>
            <a:ext cx="1371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定理</a:t>
            </a:r>
          </a:p>
        </p:txBody>
      </p:sp>
      <p:sp>
        <p:nvSpPr>
          <p:cNvPr id="1086476" name="Text Box 1036"/>
          <p:cNvSpPr txBox="1">
            <a:spLocks noChangeArrowheads="1"/>
          </p:cNvSpPr>
          <p:nvPr/>
        </p:nvSpPr>
        <p:spPr bwMode="auto">
          <a:xfrm>
            <a:off x="304800" y="1600200"/>
            <a:ext cx="5381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证</a:t>
            </a:r>
          </a:p>
        </p:txBody>
      </p:sp>
      <p:sp>
        <p:nvSpPr>
          <p:cNvPr id="1086477" name="Text Box 1037"/>
          <p:cNvSpPr txBox="1">
            <a:spLocks noChangeArrowheads="1"/>
          </p:cNvSpPr>
          <p:nvPr/>
        </p:nvSpPr>
        <p:spPr bwMode="auto">
          <a:xfrm>
            <a:off x="914400" y="1536700"/>
            <a:ext cx="7772400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/>
              <a:t>由于向量组的极大无关组与该向量组本身等价,</a:t>
            </a:r>
          </a:p>
        </p:txBody>
      </p:sp>
      <p:sp>
        <p:nvSpPr>
          <p:cNvPr id="1086478" name="Text Box 1038"/>
          <p:cNvSpPr txBox="1">
            <a:spLocks noChangeArrowheads="1"/>
          </p:cNvSpPr>
          <p:nvPr/>
        </p:nvSpPr>
        <p:spPr bwMode="auto">
          <a:xfrm>
            <a:off x="304800" y="4343400"/>
            <a:ext cx="6705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推论   </a:t>
            </a:r>
            <a:r>
              <a:rPr lang="zh-CN" altLang="en-US"/>
              <a:t>等价的向量组必有相同的秩。</a:t>
            </a:r>
          </a:p>
        </p:txBody>
      </p:sp>
      <p:graphicFrame>
        <p:nvGraphicFramePr>
          <p:cNvPr id="1086479" name="Object 1039"/>
          <p:cNvGraphicFramePr>
            <a:graphicFrameLocks noChangeAspect="1"/>
          </p:cNvGraphicFramePr>
          <p:nvPr/>
        </p:nvGraphicFramePr>
        <p:xfrm>
          <a:off x="457200" y="3505200"/>
          <a:ext cx="5943600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6489" name="Document" r:id="rId5" imgW="2342520" imgH="234360" progId="Word.Document.8">
                  <p:embed/>
                </p:oleObj>
              </mc:Choice>
              <mc:Fallback>
                <p:oleObj name="Document" r:id="rId5" imgW="2342520" imgH="234360" progId="Word.Document.8">
                  <p:embed/>
                  <p:pic>
                    <p:nvPicPr>
                      <p:cNvPr id="0" name="Object 10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505200"/>
                        <a:ext cx="5943600" cy="630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6480" name="Object 1040"/>
          <p:cNvGraphicFramePr>
            <a:graphicFrameLocks noChangeAspect="1"/>
          </p:cNvGraphicFramePr>
          <p:nvPr/>
        </p:nvGraphicFramePr>
        <p:xfrm>
          <a:off x="381000" y="2286000"/>
          <a:ext cx="8305800" cy="1330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6490" name="Document" r:id="rId7" imgW="3098160" imgH="494640" progId="Word.Document.8">
                  <p:embed/>
                </p:oleObj>
              </mc:Choice>
              <mc:Fallback>
                <p:oleObj name="Document" r:id="rId7" imgW="3098160" imgH="494640" progId="Word.Document.8">
                  <p:embed/>
                  <p:pic>
                    <p:nvPicPr>
                      <p:cNvPr id="0" name="Object 10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286000"/>
                        <a:ext cx="8305800" cy="1330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6481" name="Text Box 1041"/>
          <p:cNvSpPr txBox="1">
            <a:spLocks noChangeArrowheads="1"/>
          </p:cNvSpPr>
          <p:nvPr/>
        </p:nvSpPr>
        <p:spPr bwMode="auto">
          <a:xfrm>
            <a:off x="304800" y="4953000"/>
            <a:ext cx="83058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>
                <a:solidFill>
                  <a:srgbClr val="FF0000"/>
                </a:solidFill>
                <a:ea typeface="黑体" panose="02010609060101010101" pitchFamily="49" charset="-122"/>
              </a:rPr>
              <a:t>注意</a:t>
            </a: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：</a:t>
            </a:r>
            <a:r>
              <a:rPr lang="zh-CN" altLang="en-US"/>
              <a:t>上述推论的逆命题不成立，即秩相等的两个向量组未必等价。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6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86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86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6478" grpId="0" autoUpdateAnimBg="0"/>
      <p:bldP spid="1086481" grpId="0" autoUpdateAnimBg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E103-CDBE-4315-A1FF-AD3B75574B7E}" type="slidenum">
              <a:rPr lang="zh-CN" altLang="en-US"/>
              <a:pPr/>
              <a:t>81</a:t>
            </a:fld>
            <a:endParaRPr lang="zh-CN" altLang="en-US"/>
          </a:p>
        </p:txBody>
      </p:sp>
      <p:sp>
        <p:nvSpPr>
          <p:cNvPr id="10874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328613"/>
            <a:ext cx="7086600" cy="533400"/>
          </a:xfrm>
        </p:spPr>
        <p:txBody>
          <a:bodyPr/>
          <a:lstStyle/>
          <a:p>
            <a:pPr algn="l"/>
            <a:r>
              <a:rPr lang="zh-CN" altLang="en-US" sz="3200" b="1">
                <a:solidFill>
                  <a:srgbClr val="99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(三) 矩阵的秩与向量组的秩的关系</a:t>
            </a:r>
          </a:p>
        </p:txBody>
      </p:sp>
      <p:sp>
        <p:nvSpPr>
          <p:cNvPr id="1087491" name="Text Box 3"/>
          <p:cNvSpPr txBox="1">
            <a:spLocks noChangeArrowheads="1"/>
          </p:cNvSpPr>
          <p:nvPr/>
        </p:nvSpPr>
        <p:spPr bwMode="auto">
          <a:xfrm>
            <a:off x="323850" y="990600"/>
            <a:ext cx="895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定义</a:t>
            </a:r>
          </a:p>
        </p:txBody>
      </p:sp>
      <p:sp>
        <p:nvSpPr>
          <p:cNvPr id="1087492" name="Text Box 4"/>
          <p:cNvSpPr txBox="1">
            <a:spLocks noChangeArrowheads="1"/>
          </p:cNvSpPr>
          <p:nvPr/>
        </p:nvSpPr>
        <p:spPr bwMode="auto">
          <a:xfrm>
            <a:off x="1262063" y="1033463"/>
            <a:ext cx="59642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矩阵的行向量组的秩称为矩阵的</a:t>
            </a:r>
            <a:r>
              <a:rPr lang="zh-CN" altLang="en-US" sz="2600">
                <a:solidFill>
                  <a:srgbClr val="0033CC"/>
                </a:solidFill>
                <a:ea typeface="黑体" panose="02010609060101010101" pitchFamily="49" charset="-122"/>
              </a:rPr>
              <a:t>行秩</a:t>
            </a:r>
            <a:r>
              <a:rPr lang="zh-CN" altLang="en-US"/>
              <a:t>;</a:t>
            </a:r>
          </a:p>
        </p:txBody>
      </p:sp>
      <p:sp>
        <p:nvSpPr>
          <p:cNvPr id="1087493" name="Text Box 5"/>
          <p:cNvSpPr txBox="1">
            <a:spLocks noChangeArrowheads="1"/>
          </p:cNvSpPr>
          <p:nvPr/>
        </p:nvSpPr>
        <p:spPr bwMode="auto">
          <a:xfrm>
            <a:off x="7205663" y="1027113"/>
            <a:ext cx="12525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矩阵的</a:t>
            </a:r>
          </a:p>
        </p:txBody>
      </p:sp>
      <p:sp>
        <p:nvSpPr>
          <p:cNvPr id="1087494" name="Text Box 6"/>
          <p:cNvSpPr txBox="1">
            <a:spLocks noChangeArrowheads="1"/>
          </p:cNvSpPr>
          <p:nvPr/>
        </p:nvSpPr>
        <p:spPr bwMode="auto">
          <a:xfrm>
            <a:off x="304800" y="1600200"/>
            <a:ext cx="5130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列向量组的秩称为矩阵的</a:t>
            </a:r>
            <a:r>
              <a:rPr lang="zh-CN" altLang="en-US" sz="2600">
                <a:solidFill>
                  <a:srgbClr val="0033CC"/>
                </a:solidFill>
                <a:ea typeface="黑体" panose="02010609060101010101" pitchFamily="49" charset="-122"/>
              </a:rPr>
              <a:t>列秩</a:t>
            </a:r>
            <a:r>
              <a:rPr lang="zh-CN" altLang="en-US"/>
              <a:t>。</a:t>
            </a:r>
          </a:p>
        </p:txBody>
      </p:sp>
      <p:sp>
        <p:nvSpPr>
          <p:cNvPr id="1087495" name="Text Box 7"/>
          <p:cNvSpPr txBox="1">
            <a:spLocks noChangeArrowheads="1"/>
          </p:cNvSpPr>
          <p:nvPr/>
        </p:nvSpPr>
        <p:spPr bwMode="auto">
          <a:xfrm>
            <a:off x="304800" y="2287588"/>
            <a:ext cx="8953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定理</a:t>
            </a:r>
          </a:p>
        </p:txBody>
      </p:sp>
      <p:sp>
        <p:nvSpPr>
          <p:cNvPr id="1087496" name="Text Box 8"/>
          <p:cNvSpPr txBox="1">
            <a:spLocks noChangeArrowheads="1"/>
          </p:cNvSpPr>
          <p:nvPr/>
        </p:nvSpPr>
        <p:spPr bwMode="auto">
          <a:xfrm>
            <a:off x="1447800" y="2287588"/>
            <a:ext cx="19669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矩阵的行秩</a:t>
            </a:r>
          </a:p>
        </p:txBody>
      </p:sp>
      <p:sp>
        <p:nvSpPr>
          <p:cNvPr id="1087497" name="Text Box 9"/>
          <p:cNvSpPr txBox="1">
            <a:spLocks noChangeArrowheads="1"/>
          </p:cNvSpPr>
          <p:nvPr/>
        </p:nvSpPr>
        <p:spPr bwMode="auto">
          <a:xfrm>
            <a:off x="3657600" y="2287588"/>
            <a:ext cx="19669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矩阵的列秩</a:t>
            </a:r>
          </a:p>
        </p:txBody>
      </p:sp>
      <p:sp>
        <p:nvSpPr>
          <p:cNvPr id="1087498" name="Text Box 10"/>
          <p:cNvSpPr txBox="1">
            <a:spLocks noChangeArrowheads="1"/>
          </p:cNvSpPr>
          <p:nvPr/>
        </p:nvSpPr>
        <p:spPr bwMode="auto">
          <a:xfrm>
            <a:off x="5805488" y="2287588"/>
            <a:ext cx="19669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矩阵的秩。</a:t>
            </a:r>
          </a:p>
        </p:txBody>
      </p:sp>
      <p:sp>
        <p:nvSpPr>
          <p:cNvPr id="1087499" name="Text Box 11"/>
          <p:cNvSpPr txBox="1">
            <a:spLocks noChangeArrowheads="1"/>
          </p:cNvSpPr>
          <p:nvPr/>
        </p:nvSpPr>
        <p:spPr bwMode="auto">
          <a:xfrm>
            <a:off x="3352800" y="2286000"/>
            <a:ext cx="398463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 sz="3000"/>
              <a:t>=</a:t>
            </a:r>
          </a:p>
        </p:txBody>
      </p:sp>
      <p:sp>
        <p:nvSpPr>
          <p:cNvPr id="1087500" name="Text Box 12"/>
          <p:cNvSpPr txBox="1">
            <a:spLocks noChangeArrowheads="1"/>
          </p:cNvSpPr>
          <p:nvPr/>
        </p:nvSpPr>
        <p:spPr bwMode="auto">
          <a:xfrm>
            <a:off x="5497513" y="2287588"/>
            <a:ext cx="398462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 sz="3000"/>
              <a:t>=</a:t>
            </a:r>
          </a:p>
        </p:txBody>
      </p:sp>
      <p:sp>
        <p:nvSpPr>
          <p:cNvPr id="1087501" name="Text Box 13"/>
          <p:cNvSpPr txBox="1">
            <a:spLocks noChangeArrowheads="1"/>
          </p:cNvSpPr>
          <p:nvPr/>
        </p:nvSpPr>
        <p:spPr bwMode="auto">
          <a:xfrm>
            <a:off x="7696200" y="2287588"/>
            <a:ext cx="8953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证略</a:t>
            </a:r>
          </a:p>
        </p:txBody>
      </p:sp>
      <p:sp>
        <p:nvSpPr>
          <p:cNvPr id="1087502" name="Text Box 14"/>
          <p:cNvSpPr txBox="1">
            <a:spLocks noChangeArrowheads="1"/>
          </p:cNvSpPr>
          <p:nvPr/>
        </p:nvSpPr>
        <p:spPr bwMode="auto">
          <a:xfrm>
            <a:off x="304800" y="3048000"/>
            <a:ext cx="8753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由此，将</a:t>
            </a: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向量组的秩</a:t>
            </a:r>
            <a:r>
              <a:rPr lang="zh-CN" altLang="en-US"/>
              <a:t>的计算，转化为</a:t>
            </a: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矩阵的秩</a:t>
            </a:r>
            <a:r>
              <a:rPr lang="zh-CN" altLang="en-US"/>
              <a:t>的计算。</a:t>
            </a:r>
          </a:p>
        </p:txBody>
      </p:sp>
      <p:sp>
        <p:nvSpPr>
          <p:cNvPr id="1087503" name="Text Box 15"/>
          <p:cNvSpPr txBox="1">
            <a:spLocks noChangeArrowheads="1"/>
          </p:cNvSpPr>
          <p:nvPr/>
        </p:nvSpPr>
        <p:spPr bwMode="auto">
          <a:xfrm>
            <a:off x="304800" y="3810000"/>
            <a:ext cx="2438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 sz="3200">
                <a:solidFill>
                  <a:srgbClr val="0033CC"/>
                </a:solidFill>
                <a:ea typeface="黑体" panose="02010609060101010101" pitchFamily="49" charset="-122"/>
              </a:rPr>
              <a:t>基本问题：</a:t>
            </a:r>
          </a:p>
        </p:txBody>
      </p:sp>
      <p:sp>
        <p:nvSpPr>
          <p:cNvPr id="1087504" name="Text Box 16"/>
          <p:cNvSpPr txBox="1">
            <a:spLocks noChangeArrowheads="1"/>
          </p:cNvSpPr>
          <p:nvPr/>
        </p:nvSpPr>
        <p:spPr bwMode="auto">
          <a:xfrm>
            <a:off x="304800" y="4495800"/>
            <a:ext cx="84582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/>
              <a:t> </a:t>
            </a:r>
            <a:r>
              <a:rPr lang="zh-CN" altLang="en-US">
                <a:latin typeface="宋体" panose="02010600030101010101" pitchFamily="2" charset="-122"/>
              </a:rPr>
              <a:t>   </a:t>
            </a:r>
            <a:r>
              <a:rPr lang="zh-CN" altLang="en-US"/>
              <a:t>给定一个向量组，求它的一个极大无关组，并将其余向量用这个极大无关组线性表示。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7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87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87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87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87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87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87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87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87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087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087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087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087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087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087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7490" grpId="0" autoUpdateAnimBg="0"/>
      <p:bldP spid="1087491" grpId="0" autoUpdateAnimBg="0"/>
      <p:bldP spid="1087492" grpId="0" autoUpdateAnimBg="0"/>
      <p:bldP spid="1087493" grpId="0" autoUpdateAnimBg="0"/>
      <p:bldP spid="1087494" grpId="0" autoUpdateAnimBg="0"/>
      <p:bldP spid="1087495" grpId="0" autoUpdateAnimBg="0"/>
      <p:bldP spid="1087496" grpId="0" autoUpdateAnimBg="0"/>
      <p:bldP spid="1087497" grpId="0" autoUpdateAnimBg="0"/>
      <p:bldP spid="1087498" grpId="0" autoUpdateAnimBg="0"/>
      <p:bldP spid="1087499" grpId="0" autoUpdateAnimBg="0"/>
      <p:bldP spid="1087500" grpId="0" autoUpdateAnimBg="0"/>
      <p:bldP spid="1087501" grpId="0" autoUpdateAnimBg="0"/>
      <p:bldP spid="1087502" grpId="0" autoUpdateAnimBg="0"/>
      <p:bldP spid="1087503" grpId="0" autoUpdateAnimBg="0"/>
      <p:bldP spid="1087504" grpId="0" autoUpdateAnimBg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14B26-039B-4FC4-91F4-5C5C8DBC1A10}" type="slidenum">
              <a:rPr lang="zh-CN" altLang="en-US"/>
              <a:pPr/>
              <a:t>82</a:t>
            </a:fld>
            <a:endParaRPr lang="zh-CN" altLang="en-US"/>
          </a:p>
        </p:txBody>
      </p:sp>
      <p:sp>
        <p:nvSpPr>
          <p:cNvPr id="1088514" name="Text Box 2"/>
          <p:cNvSpPr txBox="1">
            <a:spLocks noChangeArrowheads="1"/>
          </p:cNvSpPr>
          <p:nvPr/>
        </p:nvSpPr>
        <p:spPr bwMode="auto">
          <a:xfrm>
            <a:off x="228600" y="285750"/>
            <a:ext cx="86106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例  </a:t>
            </a:r>
            <a:r>
              <a:rPr lang="zh-CN" altLang="en-US">
                <a:latin typeface="宋体" panose="02010600030101010101" pitchFamily="2" charset="-122"/>
              </a:rPr>
              <a:t>求下面向量组的秩和一个极大线性无关组，并将其余向量用此极大线性无关组线性</a:t>
            </a:r>
            <a:r>
              <a:rPr lang="zh-CN" altLang="en-US">
                <a:latin typeface="宋体" panose="02010600030101010101" pitchFamily="2" charset="-122"/>
                <a:cs typeface="Times New Roman" panose="02020603050405020304" pitchFamily="18" charset="0"/>
              </a:rPr>
              <a:t>表示</a:t>
            </a:r>
            <a:r>
              <a:rPr lang="zh-CN" altLang="en-US"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1088515" name="Text Box 3"/>
          <p:cNvSpPr txBox="1">
            <a:spLocks noChangeArrowheads="1"/>
          </p:cNvSpPr>
          <p:nvPr/>
        </p:nvSpPr>
        <p:spPr bwMode="auto">
          <a:xfrm>
            <a:off x="228600" y="3681413"/>
            <a:ext cx="533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1088516" name="Object 4"/>
          <p:cNvGraphicFramePr>
            <a:graphicFrameLocks noChangeAspect="1"/>
          </p:cNvGraphicFramePr>
          <p:nvPr/>
        </p:nvGraphicFramePr>
        <p:xfrm>
          <a:off x="1295400" y="1547813"/>
          <a:ext cx="5943600" cy="183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8526" name="Equation" r:id="rId3" imgW="2857320" imgH="914400" progId="Equation.3">
                  <p:embed/>
                </p:oleObj>
              </mc:Choice>
              <mc:Fallback>
                <p:oleObj name="Equation" r:id="rId3" imgW="2857320" imgH="914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1547813"/>
                        <a:ext cx="5943600" cy="1836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8517" name="Object 5"/>
          <p:cNvGraphicFramePr>
            <a:graphicFrameLocks noChangeAspect="1"/>
          </p:cNvGraphicFramePr>
          <p:nvPr/>
        </p:nvGraphicFramePr>
        <p:xfrm>
          <a:off x="1219200" y="3681413"/>
          <a:ext cx="2819400" cy="209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8527" name="Equation" r:id="rId5" imgW="1231560" imgH="914400" progId="Equation.3">
                  <p:embed/>
                </p:oleObj>
              </mc:Choice>
              <mc:Fallback>
                <p:oleObj name="Equation" r:id="rId5" imgW="1231560" imgH="9144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3681413"/>
                        <a:ext cx="2819400" cy="209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8518" name="Object 6"/>
          <p:cNvGraphicFramePr>
            <a:graphicFrameLocks noChangeAspect="1"/>
          </p:cNvGraphicFramePr>
          <p:nvPr/>
        </p:nvGraphicFramePr>
        <p:xfrm>
          <a:off x="4038600" y="3681413"/>
          <a:ext cx="3429000" cy="2109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8528" name="Equation" r:id="rId7" imgW="1485720" imgH="914400" progId="Equation.3">
                  <p:embed/>
                </p:oleObj>
              </mc:Choice>
              <mc:Fallback>
                <p:oleObj name="Equation" r:id="rId7" imgW="1485720" imgH="914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3681413"/>
                        <a:ext cx="3429000" cy="2109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8519" name="Text Box 7"/>
          <p:cNvSpPr txBox="1">
            <a:spLocks noChangeArrowheads="1"/>
          </p:cNvSpPr>
          <p:nvPr/>
        </p:nvSpPr>
        <p:spPr bwMode="auto">
          <a:xfrm>
            <a:off x="457200" y="5943600"/>
            <a:ext cx="815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</a:rPr>
              <a:t>将向量按</a:t>
            </a: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列</a:t>
            </a:r>
            <a:r>
              <a:rPr lang="zh-CN" altLang="en-US">
                <a:latin typeface="宋体" panose="02010600030101010101" pitchFamily="2" charset="-122"/>
              </a:rPr>
              <a:t>拼成矩阵，只做</a:t>
            </a: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行</a:t>
            </a:r>
            <a:r>
              <a:rPr lang="zh-CN" altLang="en-US">
                <a:latin typeface="宋体" panose="02010600030101010101" pitchFamily="2" charset="-122"/>
              </a:rPr>
              <a:t>变换，化为阶梯形</a:t>
            </a:r>
            <a:endParaRPr lang="zh-CN" altLang="en-US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8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88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8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88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88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88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8514" grpId="0" autoUpdateAnimBg="0"/>
      <p:bldP spid="1088515" grpId="0" autoUpdateAnimBg="0"/>
      <p:bldP spid="1088519" grpId="0" autoUpdateAnimBg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4C518-0CCF-450E-8754-1F1956C37EDE}" type="slidenum">
              <a:rPr lang="zh-CN" altLang="en-US"/>
              <a:pPr/>
              <a:t>83</a:t>
            </a:fld>
            <a:endParaRPr lang="zh-CN" altLang="en-US"/>
          </a:p>
        </p:txBody>
      </p:sp>
      <p:graphicFrame>
        <p:nvGraphicFramePr>
          <p:cNvPr id="1089538" name="Object 2"/>
          <p:cNvGraphicFramePr>
            <a:graphicFrameLocks noChangeAspect="1"/>
          </p:cNvGraphicFramePr>
          <p:nvPr/>
        </p:nvGraphicFramePr>
        <p:xfrm>
          <a:off x="4191000" y="566738"/>
          <a:ext cx="3505200" cy="220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9570" name="Equation" r:id="rId3" imgW="1485720" imgH="914400" progId="Equation.3">
                  <p:embed/>
                </p:oleObj>
              </mc:Choice>
              <mc:Fallback>
                <p:oleObj name="Equation" r:id="rId3" imgW="1485720" imgH="9144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566738"/>
                        <a:ext cx="3505200" cy="2203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9539" name="Object 3"/>
          <p:cNvGraphicFramePr>
            <a:graphicFrameLocks noChangeAspect="1"/>
          </p:cNvGraphicFramePr>
          <p:nvPr/>
        </p:nvGraphicFramePr>
        <p:xfrm>
          <a:off x="533400" y="566738"/>
          <a:ext cx="3505200" cy="2157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9571" name="Equation" r:id="rId5" imgW="1485720" imgH="914400" progId="Equation.3">
                  <p:embed/>
                </p:oleObj>
              </mc:Choice>
              <mc:Fallback>
                <p:oleObj name="Equation" r:id="rId5" imgW="1485720" imgH="9144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566738"/>
                        <a:ext cx="3505200" cy="2157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9540" name="Object 4"/>
          <p:cNvGraphicFramePr>
            <a:graphicFrameLocks noChangeAspect="1"/>
          </p:cNvGraphicFramePr>
          <p:nvPr/>
        </p:nvGraphicFramePr>
        <p:xfrm>
          <a:off x="609600" y="3233738"/>
          <a:ext cx="43307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9572" name="Document" r:id="rId7" imgW="1468080" imgH="216000" progId="Word.Document.8">
                  <p:embed/>
                </p:oleObj>
              </mc:Choice>
              <mc:Fallback>
                <p:oleObj name="Document" r:id="rId7" imgW="1468080" imgH="21600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233738"/>
                        <a:ext cx="43307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9541" name="Rectangle 5"/>
          <p:cNvSpPr>
            <a:spLocks noChangeArrowheads="1"/>
          </p:cNvSpPr>
          <p:nvPr/>
        </p:nvSpPr>
        <p:spPr bwMode="auto">
          <a:xfrm>
            <a:off x="4800600" y="566738"/>
            <a:ext cx="990600" cy="2133600"/>
          </a:xfrm>
          <a:prstGeom prst="rect">
            <a:avLst/>
          </a:prstGeom>
          <a:noFill/>
          <a:ln w="31750">
            <a:solidFill>
              <a:srgbClr val="0033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1089542" name="Oval 6"/>
          <p:cNvSpPr>
            <a:spLocks noChangeArrowheads="1"/>
          </p:cNvSpPr>
          <p:nvPr/>
        </p:nvSpPr>
        <p:spPr bwMode="auto">
          <a:xfrm>
            <a:off x="6019800" y="490538"/>
            <a:ext cx="609600" cy="2209800"/>
          </a:xfrm>
          <a:prstGeom prst="ellipse">
            <a:avLst/>
          </a:prstGeom>
          <a:noFill/>
          <a:ln w="31750">
            <a:solidFill>
              <a:srgbClr val="CC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1089543" name="Oval 7"/>
          <p:cNvSpPr>
            <a:spLocks noChangeArrowheads="1"/>
          </p:cNvSpPr>
          <p:nvPr/>
        </p:nvSpPr>
        <p:spPr bwMode="auto">
          <a:xfrm>
            <a:off x="6781800" y="490538"/>
            <a:ext cx="609600" cy="2209800"/>
          </a:xfrm>
          <a:prstGeom prst="ellipse">
            <a:avLst/>
          </a:prstGeom>
          <a:noFill/>
          <a:ln w="31750">
            <a:solidFill>
              <a:srgbClr val="CC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graphicFrame>
        <p:nvGraphicFramePr>
          <p:cNvPr id="1089544" name="Object 8"/>
          <p:cNvGraphicFramePr>
            <a:graphicFrameLocks noChangeAspect="1"/>
          </p:cNvGraphicFramePr>
          <p:nvPr/>
        </p:nvGraphicFramePr>
        <p:xfrm>
          <a:off x="958850" y="4262438"/>
          <a:ext cx="3038475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9573" name="Equation" r:id="rId9" imgW="1143000" imgH="228600" progId="Equation.3">
                  <p:embed/>
                </p:oleObj>
              </mc:Choice>
              <mc:Fallback>
                <p:oleObj name="Equation" r:id="rId9" imgW="114300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8850" y="4262438"/>
                        <a:ext cx="3038475" cy="528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9545" name="Object 9"/>
          <p:cNvGraphicFramePr>
            <a:graphicFrameLocks noChangeAspect="1"/>
          </p:cNvGraphicFramePr>
          <p:nvPr/>
        </p:nvGraphicFramePr>
        <p:xfrm>
          <a:off x="1041400" y="5291138"/>
          <a:ext cx="2387600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9574" name="Equation" r:id="rId11" imgW="1028520" imgH="215640" progId="Equation.3">
                  <p:embed/>
                </p:oleObj>
              </mc:Choice>
              <mc:Fallback>
                <p:oleObj name="Equation" r:id="rId11" imgW="1028520" imgH="2156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1400" y="5291138"/>
                        <a:ext cx="2387600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9546" name="Text Box 10"/>
          <p:cNvSpPr txBox="1">
            <a:spLocks noChangeArrowheads="1"/>
          </p:cNvSpPr>
          <p:nvPr/>
        </p:nvSpPr>
        <p:spPr bwMode="auto">
          <a:xfrm>
            <a:off x="4953000" y="3309938"/>
            <a:ext cx="14303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秩为2。</a:t>
            </a:r>
          </a:p>
        </p:txBody>
      </p:sp>
      <p:graphicFrame>
        <p:nvGraphicFramePr>
          <p:cNvPr id="1089547" name="Object 11"/>
          <p:cNvGraphicFramePr>
            <a:graphicFrameLocks noChangeAspect="1"/>
          </p:cNvGraphicFramePr>
          <p:nvPr/>
        </p:nvGraphicFramePr>
        <p:xfrm>
          <a:off x="2616200" y="4044950"/>
          <a:ext cx="708025" cy="941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9575" name="Equation" r:id="rId13" imgW="266400" imgH="406080" progId="Equation.3">
                  <p:embed/>
                </p:oleObj>
              </mc:Choice>
              <mc:Fallback>
                <p:oleObj name="Equation" r:id="rId13" imgW="266400" imgH="40608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6200" y="4044950"/>
                        <a:ext cx="708025" cy="941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9548" name="Object 12"/>
          <p:cNvGraphicFramePr>
            <a:graphicFrameLocks noChangeAspect="1"/>
          </p:cNvGraphicFramePr>
          <p:nvPr/>
        </p:nvGraphicFramePr>
        <p:xfrm>
          <a:off x="1828800" y="4059238"/>
          <a:ext cx="403225" cy="94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9576" name="Equation" r:id="rId15" imgW="152280" imgH="406080" progId="Equation.3">
                  <p:embed/>
                </p:oleObj>
              </mc:Choice>
              <mc:Fallback>
                <p:oleObj name="Equation" r:id="rId15" imgW="152280" imgH="40608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4059238"/>
                        <a:ext cx="403225" cy="941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9549" name="Object 13"/>
          <p:cNvGraphicFramePr>
            <a:graphicFrameLocks noChangeAspect="1"/>
          </p:cNvGraphicFramePr>
          <p:nvPr/>
        </p:nvGraphicFramePr>
        <p:xfrm>
          <a:off x="2297113" y="5341938"/>
          <a:ext cx="560387" cy="38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9577" name="Equation" r:id="rId17" imgW="241200" imgH="164880" progId="Equation.3">
                  <p:embed/>
                </p:oleObj>
              </mc:Choice>
              <mc:Fallback>
                <p:oleObj name="Equation" r:id="rId17" imgW="241200" imgH="16488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7113" y="5341938"/>
                        <a:ext cx="560387" cy="382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9550" name="Object 14"/>
          <p:cNvGraphicFramePr>
            <a:graphicFrameLocks noChangeAspect="1"/>
          </p:cNvGraphicFramePr>
          <p:nvPr/>
        </p:nvGraphicFramePr>
        <p:xfrm>
          <a:off x="1752600" y="5354638"/>
          <a:ext cx="265113" cy="38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9578" name="Equation" r:id="rId19" imgW="114120" imgH="164880" progId="Equation.3">
                  <p:embed/>
                </p:oleObj>
              </mc:Choice>
              <mc:Fallback>
                <p:oleObj name="Equation" r:id="rId19" imgW="114120" imgH="16488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5354638"/>
                        <a:ext cx="265113" cy="382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9551" name="Text Box 15"/>
          <p:cNvSpPr txBox="1">
            <a:spLocks noChangeArrowheads="1"/>
          </p:cNvSpPr>
          <p:nvPr/>
        </p:nvSpPr>
        <p:spPr bwMode="auto">
          <a:xfrm>
            <a:off x="4953000" y="5105400"/>
            <a:ext cx="76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   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9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895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89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89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89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895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89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89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89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89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0895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89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89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89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895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89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089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9546" grpId="0" autoUpdateAnimBg="0"/>
      <p:bldP spid="1089551" grpId="0" autoUpdateAnimBg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45009-3B3A-4682-84AB-AC45286E9D28}" type="slidenum">
              <a:rPr lang="zh-CN" altLang="en-US"/>
              <a:pPr/>
              <a:t>84</a:t>
            </a:fld>
            <a:endParaRPr lang="zh-CN" altLang="en-US"/>
          </a:p>
        </p:txBody>
      </p:sp>
      <p:sp>
        <p:nvSpPr>
          <p:cNvPr id="1090562" name="Text Box 2"/>
          <p:cNvSpPr txBox="1">
            <a:spLocks noChangeArrowheads="1"/>
          </p:cNvSpPr>
          <p:nvPr/>
        </p:nvSpPr>
        <p:spPr bwMode="auto">
          <a:xfrm>
            <a:off x="381000" y="3886200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1090563" name="Object 3"/>
          <p:cNvGraphicFramePr>
            <a:graphicFrameLocks noChangeAspect="1"/>
          </p:cNvGraphicFramePr>
          <p:nvPr/>
        </p:nvGraphicFramePr>
        <p:xfrm>
          <a:off x="685800" y="838200"/>
          <a:ext cx="7696200" cy="185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0574" name="Document" r:id="rId3" imgW="3799080" imgH="914400" progId="Word.Document.8">
                  <p:embed/>
                </p:oleObj>
              </mc:Choice>
              <mc:Fallback>
                <p:oleObj name="Document" r:id="rId3" imgW="3799080" imgH="91440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838200"/>
                        <a:ext cx="7696200" cy="185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0564" name="Text Box 4"/>
          <p:cNvSpPr txBox="1">
            <a:spLocks noChangeArrowheads="1"/>
          </p:cNvSpPr>
          <p:nvPr/>
        </p:nvSpPr>
        <p:spPr bwMode="auto">
          <a:xfrm>
            <a:off x="381000" y="250825"/>
            <a:ext cx="3124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例   </a:t>
            </a:r>
            <a:r>
              <a:rPr lang="zh-CN" altLang="en-US">
                <a:latin typeface="宋体" panose="02010600030101010101" pitchFamily="2" charset="-122"/>
              </a:rPr>
              <a:t>设向量组</a:t>
            </a:r>
          </a:p>
        </p:txBody>
      </p:sp>
      <p:sp>
        <p:nvSpPr>
          <p:cNvPr id="1090565" name="Text Box 5"/>
          <p:cNvSpPr txBox="1">
            <a:spLocks noChangeArrowheads="1"/>
          </p:cNvSpPr>
          <p:nvPr/>
        </p:nvSpPr>
        <p:spPr bwMode="auto">
          <a:xfrm>
            <a:off x="381000" y="2667000"/>
            <a:ext cx="84582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>
                <a:latin typeface="宋体" panose="02010600030101010101" pitchFamily="2" charset="-122"/>
              </a:rPr>
              <a:t>求一个极大无关组，并将其余向量用这个极大无关组线性表示</a:t>
            </a:r>
            <a:r>
              <a:rPr lang="zh-CN" altLang="en-US"/>
              <a:t>。</a:t>
            </a:r>
          </a:p>
        </p:txBody>
      </p:sp>
      <p:graphicFrame>
        <p:nvGraphicFramePr>
          <p:cNvPr id="1090566" name="Object 6"/>
          <p:cNvGraphicFramePr>
            <a:graphicFrameLocks noChangeAspect="1"/>
          </p:cNvGraphicFramePr>
          <p:nvPr/>
        </p:nvGraphicFramePr>
        <p:xfrm>
          <a:off x="1066800" y="3962400"/>
          <a:ext cx="3592513" cy="214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0575" name="Equation" r:id="rId5" imgW="1549080" imgH="927000" progId="Equation.3">
                  <p:embed/>
                </p:oleObj>
              </mc:Choice>
              <mc:Fallback>
                <p:oleObj name="Equation" r:id="rId5" imgW="1549080" imgH="927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962400"/>
                        <a:ext cx="3592513" cy="2147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0567" name="Object 7"/>
          <p:cNvGraphicFramePr>
            <a:graphicFrameLocks noChangeAspect="1"/>
          </p:cNvGraphicFramePr>
          <p:nvPr/>
        </p:nvGraphicFramePr>
        <p:xfrm>
          <a:off x="4724400" y="3962400"/>
          <a:ext cx="3581400" cy="210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0576" r:id="rId7" imgW="1549400" imgH="914400" progId="Equation.3">
                  <p:embed/>
                </p:oleObj>
              </mc:Choice>
              <mc:Fallback>
                <p:oleObj r:id="rId7" imgW="1549400" imgH="9144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3962400"/>
                        <a:ext cx="3581400" cy="210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90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90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90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90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90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90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0562" grpId="0" autoUpdateAnimBg="0"/>
      <p:bldP spid="1090564" grpId="0" autoUpdateAnimBg="0"/>
      <p:bldP spid="1090565" grpId="0" autoUpdateAnimBg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851B0-5000-4AC2-A2ED-D069E7129E07}" type="slidenum">
              <a:rPr lang="zh-CN" altLang="en-US"/>
              <a:pPr/>
              <a:t>85</a:t>
            </a:fld>
            <a:endParaRPr lang="zh-CN" altLang="en-US"/>
          </a:p>
        </p:txBody>
      </p:sp>
      <p:graphicFrame>
        <p:nvGraphicFramePr>
          <p:cNvPr id="1091586" name="Object 2"/>
          <p:cNvGraphicFramePr>
            <a:graphicFrameLocks noChangeAspect="1"/>
          </p:cNvGraphicFramePr>
          <p:nvPr/>
        </p:nvGraphicFramePr>
        <p:xfrm>
          <a:off x="533400" y="381000"/>
          <a:ext cx="3581400" cy="210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1601" r:id="rId3" imgW="1549400" imgH="914400" progId="Equation.3">
                  <p:embed/>
                </p:oleObj>
              </mc:Choice>
              <mc:Fallback>
                <p:oleObj r:id="rId3" imgW="1549400" imgH="9144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81000"/>
                        <a:ext cx="3581400" cy="210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1587" name="Object 3"/>
          <p:cNvGraphicFramePr>
            <a:graphicFrameLocks noChangeAspect="1"/>
          </p:cNvGraphicFramePr>
          <p:nvPr/>
        </p:nvGraphicFramePr>
        <p:xfrm>
          <a:off x="4114800" y="396875"/>
          <a:ext cx="3886200" cy="210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1602" r:id="rId5" imgW="1689100" imgH="914400" progId="Equation.3">
                  <p:embed/>
                </p:oleObj>
              </mc:Choice>
              <mc:Fallback>
                <p:oleObj r:id="rId5" imgW="1689100" imgH="9144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96875"/>
                        <a:ext cx="3886200" cy="210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1588" name="Object 4"/>
          <p:cNvGraphicFramePr>
            <a:graphicFrameLocks noChangeAspect="1"/>
          </p:cNvGraphicFramePr>
          <p:nvPr/>
        </p:nvGraphicFramePr>
        <p:xfrm>
          <a:off x="533400" y="2819400"/>
          <a:ext cx="3505200" cy="209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1603" r:id="rId7" imgW="1536700" imgH="914400" progId="Equation.3">
                  <p:embed/>
                </p:oleObj>
              </mc:Choice>
              <mc:Fallback>
                <p:oleObj r:id="rId7" imgW="1536700" imgH="914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819400"/>
                        <a:ext cx="3505200" cy="2090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1589" name="Object 5"/>
          <p:cNvGraphicFramePr>
            <a:graphicFrameLocks noChangeAspect="1"/>
          </p:cNvGraphicFramePr>
          <p:nvPr/>
        </p:nvGraphicFramePr>
        <p:xfrm>
          <a:off x="685800" y="5346700"/>
          <a:ext cx="61722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1604" name="Document" r:id="rId9" imgW="2235240" imgH="216000" progId="Word.Document.8">
                  <p:embed/>
                </p:oleObj>
              </mc:Choice>
              <mc:Fallback>
                <p:oleObj name="Document" r:id="rId9" imgW="2235240" imgH="21600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5346700"/>
                        <a:ext cx="61722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1590" name="Oval 6"/>
          <p:cNvSpPr>
            <a:spLocks noChangeArrowheads="1"/>
          </p:cNvSpPr>
          <p:nvPr/>
        </p:nvSpPr>
        <p:spPr bwMode="auto">
          <a:xfrm>
            <a:off x="1143000" y="2819400"/>
            <a:ext cx="609600" cy="457200"/>
          </a:xfrm>
          <a:prstGeom prst="ellipse">
            <a:avLst/>
          </a:prstGeom>
          <a:noFill/>
          <a:ln w="31750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1091591" name="Oval 7"/>
          <p:cNvSpPr>
            <a:spLocks noChangeArrowheads="1"/>
          </p:cNvSpPr>
          <p:nvPr/>
        </p:nvSpPr>
        <p:spPr bwMode="auto">
          <a:xfrm>
            <a:off x="1752600" y="3352800"/>
            <a:ext cx="609600" cy="457200"/>
          </a:xfrm>
          <a:prstGeom prst="ellipse">
            <a:avLst/>
          </a:prstGeom>
          <a:noFill/>
          <a:ln w="31750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1091592" name="Oval 8"/>
          <p:cNvSpPr>
            <a:spLocks noChangeArrowheads="1"/>
          </p:cNvSpPr>
          <p:nvPr/>
        </p:nvSpPr>
        <p:spPr bwMode="auto">
          <a:xfrm>
            <a:off x="2743200" y="3886200"/>
            <a:ext cx="609600" cy="457200"/>
          </a:xfrm>
          <a:prstGeom prst="ellipse">
            <a:avLst/>
          </a:prstGeom>
          <a:noFill/>
          <a:ln w="31750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91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91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91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91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91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91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7899C-6FC6-4D24-B481-3206FBA29341}" type="slidenum">
              <a:rPr lang="zh-CN" altLang="en-US"/>
              <a:pPr/>
              <a:t>86</a:t>
            </a:fld>
            <a:endParaRPr lang="zh-CN" altLang="en-US"/>
          </a:p>
        </p:txBody>
      </p:sp>
      <p:graphicFrame>
        <p:nvGraphicFramePr>
          <p:cNvPr id="1092610" name="Object 2"/>
          <p:cNvGraphicFramePr>
            <a:graphicFrameLocks noChangeAspect="1"/>
          </p:cNvGraphicFramePr>
          <p:nvPr/>
        </p:nvGraphicFramePr>
        <p:xfrm>
          <a:off x="990600" y="423863"/>
          <a:ext cx="3505200" cy="209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2641" r:id="rId3" imgW="1536700" imgH="914400" progId="Equation.3">
                  <p:embed/>
                </p:oleObj>
              </mc:Choice>
              <mc:Fallback>
                <p:oleObj r:id="rId3" imgW="1536700" imgH="9144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423863"/>
                        <a:ext cx="3505200" cy="2090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2611" name="Object 3"/>
          <p:cNvGraphicFramePr>
            <a:graphicFrameLocks noChangeAspect="1"/>
          </p:cNvGraphicFramePr>
          <p:nvPr/>
        </p:nvGraphicFramePr>
        <p:xfrm>
          <a:off x="838200" y="2895600"/>
          <a:ext cx="3470275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2642" name="Equation" r:id="rId5" imgW="1434960" imgH="228600" progId="Equation.3">
                  <p:embed/>
                </p:oleObj>
              </mc:Choice>
              <mc:Fallback>
                <p:oleObj name="Equation" r:id="rId5" imgW="1434960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895600"/>
                        <a:ext cx="3470275" cy="554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2612" name="Object 4"/>
          <p:cNvGraphicFramePr>
            <a:graphicFrameLocks noChangeAspect="1"/>
          </p:cNvGraphicFramePr>
          <p:nvPr/>
        </p:nvGraphicFramePr>
        <p:xfrm>
          <a:off x="5029200" y="457200"/>
          <a:ext cx="3352800" cy="200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2643" name="Equation" r:id="rId7" imgW="1549080" imgH="927000" progId="Equation.3">
                  <p:embed/>
                </p:oleObj>
              </mc:Choice>
              <mc:Fallback>
                <p:oleObj name="Equation" r:id="rId7" imgW="1549080" imgH="927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457200"/>
                        <a:ext cx="3352800" cy="200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2613" name="Object 5"/>
          <p:cNvGraphicFramePr>
            <a:graphicFrameLocks noChangeAspect="1"/>
          </p:cNvGraphicFramePr>
          <p:nvPr/>
        </p:nvGraphicFramePr>
        <p:xfrm>
          <a:off x="3592513" y="2971800"/>
          <a:ext cx="298450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2644" name="Equation" r:id="rId9" imgW="126720" imgH="177480" progId="Equation.3">
                  <p:embed/>
                </p:oleObj>
              </mc:Choice>
              <mc:Fallback>
                <p:oleObj name="Equation" r:id="rId9" imgW="126720" imgH="1774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2513" y="2971800"/>
                        <a:ext cx="298450" cy="420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2614" name="Object 6"/>
          <p:cNvGraphicFramePr>
            <a:graphicFrameLocks noChangeAspect="1"/>
          </p:cNvGraphicFramePr>
          <p:nvPr/>
        </p:nvGraphicFramePr>
        <p:xfrm>
          <a:off x="4267200" y="2906713"/>
          <a:ext cx="2544763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2645" name="Equation" r:id="rId11" imgW="1066680" imgH="215640" progId="Equation.3">
                  <p:embed/>
                </p:oleObj>
              </mc:Choice>
              <mc:Fallback>
                <p:oleObj name="Equation" r:id="rId11" imgW="1066680" imgH="2156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2906713"/>
                        <a:ext cx="2544763" cy="517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2615" name="Rectangle 7"/>
          <p:cNvSpPr>
            <a:spLocks noChangeArrowheads="1"/>
          </p:cNvSpPr>
          <p:nvPr/>
        </p:nvSpPr>
        <p:spPr bwMode="auto">
          <a:xfrm>
            <a:off x="1676400" y="423863"/>
            <a:ext cx="457200" cy="2057400"/>
          </a:xfrm>
          <a:prstGeom prst="rect">
            <a:avLst/>
          </a:prstGeom>
          <a:noFill/>
          <a:ln w="19050">
            <a:solidFill>
              <a:srgbClr val="0033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1092616" name="Rectangle 8"/>
          <p:cNvSpPr>
            <a:spLocks noChangeArrowheads="1"/>
          </p:cNvSpPr>
          <p:nvPr/>
        </p:nvSpPr>
        <p:spPr bwMode="auto">
          <a:xfrm>
            <a:off x="2286000" y="423863"/>
            <a:ext cx="457200" cy="2057400"/>
          </a:xfrm>
          <a:prstGeom prst="rect">
            <a:avLst/>
          </a:prstGeom>
          <a:noFill/>
          <a:ln w="19050">
            <a:solidFill>
              <a:srgbClr val="0033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1092617" name="Rectangle 9"/>
          <p:cNvSpPr>
            <a:spLocks noChangeArrowheads="1"/>
          </p:cNvSpPr>
          <p:nvPr/>
        </p:nvSpPr>
        <p:spPr bwMode="auto">
          <a:xfrm>
            <a:off x="3276600" y="423863"/>
            <a:ext cx="457200" cy="2057400"/>
          </a:xfrm>
          <a:prstGeom prst="rect">
            <a:avLst/>
          </a:prstGeom>
          <a:noFill/>
          <a:ln w="19050">
            <a:solidFill>
              <a:srgbClr val="0033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1092618" name="Oval 10"/>
          <p:cNvSpPr>
            <a:spLocks noChangeArrowheads="1"/>
          </p:cNvSpPr>
          <p:nvPr/>
        </p:nvSpPr>
        <p:spPr bwMode="auto">
          <a:xfrm>
            <a:off x="2786063" y="423863"/>
            <a:ext cx="457200" cy="2057400"/>
          </a:xfrm>
          <a:prstGeom prst="ellipse">
            <a:avLst/>
          </a:prstGeom>
          <a:noFill/>
          <a:ln w="19050">
            <a:solidFill>
              <a:srgbClr val="CC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graphicFrame>
        <p:nvGraphicFramePr>
          <p:cNvPr id="1092619" name="Object 11"/>
          <p:cNvGraphicFramePr>
            <a:graphicFrameLocks noChangeAspect="1"/>
          </p:cNvGraphicFramePr>
          <p:nvPr/>
        </p:nvGraphicFramePr>
        <p:xfrm>
          <a:off x="2633663" y="2960688"/>
          <a:ext cx="268287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2646" name="Equation" r:id="rId13" imgW="114120" imgH="164880" progId="Equation.3">
                  <p:embed/>
                </p:oleObj>
              </mc:Choice>
              <mc:Fallback>
                <p:oleObj name="Equation" r:id="rId13" imgW="114120" imgH="16488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3663" y="2960688"/>
                        <a:ext cx="268287" cy="390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2620" name="Object 12"/>
          <p:cNvGraphicFramePr>
            <a:graphicFrameLocks noChangeAspect="1"/>
          </p:cNvGraphicFramePr>
          <p:nvPr/>
        </p:nvGraphicFramePr>
        <p:xfrm>
          <a:off x="1654175" y="2960688"/>
          <a:ext cx="268288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2647" name="Equation" r:id="rId15" imgW="114120" imgH="164880" progId="Equation.3">
                  <p:embed/>
                </p:oleObj>
              </mc:Choice>
              <mc:Fallback>
                <p:oleObj name="Equation" r:id="rId15" imgW="114120" imgH="16488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4175" y="2960688"/>
                        <a:ext cx="268288" cy="390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2621" name="Object 13"/>
          <p:cNvGraphicFramePr>
            <a:graphicFrameLocks noChangeAspect="1"/>
          </p:cNvGraphicFramePr>
          <p:nvPr/>
        </p:nvGraphicFramePr>
        <p:xfrm>
          <a:off x="6019800" y="488950"/>
          <a:ext cx="1506538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2648" name="Equation" r:id="rId16" imgW="660240" imgH="901440" progId="Equation.3">
                  <p:embed/>
                </p:oleObj>
              </mc:Choice>
              <mc:Fallback>
                <p:oleObj name="Equation" r:id="rId16" imgW="660240" imgH="90144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488950"/>
                        <a:ext cx="1506538" cy="205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2622" name="Object 14"/>
          <p:cNvGraphicFramePr>
            <a:graphicFrameLocks noChangeAspect="1"/>
          </p:cNvGraphicFramePr>
          <p:nvPr/>
        </p:nvGraphicFramePr>
        <p:xfrm>
          <a:off x="7689850" y="457200"/>
          <a:ext cx="325438" cy="206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2649" name="Equation" r:id="rId18" imgW="126720" imgH="901440" progId="Equation.3">
                  <p:embed/>
                </p:oleObj>
              </mc:Choice>
              <mc:Fallback>
                <p:oleObj name="Equation" r:id="rId18" imgW="126720" imgH="90144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9850" y="457200"/>
                        <a:ext cx="325438" cy="2068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92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92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092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092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92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092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092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092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92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092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092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092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56869-09BF-4976-8362-B8CE62A92770}" type="slidenum">
              <a:rPr lang="zh-CN" altLang="en-US"/>
              <a:pPr/>
              <a:t>87</a:t>
            </a:fld>
            <a:endParaRPr lang="zh-CN" altLang="en-US"/>
          </a:p>
        </p:txBody>
      </p:sp>
      <p:graphicFrame>
        <p:nvGraphicFramePr>
          <p:cNvPr id="1093634" name="Object 2"/>
          <p:cNvGraphicFramePr>
            <a:graphicFrameLocks noChangeAspect="1"/>
          </p:cNvGraphicFramePr>
          <p:nvPr/>
        </p:nvGraphicFramePr>
        <p:xfrm>
          <a:off x="990600" y="423863"/>
          <a:ext cx="3505200" cy="209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3680" r:id="rId3" imgW="1536700" imgH="914400" progId="Equation.3">
                  <p:embed/>
                </p:oleObj>
              </mc:Choice>
              <mc:Fallback>
                <p:oleObj r:id="rId3" imgW="1536700" imgH="9144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423863"/>
                        <a:ext cx="3505200" cy="2090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3635" name="Object 3"/>
          <p:cNvGraphicFramePr>
            <a:graphicFrameLocks noChangeAspect="1"/>
          </p:cNvGraphicFramePr>
          <p:nvPr/>
        </p:nvGraphicFramePr>
        <p:xfrm>
          <a:off x="838200" y="2895600"/>
          <a:ext cx="3470275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3681" name="Equation" r:id="rId5" imgW="1434960" imgH="228600" progId="Equation.3">
                  <p:embed/>
                </p:oleObj>
              </mc:Choice>
              <mc:Fallback>
                <p:oleObj name="Equation" r:id="rId5" imgW="1434960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895600"/>
                        <a:ext cx="3470275" cy="554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3636" name="Object 4"/>
          <p:cNvGraphicFramePr>
            <a:graphicFrameLocks noChangeAspect="1"/>
          </p:cNvGraphicFramePr>
          <p:nvPr/>
        </p:nvGraphicFramePr>
        <p:xfrm>
          <a:off x="5029200" y="457200"/>
          <a:ext cx="3352800" cy="200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3682" name="Equation" r:id="rId7" imgW="1549080" imgH="927000" progId="Equation.3">
                  <p:embed/>
                </p:oleObj>
              </mc:Choice>
              <mc:Fallback>
                <p:oleObj name="Equation" r:id="rId7" imgW="1549080" imgH="927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457200"/>
                        <a:ext cx="3352800" cy="200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3637" name="Object 5"/>
          <p:cNvGraphicFramePr>
            <a:graphicFrameLocks noChangeAspect="1"/>
          </p:cNvGraphicFramePr>
          <p:nvPr/>
        </p:nvGraphicFramePr>
        <p:xfrm>
          <a:off x="3592513" y="2971800"/>
          <a:ext cx="298450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3683" name="Equation" r:id="rId9" imgW="126720" imgH="177480" progId="Equation.3">
                  <p:embed/>
                </p:oleObj>
              </mc:Choice>
              <mc:Fallback>
                <p:oleObj name="Equation" r:id="rId9" imgW="126720" imgH="1774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2513" y="2971800"/>
                        <a:ext cx="298450" cy="420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3638" name="Rectangle 6"/>
          <p:cNvSpPr>
            <a:spLocks noChangeArrowheads="1"/>
          </p:cNvSpPr>
          <p:nvPr/>
        </p:nvSpPr>
        <p:spPr bwMode="auto">
          <a:xfrm>
            <a:off x="1676400" y="423863"/>
            <a:ext cx="457200" cy="2057400"/>
          </a:xfrm>
          <a:prstGeom prst="rect">
            <a:avLst/>
          </a:prstGeom>
          <a:noFill/>
          <a:ln w="19050">
            <a:solidFill>
              <a:srgbClr val="0033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1093639" name="Rectangle 7"/>
          <p:cNvSpPr>
            <a:spLocks noChangeArrowheads="1"/>
          </p:cNvSpPr>
          <p:nvPr/>
        </p:nvSpPr>
        <p:spPr bwMode="auto">
          <a:xfrm>
            <a:off x="2286000" y="423863"/>
            <a:ext cx="457200" cy="2057400"/>
          </a:xfrm>
          <a:prstGeom prst="rect">
            <a:avLst/>
          </a:prstGeom>
          <a:noFill/>
          <a:ln w="19050">
            <a:solidFill>
              <a:srgbClr val="0033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1093640" name="Rectangle 8"/>
          <p:cNvSpPr>
            <a:spLocks noChangeArrowheads="1"/>
          </p:cNvSpPr>
          <p:nvPr/>
        </p:nvSpPr>
        <p:spPr bwMode="auto">
          <a:xfrm>
            <a:off x="3276600" y="423863"/>
            <a:ext cx="457200" cy="2057400"/>
          </a:xfrm>
          <a:prstGeom prst="rect">
            <a:avLst/>
          </a:prstGeom>
          <a:noFill/>
          <a:ln w="19050">
            <a:solidFill>
              <a:srgbClr val="0033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1093641" name="Oval 9"/>
          <p:cNvSpPr>
            <a:spLocks noChangeArrowheads="1"/>
          </p:cNvSpPr>
          <p:nvPr/>
        </p:nvSpPr>
        <p:spPr bwMode="auto">
          <a:xfrm>
            <a:off x="3756025" y="446088"/>
            <a:ext cx="457200" cy="2057400"/>
          </a:xfrm>
          <a:prstGeom prst="ellipse">
            <a:avLst/>
          </a:prstGeom>
          <a:noFill/>
          <a:ln w="19050">
            <a:solidFill>
              <a:srgbClr val="CC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graphicFrame>
        <p:nvGraphicFramePr>
          <p:cNvPr id="1093642" name="Object 10"/>
          <p:cNvGraphicFramePr>
            <a:graphicFrameLocks noChangeAspect="1"/>
          </p:cNvGraphicFramePr>
          <p:nvPr/>
        </p:nvGraphicFramePr>
        <p:xfrm>
          <a:off x="2633663" y="2960688"/>
          <a:ext cx="268287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3684" name="Equation" r:id="rId11" imgW="114120" imgH="164880" progId="Equation.3">
                  <p:embed/>
                </p:oleObj>
              </mc:Choice>
              <mc:Fallback>
                <p:oleObj name="Equation" r:id="rId11" imgW="114120" imgH="16488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3663" y="2960688"/>
                        <a:ext cx="268287" cy="390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3643" name="Object 11"/>
          <p:cNvGraphicFramePr>
            <a:graphicFrameLocks noChangeAspect="1"/>
          </p:cNvGraphicFramePr>
          <p:nvPr/>
        </p:nvGraphicFramePr>
        <p:xfrm>
          <a:off x="1654175" y="2960688"/>
          <a:ext cx="268288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3685" name="Equation" r:id="rId13" imgW="114120" imgH="164880" progId="Equation.3">
                  <p:embed/>
                </p:oleObj>
              </mc:Choice>
              <mc:Fallback>
                <p:oleObj name="Equation" r:id="rId13" imgW="114120" imgH="16488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4175" y="2960688"/>
                        <a:ext cx="268288" cy="390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3644" name="Object 12"/>
          <p:cNvGraphicFramePr>
            <a:graphicFrameLocks noChangeAspect="1"/>
          </p:cNvGraphicFramePr>
          <p:nvPr/>
        </p:nvGraphicFramePr>
        <p:xfrm>
          <a:off x="6019800" y="488950"/>
          <a:ext cx="1506538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3686" name="Equation" r:id="rId14" imgW="660240" imgH="901440" progId="Equation.3">
                  <p:embed/>
                </p:oleObj>
              </mc:Choice>
              <mc:Fallback>
                <p:oleObj name="Equation" r:id="rId14" imgW="660240" imgH="90144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488950"/>
                        <a:ext cx="1506538" cy="205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3645" name="Object 13"/>
          <p:cNvGraphicFramePr>
            <a:graphicFrameLocks noChangeAspect="1"/>
          </p:cNvGraphicFramePr>
          <p:nvPr/>
        </p:nvGraphicFramePr>
        <p:xfrm>
          <a:off x="7689850" y="457200"/>
          <a:ext cx="325438" cy="206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3687" name="Equation" r:id="rId16" imgW="126720" imgH="901440" progId="Equation.3">
                  <p:embed/>
                </p:oleObj>
              </mc:Choice>
              <mc:Fallback>
                <p:oleObj name="Equation" r:id="rId16" imgW="126720" imgH="90144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9850" y="457200"/>
                        <a:ext cx="325438" cy="2068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3646" name="Object 14"/>
          <p:cNvGraphicFramePr>
            <a:graphicFrameLocks noChangeAspect="1"/>
          </p:cNvGraphicFramePr>
          <p:nvPr/>
        </p:nvGraphicFramePr>
        <p:xfrm>
          <a:off x="838200" y="3733800"/>
          <a:ext cx="3470275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3688" name="Equation" r:id="rId18" imgW="1434960" imgH="228600" progId="Equation.3">
                  <p:embed/>
                </p:oleObj>
              </mc:Choice>
              <mc:Fallback>
                <p:oleObj name="Equation" r:id="rId18" imgW="1434960" imgH="2286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733800"/>
                        <a:ext cx="3470275" cy="554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3647" name="Object 15"/>
          <p:cNvGraphicFramePr>
            <a:graphicFrameLocks noChangeAspect="1"/>
          </p:cNvGraphicFramePr>
          <p:nvPr/>
        </p:nvGraphicFramePr>
        <p:xfrm>
          <a:off x="3606800" y="3802063"/>
          <a:ext cx="268288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3689" name="Equation" r:id="rId20" imgW="114120" imgH="164880" progId="Equation.3">
                  <p:embed/>
                </p:oleObj>
              </mc:Choice>
              <mc:Fallback>
                <p:oleObj name="Equation" r:id="rId20" imgW="114120" imgH="16488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6800" y="3802063"/>
                        <a:ext cx="268288" cy="390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3648" name="Object 16"/>
          <p:cNvGraphicFramePr>
            <a:graphicFrameLocks noChangeAspect="1"/>
          </p:cNvGraphicFramePr>
          <p:nvPr/>
        </p:nvGraphicFramePr>
        <p:xfrm>
          <a:off x="4238625" y="3733800"/>
          <a:ext cx="254317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3690" name="Equation" r:id="rId22" imgW="1066680" imgH="215640" progId="Equation.3">
                  <p:embed/>
                </p:oleObj>
              </mc:Choice>
              <mc:Fallback>
                <p:oleObj name="Equation" r:id="rId22" imgW="1066680" imgH="21564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8625" y="3733800"/>
                        <a:ext cx="2543175" cy="517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3649" name="Object 17"/>
          <p:cNvGraphicFramePr>
            <a:graphicFrameLocks noChangeAspect="1"/>
          </p:cNvGraphicFramePr>
          <p:nvPr/>
        </p:nvGraphicFramePr>
        <p:xfrm>
          <a:off x="2619375" y="3798888"/>
          <a:ext cx="29845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3691" name="Equation" r:id="rId24" imgW="126720" imgH="164880" progId="Equation.3">
                  <p:embed/>
                </p:oleObj>
              </mc:Choice>
              <mc:Fallback>
                <p:oleObj name="Equation" r:id="rId24" imgW="126720" imgH="16488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9375" y="3798888"/>
                        <a:ext cx="298450" cy="390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3650" name="Object 18"/>
          <p:cNvGraphicFramePr>
            <a:graphicFrameLocks noChangeAspect="1"/>
          </p:cNvGraphicFramePr>
          <p:nvPr/>
        </p:nvGraphicFramePr>
        <p:xfrm>
          <a:off x="1654175" y="3798888"/>
          <a:ext cx="268288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3692" name="Equation" r:id="rId26" imgW="114120" imgH="164880" progId="Equation.3">
                  <p:embed/>
                </p:oleObj>
              </mc:Choice>
              <mc:Fallback>
                <p:oleObj name="Equation" r:id="rId26" imgW="114120" imgH="16488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4175" y="3798888"/>
                        <a:ext cx="268288" cy="390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3651" name="Object 19"/>
          <p:cNvGraphicFramePr>
            <a:graphicFrameLocks noChangeAspect="1"/>
          </p:cNvGraphicFramePr>
          <p:nvPr/>
        </p:nvGraphicFramePr>
        <p:xfrm>
          <a:off x="4267200" y="2906713"/>
          <a:ext cx="2544763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3693" name="Equation" r:id="rId27" imgW="1066680" imgH="215640" progId="Equation.3">
                  <p:embed/>
                </p:oleObj>
              </mc:Choice>
              <mc:Fallback>
                <p:oleObj name="Equation" r:id="rId27" imgW="1066680" imgH="21564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2906713"/>
                        <a:ext cx="2544763" cy="517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93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93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93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93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93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93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93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F2DBE-D83A-4326-B251-2226E3B5B2CA}" type="slidenum">
              <a:rPr lang="zh-CN" altLang="en-US"/>
              <a:pPr/>
              <a:t>88</a:t>
            </a:fld>
            <a:endParaRPr lang="zh-CN" altLang="en-US"/>
          </a:p>
        </p:txBody>
      </p:sp>
      <p:sp>
        <p:nvSpPr>
          <p:cNvPr id="1175554" name="Text Box 2"/>
          <p:cNvSpPr txBox="1">
            <a:spLocks noChangeArrowheads="1"/>
          </p:cNvSpPr>
          <p:nvPr/>
        </p:nvSpPr>
        <p:spPr bwMode="auto">
          <a:xfrm>
            <a:off x="152400" y="3095625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1175555" name="Object 3"/>
          <p:cNvGraphicFramePr>
            <a:graphicFrameLocks noChangeAspect="1"/>
          </p:cNvGraphicFramePr>
          <p:nvPr/>
        </p:nvGraphicFramePr>
        <p:xfrm>
          <a:off x="2057400" y="407988"/>
          <a:ext cx="6246813" cy="164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5603" name="Document" r:id="rId3" imgW="2773080" imgH="726840" progId="Word.Document.8">
                  <p:embed/>
                </p:oleObj>
              </mc:Choice>
              <mc:Fallback>
                <p:oleObj name="Document" r:id="rId3" imgW="2773080" imgH="72684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407988"/>
                        <a:ext cx="6246813" cy="1649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5556" name="Text Box 4"/>
          <p:cNvSpPr txBox="1">
            <a:spLocks noChangeArrowheads="1"/>
          </p:cNvSpPr>
          <p:nvPr/>
        </p:nvSpPr>
        <p:spPr bwMode="auto">
          <a:xfrm>
            <a:off x="152400" y="242888"/>
            <a:ext cx="3505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练习   </a:t>
            </a:r>
            <a:r>
              <a:rPr lang="zh-CN" altLang="en-US">
                <a:latin typeface="宋体" panose="02010600030101010101" pitchFamily="2" charset="-122"/>
              </a:rPr>
              <a:t>设向量组</a:t>
            </a:r>
          </a:p>
        </p:txBody>
      </p:sp>
      <p:sp>
        <p:nvSpPr>
          <p:cNvPr id="1175557" name="Text Box 5"/>
          <p:cNvSpPr txBox="1">
            <a:spLocks noChangeArrowheads="1"/>
          </p:cNvSpPr>
          <p:nvPr/>
        </p:nvSpPr>
        <p:spPr bwMode="auto">
          <a:xfrm>
            <a:off x="152400" y="1943100"/>
            <a:ext cx="84582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>
                <a:latin typeface="宋体" panose="02010600030101010101" pitchFamily="2" charset="-122"/>
              </a:rPr>
              <a:t>求一个极大无关组，并将其余向量用这个极大无关组线性表示</a:t>
            </a:r>
            <a:r>
              <a:rPr lang="zh-CN" altLang="en-US"/>
              <a:t>。</a:t>
            </a:r>
          </a:p>
        </p:txBody>
      </p:sp>
      <p:graphicFrame>
        <p:nvGraphicFramePr>
          <p:cNvPr id="1175558" name="Object 6"/>
          <p:cNvGraphicFramePr>
            <a:graphicFrameLocks noChangeAspect="1"/>
          </p:cNvGraphicFramePr>
          <p:nvPr/>
        </p:nvGraphicFramePr>
        <p:xfrm>
          <a:off x="762000" y="3095625"/>
          <a:ext cx="2149475" cy="161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5604" name="Equation" r:id="rId5" imgW="927000" imgH="698400" progId="Equation.3">
                  <p:embed/>
                </p:oleObj>
              </mc:Choice>
              <mc:Fallback>
                <p:oleObj name="Equation" r:id="rId5" imgW="927000" imgH="698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3095625"/>
                        <a:ext cx="2149475" cy="1617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5560" name="Object 8"/>
          <p:cNvGraphicFramePr>
            <a:graphicFrameLocks noChangeAspect="1"/>
          </p:cNvGraphicFramePr>
          <p:nvPr/>
        </p:nvGraphicFramePr>
        <p:xfrm>
          <a:off x="2895600" y="3124200"/>
          <a:ext cx="3297238" cy="161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5605" name="Equation" r:id="rId7" imgW="1422360" imgH="698400" progId="Equation.3">
                  <p:embed/>
                </p:oleObj>
              </mc:Choice>
              <mc:Fallback>
                <p:oleObj name="Equation" r:id="rId7" imgW="1422360" imgH="6984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3124200"/>
                        <a:ext cx="3297238" cy="1617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5561" name="Object 9"/>
          <p:cNvGraphicFramePr>
            <a:graphicFrameLocks noChangeAspect="1"/>
          </p:cNvGraphicFramePr>
          <p:nvPr/>
        </p:nvGraphicFramePr>
        <p:xfrm>
          <a:off x="6148388" y="3124200"/>
          <a:ext cx="2738437" cy="161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5606" name="Equation" r:id="rId9" imgW="1180800" imgH="698400" progId="Equation.3">
                  <p:embed/>
                </p:oleObj>
              </mc:Choice>
              <mc:Fallback>
                <p:oleObj name="Equation" r:id="rId9" imgW="1180800" imgH="6984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8388" y="3124200"/>
                        <a:ext cx="2738437" cy="1617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5562" name="Rectangle 10"/>
          <p:cNvSpPr>
            <a:spLocks noChangeArrowheads="1"/>
          </p:cNvSpPr>
          <p:nvPr/>
        </p:nvSpPr>
        <p:spPr bwMode="auto">
          <a:xfrm>
            <a:off x="6705600" y="3124200"/>
            <a:ext cx="838200" cy="1600200"/>
          </a:xfrm>
          <a:prstGeom prst="rect">
            <a:avLst/>
          </a:prstGeom>
          <a:noFill/>
          <a:ln w="31750">
            <a:solidFill>
              <a:srgbClr val="0033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graphicFrame>
        <p:nvGraphicFramePr>
          <p:cNvPr id="1175563" name="Object 11"/>
          <p:cNvGraphicFramePr>
            <a:graphicFrameLocks noChangeAspect="1"/>
          </p:cNvGraphicFramePr>
          <p:nvPr/>
        </p:nvGraphicFramePr>
        <p:xfrm>
          <a:off x="687388" y="4722813"/>
          <a:ext cx="400685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5607" name="Document" r:id="rId11" imgW="1357560" imgH="216000" progId="Word.Document.8">
                  <p:embed/>
                </p:oleObj>
              </mc:Choice>
              <mc:Fallback>
                <p:oleObj name="Document" r:id="rId11" imgW="1357560" imgH="216000" progId="Word.Document.8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388" y="4722813"/>
                        <a:ext cx="4006850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5564" name="Text Box 12"/>
          <p:cNvSpPr txBox="1">
            <a:spLocks noChangeArrowheads="1"/>
          </p:cNvSpPr>
          <p:nvPr/>
        </p:nvSpPr>
        <p:spPr bwMode="auto">
          <a:xfrm>
            <a:off x="4714875" y="4810125"/>
            <a:ext cx="2057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秩为 2。</a:t>
            </a:r>
          </a:p>
        </p:txBody>
      </p:sp>
      <p:sp>
        <p:nvSpPr>
          <p:cNvPr id="1175565" name="Oval 13"/>
          <p:cNvSpPr>
            <a:spLocks noChangeArrowheads="1"/>
          </p:cNvSpPr>
          <p:nvPr/>
        </p:nvSpPr>
        <p:spPr bwMode="auto">
          <a:xfrm>
            <a:off x="7620000" y="3146425"/>
            <a:ext cx="457200" cy="1600200"/>
          </a:xfrm>
          <a:prstGeom prst="ellipse">
            <a:avLst/>
          </a:prstGeom>
          <a:noFill/>
          <a:ln w="31750">
            <a:solidFill>
              <a:srgbClr val="CC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1175566" name="Oval 14"/>
          <p:cNvSpPr>
            <a:spLocks noChangeArrowheads="1"/>
          </p:cNvSpPr>
          <p:nvPr/>
        </p:nvSpPr>
        <p:spPr bwMode="auto">
          <a:xfrm>
            <a:off x="8153400" y="3146425"/>
            <a:ext cx="457200" cy="1600200"/>
          </a:xfrm>
          <a:prstGeom prst="ellipse">
            <a:avLst/>
          </a:prstGeom>
          <a:noFill/>
          <a:ln w="31750">
            <a:solidFill>
              <a:srgbClr val="CC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graphicFrame>
        <p:nvGraphicFramePr>
          <p:cNvPr id="1175567" name="Object 15"/>
          <p:cNvGraphicFramePr>
            <a:graphicFrameLocks noChangeAspect="1"/>
          </p:cNvGraphicFramePr>
          <p:nvPr/>
        </p:nvGraphicFramePr>
        <p:xfrm>
          <a:off x="785813" y="5651500"/>
          <a:ext cx="2632075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5608" name="Equation" r:id="rId13" imgW="990360" imgH="228600" progId="Equation.3">
                  <p:embed/>
                </p:oleObj>
              </mc:Choice>
              <mc:Fallback>
                <p:oleObj name="Equation" r:id="rId13" imgW="990360" imgH="2286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813" y="5651500"/>
                        <a:ext cx="2632075" cy="528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5568" name="Object 16"/>
          <p:cNvGraphicFramePr>
            <a:graphicFrameLocks noChangeAspect="1"/>
          </p:cNvGraphicFramePr>
          <p:nvPr/>
        </p:nvGraphicFramePr>
        <p:xfrm>
          <a:off x="2266950" y="5695950"/>
          <a:ext cx="606425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5609" name="Equation" r:id="rId15" imgW="228600" imgH="164880" progId="Equation.3">
                  <p:embed/>
                </p:oleObj>
              </mc:Choice>
              <mc:Fallback>
                <p:oleObj name="Equation" r:id="rId15" imgW="228600" imgH="16488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6950" y="5695950"/>
                        <a:ext cx="606425" cy="382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5569" name="Object 17"/>
          <p:cNvGraphicFramePr>
            <a:graphicFrameLocks noChangeAspect="1"/>
          </p:cNvGraphicFramePr>
          <p:nvPr/>
        </p:nvGraphicFramePr>
        <p:xfrm>
          <a:off x="1562100" y="5429250"/>
          <a:ext cx="403225" cy="941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5610" name="Equation" r:id="rId17" imgW="152280" imgH="406080" progId="Equation.3">
                  <p:embed/>
                </p:oleObj>
              </mc:Choice>
              <mc:Fallback>
                <p:oleObj name="Equation" r:id="rId17" imgW="152280" imgH="40608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2100" y="5429250"/>
                        <a:ext cx="403225" cy="941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5571" name="Object 19"/>
          <p:cNvGraphicFramePr>
            <a:graphicFrameLocks noChangeAspect="1"/>
          </p:cNvGraphicFramePr>
          <p:nvPr/>
        </p:nvGraphicFramePr>
        <p:xfrm>
          <a:off x="3505200" y="5667375"/>
          <a:ext cx="2062163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5611" name="Equation" r:id="rId19" imgW="888840" imgH="215640" progId="Equation.3">
                  <p:embed/>
                </p:oleObj>
              </mc:Choice>
              <mc:Fallback>
                <p:oleObj name="Equation" r:id="rId19" imgW="888840" imgH="21564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5667375"/>
                        <a:ext cx="2062163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5572" name="Object 20"/>
          <p:cNvGraphicFramePr>
            <a:graphicFrameLocks noChangeAspect="1"/>
          </p:cNvGraphicFramePr>
          <p:nvPr/>
        </p:nvGraphicFramePr>
        <p:xfrm>
          <a:off x="4514850" y="5715000"/>
          <a:ext cx="530225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5612" name="Equation" r:id="rId21" imgW="228600" imgH="164880" progId="Equation.3">
                  <p:embed/>
                </p:oleObj>
              </mc:Choice>
              <mc:Fallback>
                <p:oleObj name="Equation" r:id="rId21" imgW="228600" imgH="16488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5715000"/>
                        <a:ext cx="530225" cy="38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5573" name="Object 21"/>
          <p:cNvGraphicFramePr>
            <a:graphicFrameLocks noChangeAspect="1"/>
          </p:cNvGraphicFramePr>
          <p:nvPr/>
        </p:nvGraphicFramePr>
        <p:xfrm>
          <a:off x="4114800" y="5715000"/>
          <a:ext cx="265113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5613" name="Equation" r:id="rId23" imgW="114120" imgH="164880" progId="Equation.3">
                  <p:embed/>
                </p:oleObj>
              </mc:Choice>
              <mc:Fallback>
                <p:oleObj name="Equation" r:id="rId23" imgW="114120" imgH="16488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5715000"/>
                        <a:ext cx="265113" cy="38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5574" name="Text Box 22"/>
          <p:cNvSpPr txBox="1">
            <a:spLocks noChangeArrowheads="1"/>
          </p:cNvSpPr>
          <p:nvPr/>
        </p:nvSpPr>
        <p:spPr bwMode="auto">
          <a:xfrm>
            <a:off x="7162800" y="5867400"/>
            <a:ext cx="76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   </a:t>
            </a:r>
          </a:p>
        </p:txBody>
      </p:sp>
      <p:graphicFrame>
        <p:nvGraphicFramePr>
          <p:cNvPr id="1175575" name="Object 23"/>
          <p:cNvGraphicFramePr>
            <a:graphicFrameLocks noChangeAspect="1"/>
          </p:cNvGraphicFramePr>
          <p:nvPr/>
        </p:nvGraphicFramePr>
        <p:xfrm>
          <a:off x="2324100" y="5743575"/>
          <a:ext cx="369888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5614" name="Equation" r:id="rId25" imgW="139680" imgH="139680" progId="Equation.3">
                  <p:embed/>
                </p:oleObj>
              </mc:Choice>
              <mc:Fallback>
                <p:oleObj name="Equation" r:id="rId25" imgW="139680" imgH="13968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4100" y="5743575"/>
                        <a:ext cx="369888" cy="323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5576" name="Object 24"/>
          <p:cNvGraphicFramePr>
            <a:graphicFrameLocks noChangeAspect="1"/>
          </p:cNvGraphicFramePr>
          <p:nvPr/>
        </p:nvGraphicFramePr>
        <p:xfrm>
          <a:off x="4581525" y="5762625"/>
          <a:ext cx="323850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5615" name="Equation" r:id="rId27" imgW="139680" imgH="139680" progId="Equation.3">
                  <p:embed/>
                </p:oleObj>
              </mc:Choice>
              <mc:Fallback>
                <p:oleObj name="Equation" r:id="rId27" imgW="139680" imgH="13968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1525" y="5762625"/>
                        <a:ext cx="323850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75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75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75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75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75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75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75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75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175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175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175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1755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75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1755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75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175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175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175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11755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75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1755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75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175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1755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75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175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5554" grpId="0" autoUpdateAnimBg="0"/>
      <p:bldP spid="1175556" grpId="0" autoUpdateAnimBg="0"/>
      <p:bldP spid="1175557" grpId="0" autoUpdateAnimBg="0"/>
      <p:bldP spid="1175564" grpId="0" autoUpdateAnimBg="0"/>
      <p:bldP spid="1175574" grpId="0" autoUpdateAnimBg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23923-AAF7-4BB0-9BB5-132D0FE274C8}" type="slidenum">
              <a:rPr lang="zh-CN" altLang="en-US"/>
              <a:pPr/>
              <a:t>89</a:t>
            </a:fld>
            <a:endParaRPr lang="zh-CN" altLang="en-US"/>
          </a:p>
        </p:txBody>
      </p:sp>
      <p:sp>
        <p:nvSpPr>
          <p:cNvPr id="1094658" name="Text Box 2"/>
          <p:cNvSpPr txBox="1">
            <a:spLocks noChangeArrowheads="1"/>
          </p:cNvSpPr>
          <p:nvPr/>
        </p:nvSpPr>
        <p:spPr bwMode="auto">
          <a:xfrm>
            <a:off x="228600" y="330200"/>
            <a:ext cx="129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定理</a:t>
            </a:r>
          </a:p>
        </p:txBody>
      </p:sp>
      <p:sp>
        <p:nvSpPr>
          <p:cNvPr id="1094659" name="Text Box 3"/>
          <p:cNvSpPr txBox="1">
            <a:spLocks noChangeArrowheads="1"/>
          </p:cNvSpPr>
          <p:nvPr/>
        </p:nvSpPr>
        <p:spPr bwMode="auto">
          <a:xfrm>
            <a:off x="1219200" y="352425"/>
            <a:ext cx="525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</a:rPr>
              <a:t>设矩阵</a:t>
            </a:r>
            <a:r>
              <a:rPr lang="en-US" altLang="zh-CN" i="1"/>
              <a:t>A</a:t>
            </a:r>
            <a:r>
              <a:rPr lang="en-US" altLang="zh-CN">
                <a:latin typeface="宋体" panose="02010600030101010101" pitchFamily="2" charset="-122"/>
              </a:rPr>
              <a:t>,</a:t>
            </a:r>
            <a:r>
              <a:rPr lang="en-US" altLang="zh-CN" i="1"/>
              <a:t>B</a:t>
            </a:r>
            <a:r>
              <a:rPr lang="zh-CN" altLang="en-US">
                <a:latin typeface="宋体" panose="02010600030101010101" pitchFamily="2" charset="-122"/>
              </a:rPr>
              <a:t>可以相乘,则有</a:t>
            </a:r>
            <a:endParaRPr lang="zh-CN" altLang="en-US"/>
          </a:p>
        </p:txBody>
      </p:sp>
      <p:sp>
        <p:nvSpPr>
          <p:cNvPr id="1094661" name="Text Box 5"/>
          <p:cNvSpPr txBox="1">
            <a:spLocks noChangeArrowheads="1"/>
          </p:cNvSpPr>
          <p:nvPr/>
        </p:nvSpPr>
        <p:spPr bwMode="auto">
          <a:xfrm>
            <a:off x="365125" y="1714500"/>
            <a:ext cx="5381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证</a:t>
            </a:r>
          </a:p>
        </p:txBody>
      </p:sp>
      <p:graphicFrame>
        <p:nvGraphicFramePr>
          <p:cNvPr id="1094662" name="Object 6"/>
          <p:cNvGraphicFramePr>
            <a:graphicFrameLocks noChangeAspect="1"/>
          </p:cNvGraphicFramePr>
          <p:nvPr/>
        </p:nvGraphicFramePr>
        <p:xfrm>
          <a:off x="1279525" y="1757363"/>
          <a:ext cx="34290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4696" name="Document" r:id="rId3" imgW="1551240" imgH="228600" progId="Word.Document.8">
                  <p:embed/>
                </p:oleObj>
              </mc:Choice>
              <mc:Fallback>
                <p:oleObj name="Document" r:id="rId3" imgW="1551240" imgH="228600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9525" y="1757363"/>
                        <a:ext cx="34290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4663" name="Object 7"/>
          <p:cNvGraphicFramePr>
            <a:graphicFrameLocks noChangeAspect="1"/>
          </p:cNvGraphicFramePr>
          <p:nvPr/>
        </p:nvGraphicFramePr>
        <p:xfrm>
          <a:off x="5013325" y="939800"/>
          <a:ext cx="2971800" cy="221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4697" name="Document" r:id="rId5" imgW="1276920" imgH="947520" progId="Word.Document.8">
                  <p:embed/>
                </p:oleObj>
              </mc:Choice>
              <mc:Fallback>
                <p:oleObj name="Document" r:id="rId5" imgW="1276920" imgH="947520" progId="Word.Document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3325" y="939800"/>
                        <a:ext cx="2971800" cy="221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4664" name="Object 8"/>
          <p:cNvGraphicFramePr>
            <a:graphicFrameLocks noChangeAspect="1"/>
          </p:cNvGraphicFramePr>
          <p:nvPr/>
        </p:nvGraphicFramePr>
        <p:xfrm>
          <a:off x="436563" y="3130550"/>
          <a:ext cx="7840662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4698" name="Document" r:id="rId7" imgW="3233880" imgH="228600" progId="Word.Document.8">
                  <p:embed/>
                </p:oleObj>
              </mc:Choice>
              <mc:Fallback>
                <p:oleObj name="Document" r:id="rId7" imgW="3233880" imgH="228600" progId="Word.Document.8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563" y="3130550"/>
                        <a:ext cx="7840662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4665" name="Text Box 9"/>
          <p:cNvSpPr txBox="1">
            <a:spLocks noChangeArrowheads="1"/>
          </p:cNvSpPr>
          <p:nvPr/>
        </p:nvSpPr>
        <p:spPr bwMode="auto">
          <a:xfrm>
            <a:off x="347663" y="3738563"/>
            <a:ext cx="79581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即</a:t>
            </a:r>
            <a:r>
              <a:rPr lang="en-US" altLang="zh-CN" i="1"/>
              <a:t>AB</a:t>
            </a:r>
            <a:r>
              <a:rPr lang="zh-CN" altLang="en-US"/>
              <a:t>的每个列向量是</a:t>
            </a:r>
            <a:r>
              <a:rPr lang="en-US" altLang="zh-CN" i="1"/>
              <a:t>A</a:t>
            </a:r>
            <a:r>
              <a:rPr lang="zh-CN" altLang="en-US"/>
              <a:t>的列向量组的线性组合,</a:t>
            </a:r>
          </a:p>
        </p:txBody>
      </p:sp>
      <p:grpSp>
        <p:nvGrpSpPr>
          <p:cNvPr id="1094666" name="Group 10"/>
          <p:cNvGrpSpPr>
            <a:grpSpLocks/>
          </p:cNvGrpSpPr>
          <p:nvPr/>
        </p:nvGrpSpPr>
        <p:grpSpPr bwMode="auto">
          <a:xfrm>
            <a:off x="381000" y="4267200"/>
            <a:ext cx="8763000" cy="587375"/>
            <a:chOff x="144" y="2400"/>
            <a:chExt cx="5520" cy="370"/>
          </a:xfrm>
        </p:grpSpPr>
        <p:grpSp>
          <p:nvGrpSpPr>
            <p:cNvPr id="1094667" name="Group 11"/>
            <p:cNvGrpSpPr>
              <a:grpSpLocks/>
            </p:cNvGrpSpPr>
            <p:nvPr/>
          </p:nvGrpSpPr>
          <p:grpSpPr bwMode="auto">
            <a:xfrm>
              <a:off x="144" y="2400"/>
              <a:ext cx="5520" cy="358"/>
              <a:chOff x="144" y="2400"/>
              <a:chExt cx="5520" cy="358"/>
            </a:xfrm>
          </p:grpSpPr>
          <p:sp>
            <p:nvSpPr>
              <p:cNvPr id="1094668" name="Text Box 12"/>
              <p:cNvSpPr txBox="1">
                <a:spLocks noChangeArrowheads="1"/>
              </p:cNvSpPr>
              <p:nvPr/>
            </p:nvSpPr>
            <p:spPr bwMode="auto">
              <a:xfrm>
                <a:off x="144" y="2400"/>
                <a:ext cx="5520" cy="35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33CC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2600"/>
                  <a:t>若向量组(Ⅰ)能被向量组(Ⅱ)线性表出, 则秩(Ⅰ)    秩(Ⅱ).</a:t>
                </a:r>
              </a:p>
            </p:txBody>
          </p:sp>
          <p:graphicFrame>
            <p:nvGraphicFramePr>
              <p:cNvPr id="1094669" name="Object 13"/>
              <p:cNvGraphicFramePr>
                <a:graphicFrameLocks noChangeAspect="1"/>
              </p:cNvGraphicFramePr>
              <p:nvPr/>
            </p:nvGraphicFramePr>
            <p:xfrm>
              <a:off x="4505" y="2482"/>
              <a:ext cx="192" cy="2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94699" name="Equation" r:id="rId9" imgW="126720" imgH="152280" progId="Equation.3">
                      <p:embed/>
                    </p:oleObj>
                  </mc:Choice>
                  <mc:Fallback>
                    <p:oleObj name="Equation" r:id="rId9" imgW="126720" imgH="152280" progId="Equation.3">
                      <p:embed/>
                      <p:pic>
                        <p:nvPicPr>
                          <p:cNvPr id="0" name="Object 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05" y="2482"/>
                            <a:ext cx="192" cy="23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094670" name="Rectangle 14"/>
            <p:cNvSpPr>
              <a:spLocks noChangeArrowheads="1"/>
            </p:cNvSpPr>
            <p:nvPr/>
          </p:nvSpPr>
          <p:spPr bwMode="auto">
            <a:xfrm>
              <a:off x="144" y="2434"/>
              <a:ext cx="5232" cy="336"/>
            </a:xfrm>
            <a:prstGeom prst="rect">
              <a:avLst/>
            </a:prstGeom>
            <a:noFill/>
            <a:ln w="31750">
              <a:solidFill>
                <a:srgbClr val="0033CC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</p:grpSp>
      <p:graphicFrame>
        <p:nvGraphicFramePr>
          <p:cNvPr id="1094685" name="Object 29"/>
          <p:cNvGraphicFramePr>
            <a:graphicFrameLocks noChangeAspect="1"/>
          </p:cNvGraphicFramePr>
          <p:nvPr/>
        </p:nvGraphicFramePr>
        <p:xfrm>
          <a:off x="944563" y="1092200"/>
          <a:ext cx="4284662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4700" name="Equation" r:id="rId11" imgW="1739880" imgH="203040" progId="Equation.3">
                  <p:embed/>
                </p:oleObj>
              </mc:Choice>
              <mc:Fallback>
                <p:oleObj name="Equation" r:id="rId11" imgW="1739880" imgH="20304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4563" y="1092200"/>
                        <a:ext cx="4284662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94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94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94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94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94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94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94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94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946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94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4658" grpId="0" autoUpdateAnimBg="0"/>
      <p:bldP spid="1094659" grpId="0" autoUpdateAnimBg="0"/>
      <p:bldP spid="1094661" grpId="0" autoUpdateAnimBg="0"/>
      <p:bldP spid="1094665" grpId="0" autoUpdateAnimBg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279B1-FC50-409A-8187-7A030F74E2FC}" type="slidenum">
              <a:rPr lang="zh-CN" altLang="en-US"/>
              <a:pPr/>
              <a:t>90</a:t>
            </a:fld>
            <a:endParaRPr lang="zh-CN" altLang="en-US"/>
          </a:p>
        </p:txBody>
      </p:sp>
      <p:graphicFrame>
        <p:nvGraphicFramePr>
          <p:cNvPr id="1095704" name="Object 24"/>
          <p:cNvGraphicFramePr>
            <a:graphicFrameLocks noChangeAspect="1"/>
          </p:cNvGraphicFramePr>
          <p:nvPr/>
        </p:nvGraphicFramePr>
        <p:xfrm>
          <a:off x="352425" y="4381500"/>
          <a:ext cx="297180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5736" name="Equation" r:id="rId3" imgW="1218960" imgH="203040" progId="Equation.3">
                  <p:embed/>
                </p:oleObj>
              </mc:Choice>
              <mc:Fallback>
                <p:oleObj name="Equation" r:id="rId3" imgW="1218960" imgH="20304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425" y="4381500"/>
                        <a:ext cx="2971800" cy="503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5705" name="Object 25"/>
          <p:cNvGraphicFramePr>
            <a:graphicFrameLocks noChangeAspect="1"/>
          </p:cNvGraphicFramePr>
          <p:nvPr/>
        </p:nvGraphicFramePr>
        <p:xfrm>
          <a:off x="2209800" y="4927600"/>
          <a:ext cx="2997200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5737" name="Equation" r:id="rId5" imgW="1168200" imgH="228600" progId="Equation.3">
                  <p:embed/>
                </p:oleObj>
              </mc:Choice>
              <mc:Fallback>
                <p:oleObj name="Equation" r:id="rId5" imgW="1168200" imgH="22860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927600"/>
                        <a:ext cx="2997200" cy="595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5706" name="Object 26"/>
          <p:cNvGraphicFramePr>
            <a:graphicFrameLocks noChangeAspect="1"/>
          </p:cNvGraphicFramePr>
          <p:nvPr/>
        </p:nvGraphicFramePr>
        <p:xfrm>
          <a:off x="381000" y="5651500"/>
          <a:ext cx="469106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5738" name="Equation" r:id="rId7" imgW="1904760" imgH="203040" progId="Equation.3">
                  <p:embed/>
                </p:oleObj>
              </mc:Choice>
              <mc:Fallback>
                <p:oleObj name="Equation" r:id="rId7" imgW="1904760" imgH="20304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5651500"/>
                        <a:ext cx="4691063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5707" name="Text Box 27"/>
          <p:cNvSpPr txBox="1">
            <a:spLocks noChangeArrowheads="1"/>
          </p:cNvSpPr>
          <p:nvPr/>
        </p:nvSpPr>
        <p:spPr bwMode="auto">
          <a:xfrm>
            <a:off x="304800" y="4953000"/>
            <a:ext cx="2971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另一方面，</a:t>
            </a:r>
          </a:p>
        </p:txBody>
      </p:sp>
      <p:graphicFrame>
        <p:nvGraphicFramePr>
          <p:cNvPr id="1095708" name="Object 28"/>
          <p:cNvGraphicFramePr>
            <a:graphicFrameLocks noChangeAspect="1"/>
          </p:cNvGraphicFramePr>
          <p:nvPr/>
        </p:nvGraphicFramePr>
        <p:xfrm>
          <a:off x="5197475" y="4914900"/>
          <a:ext cx="1400175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5739" name="Equation" r:id="rId9" imgW="545760" imgH="228600" progId="Equation.3">
                  <p:embed/>
                </p:oleObj>
              </mc:Choice>
              <mc:Fallback>
                <p:oleObj name="Equation" r:id="rId9" imgW="545760" imgH="22860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7475" y="4914900"/>
                        <a:ext cx="1400175" cy="595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5709" name="Object 29"/>
          <p:cNvGraphicFramePr>
            <a:graphicFrameLocks noChangeAspect="1"/>
          </p:cNvGraphicFramePr>
          <p:nvPr/>
        </p:nvGraphicFramePr>
        <p:xfrm>
          <a:off x="6569075" y="4978400"/>
          <a:ext cx="1368425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5740" name="Equation" r:id="rId11" imgW="533160" imgH="203040" progId="Equation.3">
                  <p:embed/>
                </p:oleObj>
              </mc:Choice>
              <mc:Fallback>
                <p:oleObj name="Equation" r:id="rId11" imgW="533160" imgH="20304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9075" y="4978400"/>
                        <a:ext cx="1368425" cy="530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5710" name="Text Box 30"/>
          <p:cNvSpPr txBox="1">
            <a:spLocks noChangeArrowheads="1"/>
          </p:cNvSpPr>
          <p:nvPr/>
        </p:nvSpPr>
        <p:spPr bwMode="auto">
          <a:xfrm>
            <a:off x="228600" y="330200"/>
            <a:ext cx="129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定理</a:t>
            </a:r>
          </a:p>
        </p:txBody>
      </p:sp>
      <p:sp>
        <p:nvSpPr>
          <p:cNvPr id="1095711" name="Text Box 31"/>
          <p:cNvSpPr txBox="1">
            <a:spLocks noChangeArrowheads="1"/>
          </p:cNvSpPr>
          <p:nvPr/>
        </p:nvSpPr>
        <p:spPr bwMode="auto">
          <a:xfrm>
            <a:off x="1219200" y="352425"/>
            <a:ext cx="525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</a:rPr>
              <a:t>设矩阵</a:t>
            </a:r>
            <a:r>
              <a:rPr lang="en-US" altLang="zh-CN" i="1"/>
              <a:t>A</a:t>
            </a:r>
            <a:r>
              <a:rPr lang="en-US" altLang="zh-CN">
                <a:latin typeface="宋体" panose="02010600030101010101" pitchFamily="2" charset="-122"/>
              </a:rPr>
              <a:t>,</a:t>
            </a:r>
            <a:r>
              <a:rPr lang="en-US" altLang="zh-CN" i="1"/>
              <a:t>B</a:t>
            </a:r>
            <a:r>
              <a:rPr lang="zh-CN" altLang="en-US">
                <a:latin typeface="宋体" panose="02010600030101010101" pitchFamily="2" charset="-122"/>
              </a:rPr>
              <a:t>可以相乘,则有</a:t>
            </a:r>
            <a:endParaRPr lang="zh-CN" altLang="en-US"/>
          </a:p>
        </p:txBody>
      </p:sp>
      <p:sp>
        <p:nvSpPr>
          <p:cNvPr id="1095712" name="Text Box 32"/>
          <p:cNvSpPr txBox="1">
            <a:spLocks noChangeArrowheads="1"/>
          </p:cNvSpPr>
          <p:nvPr/>
        </p:nvSpPr>
        <p:spPr bwMode="auto">
          <a:xfrm>
            <a:off x="365125" y="1714500"/>
            <a:ext cx="5381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证</a:t>
            </a:r>
          </a:p>
        </p:txBody>
      </p:sp>
      <p:graphicFrame>
        <p:nvGraphicFramePr>
          <p:cNvPr id="1095713" name="Object 33"/>
          <p:cNvGraphicFramePr>
            <a:graphicFrameLocks noChangeAspect="1"/>
          </p:cNvGraphicFramePr>
          <p:nvPr/>
        </p:nvGraphicFramePr>
        <p:xfrm>
          <a:off x="1279525" y="1757363"/>
          <a:ext cx="34290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5741" name="Document" r:id="rId13" imgW="1551240" imgH="228600" progId="Word.Document.8">
                  <p:embed/>
                </p:oleObj>
              </mc:Choice>
              <mc:Fallback>
                <p:oleObj name="Document" r:id="rId13" imgW="1551240" imgH="228600" progId="Word.Document.8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9525" y="1757363"/>
                        <a:ext cx="34290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5714" name="Object 34"/>
          <p:cNvGraphicFramePr>
            <a:graphicFrameLocks noChangeAspect="1"/>
          </p:cNvGraphicFramePr>
          <p:nvPr/>
        </p:nvGraphicFramePr>
        <p:xfrm>
          <a:off x="5013325" y="939800"/>
          <a:ext cx="2971800" cy="221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5742" name="Document" r:id="rId15" imgW="1276920" imgH="947520" progId="Word.Document.8">
                  <p:embed/>
                </p:oleObj>
              </mc:Choice>
              <mc:Fallback>
                <p:oleObj name="Document" r:id="rId15" imgW="1276920" imgH="947520" progId="Word.Document.8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3325" y="939800"/>
                        <a:ext cx="2971800" cy="221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5715" name="Object 35"/>
          <p:cNvGraphicFramePr>
            <a:graphicFrameLocks noChangeAspect="1"/>
          </p:cNvGraphicFramePr>
          <p:nvPr/>
        </p:nvGraphicFramePr>
        <p:xfrm>
          <a:off x="436563" y="3130550"/>
          <a:ext cx="7840662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5743" name="Document" r:id="rId17" imgW="3233880" imgH="228600" progId="Word.Document.8">
                  <p:embed/>
                </p:oleObj>
              </mc:Choice>
              <mc:Fallback>
                <p:oleObj name="Document" r:id="rId17" imgW="3233880" imgH="228600" progId="Word.Document.8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563" y="3130550"/>
                        <a:ext cx="7840662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5716" name="Text Box 36"/>
          <p:cNvSpPr txBox="1">
            <a:spLocks noChangeArrowheads="1"/>
          </p:cNvSpPr>
          <p:nvPr/>
        </p:nvSpPr>
        <p:spPr bwMode="auto">
          <a:xfrm>
            <a:off x="347663" y="3738563"/>
            <a:ext cx="79581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即</a:t>
            </a:r>
            <a:r>
              <a:rPr lang="en-US" altLang="zh-CN" i="1"/>
              <a:t>AB</a:t>
            </a:r>
            <a:r>
              <a:rPr lang="zh-CN" altLang="en-US"/>
              <a:t>的每个列向量是</a:t>
            </a:r>
            <a:r>
              <a:rPr lang="en-US" altLang="zh-CN" i="1"/>
              <a:t>A</a:t>
            </a:r>
            <a:r>
              <a:rPr lang="zh-CN" altLang="en-US"/>
              <a:t>的列向量组的线性组合,</a:t>
            </a:r>
          </a:p>
        </p:txBody>
      </p:sp>
      <p:graphicFrame>
        <p:nvGraphicFramePr>
          <p:cNvPr id="1095717" name="Object 37"/>
          <p:cNvGraphicFramePr>
            <a:graphicFrameLocks noChangeAspect="1"/>
          </p:cNvGraphicFramePr>
          <p:nvPr/>
        </p:nvGraphicFramePr>
        <p:xfrm>
          <a:off x="944563" y="1092200"/>
          <a:ext cx="4284662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5744" name="Equation" r:id="rId19" imgW="1739880" imgH="203040" progId="Equation.3">
                  <p:embed/>
                </p:oleObj>
              </mc:Choice>
              <mc:Fallback>
                <p:oleObj name="Equation" r:id="rId19" imgW="1739880" imgH="20304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4563" y="1092200"/>
                        <a:ext cx="4284662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95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95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95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95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95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95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707" grpId="0" autoUpdateAnimBg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0D73E-89A3-459A-9627-3A673DD302A1}" type="slidenum">
              <a:rPr lang="zh-CN" altLang="en-US"/>
              <a:pPr/>
              <a:t>91</a:t>
            </a:fld>
            <a:endParaRPr lang="zh-CN" altLang="en-US"/>
          </a:p>
        </p:txBody>
      </p:sp>
      <p:sp>
        <p:nvSpPr>
          <p:cNvPr id="1096706" name="Text Box 2"/>
          <p:cNvSpPr txBox="1">
            <a:spLocks noChangeArrowheads="1"/>
          </p:cNvSpPr>
          <p:nvPr/>
        </p:nvSpPr>
        <p:spPr bwMode="auto">
          <a:xfrm>
            <a:off x="261938" y="358775"/>
            <a:ext cx="14144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推论</a:t>
            </a:r>
          </a:p>
        </p:txBody>
      </p:sp>
      <p:sp>
        <p:nvSpPr>
          <p:cNvPr id="1096707" name="Text Box 3"/>
          <p:cNvSpPr txBox="1">
            <a:spLocks noChangeArrowheads="1"/>
          </p:cNvSpPr>
          <p:nvPr/>
        </p:nvSpPr>
        <p:spPr bwMode="auto">
          <a:xfrm>
            <a:off x="1219200" y="381000"/>
            <a:ext cx="38719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</a:rPr>
              <a:t>若</a:t>
            </a:r>
            <a:r>
              <a:rPr lang="en-US" altLang="zh-CN" i="1"/>
              <a:t>P</a:t>
            </a:r>
            <a:r>
              <a:rPr lang="en-US" altLang="zh-CN">
                <a:latin typeface="宋体" panose="02010600030101010101" pitchFamily="2" charset="-122"/>
              </a:rPr>
              <a:t>,</a:t>
            </a:r>
            <a:r>
              <a:rPr lang="en-US" altLang="zh-CN" i="1"/>
              <a:t>Q</a:t>
            </a:r>
            <a:r>
              <a:rPr lang="zh-CN" altLang="en-US">
                <a:latin typeface="宋体" panose="02010600030101010101" pitchFamily="2" charset="-122"/>
              </a:rPr>
              <a:t>为可逆矩阵,则有</a:t>
            </a:r>
            <a:endParaRPr lang="zh-CN" altLang="en-US"/>
          </a:p>
        </p:txBody>
      </p:sp>
      <p:graphicFrame>
        <p:nvGraphicFramePr>
          <p:cNvPr id="1096708" name="Object 4"/>
          <p:cNvGraphicFramePr>
            <a:graphicFrameLocks noChangeAspect="1"/>
          </p:cNvGraphicFramePr>
          <p:nvPr/>
        </p:nvGraphicFramePr>
        <p:xfrm>
          <a:off x="5062538" y="425450"/>
          <a:ext cx="3659187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728" name="Equation" r:id="rId3" imgW="1485720" imgH="203040" progId="Equation.3">
                  <p:embed/>
                </p:oleObj>
              </mc:Choice>
              <mc:Fallback>
                <p:oleObj name="Equation" r:id="rId3" imgW="1485720" imgH="2030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2538" y="425450"/>
                        <a:ext cx="3659187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6709" name="Object 5"/>
          <p:cNvGraphicFramePr>
            <a:graphicFrameLocks noChangeAspect="1"/>
          </p:cNvGraphicFramePr>
          <p:nvPr/>
        </p:nvGraphicFramePr>
        <p:xfrm>
          <a:off x="1100138" y="1155700"/>
          <a:ext cx="1185862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729" name="Equation" r:id="rId5" imgW="507960" imgH="164880" progId="Equation.3">
                  <p:embed/>
                </p:oleObj>
              </mc:Choice>
              <mc:Fallback>
                <p:oleObj name="Equation" r:id="rId5" imgW="507960" imgH="1648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0138" y="1155700"/>
                        <a:ext cx="1185862" cy="390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6710" name="Object 6"/>
          <p:cNvGraphicFramePr>
            <a:graphicFrameLocks noChangeAspect="1"/>
          </p:cNvGraphicFramePr>
          <p:nvPr/>
        </p:nvGraphicFramePr>
        <p:xfrm>
          <a:off x="990600" y="1828800"/>
          <a:ext cx="15240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730" name="Equation" r:id="rId7" imgW="647640" imgH="190440" progId="Equation.3">
                  <p:embed/>
                </p:oleObj>
              </mc:Choice>
              <mc:Fallback>
                <p:oleObj name="Equation" r:id="rId7" imgW="647640" imgH="1904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1828800"/>
                        <a:ext cx="1524000" cy="454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6711" name="Object 7"/>
          <p:cNvGraphicFramePr>
            <a:graphicFrameLocks noChangeAspect="1"/>
          </p:cNvGraphicFramePr>
          <p:nvPr/>
        </p:nvGraphicFramePr>
        <p:xfrm>
          <a:off x="2395538" y="1149350"/>
          <a:ext cx="2481262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731" name="Equation" r:id="rId9" imgW="1002960" imgH="203040" progId="Equation.3">
                  <p:embed/>
                </p:oleObj>
              </mc:Choice>
              <mc:Fallback>
                <p:oleObj name="Equation" r:id="rId9" imgW="1002960" imgH="2030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5538" y="1149350"/>
                        <a:ext cx="2481262" cy="509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6712" name="Object 8"/>
          <p:cNvGraphicFramePr>
            <a:graphicFrameLocks noChangeAspect="1"/>
          </p:cNvGraphicFramePr>
          <p:nvPr/>
        </p:nvGraphicFramePr>
        <p:xfrm>
          <a:off x="2514600" y="1905000"/>
          <a:ext cx="236220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732" name="Equation" r:id="rId11" imgW="1002960" imgH="203040" progId="Equation.3">
                  <p:embed/>
                </p:oleObj>
              </mc:Choice>
              <mc:Fallback>
                <p:oleObj name="Equation" r:id="rId11" imgW="1002960" imgH="2030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1905000"/>
                        <a:ext cx="2362200" cy="485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6713" name="Text Box 9"/>
          <p:cNvSpPr txBox="1">
            <a:spLocks noChangeArrowheads="1"/>
          </p:cNvSpPr>
          <p:nvPr/>
        </p:nvSpPr>
        <p:spPr bwMode="auto">
          <a:xfrm>
            <a:off x="338138" y="1073150"/>
            <a:ext cx="5381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证</a:t>
            </a:r>
          </a:p>
        </p:txBody>
      </p:sp>
      <p:graphicFrame>
        <p:nvGraphicFramePr>
          <p:cNvPr id="1096714" name="Object 10"/>
          <p:cNvGraphicFramePr>
            <a:graphicFrameLocks noChangeAspect="1"/>
          </p:cNvGraphicFramePr>
          <p:nvPr/>
        </p:nvGraphicFramePr>
        <p:xfrm>
          <a:off x="4876800" y="1143000"/>
          <a:ext cx="3124200" cy="116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733" name="Equation" r:id="rId13" imgW="1244520" imgH="457200" progId="Equation.3">
                  <p:embed/>
                </p:oleObj>
              </mc:Choice>
              <mc:Fallback>
                <p:oleObj name="Equation" r:id="rId13" imgW="1244520" imgH="4572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1143000"/>
                        <a:ext cx="3124200" cy="1165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6715" name="Text Box 11"/>
          <p:cNvSpPr txBox="1">
            <a:spLocks noChangeArrowheads="1"/>
          </p:cNvSpPr>
          <p:nvPr/>
        </p:nvSpPr>
        <p:spPr bwMode="auto">
          <a:xfrm>
            <a:off x="381000" y="2590800"/>
            <a:ext cx="7467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或用“初等变换不改变矩阵的秩”来证明。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96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96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96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96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96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96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96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96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96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096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6706" grpId="0" autoUpdateAnimBg="0"/>
      <p:bldP spid="1096707" grpId="0" autoUpdateAnimBg="0"/>
      <p:bldP spid="1096713" grpId="0" autoUpdateAnimBg="0"/>
      <p:bldP spid="1096715" grpId="0" autoUpdateAnimBg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25F0E-1AB9-4C0C-AB1E-E9F41D604650}" type="slidenum">
              <a:rPr lang="zh-CN" altLang="en-US"/>
              <a:pPr/>
              <a:t>92</a:t>
            </a:fld>
            <a:endParaRPr lang="zh-CN" altLang="en-US"/>
          </a:p>
        </p:txBody>
      </p:sp>
      <p:graphicFrame>
        <p:nvGraphicFramePr>
          <p:cNvPr id="109773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1265434"/>
              </p:ext>
            </p:extLst>
          </p:nvPr>
        </p:nvGraphicFramePr>
        <p:xfrm>
          <a:off x="341313" y="288925"/>
          <a:ext cx="8307387" cy="166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752" name="Document" r:id="rId3" imgW="3427456" imgH="685825" progId="Word.Document.8">
                  <p:embed/>
                </p:oleObj>
              </mc:Choice>
              <mc:Fallback>
                <p:oleObj name="Document" r:id="rId3" imgW="3427456" imgH="685825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313" y="288925"/>
                        <a:ext cx="8307387" cy="166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7731" name="Text Box 3"/>
          <p:cNvSpPr txBox="1">
            <a:spLocks noChangeArrowheads="1"/>
          </p:cNvSpPr>
          <p:nvPr/>
        </p:nvSpPr>
        <p:spPr bwMode="auto">
          <a:xfrm>
            <a:off x="228600" y="266700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例</a:t>
            </a:r>
          </a:p>
        </p:txBody>
      </p:sp>
      <p:sp>
        <p:nvSpPr>
          <p:cNvPr id="1097732" name="Text Box 4"/>
          <p:cNvSpPr txBox="1">
            <a:spLocks noChangeArrowheads="1"/>
          </p:cNvSpPr>
          <p:nvPr/>
        </p:nvSpPr>
        <p:spPr bwMode="auto">
          <a:xfrm>
            <a:off x="228600" y="2046288"/>
            <a:ext cx="533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证</a:t>
            </a:r>
          </a:p>
        </p:txBody>
      </p:sp>
      <p:graphicFrame>
        <p:nvGraphicFramePr>
          <p:cNvPr id="1097733" name="Object 5"/>
          <p:cNvGraphicFramePr>
            <a:graphicFrameLocks noChangeAspect="1"/>
          </p:cNvGraphicFramePr>
          <p:nvPr/>
        </p:nvGraphicFramePr>
        <p:xfrm>
          <a:off x="990600" y="2046288"/>
          <a:ext cx="4984750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753" name="Equation" r:id="rId5" imgW="2197080" imgH="228600" progId="Equation.3">
                  <p:embed/>
                </p:oleObj>
              </mc:Choice>
              <mc:Fallback>
                <p:oleObj name="Equation" r:id="rId5" imgW="219708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046288"/>
                        <a:ext cx="4984750" cy="544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7734" name="Object 6"/>
          <p:cNvGraphicFramePr>
            <a:graphicFrameLocks noChangeAspect="1"/>
          </p:cNvGraphicFramePr>
          <p:nvPr/>
        </p:nvGraphicFramePr>
        <p:xfrm>
          <a:off x="6159500" y="3505200"/>
          <a:ext cx="2908300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754" name="Equation" r:id="rId7" imgW="1269720" imgH="228600" progId="Equation.3">
                  <p:embed/>
                </p:oleObj>
              </mc:Choice>
              <mc:Fallback>
                <p:oleObj name="Equation" r:id="rId7" imgW="126972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9500" y="3505200"/>
                        <a:ext cx="2908300" cy="525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7735" name="Text Box 7"/>
          <p:cNvSpPr txBox="1">
            <a:spLocks noChangeArrowheads="1"/>
          </p:cNvSpPr>
          <p:nvPr/>
        </p:nvSpPr>
        <p:spPr bwMode="auto">
          <a:xfrm>
            <a:off x="228600" y="4953000"/>
            <a:ext cx="31242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所以</a:t>
            </a:r>
            <a:r>
              <a:rPr lang="en-US" altLang="zh-CN" sz="3000" i="1"/>
              <a:t>A</a:t>
            </a:r>
            <a:r>
              <a:rPr lang="zh-CN" altLang="en-US"/>
              <a:t>可逆，</a:t>
            </a:r>
          </a:p>
        </p:txBody>
      </p:sp>
      <p:graphicFrame>
        <p:nvGraphicFramePr>
          <p:cNvPr id="1097736" name="Object 8"/>
          <p:cNvGraphicFramePr>
            <a:graphicFrameLocks noChangeAspect="1"/>
          </p:cNvGraphicFramePr>
          <p:nvPr/>
        </p:nvGraphicFramePr>
        <p:xfrm>
          <a:off x="2362200" y="4953000"/>
          <a:ext cx="5715000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755" name="Document" r:id="rId9" imgW="2080440" imgH="235800" progId="Word.Document.8">
                  <p:embed/>
                </p:oleObj>
              </mc:Choice>
              <mc:Fallback>
                <p:oleObj name="Document" r:id="rId9" imgW="2080440" imgH="235800" progId="Word.Document.8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4953000"/>
                        <a:ext cx="5715000" cy="649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7737" name="Text Box 9"/>
          <p:cNvSpPr txBox="1">
            <a:spLocks noChangeArrowheads="1"/>
          </p:cNvSpPr>
          <p:nvPr/>
        </p:nvSpPr>
        <p:spPr bwMode="auto">
          <a:xfrm>
            <a:off x="228600" y="5576888"/>
            <a:ext cx="3429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latin typeface="宋体" panose="02010600030101010101" pitchFamily="2" charset="-122"/>
              </a:rPr>
              <a:t>有相同的秩。</a:t>
            </a:r>
            <a:r>
              <a:rPr lang="zh-CN" altLang="en-US"/>
              <a:t> </a:t>
            </a:r>
          </a:p>
        </p:txBody>
      </p:sp>
      <p:graphicFrame>
        <p:nvGraphicFramePr>
          <p:cNvPr id="1097738" name="Object 10"/>
          <p:cNvGraphicFramePr>
            <a:graphicFrameLocks noChangeAspect="1"/>
          </p:cNvGraphicFramePr>
          <p:nvPr/>
        </p:nvGraphicFramePr>
        <p:xfrm>
          <a:off x="444500" y="2743200"/>
          <a:ext cx="2819400" cy="210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756" name="Equation" r:id="rId11" imgW="1307880" imgH="927000" progId="Equation.3">
                  <p:embed/>
                </p:oleObj>
              </mc:Choice>
              <mc:Fallback>
                <p:oleObj name="Equation" r:id="rId11" imgW="1307880" imgH="9270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500" y="2743200"/>
                        <a:ext cx="2819400" cy="2100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7739" name="Object 11"/>
          <p:cNvGraphicFramePr>
            <a:graphicFrameLocks noChangeAspect="1"/>
          </p:cNvGraphicFramePr>
          <p:nvPr/>
        </p:nvGraphicFramePr>
        <p:xfrm>
          <a:off x="3340100" y="2667000"/>
          <a:ext cx="2822575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757" name="Equation" r:id="rId13" imgW="1244520" imgH="927000" progId="Equation.3">
                  <p:embed/>
                </p:oleObj>
              </mc:Choice>
              <mc:Fallback>
                <p:oleObj name="Equation" r:id="rId13" imgW="1244520" imgH="9270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0100" y="2667000"/>
                        <a:ext cx="2822575" cy="2209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97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97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97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97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97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97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97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97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97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097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7731" grpId="0" autoUpdateAnimBg="0"/>
      <p:bldP spid="1097732" grpId="0" autoUpdateAnimBg="0"/>
      <p:bldP spid="1097735" grpId="0" autoUpdateAnimBg="0"/>
      <p:bldP spid="1097737" grpId="0" autoUpdateAnimBg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8DEC9-6FED-4FEF-8F10-3981BE0F408D}" type="slidenum">
              <a:rPr lang="zh-CN" altLang="en-US"/>
              <a:pPr/>
              <a:t>93</a:t>
            </a:fld>
            <a:endParaRPr lang="zh-CN" altLang="en-US"/>
          </a:p>
        </p:txBody>
      </p:sp>
      <p:sp>
        <p:nvSpPr>
          <p:cNvPr id="117350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92088"/>
            <a:ext cx="8305800" cy="685800"/>
          </a:xfrm>
        </p:spPr>
        <p:txBody>
          <a:bodyPr/>
          <a:lstStyle/>
          <a:p>
            <a:r>
              <a:rPr lang="zh-CN" altLang="en-US" sz="3600" b="1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第五节  线性方程组解的结构</a:t>
            </a:r>
          </a:p>
        </p:txBody>
      </p:sp>
      <p:graphicFrame>
        <p:nvGraphicFramePr>
          <p:cNvPr id="1173514" name="Object 10"/>
          <p:cNvGraphicFramePr>
            <a:graphicFrameLocks noChangeAspect="1"/>
          </p:cNvGraphicFramePr>
          <p:nvPr/>
        </p:nvGraphicFramePr>
        <p:xfrm>
          <a:off x="533400" y="1566863"/>
          <a:ext cx="670560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3539" name="Document" r:id="rId3" imgW="2531880" imgH="177840" progId="Word.Document.8">
                  <p:embed/>
                </p:oleObj>
              </mc:Choice>
              <mc:Fallback>
                <p:oleObj name="Document" r:id="rId3" imgW="2531880" imgH="177840" progId="Word.Document.8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566863"/>
                        <a:ext cx="6705600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3515" name="Object 11"/>
          <p:cNvGraphicFramePr>
            <a:graphicFrameLocks noChangeAspect="1"/>
          </p:cNvGraphicFramePr>
          <p:nvPr/>
        </p:nvGraphicFramePr>
        <p:xfrm>
          <a:off x="2297113" y="2100263"/>
          <a:ext cx="2187575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3540" name="Equation" r:id="rId5" imgW="799920" imgH="228600" progId="Equation.3">
                  <p:embed/>
                </p:oleObj>
              </mc:Choice>
              <mc:Fallback>
                <p:oleObj name="Equation" r:id="rId5" imgW="799920" imgH="2286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7113" y="2100263"/>
                        <a:ext cx="2187575" cy="625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3516" name="Text Box 12"/>
          <p:cNvSpPr txBox="1">
            <a:spLocks noChangeArrowheads="1"/>
          </p:cNvSpPr>
          <p:nvPr/>
        </p:nvSpPr>
        <p:spPr bwMode="auto">
          <a:xfrm>
            <a:off x="381000" y="3333750"/>
            <a:ext cx="4114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</a:rPr>
              <a:t>在有解的情况下，</a:t>
            </a:r>
            <a:endParaRPr lang="zh-CN" altLang="en-US"/>
          </a:p>
        </p:txBody>
      </p:sp>
      <p:graphicFrame>
        <p:nvGraphicFramePr>
          <p:cNvPr id="1173517" name="Object 13"/>
          <p:cNvGraphicFramePr>
            <a:graphicFrameLocks noChangeAspect="1"/>
          </p:cNvGraphicFramePr>
          <p:nvPr/>
        </p:nvGraphicFramePr>
        <p:xfrm>
          <a:off x="457200" y="3911600"/>
          <a:ext cx="3962400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3541" name="Document" r:id="rId7" imgW="1467360" imgH="212760" progId="Word.Document.8">
                  <p:embed/>
                </p:oleObj>
              </mc:Choice>
              <mc:Fallback>
                <p:oleObj name="Document" r:id="rId7" imgW="1467360" imgH="212760" progId="Word.Document.8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911600"/>
                        <a:ext cx="3962400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3518" name="Object 14"/>
          <p:cNvGraphicFramePr>
            <a:graphicFrameLocks noChangeAspect="1"/>
          </p:cNvGraphicFramePr>
          <p:nvPr/>
        </p:nvGraphicFramePr>
        <p:xfrm>
          <a:off x="457200" y="4521200"/>
          <a:ext cx="4267200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3542" name="Document" r:id="rId9" imgW="1614960" imgH="212760" progId="Word.Document.8">
                  <p:embed/>
                </p:oleObj>
              </mc:Choice>
              <mc:Fallback>
                <p:oleObj name="Document" r:id="rId9" imgW="1614960" imgH="212760" progId="Word.Document.8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521200"/>
                        <a:ext cx="4267200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3519" name="Object 15"/>
          <p:cNvGraphicFramePr>
            <a:graphicFrameLocks noChangeAspect="1"/>
          </p:cNvGraphicFramePr>
          <p:nvPr/>
        </p:nvGraphicFramePr>
        <p:xfrm>
          <a:off x="4776788" y="4532313"/>
          <a:ext cx="4138612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3543" name="Document" r:id="rId11" imgW="1728360" imgH="203040" progId="Word.Document.8">
                  <p:embed/>
                </p:oleObj>
              </mc:Choice>
              <mc:Fallback>
                <p:oleObj name="Document" r:id="rId11" imgW="1728360" imgH="203040" progId="Word.Document.8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6788" y="4532313"/>
                        <a:ext cx="4138612" cy="522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3520" name="Text Box 16"/>
          <p:cNvSpPr txBox="1">
            <a:spLocks noChangeArrowheads="1"/>
          </p:cNvSpPr>
          <p:nvPr/>
        </p:nvSpPr>
        <p:spPr bwMode="auto">
          <a:xfrm>
            <a:off x="457200" y="957263"/>
            <a:ext cx="3886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第一节中给出结论：</a:t>
            </a:r>
          </a:p>
        </p:txBody>
      </p:sp>
      <p:sp>
        <p:nvSpPr>
          <p:cNvPr id="1173521" name="Text Box 17"/>
          <p:cNvSpPr txBox="1">
            <a:spLocks noChangeArrowheads="1"/>
          </p:cNvSpPr>
          <p:nvPr/>
        </p:nvSpPr>
        <p:spPr bwMode="auto">
          <a:xfrm>
            <a:off x="457200" y="2709863"/>
            <a:ext cx="36576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其中</a:t>
            </a:r>
            <a:r>
              <a:rPr lang="en-US" altLang="zh-CN" sz="3000" i="1"/>
              <a:t>A</a:t>
            </a:r>
            <a:r>
              <a:rPr lang="zh-CN" altLang="en-US"/>
              <a:t>为</a:t>
            </a:r>
            <a:r>
              <a:rPr lang="en-US" altLang="zh-CN" i="1"/>
              <a:t>m</a:t>
            </a:r>
            <a:r>
              <a:rPr kumimoji="0" lang="en-US" altLang="zh-CN" sz="3200">
                <a:latin typeface="Symbol" panose="05050102010706020507" pitchFamily="18" charset="2"/>
                <a:sym typeface="Symbol" panose="05050102010706020507" pitchFamily="18" charset="2"/>
              </a:rPr>
              <a:t></a:t>
            </a:r>
            <a:r>
              <a:rPr lang="en-US" altLang="zh-CN" i="1"/>
              <a:t>n</a:t>
            </a:r>
            <a:r>
              <a:rPr lang="zh-CN" altLang="en-US"/>
              <a:t>矩阵，</a:t>
            </a:r>
          </a:p>
        </p:txBody>
      </p:sp>
      <p:grpSp>
        <p:nvGrpSpPr>
          <p:cNvPr id="1173522" name="Group 18"/>
          <p:cNvGrpSpPr>
            <a:grpSpLocks/>
          </p:cNvGrpSpPr>
          <p:nvPr/>
        </p:nvGrpSpPr>
        <p:grpSpPr bwMode="auto">
          <a:xfrm>
            <a:off x="3430588" y="2746375"/>
            <a:ext cx="4570412" cy="563563"/>
            <a:chOff x="2161" y="1730"/>
            <a:chExt cx="2879" cy="355"/>
          </a:xfrm>
        </p:grpSpPr>
        <p:graphicFrame>
          <p:nvGraphicFramePr>
            <p:cNvPr id="1173523" name="Object 19"/>
            <p:cNvGraphicFramePr>
              <a:graphicFrameLocks noChangeAspect="1"/>
            </p:cNvGraphicFramePr>
            <p:nvPr/>
          </p:nvGraphicFramePr>
          <p:xfrm>
            <a:off x="2161" y="1730"/>
            <a:ext cx="1021" cy="3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3544" name="Equation" r:id="rId13" imgW="736560" imgH="228600" progId="Equation.3">
                    <p:embed/>
                  </p:oleObj>
                </mc:Choice>
                <mc:Fallback>
                  <p:oleObj name="Equation" r:id="rId13" imgW="736560" imgH="22860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1" y="1730"/>
                          <a:ext cx="1021" cy="35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73524" name="Text Box 20"/>
            <p:cNvSpPr txBox="1">
              <a:spLocks noChangeArrowheads="1"/>
            </p:cNvSpPr>
            <p:nvPr/>
          </p:nvSpPr>
          <p:spPr bwMode="auto">
            <a:xfrm>
              <a:off x="3088" y="1738"/>
              <a:ext cx="195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/>
                <a:t>为增广矩阵。</a:t>
              </a:r>
            </a:p>
          </p:txBody>
        </p:sp>
      </p:grpSp>
      <p:sp>
        <p:nvSpPr>
          <p:cNvPr id="1173525" name="Rectangle 21"/>
          <p:cNvSpPr>
            <a:spLocks noChangeArrowheads="1"/>
          </p:cNvSpPr>
          <p:nvPr/>
        </p:nvSpPr>
        <p:spPr bwMode="auto">
          <a:xfrm>
            <a:off x="403225" y="4521200"/>
            <a:ext cx="8382000" cy="533400"/>
          </a:xfrm>
          <a:prstGeom prst="rect">
            <a:avLst/>
          </a:prstGeom>
          <a:noFill/>
          <a:ln w="31750">
            <a:solidFill>
              <a:srgbClr val="0033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1173526" name="Text Box 22"/>
          <p:cNvSpPr txBox="1">
            <a:spLocks noChangeArrowheads="1"/>
          </p:cNvSpPr>
          <p:nvPr/>
        </p:nvSpPr>
        <p:spPr bwMode="auto">
          <a:xfrm>
            <a:off x="228600" y="5054600"/>
            <a:ext cx="8548688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>
                <a:latin typeface="宋体" panose="02010600030101010101" pitchFamily="2" charset="-122"/>
              </a:rPr>
              <a:t>    </a:t>
            </a:r>
            <a:r>
              <a:rPr lang="zh-CN" altLang="en-US"/>
              <a:t>当线性方程组有无穷多解的情况下，希望用</a:t>
            </a: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有限</a:t>
            </a:r>
            <a:r>
              <a:rPr lang="zh-CN" altLang="en-US"/>
              <a:t>个解表示出来。</a:t>
            </a:r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73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73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73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73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73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73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73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73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73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73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173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173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3506" grpId="0" autoUpdateAnimBg="0"/>
      <p:bldP spid="1173516" grpId="0" autoUpdateAnimBg="0"/>
      <p:bldP spid="1173520" grpId="0" autoUpdateAnimBg="0"/>
      <p:bldP spid="1173521" grpId="0" autoUpdateAnimBg="0"/>
      <p:bldP spid="1173526" grpId="0" autoUpdateAnimBg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DDA30-911A-403C-81D8-69360E937548}" type="slidenum">
              <a:rPr lang="zh-CN" altLang="en-US"/>
              <a:pPr/>
              <a:t>94</a:t>
            </a:fld>
            <a:endParaRPr lang="zh-CN" altLang="en-US"/>
          </a:p>
        </p:txBody>
      </p:sp>
      <p:sp>
        <p:nvSpPr>
          <p:cNvPr id="117453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7315200" cy="609600"/>
          </a:xfrm>
        </p:spPr>
        <p:txBody>
          <a:bodyPr/>
          <a:lstStyle/>
          <a:p>
            <a:pPr algn="l"/>
            <a:r>
              <a:rPr lang="zh-CN" altLang="en-US" sz="3200" b="1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(一)齐次线性方程组解的结构</a:t>
            </a:r>
          </a:p>
        </p:txBody>
      </p:sp>
      <p:graphicFrame>
        <p:nvGraphicFramePr>
          <p:cNvPr id="1174545" name="Object 1041"/>
          <p:cNvGraphicFramePr>
            <a:graphicFrameLocks noChangeAspect="1"/>
          </p:cNvGraphicFramePr>
          <p:nvPr/>
        </p:nvGraphicFramePr>
        <p:xfrm>
          <a:off x="914400" y="762000"/>
          <a:ext cx="4800600" cy="221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4565" name="Equation" r:id="rId3" imgW="2044440" imgH="939600" progId="Equation.3">
                  <p:embed/>
                </p:oleObj>
              </mc:Choice>
              <mc:Fallback>
                <p:oleObj name="Equation" r:id="rId3" imgW="2044440" imgH="939600" progId="Equation.3">
                  <p:embed/>
                  <p:pic>
                    <p:nvPicPr>
                      <p:cNvPr id="0" name="Object 10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762000"/>
                        <a:ext cx="4800600" cy="2217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4546" name="Object 1042"/>
          <p:cNvGraphicFramePr>
            <a:graphicFrameLocks noChangeAspect="1"/>
          </p:cNvGraphicFramePr>
          <p:nvPr/>
        </p:nvGraphicFramePr>
        <p:xfrm>
          <a:off x="6096000" y="1600200"/>
          <a:ext cx="2219325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4566" name="Equation" r:id="rId5" imgW="774360" imgH="203040" progId="Equation.3">
                  <p:embed/>
                </p:oleObj>
              </mc:Choice>
              <mc:Fallback>
                <p:oleObj name="Equation" r:id="rId5" imgW="774360" imgH="203040" progId="Equation.3">
                  <p:embed/>
                  <p:pic>
                    <p:nvPicPr>
                      <p:cNvPr id="0" name="Object 10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1600200"/>
                        <a:ext cx="2219325" cy="600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4547" name="Object 1043"/>
          <p:cNvGraphicFramePr>
            <a:graphicFrameLocks noChangeAspect="1"/>
          </p:cNvGraphicFramePr>
          <p:nvPr/>
        </p:nvGraphicFramePr>
        <p:xfrm>
          <a:off x="533400" y="3048000"/>
          <a:ext cx="4038600" cy="219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4567" name="Equation" r:id="rId7" imgW="1739880" imgH="939600" progId="Equation.3">
                  <p:embed/>
                </p:oleObj>
              </mc:Choice>
              <mc:Fallback>
                <p:oleObj name="Equation" r:id="rId7" imgW="1739880" imgH="939600" progId="Equation.3">
                  <p:embed/>
                  <p:pic>
                    <p:nvPicPr>
                      <p:cNvPr id="0" name="Object 10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048000"/>
                        <a:ext cx="4038600" cy="2193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4548" name="Object 1044"/>
          <p:cNvGraphicFramePr>
            <a:graphicFrameLocks noChangeAspect="1"/>
          </p:cNvGraphicFramePr>
          <p:nvPr/>
        </p:nvGraphicFramePr>
        <p:xfrm>
          <a:off x="4724400" y="3065463"/>
          <a:ext cx="1530350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4568" name="Equation" r:id="rId9" imgW="672840" imgH="939600" progId="Equation.3">
                  <p:embed/>
                </p:oleObj>
              </mc:Choice>
              <mc:Fallback>
                <p:oleObj name="Equation" r:id="rId9" imgW="672840" imgH="939600" progId="Equation.3">
                  <p:embed/>
                  <p:pic>
                    <p:nvPicPr>
                      <p:cNvPr id="0" name="Object 10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3065463"/>
                        <a:ext cx="1530350" cy="213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4549" name="Text Box 1045"/>
          <p:cNvSpPr txBox="1">
            <a:spLocks noChangeArrowheads="1"/>
          </p:cNvSpPr>
          <p:nvPr/>
        </p:nvSpPr>
        <p:spPr bwMode="auto">
          <a:xfrm>
            <a:off x="228600" y="5334000"/>
            <a:ext cx="7391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由解的判别定理知，(</a:t>
            </a:r>
            <a:r>
              <a:rPr lang="zh-CN" altLang="en-US">
                <a:latin typeface="宋体" panose="02010600030101010101" pitchFamily="2" charset="-122"/>
              </a:rPr>
              <a:t>*</a:t>
            </a:r>
            <a:r>
              <a:rPr lang="zh-CN" altLang="en-US"/>
              <a:t>)只有零解当且仅当</a:t>
            </a:r>
          </a:p>
        </p:txBody>
      </p:sp>
      <p:graphicFrame>
        <p:nvGraphicFramePr>
          <p:cNvPr id="1174550" name="Object 1046"/>
          <p:cNvGraphicFramePr>
            <a:graphicFrameLocks noChangeAspect="1"/>
          </p:cNvGraphicFramePr>
          <p:nvPr/>
        </p:nvGraphicFramePr>
        <p:xfrm>
          <a:off x="6934200" y="5356225"/>
          <a:ext cx="167640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4569" name="Equation" r:id="rId11" imgW="647640" imgH="203040" progId="Equation.3">
                  <p:embed/>
                </p:oleObj>
              </mc:Choice>
              <mc:Fallback>
                <p:oleObj name="Equation" r:id="rId11" imgW="647640" imgH="203040" progId="Equation.3">
                  <p:embed/>
                  <p:pic>
                    <p:nvPicPr>
                      <p:cNvPr id="0" name="Object 10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5356225"/>
                        <a:ext cx="1676400" cy="523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4551" name="Text Box 1047"/>
          <p:cNvSpPr txBox="1">
            <a:spLocks noChangeArrowheads="1"/>
          </p:cNvSpPr>
          <p:nvPr/>
        </p:nvSpPr>
        <p:spPr bwMode="auto">
          <a:xfrm>
            <a:off x="228600" y="5991225"/>
            <a:ext cx="6705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(</a:t>
            </a:r>
            <a:r>
              <a:rPr lang="zh-CN" altLang="en-US">
                <a:latin typeface="宋体" panose="02010600030101010101" pitchFamily="2" charset="-122"/>
              </a:rPr>
              <a:t>*</a:t>
            </a:r>
            <a:r>
              <a:rPr lang="zh-CN" altLang="en-US"/>
              <a:t>) 有非零解(即无穷多解)当且仅当</a:t>
            </a:r>
          </a:p>
        </p:txBody>
      </p:sp>
      <p:graphicFrame>
        <p:nvGraphicFramePr>
          <p:cNvPr id="1174552" name="Object 1048"/>
          <p:cNvGraphicFramePr>
            <a:graphicFrameLocks noChangeAspect="1"/>
          </p:cNvGraphicFramePr>
          <p:nvPr/>
        </p:nvGraphicFramePr>
        <p:xfrm>
          <a:off x="5867400" y="6019800"/>
          <a:ext cx="167640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4570" name="Equation" r:id="rId13" imgW="647640" imgH="203040" progId="Equation.3">
                  <p:embed/>
                </p:oleObj>
              </mc:Choice>
              <mc:Fallback>
                <p:oleObj name="Equation" r:id="rId13" imgW="647640" imgH="203040" progId="Equation.3">
                  <p:embed/>
                  <p:pic>
                    <p:nvPicPr>
                      <p:cNvPr id="0" name="Object 10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6019800"/>
                        <a:ext cx="1676400" cy="523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74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74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74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74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74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74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74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74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74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4530" grpId="0" autoUpdateAnimBg="0"/>
      <p:bldP spid="1174549" grpId="0" autoUpdateAnimBg="0"/>
      <p:bldP spid="1174551" grpId="0" autoUpdateAnimBg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E0BED-BE4F-457D-B2A2-302B949E91D3}" type="slidenum">
              <a:rPr lang="zh-CN" altLang="en-US"/>
              <a:pPr/>
              <a:t>95</a:t>
            </a:fld>
            <a:endParaRPr lang="zh-CN" altLang="en-US"/>
          </a:p>
        </p:txBody>
      </p:sp>
      <p:sp>
        <p:nvSpPr>
          <p:cNvPr id="1101826" name="Text Box 2"/>
          <p:cNvSpPr txBox="1">
            <a:spLocks noChangeArrowheads="1"/>
          </p:cNvSpPr>
          <p:nvPr/>
        </p:nvSpPr>
        <p:spPr bwMode="auto">
          <a:xfrm>
            <a:off x="381000" y="228600"/>
            <a:ext cx="5562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齐次线性方程组解的性质：</a:t>
            </a:r>
          </a:p>
        </p:txBody>
      </p:sp>
      <p:sp>
        <p:nvSpPr>
          <p:cNvPr id="1101827" name="Text Box 3"/>
          <p:cNvSpPr txBox="1">
            <a:spLocks noChangeArrowheads="1"/>
          </p:cNvSpPr>
          <p:nvPr/>
        </p:nvSpPr>
        <p:spPr bwMode="auto">
          <a:xfrm>
            <a:off x="392113" y="1600200"/>
            <a:ext cx="898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证明</a:t>
            </a:r>
          </a:p>
        </p:txBody>
      </p:sp>
      <p:graphicFrame>
        <p:nvGraphicFramePr>
          <p:cNvPr id="1101828" name="Object 4"/>
          <p:cNvGraphicFramePr>
            <a:graphicFrameLocks noChangeAspect="1"/>
          </p:cNvGraphicFramePr>
          <p:nvPr/>
        </p:nvGraphicFramePr>
        <p:xfrm>
          <a:off x="696913" y="2286000"/>
          <a:ext cx="2227262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1865" name="Equation" r:id="rId3" imgW="901440" imgH="215640" progId="Equation.3">
                  <p:embed/>
                </p:oleObj>
              </mc:Choice>
              <mc:Fallback>
                <p:oleObj name="Equation" r:id="rId3" imgW="901440" imgH="215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913" y="2286000"/>
                        <a:ext cx="2227262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1829" name="Object 5"/>
          <p:cNvGraphicFramePr>
            <a:graphicFrameLocks noChangeAspect="1"/>
          </p:cNvGraphicFramePr>
          <p:nvPr/>
        </p:nvGraphicFramePr>
        <p:xfrm>
          <a:off x="1368425" y="1611313"/>
          <a:ext cx="3535363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1866" name="Equation" r:id="rId5" imgW="1447560" imgH="215640" progId="Equation.3">
                  <p:embed/>
                </p:oleObj>
              </mc:Choice>
              <mc:Fallback>
                <p:oleObj name="Equation" r:id="rId5" imgW="1447560" imgH="2156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8425" y="1611313"/>
                        <a:ext cx="3535363" cy="528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1830" name="Text Box 6"/>
          <p:cNvSpPr txBox="1">
            <a:spLocks noChangeArrowheads="1"/>
          </p:cNvSpPr>
          <p:nvPr/>
        </p:nvSpPr>
        <p:spPr bwMode="auto">
          <a:xfrm>
            <a:off x="446088" y="3722688"/>
            <a:ext cx="16113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证明</a:t>
            </a:r>
          </a:p>
        </p:txBody>
      </p:sp>
      <p:graphicFrame>
        <p:nvGraphicFramePr>
          <p:cNvPr id="1101831" name="Object 7"/>
          <p:cNvGraphicFramePr>
            <a:graphicFrameLocks noChangeAspect="1"/>
          </p:cNvGraphicFramePr>
          <p:nvPr/>
        </p:nvGraphicFramePr>
        <p:xfrm>
          <a:off x="1501775" y="3776663"/>
          <a:ext cx="109855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1867" name="Equation" r:id="rId7" imgW="444240" imgH="203040" progId="Equation.3">
                  <p:embed/>
                </p:oleObj>
              </mc:Choice>
              <mc:Fallback>
                <p:oleObj name="Equation" r:id="rId7" imgW="444240" imgH="2030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1775" y="3776663"/>
                        <a:ext cx="1098550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1832" name="Object 8"/>
          <p:cNvGraphicFramePr>
            <a:graphicFrameLocks noChangeAspect="1"/>
          </p:cNvGraphicFramePr>
          <p:nvPr/>
        </p:nvGraphicFramePr>
        <p:xfrm>
          <a:off x="2906713" y="2297113"/>
          <a:ext cx="2006600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1868" name="Equation" r:id="rId9" imgW="812520" imgH="215640" progId="Equation.3">
                  <p:embed/>
                </p:oleObj>
              </mc:Choice>
              <mc:Fallback>
                <p:oleObj name="Equation" r:id="rId9" imgW="812520" imgH="2156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6713" y="2297113"/>
                        <a:ext cx="2006600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1833" name="Object 9"/>
          <p:cNvGraphicFramePr>
            <a:graphicFrameLocks noChangeAspect="1"/>
          </p:cNvGraphicFramePr>
          <p:nvPr/>
        </p:nvGraphicFramePr>
        <p:xfrm>
          <a:off x="4887913" y="2362200"/>
          <a:ext cx="1192212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1869" name="Equation" r:id="rId11" imgW="482400" imgH="177480" progId="Equation.3">
                  <p:embed/>
                </p:oleObj>
              </mc:Choice>
              <mc:Fallback>
                <p:oleObj name="Equation" r:id="rId11" imgW="482400" imgH="17748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7913" y="2362200"/>
                        <a:ext cx="1192212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1834" name="Object 10"/>
          <p:cNvGraphicFramePr>
            <a:graphicFrameLocks noChangeAspect="1"/>
          </p:cNvGraphicFramePr>
          <p:nvPr/>
        </p:nvGraphicFramePr>
        <p:xfrm>
          <a:off x="6046788" y="2363788"/>
          <a:ext cx="773112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1870" name="Equation" r:id="rId13" imgW="317160" imgH="203040" progId="Equation.3">
                  <p:embed/>
                </p:oleObj>
              </mc:Choice>
              <mc:Fallback>
                <p:oleObj name="Equation" r:id="rId13" imgW="317160" imgH="2030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6788" y="2363788"/>
                        <a:ext cx="773112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1835" name="Object 11"/>
          <p:cNvGraphicFramePr>
            <a:graphicFrameLocks noChangeAspect="1"/>
          </p:cNvGraphicFramePr>
          <p:nvPr/>
        </p:nvGraphicFramePr>
        <p:xfrm>
          <a:off x="2560638" y="3787775"/>
          <a:ext cx="1096962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1871" name="Equation" r:id="rId15" imgW="444240" imgH="203040" progId="Equation.3">
                  <p:embed/>
                </p:oleObj>
              </mc:Choice>
              <mc:Fallback>
                <p:oleObj name="Equation" r:id="rId15" imgW="444240" imgH="2030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0638" y="3787775"/>
                        <a:ext cx="1096962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1836" name="Object 12"/>
          <p:cNvGraphicFramePr>
            <a:graphicFrameLocks noChangeAspect="1"/>
          </p:cNvGraphicFramePr>
          <p:nvPr/>
        </p:nvGraphicFramePr>
        <p:xfrm>
          <a:off x="3603625" y="3808413"/>
          <a:ext cx="879475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1872" name="Equation" r:id="rId17" imgW="355320" imgH="177480" progId="Equation.3">
                  <p:embed/>
                </p:oleObj>
              </mc:Choice>
              <mc:Fallback>
                <p:oleObj name="Equation" r:id="rId17" imgW="355320" imgH="17748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3625" y="3808413"/>
                        <a:ext cx="879475" cy="43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1837" name="Object 13"/>
          <p:cNvGraphicFramePr>
            <a:graphicFrameLocks noChangeAspect="1"/>
          </p:cNvGraphicFramePr>
          <p:nvPr/>
        </p:nvGraphicFramePr>
        <p:xfrm>
          <a:off x="4440238" y="3792538"/>
          <a:ext cx="860425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1873" name="Equation" r:id="rId19" imgW="317160" imgH="203040" progId="Equation.3">
                  <p:embed/>
                </p:oleObj>
              </mc:Choice>
              <mc:Fallback>
                <p:oleObj name="Equation" r:id="rId19" imgW="317160" imgH="20304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0238" y="3792538"/>
                        <a:ext cx="860425" cy="550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1838" name="Object 14"/>
          <p:cNvGraphicFramePr>
            <a:graphicFrameLocks noChangeAspect="1"/>
          </p:cNvGraphicFramePr>
          <p:nvPr/>
        </p:nvGraphicFramePr>
        <p:xfrm>
          <a:off x="533400" y="909638"/>
          <a:ext cx="8085138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1874" name="Document" r:id="rId21" imgW="2984040" imgH="216000" progId="Word.Document.8">
                  <p:embed/>
                </p:oleObj>
              </mc:Choice>
              <mc:Fallback>
                <p:oleObj name="Document" r:id="rId21" imgW="2984040" imgH="216000" progId="Word.Document.8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909638"/>
                        <a:ext cx="8085138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1839" name="Object 15"/>
          <p:cNvGraphicFramePr>
            <a:graphicFrameLocks noChangeAspect="1"/>
          </p:cNvGraphicFramePr>
          <p:nvPr/>
        </p:nvGraphicFramePr>
        <p:xfrm>
          <a:off x="457200" y="3048000"/>
          <a:ext cx="6477000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1875" name="Document" r:id="rId23" imgW="2451240" imgH="225360" progId="Word.Document.8">
                  <p:embed/>
                </p:oleObj>
              </mc:Choice>
              <mc:Fallback>
                <p:oleObj name="Document" r:id="rId23" imgW="2451240" imgH="225360" progId="Word.Document.8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048000"/>
                        <a:ext cx="6477000" cy="598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1840" name="Object 16"/>
          <p:cNvGraphicFramePr>
            <a:graphicFrameLocks noChangeAspect="1"/>
          </p:cNvGraphicFramePr>
          <p:nvPr/>
        </p:nvGraphicFramePr>
        <p:xfrm>
          <a:off x="385763" y="4414838"/>
          <a:ext cx="8345487" cy="1201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1876" name="Document" r:id="rId25" imgW="3172320" imgH="457200" progId="Word.Document.8">
                  <p:embed/>
                </p:oleObj>
              </mc:Choice>
              <mc:Fallback>
                <p:oleObj name="Document" r:id="rId25" imgW="3172320" imgH="457200" progId="Word.Document.8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763" y="4414838"/>
                        <a:ext cx="8345487" cy="1201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01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01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"/>
                                        <p:tgtEl>
                                          <p:spTgt spid="1101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01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01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01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01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01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01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"/>
                                        <p:tgtEl>
                                          <p:spTgt spid="1101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101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101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101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101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101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1826" grpId="0" autoUpdateAnimBg="0"/>
      <p:bldP spid="1101827" grpId="0" autoUpdateAnimBg="0"/>
      <p:bldP spid="1101830" grpId="0" autoUpdateAnimBg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236B7-5B84-469F-8E91-7613BB275FF4}" type="slidenum">
              <a:rPr lang="zh-CN" altLang="en-US"/>
              <a:pPr/>
              <a:t>96</a:t>
            </a:fld>
            <a:endParaRPr lang="zh-CN" altLang="en-US"/>
          </a:p>
        </p:txBody>
      </p:sp>
      <p:sp>
        <p:nvSpPr>
          <p:cNvPr id="1102850" name="Text Box 2"/>
          <p:cNvSpPr txBox="1">
            <a:spLocks noChangeArrowheads="1"/>
          </p:cNvSpPr>
          <p:nvPr/>
        </p:nvSpPr>
        <p:spPr bwMode="auto">
          <a:xfrm>
            <a:off x="381000" y="239713"/>
            <a:ext cx="1219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000099"/>
                </a:solidFill>
                <a:ea typeface="黑体" panose="02010609060101010101" pitchFamily="49" charset="-122"/>
              </a:rPr>
              <a:t>定义</a:t>
            </a:r>
          </a:p>
        </p:txBody>
      </p:sp>
      <p:sp>
        <p:nvSpPr>
          <p:cNvPr id="1102851" name="Text Box 3"/>
          <p:cNvSpPr txBox="1">
            <a:spLocks noChangeArrowheads="1"/>
          </p:cNvSpPr>
          <p:nvPr/>
        </p:nvSpPr>
        <p:spPr bwMode="auto">
          <a:xfrm>
            <a:off x="228600" y="827088"/>
            <a:ext cx="2590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如果满足：</a:t>
            </a:r>
          </a:p>
        </p:txBody>
      </p:sp>
      <p:sp>
        <p:nvSpPr>
          <p:cNvPr id="1102852" name="Text Box 4"/>
          <p:cNvSpPr txBox="1">
            <a:spLocks noChangeArrowheads="1"/>
          </p:cNvSpPr>
          <p:nvPr/>
        </p:nvSpPr>
        <p:spPr bwMode="auto">
          <a:xfrm>
            <a:off x="304800" y="3900488"/>
            <a:ext cx="7010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若(</a:t>
            </a:r>
            <a:r>
              <a:rPr lang="zh-CN" altLang="en-US">
                <a:latin typeface="宋体" panose="02010600030101010101" pitchFamily="2" charset="-122"/>
              </a:rPr>
              <a:t>*</a:t>
            </a:r>
            <a:r>
              <a:rPr lang="zh-CN" altLang="en-US"/>
              <a:t>)只有零解，则基础解系不存在。</a:t>
            </a:r>
          </a:p>
        </p:txBody>
      </p:sp>
      <p:sp>
        <p:nvSpPr>
          <p:cNvPr id="1102853" name="Text Box 5"/>
          <p:cNvSpPr txBox="1">
            <a:spLocks noChangeArrowheads="1"/>
          </p:cNvSpPr>
          <p:nvPr/>
        </p:nvSpPr>
        <p:spPr bwMode="auto">
          <a:xfrm>
            <a:off x="381000" y="3287713"/>
            <a:ext cx="7620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 dirty="0"/>
              <a:t>基础解系即为全体解向量组的极大无关组。</a:t>
            </a:r>
          </a:p>
        </p:txBody>
      </p:sp>
      <p:graphicFrame>
        <p:nvGraphicFramePr>
          <p:cNvPr id="1102854" name="Object 6"/>
          <p:cNvGraphicFramePr>
            <a:graphicFrameLocks noChangeAspect="1"/>
          </p:cNvGraphicFramePr>
          <p:nvPr/>
        </p:nvGraphicFramePr>
        <p:xfrm>
          <a:off x="457200" y="4587875"/>
          <a:ext cx="8305800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2872" name="Document" r:id="rId3" imgW="3222720" imgH="384120" progId="Word.Document.8">
                  <p:embed/>
                </p:oleObj>
              </mc:Choice>
              <mc:Fallback>
                <p:oleObj name="Document" r:id="rId3" imgW="3222720" imgH="384120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587875"/>
                        <a:ext cx="8305800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2855" name="Text Box 7"/>
          <p:cNvSpPr txBox="1">
            <a:spLocks noChangeArrowheads="1"/>
          </p:cNvSpPr>
          <p:nvPr/>
        </p:nvSpPr>
        <p:spPr bwMode="auto">
          <a:xfrm>
            <a:off x="304800" y="4548188"/>
            <a:ext cx="1371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000099"/>
                </a:solidFill>
                <a:ea typeface="黑体" panose="02010609060101010101" pitchFamily="49" charset="-122"/>
              </a:rPr>
              <a:t>定理</a:t>
            </a:r>
          </a:p>
        </p:txBody>
      </p:sp>
      <p:sp>
        <p:nvSpPr>
          <p:cNvPr id="1102856" name="Text Box 8"/>
          <p:cNvSpPr txBox="1">
            <a:spLocks noChangeArrowheads="1"/>
          </p:cNvSpPr>
          <p:nvPr/>
        </p:nvSpPr>
        <p:spPr bwMode="auto">
          <a:xfrm>
            <a:off x="5638800" y="5638800"/>
            <a:ext cx="129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证略</a:t>
            </a:r>
          </a:p>
        </p:txBody>
      </p:sp>
      <p:sp>
        <p:nvSpPr>
          <p:cNvPr id="1102857" name="Text Box 9"/>
          <p:cNvSpPr txBox="1">
            <a:spLocks noChangeArrowheads="1"/>
          </p:cNvSpPr>
          <p:nvPr/>
        </p:nvSpPr>
        <p:spPr bwMode="auto">
          <a:xfrm>
            <a:off x="304800" y="5638800"/>
            <a:ext cx="6096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</a:rPr>
              <a:t>下面举例说明基础解系的求法。</a:t>
            </a:r>
            <a:endParaRPr lang="zh-CN" altLang="en-US"/>
          </a:p>
        </p:txBody>
      </p:sp>
      <p:graphicFrame>
        <p:nvGraphicFramePr>
          <p:cNvPr id="1102858" name="Object 10"/>
          <p:cNvGraphicFramePr>
            <a:graphicFrameLocks noChangeAspect="1"/>
          </p:cNvGraphicFramePr>
          <p:nvPr/>
        </p:nvGraphicFramePr>
        <p:xfrm>
          <a:off x="1371600" y="228600"/>
          <a:ext cx="75438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2873" name="Document" r:id="rId5" imgW="2758320" imgH="228600" progId="Word.Document.8">
                  <p:embed/>
                </p:oleObj>
              </mc:Choice>
              <mc:Fallback>
                <p:oleObj name="Document" r:id="rId5" imgW="2758320" imgH="228600" progId="Word.Document.8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228600"/>
                        <a:ext cx="754380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2859" name="Object 11"/>
          <p:cNvGraphicFramePr>
            <a:graphicFrameLocks noChangeAspect="1"/>
          </p:cNvGraphicFramePr>
          <p:nvPr/>
        </p:nvGraphicFramePr>
        <p:xfrm>
          <a:off x="533400" y="1371600"/>
          <a:ext cx="4643438" cy="636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2874" name="Document" r:id="rId7" imgW="1658520" imgH="228600" progId="Word.Document.8">
                  <p:embed/>
                </p:oleObj>
              </mc:Choice>
              <mc:Fallback>
                <p:oleObj name="Document" r:id="rId7" imgW="1658520" imgH="228600" progId="Word.Document.8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371600"/>
                        <a:ext cx="4643438" cy="636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2860" name="Object 12"/>
          <p:cNvGraphicFramePr>
            <a:graphicFrameLocks noChangeAspect="1"/>
          </p:cNvGraphicFramePr>
          <p:nvPr/>
        </p:nvGraphicFramePr>
        <p:xfrm>
          <a:off x="533400" y="1984375"/>
          <a:ext cx="8153400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2875" name="Document" r:id="rId9" imgW="3065040" imgH="228600" progId="Word.Document.8">
                  <p:embed/>
                </p:oleObj>
              </mc:Choice>
              <mc:Fallback>
                <p:oleObj name="Document" r:id="rId9" imgW="3065040" imgH="228600" progId="Word.Document.8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984375"/>
                        <a:ext cx="8153400" cy="611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2861" name="Object 13"/>
          <p:cNvGraphicFramePr>
            <a:graphicFrameLocks noChangeAspect="1"/>
          </p:cNvGraphicFramePr>
          <p:nvPr/>
        </p:nvGraphicFramePr>
        <p:xfrm>
          <a:off x="533400" y="2667000"/>
          <a:ext cx="6705600" cy="623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2876" name="Document" r:id="rId11" imgW="2371680" imgH="228600" progId="Word.Document.8">
                  <p:embed/>
                </p:oleObj>
              </mc:Choice>
              <mc:Fallback>
                <p:oleObj name="Document" r:id="rId11" imgW="2371680" imgH="228600" progId="Word.Document.8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667000"/>
                        <a:ext cx="6705600" cy="623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02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02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02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02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02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02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02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02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02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102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102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102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2850" grpId="0" autoUpdateAnimBg="0"/>
      <p:bldP spid="1102851" grpId="0" autoUpdateAnimBg="0"/>
      <p:bldP spid="1102852" grpId="0" autoUpdateAnimBg="0"/>
      <p:bldP spid="1102853" grpId="0" autoUpdateAnimBg="0"/>
      <p:bldP spid="1102855" grpId="0" autoUpdateAnimBg="0"/>
      <p:bldP spid="1102856" grpId="0" autoUpdateAnimBg="0"/>
      <p:bldP spid="1102857" grpId="0" autoUpdateAnimBg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51BDB-AFA9-47E9-B974-AC43599FE728}" type="slidenum">
              <a:rPr lang="zh-CN" altLang="en-US"/>
              <a:pPr/>
              <a:t>97</a:t>
            </a:fld>
            <a:endParaRPr lang="zh-CN" altLang="en-US"/>
          </a:p>
        </p:txBody>
      </p:sp>
      <p:sp>
        <p:nvSpPr>
          <p:cNvPr id="1103874" name="Text Box 2"/>
          <p:cNvSpPr txBox="1">
            <a:spLocks noChangeArrowheads="1"/>
          </p:cNvSpPr>
          <p:nvPr/>
        </p:nvSpPr>
        <p:spPr bwMode="auto">
          <a:xfrm>
            <a:off x="381000" y="228600"/>
            <a:ext cx="83058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例  </a:t>
            </a:r>
            <a:r>
              <a:rPr lang="zh-CN" altLang="en-US">
                <a:latin typeface="宋体" panose="02010600030101010101" pitchFamily="2" charset="-122"/>
              </a:rPr>
              <a:t>求下面齐次线性方程组的一个基础解系，并用基础解系表示出全部解。</a:t>
            </a:r>
            <a:r>
              <a:rPr lang="zh-CN" altLang="en-US"/>
              <a:t> </a:t>
            </a:r>
          </a:p>
        </p:txBody>
      </p:sp>
      <p:sp>
        <p:nvSpPr>
          <p:cNvPr id="1103875" name="Text Box 3"/>
          <p:cNvSpPr txBox="1">
            <a:spLocks noChangeArrowheads="1"/>
          </p:cNvSpPr>
          <p:nvPr/>
        </p:nvSpPr>
        <p:spPr bwMode="auto">
          <a:xfrm>
            <a:off x="457200" y="3429000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1103876" name="Object 4"/>
          <p:cNvGraphicFramePr>
            <a:graphicFrameLocks noChangeAspect="1"/>
          </p:cNvGraphicFramePr>
          <p:nvPr/>
        </p:nvGraphicFramePr>
        <p:xfrm>
          <a:off x="1828800" y="1295400"/>
          <a:ext cx="4386263" cy="208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3885" name="Equation" r:id="rId3" imgW="1981080" imgH="939600" progId="Equation.3">
                  <p:embed/>
                </p:oleObj>
              </mc:Choice>
              <mc:Fallback>
                <p:oleObj name="Equation" r:id="rId3" imgW="1981080" imgH="939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295400"/>
                        <a:ext cx="4386263" cy="2087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3877" name="Object 5"/>
          <p:cNvGraphicFramePr>
            <a:graphicFrameLocks noChangeAspect="1"/>
          </p:cNvGraphicFramePr>
          <p:nvPr/>
        </p:nvGraphicFramePr>
        <p:xfrm>
          <a:off x="914400" y="3733800"/>
          <a:ext cx="3352800" cy="199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3886" r:id="rId5" imgW="1536700" imgH="914400" progId="Equation.3">
                  <p:embed/>
                </p:oleObj>
              </mc:Choice>
              <mc:Fallback>
                <p:oleObj r:id="rId5" imgW="1536700" imgH="9144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733800"/>
                        <a:ext cx="3352800" cy="1998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3878" name="Object 6"/>
          <p:cNvGraphicFramePr>
            <a:graphicFrameLocks noChangeAspect="1"/>
          </p:cNvGraphicFramePr>
          <p:nvPr/>
        </p:nvGraphicFramePr>
        <p:xfrm>
          <a:off x="4267200" y="3690938"/>
          <a:ext cx="3962400" cy="2033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3887" r:id="rId7" imgW="1778000" imgH="914400" progId="Equation.3">
                  <p:embed/>
                </p:oleObj>
              </mc:Choice>
              <mc:Fallback>
                <p:oleObj r:id="rId7" imgW="1778000" imgH="914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3690938"/>
                        <a:ext cx="3962400" cy="2033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03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03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03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03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03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3874" grpId="0" autoUpdateAnimBg="0"/>
      <p:bldP spid="1103875" grpId="0" autoUpdateAnimBg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0E6BE-08D5-4957-8F48-751EBC0146FB}" type="slidenum">
              <a:rPr lang="zh-CN" altLang="en-US"/>
              <a:pPr/>
              <a:t>98</a:t>
            </a:fld>
            <a:endParaRPr lang="zh-CN" altLang="en-US"/>
          </a:p>
        </p:txBody>
      </p:sp>
      <p:graphicFrame>
        <p:nvGraphicFramePr>
          <p:cNvPr id="1104898" name="Object 2"/>
          <p:cNvGraphicFramePr>
            <a:graphicFrameLocks noChangeAspect="1"/>
          </p:cNvGraphicFramePr>
          <p:nvPr/>
        </p:nvGraphicFramePr>
        <p:xfrm>
          <a:off x="685800" y="569913"/>
          <a:ext cx="3352800" cy="199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4914" r:id="rId3" imgW="1536700" imgH="914400" progId="Equation.3">
                  <p:embed/>
                </p:oleObj>
              </mc:Choice>
              <mc:Fallback>
                <p:oleObj r:id="rId3" imgW="1536700" imgH="9144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569913"/>
                        <a:ext cx="3352800" cy="1998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4899" name="Object 3"/>
          <p:cNvGraphicFramePr>
            <a:graphicFrameLocks noChangeAspect="1"/>
          </p:cNvGraphicFramePr>
          <p:nvPr/>
        </p:nvGraphicFramePr>
        <p:xfrm>
          <a:off x="4038600" y="527050"/>
          <a:ext cx="3962400" cy="203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4915" r:id="rId5" imgW="1778000" imgH="914400" progId="Equation.3">
                  <p:embed/>
                </p:oleObj>
              </mc:Choice>
              <mc:Fallback>
                <p:oleObj r:id="rId5" imgW="1778000" imgH="9144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527050"/>
                        <a:ext cx="3962400" cy="2033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4900" name="Object 4"/>
          <p:cNvGraphicFramePr>
            <a:graphicFrameLocks noChangeAspect="1"/>
          </p:cNvGraphicFramePr>
          <p:nvPr/>
        </p:nvGraphicFramePr>
        <p:xfrm>
          <a:off x="914400" y="2779713"/>
          <a:ext cx="3200400" cy="211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4916" r:id="rId7" imgW="1384300" imgH="914400" progId="Equation.3">
                  <p:embed/>
                </p:oleObj>
              </mc:Choice>
              <mc:Fallback>
                <p:oleObj r:id="rId7" imgW="1384300" imgH="914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779713"/>
                        <a:ext cx="3200400" cy="2119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4901" name="Object 5"/>
          <p:cNvGraphicFramePr>
            <a:graphicFrameLocks noChangeAspect="1"/>
          </p:cNvGraphicFramePr>
          <p:nvPr/>
        </p:nvGraphicFramePr>
        <p:xfrm>
          <a:off x="4648200" y="3670300"/>
          <a:ext cx="2057400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4917" name="Equation" r:id="rId9" imgW="863280" imgH="203040" progId="Equation.3">
                  <p:embed/>
                </p:oleObj>
              </mc:Choice>
              <mc:Fallback>
                <p:oleObj name="Equation" r:id="rId9" imgW="863280" imgH="2030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3670300"/>
                        <a:ext cx="2057400" cy="477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4902" name="Text Box 6"/>
          <p:cNvSpPr txBox="1">
            <a:spLocks noChangeArrowheads="1"/>
          </p:cNvSpPr>
          <p:nvPr/>
        </p:nvSpPr>
        <p:spPr bwMode="auto">
          <a:xfrm>
            <a:off x="671513" y="5132388"/>
            <a:ext cx="36718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</a:rPr>
              <a:t>自由未知量取为</a:t>
            </a:r>
            <a:r>
              <a:rPr lang="zh-CN" altLang="en-US"/>
              <a:t> </a:t>
            </a:r>
          </a:p>
        </p:txBody>
      </p:sp>
      <p:graphicFrame>
        <p:nvGraphicFramePr>
          <p:cNvPr id="1104903" name="Object 7"/>
          <p:cNvGraphicFramePr>
            <a:graphicFrameLocks noChangeAspect="1"/>
          </p:cNvGraphicFramePr>
          <p:nvPr/>
        </p:nvGraphicFramePr>
        <p:xfrm>
          <a:off x="3384550" y="5087938"/>
          <a:ext cx="1970088" cy="627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4918" name="Equation" r:id="rId11" imgW="723600" imgH="228600" progId="Equation.3">
                  <p:embed/>
                </p:oleObj>
              </mc:Choice>
              <mc:Fallback>
                <p:oleObj name="Equation" r:id="rId11" imgW="72360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4550" y="5087938"/>
                        <a:ext cx="1970088" cy="627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04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04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04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04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4902" grpId="0" autoUpdateAnimBg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BC8A9-A0D9-4350-8FC0-84067DBF53A9}" type="slidenum">
              <a:rPr lang="zh-CN" altLang="en-US"/>
              <a:pPr/>
              <a:t>99</a:t>
            </a:fld>
            <a:endParaRPr lang="zh-CN" altLang="en-US"/>
          </a:p>
        </p:txBody>
      </p:sp>
      <p:graphicFrame>
        <p:nvGraphicFramePr>
          <p:cNvPr id="1105922" name="Object 2"/>
          <p:cNvGraphicFramePr>
            <a:graphicFrameLocks noChangeAspect="1"/>
          </p:cNvGraphicFramePr>
          <p:nvPr/>
        </p:nvGraphicFramePr>
        <p:xfrm>
          <a:off x="2133600" y="304800"/>
          <a:ext cx="3276600" cy="216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5956" r:id="rId3" imgW="1384300" imgH="914400" progId="Equation.3">
                  <p:embed/>
                </p:oleObj>
              </mc:Choice>
              <mc:Fallback>
                <p:oleObj r:id="rId3" imgW="1384300" imgH="9144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304800"/>
                        <a:ext cx="3276600" cy="2168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5923" name="Text Box 3"/>
          <p:cNvSpPr txBox="1">
            <a:spLocks noChangeArrowheads="1"/>
          </p:cNvSpPr>
          <p:nvPr/>
        </p:nvSpPr>
        <p:spPr bwMode="auto">
          <a:xfrm>
            <a:off x="304800" y="2362200"/>
            <a:ext cx="2667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</a:rPr>
              <a:t>基础解系:</a:t>
            </a:r>
            <a:endParaRPr lang="zh-CN" altLang="en-US"/>
          </a:p>
        </p:txBody>
      </p:sp>
      <p:graphicFrame>
        <p:nvGraphicFramePr>
          <p:cNvPr id="1105924" name="Object 4"/>
          <p:cNvGraphicFramePr>
            <a:graphicFrameLocks noChangeAspect="1"/>
          </p:cNvGraphicFramePr>
          <p:nvPr/>
        </p:nvGraphicFramePr>
        <p:xfrm>
          <a:off x="1295400" y="2819400"/>
          <a:ext cx="1554163" cy="259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5957" name="Equation" r:id="rId5" imgW="685800" imgH="1143000" progId="Equation.3">
                  <p:embed/>
                </p:oleObj>
              </mc:Choice>
              <mc:Fallback>
                <p:oleObj name="Equation" r:id="rId5" imgW="685800" imgH="1143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2819400"/>
                        <a:ext cx="1554163" cy="2590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5925" name="Object 5"/>
          <p:cNvGraphicFramePr>
            <a:graphicFrameLocks noChangeAspect="1"/>
          </p:cNvGraphicFramePr>
          <p:nvPr/>
        </p:nvGraphicFramePr>
        <p:xfrm>
          <a:off x="4724400" y="2863850"/>
          <a:ext cx="1692275" cy="251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5958" name="Equation" r:id="rId7" imgW="761760" imgH="1143000" progId="Equation.3">
                  <p:embed/>
                </p:oleObj>
              </mc:Choice>
              <mc:Fallback>
                <p:oleObj name="Equation" r:id="rId7" imgW="761760" imgH="11430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2863850"/>
                        <a:ext cx="1692275" cy="2514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5926" name="Object 6"/>
          <p:cNvGraphicFramePr>
            <a:graphicFrameLocks noChangeAspect="1"/>
          </p:cNvGraphicFramePr>
          <p:nvPr/>
        </p:nvGraphicFramePr>
        <p:xfrm>
          <a:off x="2057400" y="3384550"/>
          <a:ext cx="498475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5959" name="Equation" r:id="rId9" imgW="241200" imgH="164880" progId="Equation.3">
                  <p:embed/>
                </p:oleObj>
              </mc:Choice>
              <mc:Fallback>
                <p:oleObj name="Equation" r:id="rId9" imgW="241200" imgH="16488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3384550"/>
                        <a:ext cx="498475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5927" name="Object 7"/>
          <p:cNvGraphicFramePr>
            <a:graphicFrameLocks noChangeAspect="1"/>
          </p:cNvGraphicFramePr>
          <p:nvPr/>
        </p:nvGraphicFramePr>
        <p:xfrm>
          <a:off x="2220913" y="2895600"/>
          <a:ext cx="236537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5960" name="Equation" r:id="rId11" imgW="114120" imgH="164880" progId="Equation.3">
                  <p:embed/>
                </p:oleObj>
              </mc:Choice>
              <mc:Fallback>
                <p:oleObj name="Equation" r:id="rId11" imgW="114120" imgH="16488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0913" y="2895600"/>
                        <a:ext cx="236537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5928" name="Object 8"/>
          <p:cNvGraphicFramePr>
            <a:graphicFrameLocks noChangeAspect="1"/>
          </p:cNvGraphicFramePr>
          <p:nvPr/>
        </p:nvGraphicFramePr>
        <p:xfrm>
          <a:off x="2957513" y="2819400"/>
          <a:ext cx="1582737" cy="259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5961" name="Equation" r:id="rId13" imgW="698400" imgH="1143000" progId="Equation.3">
                  <p:embed/>
                </p:oleObj>
              </mc:Choice>
              <mc:Fallback>
                <p:oleObj name="Equation" r:id="rId13" imgW="698400" imgH="11430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7513" y="2819400"/>
                        <a:ext cx="1582737" cy="2590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5929" name="Object 9"/>
          <p:cNvGraphicFramePr>
            <a:graphicFrameLocks noChangeAspect="1"/>
          </p:cNvGraphicFramePr>
          <p:nvPr/>
        </p:nvGraphicFramePr>
        <p:xfrm>
          <a:off x="3733800" y="3384550"/>
          <a:ext cx="498475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5962" name="Equation" r:id="rId15" imgW="241200" imgH="164880" progId="Equation.3">
                  <p:embed/>
                </p:oleObj>
              </mc:Choice>
              <mc:Fallback>
                <p:oleObj name="Equation" r:id="rId15" imgW="241200" imgH="16488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3384550"/>
                        <a:ext cx="498475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5930" name="Object 10"/>
          <p:cNvGraphicFramePr>
            <a:graphicFrameLocks noChangeAspect="1"/>
          </p:cNvGraphicFramePr>
          <p:nvPr/>
        </p:nvGraphicFramePr>
        <p:xfrm>
          <a:off x="3897313" y="2895600"/>
          <a:ext cx="236537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5963" name="Equation" r:id="rId17" imgW="114120" imgH="164880" progId="Equation.3">
                  <p:embed/>
                </p:oleObj>
              </mc:Choice>
              <mc:Fallback>
                <p:oleObj name="Equation" r:id="rId17" imgW="114120" imgH="16488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7313" y="2895600"/>
                        <a:ext cx="236537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5931" name="Object 11"/>
          <p:cNvGraphicFramePr>
            <a:graphicFrameLocks noChangeAspect="1"/>
          </p:cNvGraphicFramePr>
          <p:nvPr/>
        </p:nvGraphicFramePr>
        <p:xfrm>
          <a:off x="5575300" y="3371850"/>
          <a:ext cx="471488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5964" name="Equation" r:id="rId19" imgW="228600" imgH="177480" progId="Equation.3">
                  <p:embed/>
                </p:oleObj>
              </mc:Choice>
              <mc:Fallback>
                <p:oleObj name="Equation" r:id="rId19" imgW="228600" imgH="17748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5300" y="3371850"/>
                        <a:ext cx="471488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5932" name="Object 12"/>
          <p:cNvGraphicFramePr>
            <a:graphicFrameLocks noChangeAspect="1"/>
          </p:cNvGraphicFramePr>
          <p:nvPr/>
        </p:nvGraphicFramePr>
        <p:xfrm>
          <a:off x="5689600" y="2895600"/>
          <a:ext cx="261938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5965" name="Equation" r:id="rId21" imgW="126720" imgH="177480" progId="Equation.3">
                  <p:embed/>
                </p:oleObj>
              </mc:Choice>
              <mc:Fallback>
                <p:oleObj name="Equation" r:id="rId21" imgW="126720" imgH="17748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9600" y="2895600"/>
                        <a:ext cx="261938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5933" name="Object 13"/>
          <p:cNvGraphicFramePr>
            <a:graphicFrameLocks noChangeAspect="1"/>
          </p:cNvGraphicFramePr>
          <p:nvPr/>
        </p:nvGraphicFramePr>
        <p:xfrm>
          <a:off x="457200" y="5638800"/>
          <a:ext cx="7848600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5966" name="Document" r:id="rId23" imgW="3461400" imgH="228600" progId="Word.Document.8">
                  <p:embed/>
                </p:oleObj>
              </mc:Choice>
              <mc:Fallback>
                <p:oleObj name="Document" r:id="rId23" imgW="3461400" imgH="228600" progId="Word.Document.8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5638800"/>
                        <a:ext cx="7848600" cy="54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05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05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059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0592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059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0592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05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059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0592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059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0593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05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059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0593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059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0593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105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23" grpId="0" autoUpdateAnimBg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84985-9371-4EC2-8883-D567F0218BA5}" type="slidenum">
              <a:rPr lang="zh-CN" altLang="en-US"/>
              <a:pPr/>
              <a:t>100</a:t>
            </a:fld>
            <a:endParaRPr lang="zh-CN" altLang="en-US"/>
          </a:p>
        </p:txBody>
      </p:sp>
      <p:graphicFrame>
        <p:nvGraphicFramePr>
          <p:cNvPr id="1106946" name="Object 2"/>
          <p:cNvGraphicFramePr>
            <a:graphicFrameLocks noChangeAspect="1"/>
          </p:cNvGraphicFramePr>
          <p:nvPr/>
        </p:nvGraphicFramePr>
        <p:xfrm>
          <a:off x="609600" y="3429000"/>
          <a:ext cx="3822700" cy="20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6957" name="Equation" r:id="rId3" imgW="1726920" imgH="914400" progId="Equation.3">
                  <p:embed/>
                </p:oleObj>
              </mc:Choice>
              <mc:Fallback>
                <p:oleObj name="Equation" r:id="rId3" imgW="1726920" imgH="9144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429000"/>
                        <a:ext cx="3822700" cy="203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6947" name="Text Box 3"/>
          <p:cNvSpPr txBox="1">
            <a:spLocks noChangeArrowheads="1"/>
          </p:cNvSpPr>
          <p:nvPr/>
        </p:nvSpPr>
        <p:spPr bwMode="auto">
          <a:xfrm>
            <a:off x="457200" y="3352800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解</a:t>
            </a:r>
          </a:p>
        </p:txBody>
      </p:sp>
      <p:sp>
        <p:nvSpPr>
          <p:cNvPr id="1106948" name="Text Box 4"/>
          <p:cNvSpPr txBox="1">
            <a:spLocks noChangeArrowheads="1"/>
          </p:cNvSpPr>
          <p:nvPr/>
        </p:nvSpPr>
        <p:spPr bwMode="auto">
          <a:xfrm>
            <a:off x="457200" y="363538"/>
            <a:ext cx="7924800" cy="604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例  </a:t>
            </a:r>
            <a:r>
              <a:rPr lang="zh-CN" altLang="en-US">
                <a:latin typeface="宋体" panose="02010600030101010101" pitchFamily="2" charset="-122"/>
              </a:rPr>
              <a:t>求下面齐次线性方程组的一个基础解系：</a:t>
            </a:r>
            <a:r>
              <a:rPr lang="zh-CN" altLang="en-US"/>
              <a:t> </a:t>
            </a:r>
          </a:p>
        </p:txBody>
      </p:sp>
      <p:graphicFrame>
        <p:nvGraphicFramePr>
          <p:cNvPr id="1106949" name="Object 5"/>
          <p:cNvGraphicFramePr>
            <a:graphicFrameLocks noChangeAspect="1"/>
          </p:cNvGraphicFramePr>
          <p:nvPr/>
        </p:nvGraphicFramePr>
        <p:xfrm>
          <a:off x="1752600" y="1066800"/>
          <a:ext cx="4648200" cy="218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6958" name="Equation" r:id="rId5" imgW="2006280" imgH="939600" progId="Equation.3">
                  <p:embed/>
                </p:oleObj>
              </mc:Choice>
              <mc:Fallback>
                <p:oleObj name="Equation" r:id="rId5" imgW="2006280" imgH="939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1066800"/>
                        <a:ext cx="4648200" cy="218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950" name="Object 6"/>
          <p:cNvGraphicFramePr>
            <a:graphicFrameLocks noChangeAspect="1"/>
          </p:cNvGraphicFramePr>
          <p:nvPr/>
        </p:nvGraphicFramePr>
        <p:xfrm>
          <a:off x="4419600" y="3451225"/>
          <a:ext cx="3429000" cy="204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6959" name="Equation" r:id="rId7" imgW="1536480" imgH="914400" progId="Equation.3">
                  <p:embed/>
                </p:oleObj>
              </mc:Choice>
              <mc:Fallback>
                <p:oleObj name="Equation" r:id="rId7" imgW="1536480" imgH="914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3451225"/>
                        <a:ext cx="3429000" cy="2049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06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06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06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06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06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6947" grpId="0" autoUpdateAnimBg="0"/>
      <p:bldP spid="1106948" grpId="0" autoUpdateAnimBg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9898-8AD5-4D6A-8AD5-6B4848C9C0AD}" type="slidenum">
              <a:rPr lang="zh-CN" altLang="en-US"/>
              <a:pPr/>
              <a:t>101</a:t>
            </a:fld>
            <a:endParaRPr lang="zh-CN" altLang="en-US"/>
          </a:p>
        </p:txBody>
      </p:sp>
      <p:graphicFrame>
        <p:nvGraphicFramePr>
          <p:cNvPr id="1107970" name="Object 2"/>
          <p:cNvGraphicFramePr>
            <a:graphicFrameLocks noChangeAspect="1"/>
          </p:cNvGraphicFramePr>
          <p:nvPr/>
        </p:nvGraphicFramePr>
        <p:xfrm>
          <a:off x="685800" y="2667000"/>
          <a:ext cx="3657600" cy="206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7989" name="Equation" r:id="rId3" imgW="1523880" imgH="914400" progId="Equation.3">
                  <p:embed/>
                </p:oleObj>
              </mc:Choice>
              <mc:Fallback>
                <p:oleObj name="Equation" r:id="rId3" imgW="1523880" imgH="9144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667000"/>
                        <a:ext cx="3657600" cy="2063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7971" name="Object 3"/>
          <p:cNvGraphicFramePr>
            <a:graphicFrameLocks noChangeAspect="1"/>
          </p:cNvGraphicFramePr>
          <p:nvPr/>
        </p:nvGraphicFramePr>
        <p:xfrm>
          <a:off x="533400" y="442913"/>
          <a:ext cx="3822700" cy="20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7990" name="Equation" r:id="rId5" imgW="1726920" imgH="914400" progId="Equation.3">
                  <p:embed/>
                </p:oleObj>
              </mc:Choice>
              <mc:Fallback>
                <p:oleObj name="Equation" r:id="rId5" imgW="1726920" imgH="9144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42913"/>
                        <a:ext cx="3822700" cy="203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7972" name="Object 4"/>
          <p:cNvGraphicFramePr>
            <a:graphicFrameLocks noChangeAspect="1"/>
          </p:cNvGraphicFramePr>
          <p:nvPr/>
        </p:nvGraphicFramePr>
        <p:xfrm>
          <a:off x="4343400" y="465138"/>
          <a:ext cx="3429000" cy="204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7991" name="Equation" r:id="rId7" imgW="1536480" imgH="914400" progId="Equation.3">
                  <p:embed/>
                </p:oleObj>
              </mc:Choice>
              <mc:Fallback>
                <p:oleObj name="Equation" r:id="rId7" imgW="1536480" imgH="914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465138"/>
                        <a:ext cx="3429000" cy="2049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7973" name="Object 5"/>
          <p:cNvGraphicFramePr>
            <a:graphicFrameLocks noChangeAspect="1"/>
          </p:cNvGraphicFramePr>
          <p:nvPr/>
        </p:nvGraphicFramePr>
        <p:xfrm>
          <a:off x="4343400" y="2667000"/>
          <a:ext cx="3581400" cy="207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7992" name="Equation" r:id="rId9" imgW="1587240" imgH="914400" progId="Equation.3">
                  <p:embed/>
                </p:oleObj>
              </mc:Choice>
              <mc:Fallback>
                <p:oleObj name="Equation" r:id="rId9" imgW="1587240" imgH="9144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2667000"/>
                        <a:ext cx="3581400" cy="2071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7974" name="Oval 6"/>
          <p:cNvSpPr>
            <a:spLocks noChangeArrowheads="1"/>
          </p:cNvSpPr>
          <p:nvPr/>
        </p:nvSpPr>
        <p:spPr bwMode="auto">
          <a:xfrm>
            <a:off x="4822825" y="2689225"/>
            <a:ext cx="457200" cy="457200"/>
          </a:xfrm>
          <a:prstGeom prst="ellipse">
            <a:avLst/>
          </a:prstGeom>
          <a:noFill/>
          <a:ln w="31750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1107975" name="Oval 7"/>
          <p:cNvSpPr>
            <a:spLocks noChangeArrowheads="1"/>
          </p:cNvSpPr>
          <p:nvPr/>
        </p:nvSpPr>
        <p:spPr bwMode="auto">
          <a:xfrm>
            <a:off x="5791200" y="3200400"/>
            <a:ext cx="457200" cy="457200"/>
          </a:xfrm>
          <a:prstGeom prst="ellipse">
            <a:avLst/>
          </a:prstGeom>
          <a:noFill/>
          <a:ln w="31750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1107976" name="Oval 8"/>
          <p:cNvSpPr>
            <a:spLocks noChangeArrowheads="1"/>
          </p:cNvSpPr>
          <p:nvPr/>
        </p:nvSpPr>
        <p:spPr bwMode="auto">
          <a:xfrm>
            <a:off x="6400800" y="3722688"/>
            <a:ext cx="457200" cy="457200"/>
          </a:xfrm>
          <a:prstGeom prst="ellipse">
            <a:avLst/>
          </a:prstGeom>
          <a:noFill/>
          <a:ln w="31750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1107977" name="Text Box 9"/>
          <p:cNvSpPr txBox="1">
            <a:spLocks noChangeArrowheads="1"/>
          </p:cNvSpPr>
          <p:nvPr/>
        </p:nvSpPr>
        <p:spPr bwMode="auto">
          <a:xfrm>
            <a:off x="609600" y="4953000"/>
            <a:ext cx="3200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</a:rPr>
              <a:t>自由未知量取为</a:t>
            </a:r>
            <a:r>
              <a:rPr lang="zh-CN" altLang="en-US"/>
              <a:t> </a:t>
            </a:r>
          </a:p>
        </p:txBody>
      </p:sp>
      <p:graphicFrame>
        <p:nvGraphicFramePr>
          <p:cNvPr id="1107978" name="Object 10"/>
          <p:cNvGraphicFramePr>
            <a:graphicFrameLocks noChangeAspect="1"/>
          </p:cNvGraphicFramePr>
          <p:nvPr/>
        </p:nvGraphicFramePr>
        <p:xfrm>
          <a:off x="3265488" y="4899025"/>
          <a:ext cx="1347787" cy="62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7993" name="Equation" r:id="rId11" imgW="495000" imgH="228600" progId="Equation.3">
                  <p:embed/>
                </p:oleObj>
              </mc:Choice>
              <mc:Fallback>
                <p:oleObj name="Equation" r:id="rId11" imgW="495000" imgH="2286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5488" y="4899025"/>
                        <a:ext cx="1347787" cy="627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07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07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07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07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07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07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07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7977" grpId="0" autoUpdateAnimBg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513BB-1BC9-4A55-AD82-0FA3436658B7}" type="slidenum">
              <a:rPr lang="zh-CN" altLang="en-US"/>
              <a:pPr/>
              <a:t>102</a:t>
            </a:fld>
            <a:endParaRPr lang="zh-CN" altLang="en-US"/>
          </a:p>
        </p:txBody>
      </p:sp>
      <p:graphicFrame>
        <p:nvGraphicFramePr>
          <p:cNvPr id="1108994" name="Object 2"/>
          <p:cNvGraphicFramePr>
            <a:graphicFrameLocks noChangeAspect="1"/>
          </p:cNvGraphicFramePr>
          <p:nvPr/>
        </p:nvGraphicFramePr>
        <p:xfrm>
          <a:off x="609600" y="414338"/>
          <a:ext cx="3581400" cy="2071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9030" name="Equation" r:id="rId3" imgW="1587240" imgH="914400" progId="Equation.3">
                  <p:embed/>
                </p:oleObj>
              </mc:Choice>
              <mc:Fallback>
                <p:oleObj name="Equation" r:id="rId3" imgW="1587240" imgH="9144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14338"/>
                        <a:ext cx="3581400" cy="2071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8995" name="Oval 3"/>
          <p:cNvSpPr>
            <a:spLocks noChangeArrowheads="1"/>
          </p:cNvSpPr>
          <p:nvPr/>
        </p:nvSpPr>
        <p:spPr bwMode="auto">
          <a:xfrm>
            <a:off x="1089025" y="436563"/>
            <a:ext cx="457200" cy="457200"/>
          </a:xfrm>
          <a:prstGeom prst="ellipse">
            <a:avLst/>
          </a:prstGeom>
          <a:noFill/>
          <a:ln w="31750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1108996" name="Oval 4"/>
          <p:cNvSpPr>
            <a:spLocks noChangeArrowheads="1"/>
          </p:cNvSpPr>
          <p:nvPr/>
        </p:nvSpPr>
        <p:spPr bwMode="auto">
          <a:xfrm>
            <a:off x="2057400" y="947738"/>
            <a:ext cx="457200" cy="457200"/>
          </a:xfrm>
          <a:prstGeom prst="ellipse">
            <a:avLst/>
          </a:prstGeom>
          <a:noFill/>
          <a:ln w="31750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1108997" name="Oval 5"/>
          <p:cNvSpPr>
            <a:spLocks noChangeArrowheads="1"/>
          </p:cNvSpPr>
          <p:nvPr/>
        </p:nvSpPr>
        <p:spPr bwMode="auto">
          <a:xfrm>
            <a:off x="2667000" y="1470025"/>
            <a:ext cx="457200" cy="457200"/>
          </a:xfrm>
          <a:prstGeom prst="ellipse">
            <a:avLst/>
          </a:prstGeom>
          <a:noFill/>
          <a:ln w="31750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grpSp>
        <p:nvGrpSpPr>
          <p:cNvPr id="1108998" name="Group 6"/>
          <p:cNvGrpSpPr>
            <a:grpSpLocks/>
          </p:cNvGrpSpPr>
          <p:nvPr/>
        </p:nvGrpSpPr>
        <p:grpSpPr bwMode="auto">
          <a:xfrm>
            <a:off x="4343400" y="1100138"/>
            <a:ext cx="4003675" cy="627062"/>
            <a:chOff x="384" y="3086"/>
            <a:chExt cx="2522" cy="395"/>
          </a:xfrm>
        </p:grpSpPr>
        <p:sp>
          <p:nvSpPr>
            <p:cNvPr id="1108999" name="Text Box 7"/>
            <p:cNvSpPr txBox="1">
              <a:spLocks noChangeArrowheads="1"/>
            </p:cNvSpPr>
            <p:nvPr/>
          </p:nvSpPr>
          <p:spPr bwMode="auto">
            <a:xfrm>
              <a:off x="384" y="3120"/>
              <a:ext cx="174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>
                  <a:latin typeface="宋体" panose="02010600030101010101" pitchFamily="2" charset="-122"/>
                </a:rPr>
                <a:t>自由未知量取为</a:t>
              </a:r>
              <a:r>
                <a:rPr lang="zh-CN" altLang="en-US"/>
                <a:t> </a:t>
              </a:r>
            </a:p>
          </p:txBody>
        </p:sp>
        <p:graphicFrame>
          <p:nvGraphicFramePr>
            <p:cNvPr id="1109000" name="Object 8"/>
            <p:cNvGraphicFramePr>
              <a:graphicFrameLocks noChangeAspect="1"/>
            </p:cNvGraphicFramePr>
            <p:nvPr/>
          </p:nvGraphicFramePr>
          <p:xfrm>
            <a:off x="2057" y="3086"/>
            <a:ext cx="849" cy="3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9031" name="Equation" r:id="rId5" imgW="495000" imgH="228600" progId="Equation.3">
                    <p:embed/>
                  </p:oleObj>
                </mc:Choice>
                <mc:Fallback>
                  <p:oleObj name="Equation" r:id="rId5" imgW="495000" imgH="2286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57" y="3086"/>
                          <a:ext cx="849" cy="39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09001" name="Text Box 9"/>
          <p:cNvSpPr txBox="1">
            <a:spLocks noChangeArrowheads="1"/>
          </p:cNvSpPr>
          <p:nvPr/>
        </p:nvSpPr>
        <p:spPr bwMode="auto">
          <a:xfrm>
            <a:off x="304800" y="2624138"/>
            <a:ext cx="2514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</a:rPr>
              <a:t>基础解系:</a:t>
            </a:r>
            <a:endParaRPr lang="zh-CN" altLang="en-US"/>
          </a:p>
        </p:txBody>
      </p:sp>
      <p:graphicFrame>
        <p:nvGraphicFramePr>
          <p:cNvPr id="1109002" name="Object 10"/>
          <p:cNvGraphicFramePr>
            <a:graphicFrameLocks noChangeAspect="1"/>
          </p:cNvGraphicFramePr>
          <p:nvPr/>
        </p:nvGraphicFramePr>
        <p:xfrm>
          <a:off x="1709738" y="2895600"/>
          <a:ext cx="1671637" cy="2786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9032" name="Equation" r:id="rId7" imgW="685800" imgH="1143000" progId="Equation.3">
                  <p:embed/>
                </p:oleObj>
              </mc:Choice>
              <mc:Fallback>
                <p:oleObj name="Equation" r:id="rId7" imgW="685800" imgH="11430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9738" y="2895600"/>
                        <a:ext cx="1671637" cy="2786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9003" name="Object 11"/>
          <p:cNvGraphicFramePr>
            <a:graphicFrameLocks noChangeAspect="1"/>
          </p:cNvGraphicFramePr>
          <p:nvPr/>
        </p:nvGraphicFramePr>
        <p:xfrm>
          <a:off x="2654300" y="4606925"/>
          <a:ext cx="312738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9033" name="Equation" r:id="rId9" imgW="126720" imgH="177480" progId="Equation.3">
                  <p:embed/>
                </p:oleObj>
              </mc:Choice>
              <mc:Fallback>
                <p:oleObj name="Equation" r:id="rId9" imgW="126720" imgH="17748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4300" y="4606925"/>
                        <a:ext cx="312738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9004" name="Object 12"/>
          <p:cNvGraphicFramePr>
            <a:graphicFrameLocks noChangeAspect="1"/>
          </p:cNvGraphicFramePr>
          <p:nvPr/>
        </p:nvGraphicFramePr>
        <p:xfrm>
          <a:off x="2654300" y="4017963"/>
          <a:ext cx="312738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9034" name="Equation" r:id="rId11" imgW="126720" imgH="177480" progId="Equation.3">
                  <p:embed/>
                </p:oleObj>
              </mc:Choice>
              <mc:Fallback>
                <p:oleObj name="Equation" r:id="rId11" imgW="126720" imgH="17748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4300" y="4017963"/>
                        <a:ext cx="312738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9005" name="Object 13"/>
          <p:cNvGraphicFramePr>
            <a:graphicFrameLocks noChangeAspect="1"/>
          </p:cNvGraphicFramePr>
          <p:nvPr/>
        </p:nvGraphicFramePr>
        <p:xfrm>
          <a:off x="2579688" y="3011488"/>
          <a:ext cx="4572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9035" name="Equation" r:id="rId13" imgW="241200" imgH="164880" progId="Equation.3">
                  <p:embed/>
                </p:oleObj>
              </mc:Choice>
              <mc:Fallback>
                <p:oleObj name="Equation" r:id="rId13" imgW="241200" imgH="16488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9688" y="3011488"/>
                        <a:ext cx="457200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9006" name="Object 14"/>
          <p:cNvGraphicFramePr>
            <a:graphicFrameLocks noChangeAspect="1"/>
          </p:cNvGraphicFramePr>
          <p:nvPr/>
        </p:nvGraphicFramePr>
        <p:xfrm>
          <a:off x="3660775" y="2938463"/>
          <a:ext cx="1646238" cy="274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9036" name="Equation" r:id="rId15" imgW="685800" imgH="1143000" progId="Equation.3">
                  <p:embed/>
                </p:oleObj>
              </mc:Choice>
              <mc:Fallback>
                <p:oleObj name="Equation" r:id="rId15" imgW="685800" imgH="11430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0775" y="2938463"/>
                        <a:ext cx="1646238" cy="2743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9007" name="Object 15"/>
          <p:cNvGraphicFramePr>
            <a:graphicFrameLocks noChangeAspect="1"/>
          </p:cNvGraphicFramePr>
          <p:nvPr/>
        </p:nvGraphicFramePr>
        <p:xfrm>
          <a:off x="4462463" y="3025775"/>
          <a:ext cx="4572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9037" name="Equation" r:id="rId17" imgW="241200" imgH="164880" progId="Equation.3">
                  <p:embed/>
                </p:oleObj>
              </mc:Choice>
              <mc:Fallback>
                <p:oleObj name="Equation" r:id="rId17" imgW="241200" imgH="16488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2463" y="3025775"/>
                        <a:ext cx="4572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9008" name="Object 16"/>
          <p:cNvGraphicFramePr>
            <a:graphicFrameLocks noChangeAspect="1"/>
          </p:cNvGraphicFramePr>
          <p:nvPr/>
        </p:nvGraphicFramePr>
        <p:xfrm>
          <a:off x="4625975" y="4056063"/>
          <a:ext cx="282575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9038" name="Equation" r:id="rId19" imgW="114120" imgH="164880" progId="Equation.3">
                  <p:embed/>
                </p:oleObj>
              </mc:Choice>
              <mc:Fallback>
                <p:oleObj name="Equation" r:id="rId19" imgW="114120" imgH="16488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5975" y="4056063"/>
                        <a:ext cx="282575" cy="436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9009" name="Object 17"/>
          <p:cNvGraphicFramePr>
            <a:graphicFrameLocks noChangeAspect="1"/>
          </p:cNvGraphicFramePr>
          <p:nvPr/>
        </p:nvGraphicFramePr>
        <p:xfrm>
          <a:off x="4597400" y="4657725"/>
          <a:ext cx="312738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9039" name="Equation" r:id="rId21" imgW="126720" imgH="177480" progId="Equation.3">
                  <p:embed/>
                </p:oleObj>
              </mc:Choice>
              <mc:Fallback>
                <p:oleObj name="Equation" r:id="rId21" imgW="126720" imgH="17748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7400" y="4657725"/>
                        <a:ext cx="312738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09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09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090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0900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090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0900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090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0900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09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090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0900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090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0900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090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0900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9001" grpId="0" autoUpdateAnimBg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3306E-C9F2-4900-8DAA-0A99A3687067}" type="slidenum">
              <a:rPr lang="zh-CN" altLang="en-US"/>
              <a:pPr/>
              <a:t>103</a:t>
            </a:fld>
            <a:endParaRPr lang="zh-CN" altLang="en-US"/>
          </a:p>
        </p:txBody>
      </p:sp>
      <p:sp>
        <p:nvSpPr>
          <p:cNvPr id="1110018" name="Text Box 2"/>
          <p:cNvSpPr txBox="1">
            <a:spLocks noChangeArrowheads="1"/>
          </p:cNvSpPr>
          <p:nvPr/>
        </p:nvSpPr>
        <p:spPr bwMode="auto">
          <a:xfrm>
            <a:off x="381000" y="228600"/>
            <a:ext cx="8382000" cy="115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5000"/>
              </a:lnSpc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例  </a:t>
            </a:r>
            <a:r>
              <a:rPr lang="zh-CN" altLang="en-US">
                <a:latin typeface="宋体" panose="02010600030101010101" pitchFamily="2" charset="-122"/>
              </a:rPr>
              <a:t>求下面齐次线性方程组的一个基础解系，并用基础解系表示出全部解。</a:t>
            </a:r>
            <a:r>
              <a:rPr lang="zh-CN" altLang="en-US"/>
              <a:t> </a:t>
            </a:r>
          </a:p>
        </p:txBody>
      </p:sp>
      <p:sp>
        <p:nvSpPr>
          <p:cNvPr id="1110019" name="Text Box 3"/>
          <p:cNvSpPr txBox="1">
            <a:spLocks noChangeArrowheads="1"/>
          </p:cNvSpPr>
          <p:nvPr/>
        </p:nvSpPr>
        <p:spPr bwMode="auto">
          <a:xfrm>
            <a:off x="381000" y="2971800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1110020" name="Object 4"/>
          <p:cNvGraphicFramePr>
            <a:graphicFrameLocks noChangeAspect="1"/>
          </p:cNvGraphicFramePr>
          <p:nvPr/>
        </p:nvGraphicFramePr>
        <p:xfrm>
          <a:off x="1752600" y="1447800"/>
          <a:ext cx="4583113" cy="157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0035" name="Equation" r:id="rId3" imgW="2070000" imgH="711000" progId="Equation.3">
                  <p:embed/>
                </p:oleObj>
              </mc:Choice>
              <mc:Fallback>
                <p:oleObj name="Equation" r:id="rId3" imgW="2070000" imgH="711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1447800"/>
                        <a:ext cx="4583113" cy="1579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0021" name="Object 5"/>
          <p:cNvGraphicFramePr>
            <a:graphicFrameLocks noChangeAspect="1"/>
          </p:cNvGraphicFramePr>
          <p:nvPr/>
        </p:nvGraphicFramePr>
        <p:xfrm>
          <a:off x="457200" y="3175000"/>
          <a:ext cx="4073525" cy="152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0036" name="Equation" r:id="rId5" imgW="1866600" imgH="698400" progId="Equation.3">
                  <p:embed/>
                </p:oleObj>
              </mc:Choice>
              <mc:Fallback>
                <p:oleObj name="Equation" r:id="rId5" imgW="1866600" imgH="6984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175000"/>
                        <a:ext cx="4073525" cy="1525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0022" name="Object 6"/>
          <p:cNvGraphicFramePr>
            <a:graphicFrameLocks noChangeAspect="1"/>
          </p:cNvGraphicFramePr>
          <p:nvPr/>
        </p:nvGraphicFramePr>
        <p:xfrm>
          <a:off x="4572000" y="3124200"/>
          <a:ext cx="4129088" cy="152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0037" name="Equation" r:id="rId7" imgW="1892160" imgH="698400" progId="Equation.3">
                  <p:embed/>
                </p:oleObj>
              </mc:Choice>
              <mc:Fallback>
                <p:oleObj name="Equation" r:id="rId7" imgW="1892160" imgH="698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124200"/>
                        <a:ext cx="4129088" cy="1525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0023" name="Object 7"/>
          <p:cNvGraphicFramePr>
            <a:graphicFrameLocks noChangeAspect="1"/>
          </p:cNvGraphicFramePr>
          <p:nvPr/>
        </p:nvGraphicFramePr>
        <p:xfrm>
          <a:off x="615950" y="4876800"/>
          <a:ext cx="3963988" cy="152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0038" name="Equation" r:id="rId9" imgW="1815840" imgH="698400" progId="Equation.3">
                  <p:embed/>
                </p:oleObj>
              </mc:Choice>
              <mc:Fallback>
                <p:oleObj name="Equation" r:id="rId9" imgW="1815840" imgH="6984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950" y="4876800"/>
                        <a:ext cx="3963988" cy="1525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0024" name="Object 8"/>
          <p:cNvGraphicFramePr>
            <a:graphicFrameLocks noChangeAspect="1"/>
          </p:cNvGraphicFramePr>
          <p:nvPr/>
        </p:nvGraphicFramePr>
        <p:xfrm>
          <a:off x="4648200" y="4876800"/>
          <a:ext cx="3963988" cy="152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0039" name="Equation" r:id="rId11" imgW="1815840" imgH="698400" progId="Equation.3">
                  <p:embed/>
                </p:oleObj>
              </mc:Choice>
              <mc:Fallback>
                <p:oleObj name="Equation" r:id="rId11" imgW="1815840" imgH="6984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4876800"/>
                        <a:ext cx="3963988" cy="1525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10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10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10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10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10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10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10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0018" grpId="0" autoUpdateAnimBg="0"/>
      <p:bldP spid="1110019" grpId="0" autoUpdateAnimBg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143EB-70B8-4693-904B-602A0F7498A7}" type="slidenum">
              <a:rPr lang="zh-CN" altLang="en-US"/>
              <a:pPr/>
              <a:t>104</a:t>
            </a:fld>
            <a:endParaRPr lang="zh-CN" altLang="en-US"/>
          </a:p>
        </p:txBody>
      </p:sp>
      <p:graphicFrame>
        <p:nvGraphicFramePr>
          <p:cNvPr id="1111042" name="Object 2"/>
          <p:cNvGraphicFramePr>
            <a:graphicFrameLocks noChangeAspect="1"/>
          </p:cNvGraphicFramePr>
          <p:nvPr/>
        </p:nvGraphicFramePr>
        <p:xfrm>
          <a:off x="608013" y="304800"/>
          <a:ext cx="3963987" cy="152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1082" name="Equation" r:id="rId3" imgW="1815840" imgH="698400" progId="Equation.3">
                  <p:embed/>
                </p:oleObj>
              </mc:Choice>
              <mc:Fallback>
                <p:oleObj name="Equation" r:id="rId3" imgW="1815840" imgH="6984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013" y="304800"/>
                        <a:ext cx="3963987" cy="1525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1043" name="Oval 3"/>
          <p:cNvSpPr>
            <a:spLocks noChangeArrowheads="1"/>
          </p:cNvSpPr>
          <p:nvPr/>
        </p:nvSpPr>
        <p:spPr bwMode="auto">
          <a:xfrm>
            <a:off x="1192213" y="342900"/>
            <a:ext cx="457200" cy="457200"/>
          </a:xfrm>
          <a:prstGeom prst="ellipse">
            <a:avLst/>
          </a:prstGeom>
          <a:noFill/>
          <a:ln w="31750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1111044" name="Oval 4"/>
          <p:cNvSpPr>
            <a:spLocks noChangeArrowheads="1"/>
          </p:cNvSpPr>
          <p:nvPr/>
        </p:nvSpPr>
        <p:spPr bwMode="auto">
          <a:xfrm>
            <a:off x="1751013" y="838200"/>
            <a:ext cx="457200" cy="457200"/>
          </a:xfrm>
          <a:prstGeom prst="ellipse">
            <a:avLst/>
          </a:prstGeom>
          <a:noFill/>
          <a:ln w="31750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1111045" name="Text Box 5"/>
          <p:cNvSpPr txBox="1">
            <a:spLocks noChangeArrowheads="1"/>
          </p:cNvSpPr>
          <p:nvPr/>
        </p:nvSpPr>
        <p:spPr bwMode="auto">
          <a:xfrm>
            <a:off x="457200" y="1892300"/>
            <a:ext cx="3581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</a:rPr>
              <a:t>自由未知量取为</a:t>
            </a:r>
            <a:r>
              <a:rPr lang="zh-CN" altLang="en-US"/>
              <a:t> </a:t>
            </a:r>
          </a:p>
        </p:txBody>
      </p:sp>
      <p:graphicFrame>
        <p:nvGraphicFramePr>
          <p:cNvPr id="1111046" name="Object 6"/>
          <p:cNvGraphicFramePr>
            <a:graphicFrameLocks noChangeAspect="1"/>
          </p:cNvGraphicFramePr>
          <p:nvPr/>
        </p:nvGraphicFramePr>
        <p:xfrm>
          <a:off x="3060700" y="1828800"/>
          <a:ext cx="1970088" cy="62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1083" name="Equation" r:id="rId5" imgW="723600" imgH="228600" progId="Equation.3">
                  <p:embed/>
                </p:oleObj>
              </mc:Choice>
              <mc:Fallback>
                <p:oleObj name="Equation" r:id="rId5" imgW="7236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0700" y="1828800"/>
                        <a:ext cx="1970088" cy="627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1047" name="Text Box 7"/>
          <p:cNvSpPr txBox="1">
            <a:spLocks noChangeArrowheads="1"/>
          </p:cNvSpPr>
          <p:nvPr/>
        </p:nvSpPr>
        <p:spPr bwMode="auto">
          <a:xfrm>
            <a:off x="457200" y="2427288"/>
            <a:ext cx="2743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</a:rPr>
              <a:t>基础解系:</a:t>
            </a:r>
            <a:endParaRPr lang="zh-CN" altLang="en-US"/>
          </a:p>
        </p:txBody>
      </p:sp>
      <p:graphicFrame>
        <p:nvGraphicFramePr>
          <p:cNvPr id="1111048" name="Object 8"/>
          <p:cNvGraphicFramePr>
            <a:graphicFrameLocks noChangeAspect="1"/>
          </p:cNvGraphicFramePr>
          <p:nvPr/>
        </p:nvGraphicFramePr>
        <p:xfrm>
          <a:off x="1798638" y="2576513"/>
          <a:ext cx="1582737" cy="2619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1084" name="Equation" r:id="rId7" imgW="698400" imgH="1155600" progId="Equation.3">
                  <p:embed/>
                </p:oleObj>
              </mc:Choice>
              <mc:Fallback>
                <p:oleObj name="Equation" r:id="rId7" imgW="698400" imgH="1155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8638" y="2576513"/>
                        <a:ext cx="1582737" cy="2619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1049" name="Object 9"/>
          <p:cNvGraphicFramePr>
            <a:graphicFrameLocks noChangeAspect="1"/>
          </p:cNvGraphicFramePr>
          <p:nvPr/>
        </p:nvGraphicFramePr>
        <p:xfrm>
          <a:off x="5213350" y="2620963"/>
          <a:ext cx="1749425" cy="254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1085" name="Equation" r:id="rId9" imgW="787320" imgH="1155600" progId="Equation.3">
                  <p:embed/>
                </p:oleObj>
              </mc:Choice>
              <mc:Fallback>
                <p:oleObj name="Equation" r:id="rId9" imgW="787320" imgH="1155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3350" y="2620963"/>
                        <a:ext cx="1749425" cy="2543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1050" name="Object 10"/>
          <p:cNvGraphicFramePr>
            <a:graphicFrameLocks noChangeAspect="1"/>
          </p:cNvGraphicFramePr>
          <p:nvPr/>
        </p:nvGraphicFramePr>
        <p:xfrm>
          <a:off x="2574925" y="3141663"/>
          <a:ext cx="498475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1086" name="Equation" r:id="rId11" imgW="241200" imgH="177480" progId="Equation.3">
                  <p:embed/>
                </p:oleObj>
              </mc:Choice>
              <mc:Fallback>
                <p:oleObj name="Equation" r:id="rId11" imgW="241200" imgH="17748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4925" y="3141663"/>
                        <a:ext cx="498475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1051" name="Object 11"/>
          <p:cNvGraphicFramePr>
            <a:graphicFrameLocks noChangeAspect="1"/>
          </p:cNvGraphicFramePr>
          <p:nvPr/>
        </p:nvGraphicFramePr>
        <p:xfrm>
          <a:off x="2725738" y="2652713"/>
          <a:ext cx="261937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1087" name="Equation" r:id="rId13" imgW="126720" imgH="177480" progId="Equation.3">
                  <p:embed/>
                </p:oleObj>
              </mc:Choice>
              <mc:Fallback>
                <p:oleObj name="Equation" r:id="rId13" imgW="126720" imgH="17748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5738" y="2652713"/>
                        <a:ext cx="261937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1052" name="Object 12"/>
          <p:cNvGraphicFramePr>
            <a:graphicFrameLocks noChangeAspect="1"/>
          </p:cNvGraphicFramePr>
          <p:nvPr/>
        </p:nvGraphicFramePr>
        <p:xfrm>
          <a:off x="3460750" y="2576513"/>
          <a:ext cx="1611313" cy="2619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1088" name="Equation" r:id="rId15" imgW="711000" imgH="1155600" progId="Equation.3">
                  <p:embed/>
                </p:oleObj>
              </mc:Choice>
              <mc:Fallback>
                <p:oleObj name="Equation" r:id="rId15" imgW="711000" imgH="11556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0750" y="2576513"/>
                        <a:ext cx="1611313" cy="2619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1053" name="Object 13"/>
          <p:cNvGraphicFramePr>
            <a:graphicFrameLocks noChangeAspect="1"/>
          </p:cNvGraphicFramePr>
          <p:nvPr/>
        </p:nvGraphicFramePr>
        <p:xfrm>
          <a:off x="4368800" y="3155950"/>
          <a:ext cx="263525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1089" name="Equation" r:id="rId17" imgW="126720" imgH="164880" progId="Equation.3">
                  <p:embed/>
                </p:oleObj>
              </mc:Choice>
              <mc:Fallback>
                <p:oleObj name="Equation" r:id="rId17" imgW="126720" imgH="16488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8800" y="3155950"/>
                        <a:ext cx="263525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1054" name="Object 14"/>
          <p:cNvGraphicFramePr>
            <a:graphicFrameLocks noChangeAspect="1"/>
          </p:cNvGraphicFramePr>
          <p:nvPr/>
        </p:nvGraphicFramePr>
        <p:xfrm>
          <a:off x="4402138" y="2652713"/>
          <a:ext cx="263525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1090" name="Equation" r:id="rId19" imgW="126720" imgH="177480" progId="Equation.3">
                  <p:embed/>
                </p:oleObj>
              </mc:Choice>
              <mc:Fallback>
                <p:oleObj name="Equation" r:id="rId19" imgW="126720" imgH="17748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2138" y="2652713"/>
                        <a:ext cx="263525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1055" name="Object 15"/>
          <p:cNvGraphicFramePr>
            <a:graphicFrameLocks noChangeAspect="1"/>
          </p:cNvGraphicFramePr>
          <p:nvPr/>
        </p:nvGraphicFramePr>
        <p:xfrm>
          <a:off x="6080125" y="3143250"/>
          <a:ext cx="498475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1091" name="Equation" r:id="rId21" imgW="241200" imgH="177480" progId="Equation.3">
                  <p:embed/>
                </p:oleObj>
              </mc:Choice>
              <mc:Fallback>
                <p:oleObj name="Equation" r:id="rId21" imgW="241200" imgH="17748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0125" y="3143250"/>
                        <a:ext cx="498475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1056" name="Object 16"/>
          <p:cNvGraphicFramePr>
            <a:graphicFrameLocks noChangeAspect="1"/>
          </p:cNvGraphicFramePr>
          <p:nvPr/>
        </p:nvGraphicFramePr>
        <p:xfrm>
          <a:off x="6102350" y="2681288"/>
          <a:ext cx="471488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1092" name="Equation" r:id="rId23" imgW="228600" imgH="164880" progId="Equation.3">
                  <p:embed/>
                </p:oleObj>
              </mc:Choice>
              <mc:Fallback>
                <p:oleObj name="Equation" r:id="rId23" imgW="228600" imgH="16488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2350" y="2681288"/>
                        <a:ext cx="471488" cy="366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1057" name="Object 17"/>
          <p:cNvGraphicFramePr>
            <a:graphicFrameLocks noChangeAspect="1"/>
          </p:cNvGraphicFramePr>
          <p:nvPr/>
        </p:nvGraphicFramePr>
        <p:xfrm>
          <a:off x="609600" y="5562600"/>
          <a:ext cx="815340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1093" name="Document" r:id="rId25" imgW="3461400" imgH="228600" progId="Word.Document.8">
                  <p:embed/>
                </p:oleObj>
              </mc:Choice>
              <mc:Fallback>
                <p:oleObj name="Document" r:id="rId25" imgW="3461400" imgH="228600" progId="Word.Document.8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5562600"/>
                        <a:ext cx="8153400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110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110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110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110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111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11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11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11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110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105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110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105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11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110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105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1110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105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111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1110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105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1110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105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111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1045" grpId="0" autoUpdateAnimBg="0"/>
      <p:bldP spid="1111047" grpId="0" autoUpdateAnimBg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B74B4-CB6A-438E-BFFB-16DF42A66FAC}" type="slidenum">
              <a:rPr lang="zh-CN" altLang="en-US"/>
              <a:pPr/>
              <a:t>105</a:t>
            </a:fld>
            <a:endParaRPr lang="zh-CN" altLang="en-US"/>
          </a:p>
        </p:txBody>
      </p:sp>
      <p:sp>
        <p:nvSpPr>
          <p:cNvPr id="1177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7315200" cy="609600"/>
          </a:xfrm>
        </p:spPr>
        <p:txBody>
          <a:bodyPr/>
          <a:lstStyle/>
          <a:p>
            <a:pPr algn="l"/>
            <a:r>
              <a:rPr lang="zh-CN" altLang="en-US" sz="3200" b="1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(二)非齐次线性方程组解的结构</a:t>
            </a:r>
          </a:p>
        </p:txBody>
      </p:sp>
      <p:graphicFrame>
        <p:nvGraphicFramePr>
          <p:cNvPr id="1177611" name="Object 11"/>
          <p:cNvGraphicFramePr>
            <a:graphicFrameLocks noChangeAspect="1"/>
          </p:cNvGraphicFramePr>
          <p:nvPr/>
        </p:nvGraphicFramePr>
        <p:xfrm>
          <a:off x="6003925" y="1747838"/>
          <a:ext cx="2401888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9116" name="Equation" r:id="rId3" imgW="838080" imgH="203040" progId="Equation.3">
                  <p:embed/>
                </p:oleObj>
              </mc:Choice>
              <mc:Fallback>
                <p:oleObj name="Equation" r:id="rId3" imgW="838080" imgH="2030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3925" y="1747838"/>
                        <a:ext cx="2401888" cy="600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612" name="Object 12"/>
          <p:cNvGraphicFramePr>
            <a:graphicFrameLocks noChangeAspect="1"/>
          </p:cNvGraphicFramePr>
          <p:nvPr/>
        </p:nvGraphicFramePr>
        <p:xfrm>
          <a:off x="533400" y="3200400"/>
          <a:ext cx="4038600" cy="219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9117" name="Equation" r:id="rId5" imgW="1739880" imgH="939600" progId="Equation.3">
                  <p:embed/>
                </p:oleObj>
              </mc:Choice>
              <mc:Fallback>
                <p:oleObj name="Equation" r:id="rId5" imgW="1739880" imgH="9396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200400"/>
                        <a:ext cx="4038600" cy="2193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613" name="Object 13"/>
          <p:cNvGraphicFramePr>
            <a:graphicFrameLocks noChangeAspect="1"/>
          </p:cNvGraphicFramePr>
          <p:nvPr/>
        </p:nvGraphicFramePr>
        <p:xfrm>
          <a:off x="4713288" y="3200400"/>
          <a:ext cx="1530350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9118" name="Equation" r:id="rId7" imgW="672840" imgH="939600" progId="Equation.3">
                  <p:embed/>
                </p:oleObj>
              </mc:Choice>
              <mc:Fallback>
                <p:oleObj name="Equation" r:id="rId7" imgW="672840" imgH="9396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3288" y="3200400"/>
                        <a:ext cx="1530350" cy="213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614" name="Object 14"/>
          <p:cNvGraphicFramePr>
            <a:graphicFrameLocks noChangeAspect="1"/>
          </p:cNvGraphicFramePr>
          <p:nvPr/>
        </p:nvGraphicFramePr>
        <p:xfrm>
          <a:off x="914400" y="909638"/>
          <a:ext cx="4876800" cy="2163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9119" name="Equation" r:id="rId9" imgW="2120760" imgH="939600" progId="Equation.3">
                  <p:embed/>
                </p:oleObj>
              </mc:Choice>
              <mc:Fallback>
                <p:oleObj name="Equation" r:id="rId9" imgW="2120760" imgH="9396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909638"/>
                        <a:ext cx="4876800" cy="2163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615" name="Object 15"/>
          <p:cNvGraphicFramePr>
            <a:graphicFrameLocks noChangeAspect="1"/>
          </p:cNvGraphicFramePr>
          <p:nvPr/>
        </p:nvGraphicFramePr>
        <p:xfrm>
          <a:off x="6346825" y="3200400"/>
          <a:ext cx="1503363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9120" name="Equation" r:id="rId11" imgW="660240" imgH="939600" progId="Equation.3">
                  <p:embed/>
                </p:oleObj>
              </mc:Choice>
              <mc:Fallback>
                <p:oleObj name="Equation" r:id="rId11" imgW="660240" imgH="9396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46825" y="3200400"/>
                        <a:ext cx="1503363" cy="213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616" name="Object 16"/>
          <p:cNvGraphicFramePr>
            <a:graphicFrameLocks noChangeAspect="1"/>
          </p:cNvGraphicFramePr>
          <p:nvPr/>
        </p:nvGraphicFramePr>
        <p:xfrm>
          <a:off x="612775" y="5635625"/>
          <a:ext cx="5940425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9121" name="Document" r:id="rId13" imgW="1996560" imgH="190080" progId="Word.Document.8">
                  <p:embed/>
                </p:oleObj>
              </mc:Choice>
              <mc:Fallback>
                <p:oleObj name="Document" r:id="rId13" imgW="1996560" imgH="190080" progId="Word.Document.8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775" y="5635625"/>
                        <a:ext cx="5940425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77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77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77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77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77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77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77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602" grpId="0" autoUpdateAnimBg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D3246-2CE8-4676-8094-9D7A76EA737D}" type="slidenum">
              <a:rPr lang="zh-CN" altLang="en-US"/>
              <a:pPr/>
              <a:t>106</a:t>
            </a:fld>
            <a:endParaRPr lang="zh-CN" altLang="en-US"/>
          </a:p>
        </p:txBody>
      </p:sp>
      <p:sp>
        <p:nvSpPr>
          <p:cNvPr id="1113090" name="Text Box 2"/>
          <p:cNvSpPr txBox="1">
            <a:spLocks noChangeArrowheads="1"/>
          </p:cNvSpPr>
          <p:nvPr/>
        </p:nvSpPr>
        <p:spPr bwMode="auto">
          <a:xfrm>
            <a:off x="228600" y="381000"/>
            <a:ext cx="5715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非齐次线性方程组解的性质：</a:t>
            </a:r>
          </a:p>
        </p:txBody>
      </p:sp>
      <p:sp>
        <p:nvSpPr>
          <p:cNvPr id="1113091" name="Text Box 3"/>
          <p:cNvSpPr txBox="1">
            <a:spLocks noChangeArrowheads="1"/>
          </p:cNvSpPr>
          <p:nvPr/>
        </p:nvSpPr>
        <p:spPr bwMode="auto">
          <a:xfrm>
            <a:off x="228600" y="2378075"/>
            <a:ext cx="1600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证明</a:t>
            </a:r>
          </a:p>
        </p:txBody>
      </p:sp>
      <p:graphicFrame>
        <p:nvGraphicFramePr>
          <p:cNvPr id="1113092" name="Object 4"/>
          <p:cNvGraphicFramePr>
            <a:graphicFrameLocks noChangeAspect="1"/>
          </p:cNvGraphicFramePr>
          <p:nvPr/>
        </p:nvGraphicFramePr>
        <p:xfrm>
          <a:off x="609600" y="2987675"/>
          <a:ext cx="2225675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3133" name="Equation" r:id="rId3" imgW="901440" imgH="215640" progId="Equation.3">
                  <p:embed/>
                </p:oleObj>
              </mc:Choice>
              <mc:Fallback>
                <p:oleObj name="Equation" r:id="rId3" imgW="901440" imgH="215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987675"/>
                        <a:ext cx="2225675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3093" name="Object 5"/>
          <p:cNvGraphicFramePr>
            <a:graphicFrameLocks noChangeAspect="1"/>
          </p:cNvGraphicFramePr>
          <p:nvPr/>
        </p:nvGraphicFramePr>
        <p:xfrm>
          <a:off x="1282700" y="2378075"/>
          <a:ext cx="3441700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3134" name="Equation" r:id="rId5" imgW="1409400" imgH="215640" progId="Equation.3">
                  <p:embed/>
                </p:oleObj>
              </mc:Choice>
              <mc:Fallback>
                <p:oleObj name="Equation" r:id="rId5" imgW="1409400" imgH="2156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2700" y="2378075"/>
                        <a:ext cx="3441700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3094" name="Text Box 6"/>
          <p:cNvSpPr txBox="1">
            <a:spLocks noChangeArrowheads="1"/>
          </p:cNvSpPr>
          <p:nvPr/>
        </p:nvSpPr>
        <p:spPr bwMode="auto">
          <a:xfrm>
            <a:off x="304800" y="5027613"/>
            <a:ext cx="1752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证明</a:t>
            </a:r>
          </a:p>
        </p:txBody>
      </p:sp>
      <p:graphicFrame>
        <p:nvGraphicFramePr>
          <p:cNvPr id="1113095" name="Object 7"/>
          <p:cNvGraphicFramePr>
            <a:graphicFrameLocks noChangeAspect="1"/>
          </p:cNvGraphicFramePr>
          <p:nvPr/>
        </p:nvGraphicFramePr>
        <p:xfrm>
          <a:off x="1447800" y="5114925"/>
          <a:ext cx="1443038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3135" name="Equation" r:id="rId7" imgW="583920" imgH="203040" progId="Equation.3">
                  <p:embed/>
                </p:oleObj>
              </mc:Choice>
              <mc:Fallback>
                <p:oleObj name="Equation" r:id="rId7" imgW="583920" imgH="2030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5114925"/>
                        <a:ext cx="1443038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3096" name="Object 8"/>
          <p:cNvGraphicFramePr>
            <a:graphicFrameLocks noChangeAspect="1"/>
          </p:cNvGraphicFramePr>
          <p:nvPr/>
        </p:nvGraphicFramePr>
        <p:xfrm>
          <a:off x="2819400" y="3009900"/>
          <a:ext cx="197485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3136" name="Equation" r:id="rId9" imgW="799920" imgH="215640" progId="Equation.3">
                  <p:embed/>
                </p:oleObj>
              </mc:Choice>
              <mc:Fallback>
                <p:oleObj name="Equation" r:id="rId9" imgW="799920" imgH="2156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009900"/>
                        <a:ext cx="197485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3097" name="Object 9"/>
          <p:cNvGraphicFramePr>
            <a:graphicFrameLocks noChangeAspect="1"/>
          </p:cNvGraphicFramePr>
          <p:nvPr/>
        </p:nvGraphicFramePr>
        <p:xfrm>
          <a:off x="4800600" y="3052763"/>
          <a:ext cx="198120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3137" name="Equation" r:id="rId11" imgW="761760" imgH="203040" progId="Equation.3">
                  <p:embed/>
                </p:oleObj>
              </mc:Choice>
              <mc:Fallback>
                <p:oleObj name="Equation" r:id="rId11" imgW="761760" imgH="2030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3052763"/>
                        <a:ext cx="1981200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3098" name="Object 10"/>
          <p:cNvGraphicFramePr>
            <a:graphicFrameLocks noChangeAspect="1"/>
          </p:cNvGraphicFramePr>
          <p:nvPr/>
        </p:nvGraphicFramePr>
        <p:xfrm>
          <a:off x="2873375" y="5126038"/>
          <a:ext cx="1820863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3138" name="Equation" r:id="rId13" imgW="736560" imgH="203040" progId="Equation.3">
                  <p:embed/>
                </p:oleObj>
              </mc:Choice>
              <mc:Fallback>
                <p:oleObj name="Equation" r:id="rId13" imgW="736560" imgH="2030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3375" y="5126038"/>
                        <a:ext cx="1820863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3099" name="Object 11"/>
          <p:cNvGraphicFramePr>
            <a:graphicFrameLocks noChangeAspect="1"/>
          </p:cNvGraphicFramePr>
          <p:nvPr/>
        </p:nvGraphicFramePr>
        <p:xfrm>
          <a:off x="4727575" y="5137150"/>
          <a:ext cx="1884363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3139" name="Equation" r:id="rId15" imgW="761760" imgH="203040" progId="Equation.3">
                  <p:embed/>
                </p:oleObj>
              </mc:Choice>
              <mc:Fallback>
                <p:oleObj name="Equation" r:id="rId15" imgW="761760" imgH="2030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7575" y="5137150"/>
                        <a:ext cx="1884363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3100" name="Object 12"/>
          <p:cNvGraphicFramePr>
            <a:graphicFrameLocks noChangeAspect="1"/>
          </p:cNvGraphicFramePr>
          <p:nvPr/>
        </p:nvGraphicFramePr>
        <p:xfrm>
          <a:off x="306388" y="1071563"/>
          <a:ext cx="4189412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3140" name="Document" r:id="rId17" imgW="1560240" imgH="216000" progId="Word.Document.8">
                  <p:embed/>
                </p:oleObj>
              </mc:Choice>
              <mc:Fallback>
                <p:oleObj name="Document" r:id="rId17" imgW="1560240" imgH="216000" progId="Word.Document.8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388" y="1071563"/>
                        <a:ext cx="4189412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3101" name="Object 13"/>
          <p:cNvGraphicFramePr>
            <a:graphicFrameLocks noChangeAspect="1"/>
          </p:cNvGraphicFramePr>
          <p:nvPr/>
        </p:nvGraphicFramePr>
        <p:xfrm>
          <a:off x="533400" y="1752600"/>
          <a:ext cx="3200400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3141" name="Document" r:id="rId19" imgW="1273680" imgH="216000" progId="Word.Document.8">
                  <p:embed/>
                </p:oleObj>
              </mc:Choice>
              <mc:Fallback>
                <p:oleObj name="Document" r:id="rId19" imgW="1273680" imgH="216000" progId="Word.Document.8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752600"/>
                        <a:ext cx="3200400" cy="538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3102" name="Object 14"/>
          <p:cNvGraphicFramePr>
            <a:graphicFrameLocks noChangeAspect="1"/>
          </p:cNvGraphicFramePr>
          <p:nvPr/>
        </p:nvGraphicFramePr>
        <p:xfrm>
          <a:off x="6553200" y="533400"/>
          <a:ext cx="182880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3142" name="Equation" r:id="rId21" imgW="761760" imgH="203040" progId="Equation.3">
                  <p:embed/>
                </p:oleObj>
              </mc:Choice>
              <mc:Fallback>
                <p:oleObj name="Equation" r:id="rId21" imgW="761760" imgH="20304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533400"/>
                        <a:ext cx="1828800" cy="503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3103" name="Object 15"/>
          <p:cNvGraphicFramePr>
            <a:graphicFrameLocks noChangeAspect="1"/>
          </p:cNvGraphicFramePr>
          <p:nvPr/>
        </p:nvGraphicFramePr>
        <p:xfrm>
          <a:off x="6553200" y="1143000"/>
          <a:ext cx="20574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3143" name="Equation" r:id="rId23" imgW="838080" imgH="203040" progId="Equation.3">
                  <p:embed/>
                </p:oleObj>
              </mc:Choice>
              <mc:Fallback>
                <p:oleObj name="Equation" r:id="rId23" imgW="838080" imgH="20304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1143000"/>
                        <a:ext cx="2057400" cy="514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3104" name="Freeform 16"/>
          <p:cNvSpPr>
            <a:spLocks/>
          </p:cNvSpPr>
          <p:nvPr/>
        </p:nvSpPr>
        <p:spPr bwMode="auto">
          <a:xfrm>
            <a:off x="6477000" y="381000"/>
            <a:ext cx="2209800" cy="1371600"/>
          </a:xfrm>
          <a:custGeom>
            <a:avLst/>
            <a:gdLst>
              <a:gd name="T0" fmla="*/ 0 w 1776"/>
              <a:gd name="T1" fmla="*/ 0 h 1200"/>
              <a:gd name="T2" fmla="*/ 0 w 1776"/>
              <a:gd name="T3" fmla="*/ 1200 h 1200"/>
              <a:gd name="T4" fmla="*/ 1776 w 1776"/>
              <a:gd name="T5" fmla="*/ 1200 h 1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776" h="1200">
                <a:moveTo>
                  <a:pt x="0" y="0"/>
                </a:moveTo>
                <a:lnTo>
                  <a:pt x="0" y="1200"/>
                </a:lnTo>
                <a:lnTo>
                  <a:pt x="1776" y="1200"/>
                </a:lnTo>
              </a:path>
            </a:pathLst>
          </a:custGeom>
          <a:noFill/>
          <a:ln w="31750" cap="flat" cmpd="sng">
            <a:solidFill>
              <a:srgbClr val="0033CC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graphicFrame>
        <p:nvGraphicFramePr>
          <p:cNvPr id="1113105" name="Object 17"/>
          <p:cNvGraphicFramePr>
            <a:graphicFrameLocks noChangeAspect="1"/>
          </p:cNvGraphicFramePr>
          <p:nvPr/>
        </p:nvGraphicFramePr>
        <p:xfrm>
          <a:off x="304800" y="3733800"/>
          <a:ext cx="5794375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3144" name="Document" r:id="rId25" imgW="2107440" imgH="203040" progId="Word.Document.8">
                  <p:embed/>
                </p:oleObj>
              </mc:Choice>
              <mc:Fallback>
                <p:oleObj name="Document" r:id="rId25" imgW="2107440" imgH="203040" progId="Word.Document.8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3733800"/>
                        <a:ext cx="5794375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3106" name="Object 18"/>
          <p:cNvGraphicFramePr>
            <a:graphicFrameLocks noChangeAspect="1"/>
          </p:cNvGraphicFramePr>
          <p:nvPr/>
        </p:nvGraphicFramePr>
        <p:xfrm>
          <a:off x="762000" y="4343400"/>
          <a:ext cx="3502025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3145" name="Document" r:id="rId27" imgW="1372320" imgH="203040" progId="Word.Document.8">
                  <p:embed/>
                </p:oleObj>
              </mc:Choice>
              <mc:Fallback>
                <p:oleObj name="Document" r:id="rId27" imgW="1372320" imgH="203040" progId="Word.Document.8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4343400"/>
                        <a:ext cx="3502025" cy="52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13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13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13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"/>
                                        <p:tgtEl>
                                          <p:spTgt spid="1113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13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13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13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13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13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13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75"/>
                                        <p:tgtEl>
                                          <p:spTgt spid="1113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113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113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113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3090" grpId="0" autoUpdateAnimBg="0"/>
      <p:bldP spid="1113091" grpId="0" autoUpdateAnimBg="0"/>
      <p:bldP spid="1113094" grpId="0" autoUpdateAnimBg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26C21-21F3-42A2-9BFE-561E2DB6064F}" type="slidenum">
              <a:rPr lang="zh-CN" altLang="en-US"/>
              <a:pPr/>
              <a:t>107</a:t>
            </a:fld>
            <a:endParaRPr lang="zh-CN" altLang="en-US"/>
          </a:p>
        </p:txBody>
      </p:sp>
      <p:sp>
        <p:nvSpPr>
          <p:cNvPr id="1114114" name="Text Box 2"/>
          <p:cNvSpPr txBox="1">
            <a:spLocks noChangeArrowheads="1"/>
          </p:cNvSpPr>
          <p:nvPr/>
        </p:nvSpPr>
        <p:spPr bwMode="auto">
          <a:xfrm>
            <a:off x="228600" y="304800"/>
            <a:ext cx="129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定理</a:t>
            </a:r>
          </a:p>
        </p:txBody>
      </p:sp>
      <p:graphicFrame>
        <p:nvGraphicFramePr>
          <p:cNvPr id="1114115" name="Object 3"/>
          <p:cNvGraphicFramePr>
            <a:graphicFrameLocks noChangeAspect="1"/>
          </p:cNvGraphicFramePr>
          <p:nvPr/>
        </p:nvGraphicFramePr>
        <p:xfrm>
          <a:off x="1292225" y="306388"/>
          <a:ext cx="7623175" cy="636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4152" name="Document" r:id="rId3" imgW="2707560" imgH="228600" progId="Word.Document.8">
                  <p:embed/>
                </p:oleObj>
              </mc:Choice>
              <mc:Fallback>
                <p:oleObj name="Document" r:id="rId3" imgW="2707560" imgH="22860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2225" y="306388"/>
                        <a:ext cx="7623175" cy="636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4116" name="Object 4"/>
          <p:cNvGraphicFramePr>
            <a:graphicFrameLocks noChangeAspect="1"/>
          </p:cNvGraphicFramePr>
          <p:nvPr/>
        </p:nvGraphicFramePr>
        <p:xfrm>
          <a:off x="304800" y="914400"/>
          <a:ext cx="3811588" cy="65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4153" name="Document" r:id="rId5" imgW="1372320" imgH="237960" progId="Word.Document.8">
                  <p:embed/>
                </p:oleObj>
              </mc:Choice>
              <mc:Fallback>
                <p:oleObj name="Document" r:id="rId5" imgW="1372320" imgH="23796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914400"/>
                        <a:ext cx="3811588" cy="658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4117" name="Object 5"/>
          <p:cNvGraphicFramePr>
            <a:graphicFrameLocks noChangeAspect="1"/>
          </p:cNvGraphicFramePr>
          <p:nvPr/>
        </p:nvGraphicFramePr>
        <p:xfrm>
          <a:off x="4040188" y="1001713"/>
          <a:ext cx="4037012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4154" name="Document" r:id="rId7" imgW="1574280" imgH="198000" progId="Word.Document.8">
                  <p:embed/>
                </p:oleObj>
              </mc:Choice>
              <mc:Fallback>
                <p:oleObj name="Document" r:id="rId7" imgW="1574280" imgH="19800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0188" y="1001713"/>
                        <a:ext cx="4037012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4118" name="Object 6"/>
          <p:cNvGraphicFramePr>
            <a:graphicFrameLocks noChangeAspect="1"/>
          </p:cNvGraphicFramePr>
          <p:nvPr/>
        </p:nvGraphicFramePr>
        <p:xfrm>
          <a:off x="304800" y="1524000"/>
          <a:ext cx="853440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4155" name="Document" r:id="rId9" imgW="3029760" imgH="228600" progId="Word.Document.8">
                  <p:embed/>
                </p:oleObj>
              </mc:Choice>
              <mc:Fallback>
                <p:oleObj name="Document" r:id="rId9" imgW="3029760" imgH="228600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524000"/>
                        <a:ext cx="8534400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4119" name="Text Box 7"/>
          <p:cNvSpPr txBox="1">
            <a:spLocks noChangeArrowheads="1"/>
          </p:cNvSpPr>
          <p:nvPr/>
        </p:nvSpPr>
        <p:spPr bwMode="auto">
          <a:xfrm>
            <a:off x="304800" y="2133600"/>
            <a:ext cx="4038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(</a:t>
            </a:r>
            <a:r>
              <a:rPr lang="zh-CN" altLang="en-US">
                <a:latin typeface="宋体" panose="02010600030101010101" pitchFamily="2" charset="-122"/>
              </a:rPr>
              <a:t>**</a:t>
            </a:r>
            <a:r>
              <a:rPr lang="zh-CN" altLang="en-US"/>
              <a:t>)</a:t>
            </a:r>
            <a:r>
              <a:rPr lang="zh-CN" altLang="en-US">
                <a:latin typeface="宋体" panose="02010600030101010101" pitchFamily="2" charset="-122"/>
              </a:rPr>
              <a:t>的全部解。</a:t>
            </a:r>
            <a:r>
              <a:rPr lang="zh-CN" altLang="en-US"/>
              <a:t> </a:t>
            </a:r>
          </a:p>
        </p:txBody>
      </p:sp>
      <p:sp>
        <p:nvSpPr>
          <p:cNvPr id="1114120" name="Text Box 8"/>
          <p:cNvSpPr txBox="1">
            <a:spLocks noChangeArrowheads="1"/>
          </p:cNvSpPr>
          <p:nvPr/>
        </p:nvSpPr>
        <p:spPr bwMode="auto">
          <a:xfrm>
            <a:off x="304800" y="2743200"/>
            <a:ext cx="144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证明</a:t>
            </a:r>
          </a:p>
        </p:txBody>
      </p:sp>
      <p:graphicFrame>
        <p:nvGraphicFramePr>
          <p:cNvPr id="1114121" name="Object 9"/>
          <p:cNvGraphicFramePr>
            <a:graphicFrameLocks noChangeAspect="1"/>
          </p:cNvGraphicFramePr>
          <p:nvPr/>
        </p:nvGraphicFramePr>
        <p:xfrm>
          <a:off x="1524000" y="2743200"/>
          <a:ext cx="2867025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4156" name="Equation" r:id="rId11" imgW="1091880" imgH="228600" progId="Equation.3">
                  <p:embed/>
                </p:oleObj>
              </mc:Choice>
              <mc:Fallback>
                <p:oleObj name="Equation" r:id="rId11" imgW="109188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2743200"/>
                        <a:ext cx="2867025" cy="598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4122" name="Rectangle 10"/>
          <p:cNvSpPr>
            <a:spLocks noChangeArrowheads="1"/>
          </p:cNvSpPr>
          <p:nvPr/>
        </p:nvSpPr>
        <p:spPr bwMode="auto">
          <a:xfrm>
            <a:off x="381000" y="3352800"/>
            <a:ext cx="3810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</a:rPr>
              <a:t>由上述性质可知，</a:t>
            </a:r>
          </a:p>
        </p:txBody>
      </p:sp>
      <p:grpSp>
        <p:nvGrpSpPr>
          <p:cNvPr id="1114123" name="Group 11"/>
          <p:cNvGrpSpPr>
            <a:grpSpLocks/>
          </p:cNvGrpSpPr>
          <p:nvPr/>
        </p:nvGrpSpPr>
        <p:grpSpPr bwMode="auto">
          <a:xfrm>
            <a:off x="3200400" y="3363913"/>
            <a:ext cx="4495800" cy="573087"/>
            <a:chOff x="2016" y="2119"/>
            <a:chExt cx="2832" cy="361"/>
          </a:xfrm>
        </p:grpSpPr>
        <p:graphicFrame>
          <p:nvGraphicFramePr>
            <p:cNvPr id="1114124" name="Object 12"/>
            <p:cNvGraphicFramePr>
              <a:graphicFrameLocks noChangeAspect="1"/>
            </p:cNvGraphicFramePr>
            <p:nvPr/>
          </p:nvGraphicFramePr>
          <p:xfrm>
            <a:off x="2016" y="2119"/>
            <a:ext cx="624" cy="3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4157" name="Equation" r:id="rId13" imgW="393480" imgH="228600" progId="Equation.3">
                    <p:embed/>
                  </p:oleObj>
                </mc:Choice>
                <mc:Fallback>
                  <p:oleObj name="Equation" r:id="rId13" imgW="393480" imgH="2286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6" y="2119"/>
                          <a:ext cx="624" cy="3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14125" name="Rectangle 13"/>
            <p:cNvSpPr>
              <a:spLocks noChangeArrowheads="1"/>
            </p:cNvSpPr>
            <p:nvPr/>
          </p:nvSpPr>
          <p:spPr bwMode="auto">
            <a:xfrm>
              <a:off x="2640" y="2119"/>
              <a:ext cx="220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>
                  <a:latin typeface="宋体" panose="02010600030101010101" pitchFamily="2" charset="-122"/>
                </a:rPr>
                <a:t>为导出组</a:t>
              </a:r>
              <a:r>
                <a:rPr lang="zh-CN" altLang="en-US"/>
                <a:t>(</a:t>
              </a:r>
              <a:r>
                <a:rPr lang="zh-CN" altLang="en-US">
                  <a:latin typeface="宋体" panose="02010600030101010101" pitchFamily="2" charset="-122"/>
                </a:rPr>
                <a:t>*</a:t>
              </a:r>
              <a:r>
                <a:rPr lang="zh-CN" altLang="en-US"/>
                <a:t>)</a:t>
              </a:r>
              <a:r>
                <a:rPr lang="zh-CN" altLang="en-US">
                  <a:latin typeface="宋体" panose="02010600030101010101" pitchFamily="2" charset="-122"/>
                </a:rPr>
                <a:t>的解，</a:t>
              </a:r>
            </a:p>
          </p:txBody>
        </p:sp>
      </p:grpSp>
      <p:grpSp>
        <p:nvGrpSpPr>
          <p:cNvPr id="1114126" name="Group 14"/>
          <p:cNvGrpSpPr>
            <a:grpSpLocks/>
          </p:cNvGrpSpPr>
          <p:nvPr/>
        </p:nvGrpSpPr>
        <p:grpSpPr bwMode="auto">
          <a:xfrm>
            <a:off x="7086600" y="3352800"/>
            <a:ext cx="1371600" cy="522288"/>
            <a:chOff x="4464" y="2112"/>
            <a:chExt cx="864" cy="329"/>
          </a:xfrm>
        </p:grpSpPr>
        <p:graphicFrame>
          <p:nvGraphicFramePr>
            <p:cNvPr id="1114127" name="Object 15"/>
            <p:cNvGraphicFramePr>
              <a:graphicFrameLocks noChangeAspect="1"/>
            </p:cNvGraphicFramePr>
            <p:nvPr/>
          </p:nvGraphicFramePr>
          <p:xfrm>
            <a:off x="5005" y="2178"/>
            <a:ext cx="323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4158" name="Equation" r:id="rId15" imgW="203040" imgH="164880" progId="Equation.3">
                    <p:embed/>
                  </p:oleObj>
                </mc:Choice>
                <mc:Fallback>
                  <p:oleObj name="Equation" r:id="rId15" imgW="203040" imgH="16488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05" y="2178"/>
                          <a:ext cx="323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14128" name="Text Box 16"/>
            <p:cNvSpPr txBox="1">
              <a:spLocks noChangeArrowheads="1"/>
            </p:cNvSpPr>
            <p:nvPr/>
          </p:nvSpPr>
          <p:spPr bwMode="auto">
            <a:xfrm>
              <a:off x="4464" y="2112"/>
              <a:ext cx="8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r>
                <a:rPr lang="zh-CN" altLang="en-US"/>
                <a:t>记为</a:t>
              </a:r>
            </a:p>
          </p:txBody>
        </p:sp>
      </p:grpSp>
      <p:grpSp>
        <p:nvGrpSpPr>
          <p:cNvPr id="1114129" name="Group 17"/>
          <p:cNvGrpSpPr>
            <a:grpSpLocks/>
          </p:cNvGrpSpPr>
          <p:nvPr/>
        </p:nvGrpSpPr>
        <p:grpSpPr bwMode="auto">
          <a:xfrm>
            <a:off x="434975" y="3946525"/>
            <a:ext cx="2438400" cy="549275"/>
            <a:chOff x="240" y="2688"/>
            <a:chExt cx="1536" cy="346"/>
          </a:xfrm>
        </p:grpSpPr>
        <p:sp>
          <p:nvSpPr>
            <p:cNvPr id="1114130" name="Text Box 18"/>
            <p:cNvSpPr txBox="1">
              <a:spLocks noChangeArrowheads="1"/>
            </p:cNvSpPr>
            <p:nvPr/>
          </p:nvSpPr>
          <p:spPr bwMode="auto">
            <a:xfrm>
              <a:off x="240" y="2688"/>
              <a:ext cx="33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/>
                <a:t>则</a:t>
              </a:r>
            </a:p>
          </p:txBody>
        </p:sp>
        <p:graphicFrame>
          <p:nvGraphicFramePr>
            <p:cNvPr id="1114131" name="Object 19"/>
            <p:cNvGraphicFramePr>
              <a:graphicFrameLocks noChangeAspect="1"/>
            </p:cNvGraphicFramePr>
            <p:nvPr/>
          </p:nvGraphicFramePr>
          <p:xfrm>
            <a:off x="720" y="2695"/>
            <a:ext cx="1056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4159" name="Equation" r:id="rId17" imgW="711000" imgH="228600" progId="Equation.3">
                    <p:embed/>
                  </p:oleObj>
                </mc:Choice>
                <mc:Fallback>
                  <p:oleObj name="Equation" r:id="rId17" imgW="711000" imgH="22860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" y="2695"/>
                          <a:ext cx="1056" cy="3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14132" name="Object 20"/>
          <p:cNvGraphicFramePr>
            <a:graphicFrameLocks noChangeAspect="1"/>
          </p:cNvGraphicFramePr>
          <p:nvPr/>
        </p:nvGraphicFramePr>
        <p:xfrm>
          <a:off x="304800" y="4648200"/>
          <a:ext cx="853440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4160" name="Document" r:id="rId19" imgW="3029760" imgH="228600" progId="Word.Document.8">
                  <p:embed/>
                </p:oleObj>
              </mc:Choice>
              <mc:Fallback>
                <p:oleObj name="Document" r:id="rId19" imgW="3029760" imgH="228600" progId="Word.Document.8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4648200"/>
                        <a:ext cx="8534400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4133" name="Text Box 21"/>
          <p:cNvSpPr txBox="1">
            <a:spLocks noChangeArrowheads="1"/>
          </p:cNvSpPr>
          <p:nvPr/>
        </p:nvSpPr>
        <p:spPr bwMode="auto">
          <a:xfrm>
            <a:off x="304800" y="5257800"/>
            <a:ext cx="4038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(</a:t>
            </a:r>
            <a:r>
              <a:rPr lang="zh-CN" altLang="en-US">
                <a:latin typeface="宋体" panose="02010600030101010101" pitchFamily="2" charset="-122"/>
              </a:rPr>
              <a:t>**</a:t>
            </a:r>
            <a:r>
              <a:rPr lang="zh-CN" altLang="en-US"/>
              <a:t>)</a:t>
            </a:r>
            <a:r>
              <a:rPr lang="zh-CN" altLang="en-US">
                <a:latin typeface="宋体" panose="02010600030101010101" pitchFamily="2" charset="-122"/>
              </a:rPr>
              <a:t>的全部解。</a:t>
            </a:r>
            <a:r>
              <a:rPr lang="zh-CN" altLang="en-US"/>
              <a:t> 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14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14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14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14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14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14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14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14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14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114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114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114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114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114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4114" grpId="0" autoUpdateAnimBg="0"/>
      <p:bldP spid="1114119" grpId="0" autoUpdateAnimBg="0"/>
      <p:bldP spid="1114120" grpId="0" autoUpdateAnimBg="0"/>
      <p:bldP spid="1114122" grpId="0" autoUpdateAnimBg="0"/>
      <p:bldP spid="1114133" grpId="0" autoUpdateAnimBg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6B224-33F3-4077-86F5-CBC8BD0B40EB}" type="slidenum">
              <a:rPr lang="zh-CN" altLang="en-US"/>
              <a:pPr/>
              <a:t>108</a:t>
            </a:fld>
            <a:endParaRPr lang="zh-CN" altLang="en-US"/>
          </a:p>
        </p:txBody>
      </p:sp>
      <p:sp>
        <p:nvSpPr>
          <p:cNvPr id="1115160" name="Text Box 24"/>
          <p:cNvSpPr txBox="1">
            <a:spLocks noChangeArrowheads="1"/>
          </p:cNvSpPr>
          <p:nvPr/>
        </p:nvSpPr>
        <p:spPr bwMode="auto">
          <a:xfrm>
            <a:off x="381000" y="1533525"/>
            <a:ext cx="4267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设非齐次线性方程组</a:t>
            </a:r>
          </a:p>
        </p:txBody>
      </p:sp>
      <p:graphicFrame>
        <p:nvGraphicFramePr>
          <p:cNvPr id="1115161" name="Object 25"/>
          <p:cNvGraphicFramePr>
            <a:graphicFrameLocks noChangeAspect="1"/>
          </p:cNvGraphicFramePr>
          <p:nvPr/>
        </p:nvGraphicFramePr>
        <p:xfrm>
          <a:off x="3962400" y="1533525"/>
          <a:ext cx="2401888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5198" name="Equation" r:id="rId3" imgW="838080" imgH="203040" progId="Equation.3">
                  <p:embed/>
                </p:oleObj>
              </mc:Choice>
              <mc:Fallback>
                <p:oleObj name="Equation" r:id="rId3" imgW="838080" imgH="20304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1533525"/>
                        <a:ext cx="2401888" cy="600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5162" name="Line 26"/>
          <p:cNvSpPr>
            <a:spLocks noChangeShapeType="1"/>
          </p:cNvSpPr>
          <p:nvPr/>
        </p:nvSpPr>
        <p:spPr bwMode="auto">
          <a:xfrm>
            <a:off x="76200" y="1371600"/>
            <a:ext cx="8991600" cy="0"/>
          </a:xfrm>
          <a:prstGeom prst="line">
            <a:avLst/>
          </a:prstGeom>
          <a:noFill/>
          <a:ln w="31750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1115163" name="Text Box 27"/>
          <p:cNvSpPr txBox="1">
            <a:spLocks noChangeArrowheads="1"/>
          </p:cNvSpPr>
          <p:nvPr/>
        </p:nvSpPr>
        <p:spPr bwMode="auto">
          <a:xfrm>
            <a:off x="457200" y="2895600"/>
            <a:ext cx="3352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全部解的求法：</a:t>
            </a:r>
          </a:p>
        </p:txBody>
      </p:sp>
      <p:grpSp>
        <p:nvGrpSpPr>
          <p:cNvPr id="1115164" name="Group 28"/>
          <p:cNvGrpSpPr>
            <a:grpSpLocks/>
          </p:cNvGrpSpPr>
          <p:nvPr/>
        </p:nvGrpSpPr>
        <p:grpSpPr bwMode="auto">
          <a:xfrm>
            <a:off x="457200" y="2198688"/>
            <a:ext cx="6527800" cy="552450"/>
            <a:chOff x="288" y="1385"/>
            <a:chExt cx="4112" cy="348"/>
          </a:xfrm>
        </p:grpSpPr>
        <p:sp>
          <p:nvSpPr>
            <p:cNvPr id="1115165" name="Text Box 29"/>
            <p:cNvSpPr txBox="1">
              <a:spLocks noChangeArrowheads="1"/>
            </p:cNvSpPr>
            <p:nvPr/>
          </p:nvSpPr>
          <p:spPr bwMode="auto">
            <a:xfrm>
              <a:off x="288" y="1385"/>
              <a:ext cx="5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/>
                <a:t>满足</a:t>
              </a:r>
            </a:p>
          </p:txBody>
        </p:sp>
        <p:graphicFrame>
          <p:nvGraphicFramePr>
            <p:cNvPr id="1115166" name="Object 30"/>
            <p:cNvGraphicFramePr>
              <a:graphicFrameLocks noChangeAspect="1"/>
            </p:cNvGraphicFramePr>
            <p:nvPr/>
          </p:nvGraphicFramePr>
          <p:xfrm>
            <a:off x="850" y="1392"/>
            <a:ext cx="1968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5199" name="Equation" r:id="rId5" imgW="1333440" imgH="228600" progId="Equation.3">
                    <p:embed/>
                  </p:oleObj>
                </mc:Choice>
                <mc:Fallback>
                  <p:oleObj name="Equation" r:id="rId5" imgW="1333440" imgH="228600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0" y="1392"/>
                          <a:ext cx="1968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15167" name="Text Box 31"/>
            <p:cNvSpPr txBox="1">
              <a:spLocks noChangeArrowheads="1"/>
            </p:cNvSpPr>
            <p:nvPr/>
          </p:nvSpPr>
          <p:spPr bwMode="auto">
            <a:xfrm>
              <a:off x="2880" y="1406"/>
              <a:ext cx="152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/>
                <a:t>则有无穷多解,</a:t>
              </a:r>
            </a:p>
          </p:txBody>
        </p:sp>
      </p:grpSp>
      <p:grpSp>
        <p:nvGrpSpPr>
          <p:cNvPr id="1115168" name="Group 32"/>
          <p:cNvGrpSpPr>
            <a:grpSpLocks/>
          </p:cNvGrpSpPr>
          <p:nvPr/>
        </p:nvGrpSpPr>
        <p:grpSpPr bwMode="auto">
          <a:xfrm>
            <a:off x="4114800" y="2895600"/>
            <a:ext cx="3416300" cy="611188"/>
            <a:chOff x="2592" y="2448"/>
            <a:chExt cx="2152" cy="385"/>
          </a:xfrm>
        </p:grpSpPr>
        <p:graphicFrame>
          <p:nvGraphicFramePr>
            <p:cNvPr id="1115169" name="Object 33"/>
            <p:cNvGraphicFramePr>
              <a:graphicFrameLocks noChangeAspect="1"/>
            </p:cNvGraphicFramePr>
            <p:nvPr/>
          </p:nvGraphicFramePr>
          <p:xfrm>
            <a:off x="3346" y="2455"/>
            <a:ext cx="1398" cy="3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5200" name="Equation" r:id="rId7" imgW="774360" imgH="203040" progId="Equation.3">
                    <p:embed/>
                  </p:oleObj>
                </mc:Choice>
                <mc:Fallback>
                  <p:oleObj name="Equation" r:id="rId7" imgW="774360" imgH="203040" progId="Equation.3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46" y="2455"/>
                          <a:ext cx="1398" cy="37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15170" name="Text Box 34"/>
            <p:cNvSpPr txBox="1">
              <a:spLocks noChangeArrowheads="1"/>
            </p:cNvSpPr>
            <p:nvPr/>
          </p:nvSpPr>
          <p:spPr bwMode="auto">
            <a:xfrm>
              <a:off x="2592" y="2448"/>
              <a:ext cx="78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/>
                <a:t>导出组</a:t>
              </a:r>
            </a:p>
          </p:txBody>
        </p:sp>
      </p:grpSp>
      <p:grpSp>
        <p:nvGrpSpPr>
          <p:cNvPr id="1115171" name="Group 35"/>
          <p:cNvGrpSpPr>
            <a:grpSpLocks/>
          </p:cNvGrpSpPr>
          <p:nvPr/>
        </p:nvGrpSpPr>
        <p:grpSpPr bwMode="auto">
          <a:xfrm>
            <a:off x="414338" y="3505200"/>
            <a:ext cx="7129462" cy="579438"/>
            <a:chOff x="261" y="2208"/>
            <a:chExt cx="4491" cy="365"/>
          </a:xfrm>
        </p:grpSpPr>
        <p:sp>
          <p:nvSpPr>
            <p:cNvPr id="1115172" name="Rectangle 36"/>
            <p:cNvSpPr>
              <a:spLocks noChangeArrowheads="1"/>
            </p:cNvSpPr>
            <p:nvPr/>
          </p:nvSpPr>
          <p:spPr bwMode="auto">
            <a:xfrm>
              <a:off x="261" y="2234"/>
              <a:ext cx="360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/>
                <a:t>(1) 求出导出组(</a:t>
              </a:r>
              <a:r>
                <a:rPr lang="zh-CN" altLang="en-US">
                  <a:latin typeface="宋体" panose="02010600030101010101" pitchFamily="2" charset="-122"/>
                </a:rPr>
                <a:t>*</a:t>
              </a:r>
              <a:r>
                <a:rPr lang="zh-CN" altLang="en-US"/>
                <a:t>)的基础解系</a:t>
              </a:r>
            </a:p>
          </p:txBody>
        </p:sp>
        <p:graphicFrame>
          <p:nvGraphicFramePr>
            <p:cNvPr id="1115173" name="Object 37"/>
            <p:cNvGraphicFramePr>
              <a:graphicFrameLocks noChangeAspect="1"/>
            </p:cNvGraphicFramePr>
            <p:nvPr/>
          </p:nvGraphicFramePr>
          <p:xfrm>
            <a:off x="3198" y="2208"/>
            <a:ext cx="1554" cy="3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5201" name="Equation" r:id="rId9" imgW="977760" imgH="228600" progId="Equation.3">
                    <p:embed/>
                  </p:oleObj>
                </mc:Choice>
                <mc:Fallback>
                  <p:oleObj name="Equation" r:id="rId9" imgW="977760" imgH="228600" progId="Equation.3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98" y="2208"/>
                          <a:ext cx="1554" cy="3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15174" name="Group 38"/>
          <p:cNvGrpSpPr>
            <a:grpSpLocks/>
          </p:cNvGrpSpPr>
          <p:nvPr/>
        </p:nvGrpSpPr>
        <p:grpSpPr bwMode="auto">
          <a:xfrm>
            <a:off x="414338" y="4171950"/>
            <a:ext cx="6443662" cy="577850"/>
            <a:chOff x="261" y="2628"/>
            <a:chExt cx="4059" cy="364"/>
          </a:xfrm>
        </p:grpSpPr>
        <p:sp>
          <p:nvSpPr>
            <p:cNvPr id="1115175" name="Rectangle 39"/>
            <p:cNvSpPr>
              <a:spLocks noChangeArrowheads="1"/>
            </p:cNvSpPr>
            <p:nvPr/>
          </p:nvSpPr>
          <p:spPr bwMode="auto">
            <a:xfrm>
              <a:off x="261" y="2639"/>
              <a:ext cx="405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/>
                <a:t>(2) 求出原方程组(</a:t>
              </a:r>
              <a:r>
                <a:rPr lang="zh-CN" altLang="en-US">
                  <a:latin typeface="宋体" panose="02010600030101010101" pitchFamily="2" charset="-122"/>
                </a:rPr>
                <a:t>**</a:t>
              </a:r>
              <a:r>
                <a:rPr lang="zh-CN" altLang="en-US"/>
                <a:t>)的一个特解</a:t>
              </a:r>
            </a:p>
          </p:txBody>
        </p:sp>
        <p:graphicFrame>
          <p:nvGraphicFramePr>
            <p:cNvPr id="1115176" name="Object 40"/>
            <p:cNvGraphicFramePr>
              <a:graphicFrameLocks noChangeAspect="1"/>
            </p:cNvGraphicFramePr>
            <p:nvPr/>
          </p:nvGraphicFramePr>
          <p:xfrm>
            <a:off x="3532" y="2628"/>
            <a:ext cx="404" cy="3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5202" name="Equation" r:id="rId11" imgW="253800" imgH="228600" progId="Equation.3">
                    <p:embed/>
                  </p:oleObj>
                </mc:Choice>
                <mc:Fallback>
                  <p:oleObj name="Equation" r:id="rId11" imgW="253800" imgH="228600" progId="Equation.3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32" y="2628"/>
                          <a:ext cx="404" cy="3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15177" name="Text Box 41"/>
          <p:cNvSpPr txBox="1">
            <a:spLocks noChangeArrowheads="1"/>
          </p:cNvSpPr>
          <p:nvPr/>
        </p:nvSpPr>
        <p:spPr bwMode="auto">
          <a:xfrm>
            <a:off x="304800" y="4800600"/>
            <a:ext cx="3962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则(</a:t>
            </a:r>
            <a:r>
              <a:rPr lang="zh-CN" altLang="en-US">
                <a:latin typeface="宋体" panose="02010600030101010101" pitchFamily="2" charset="-122"/>
              </a:rPr>
              <a:t>**</a:t>
            </a:r>
            <a:r>
              <a:rPr lang="zh-CN" altLang="en-US"/>
              <a:t>)的全部解为</a:t>
            </a:r>
          </a:p>
        </p:txBody>
      </p:sp>
      <p:graphicFrame>
        <p:nvGraphicFramePr>
          <p:cNvPr id="1115178" name="Object 42"/>
          <p:cNvGraphicFramePr>
            <a:graphicFrameLocks noChangeAspect="1"/>
          </p:cNvGraphicFramePr>
          <p:nvPr/>
        </p:nvGraphicFramePr>
        <p:xfrm>
          <a:off x="1447800" y="5354638"/>
          <a:ext cx="6172200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5203" name="Equation" r:id="rId13" imgW="2184120" imgH="228600" progId="Equation.3">
                  <p:embed/>
                </p:oleObj>
              </mc:Choice>
              <mc:Fallback>
                <p:oleObj name="Equation" r:id="rId13" imgW="2184120" imgH="228600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5354638"/>
                        <a:ext cx="6172200" cy="649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5179" name="Object 43"/>
          <p:cNvGraphicFramePr>
            <a:graphicFrameLocks noChangeAspect="1"/>
          </p:cNvGraphicFramePr>
          <p:nvPr/>
        </p:nvGraphicFramePr>
        <p:xfrm>
          <a:off x="304800" y="228600"/>
          <a:ext cx="8385175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5204" name="Document" r:id="rId15" imgW="3035160" imgH="228600" progId="Word.Document.8">
                  <p:embed/>
                </p:oleObj>
              </mc:Choice>
              <mc:Fallback>
                <p:oleObj name="Document" r:id="rId15" imgW="3035160" imgH="228600" progId="Word.Document.8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28600"/>
                        <a:ext cx="8385175" cy="62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5180" name="Text Box 44"/>
          <p:cNvSpPr txBox="1">
            <a:spLocks noChangeArrowheads="1"/>
          </p:cNvSpPr>
          <p:nvPr/>
        </p:nvSpPr>
        <p:spPr bwMode="auto">
          <a:xfrm>
            <a:off x="228600" y="762000"/>
            <a:ext cx="4038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latin typeface="宋体" panose="02010600030101010101" pitchFamily="2" charset="-122"/>
              </a:rPr>
              <a:t>全部解。</a:t>
            </a:r>
            <a:r>
              <a:rPr lang="zh-CN" altLang="en-US"/>
              <a:t> </a:t>
            </a:r>
          </a:p>
        </p:txBody>
      </p:sp>
      <p:graphicFrame>
        <p:nvGraphicFramePr>
          <p:cNvPr id="1115181" name="Object 45"/>
          <p:cNvGraphicFramePr>
            <a:graphicFrameLocks noChangeAspect="1"/>
          </p:cNvGraphicFramePr>
          <p:nvPr/>
        </p:nvGraphicFramePr>
        <p:xfrm>
          <a:off x="381000" y="6019800"/>
          <a:ext cx="5410200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5205" name="Document" r:id="rId17" imgW="1990080" imgH="228600" progId="Word.Document.8">
                  <p:embed/>
                </p:oleObj>
              </mc:Choice>
              <mc:Fallback>
                <p:oleObj name="Document" r:id="rId17" imgW="1990080" imgH="228600" progId="Word.Document.8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6019800"/>
                        <a:ext cx="5410200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15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15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15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15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15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15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15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15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15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115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5160" grpId="0" autoUpdateAnimBg="0"/>
      <p:bldP spid="1115163" grpId="0" autoUpdateAnimBg="0"/>
      <p:bldP spid="1115177" grpId="0" autoUpdateAnimBg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56DEB-0EC0-4DA6-8836-25748B94E973}" type="slidenum">
              <a:rPr lang="zh-CN" altLang="en-US"/>
              <a:pPr/>
              <a:t>109</a:t>
            </a:fld>
            <a:endParaRPr lang="zh-CN" altLang="en-US"/>
          </a:p>
        </p:txBody>
      </p:sp>
      <p:sp>
        <p:nvSpPr>
          <p:cNvPr id="1116162" name="Text Box 2"/>
          <p:cNvSpPr txBox="1">
            <a:spLocks noChangeArrowheads="1"/>
          </p:cNvSpPr>
          <p:nvPr/>
        </p:nvSpPr>
        <p:spPr bwMode="auto">
          <a:xfrm>
            <a:off x="304800" y="2438400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解</a:t>
            </a:r>
          </a:p>
        </p:txBody>
      </p:sp>
      <p:grpSp>
        <p:nvGrpSpPr>
          <p:cNvPr id="1116182" name="Group 22"/>
          <p:cNvGrpSpPr>
            <a:grpSpLocks/>
          </p:cNvGrpSpPr>
          <p:nvPr/>
        </p:nvGrpSpPr>
        <p:grpSpPr bwMode="auto">
          <a:xfrm>
            <a:off x="228600" y="249238"/>
            <a:ext cx="8556625" cy="1636712"/>
            <a:chOff x="144" y="157"/>
            <a:chExt cx="5390" cy="1031"/>
          </a:xfrm>
        </p:grpSpPr>
        <p:sp>
          <p:nvSpPr>
            <p:cNvPr id="1116164" name="Text Box 4"/>
            <p:cNvSpPr txBox="1">
              <a:spLocks noChangeArrowheads="1"/>
            </p:cNvSpPr>
            <p:nvPr/>
          </p:nvSpPr>
          <p:spPr bwMode="auto">
            <a:xfrm>
              <a:off x="144" y="473"/>
              <a:ext cx="20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>
                  <a:solidFill>
                    <a:srgbClr val="0033CC"/>
                  </a:solidFill>
                  <a:ea typeface="黑体" panose="02010609060101010101" pitchFamily="49" charset="-122"/>
                </a:rPr>
                <a:t>例   </a:t>
              </a:r>
              <a:r>
                <a:rPr lang="zh-CN" altLang="en-US"/>
                <a:t>求方程组</a:t>
              </a:r>
            </a:p>
          </p:txBody>
        </p:sp>
        <p:sp>
          <p:nvSpPr>
            <p:cNvPr id="1116165" name="Text Box 5"/>
            <p:cNvSpPr txBox="1">
              <a:spLocks noChangeArrowheads="1"/>
            </p:cNvSpPr>
            <p:nvPr/>
          </p:nvSpPr>
          <p:spPr bwMode="auto">
            <a:xfrm>
              <a:off x="4176" y="473"/>
              <a:ext cx="135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r>
                <a:rPr lang="zh-CN" altLang="en-US"/>
                <a:t>的全部解。</a:t>
              </a:r>
            </a:p>
          </p:txBody>
        </p:sp>
        <p:graphicFrame>
          <p:nvGraphicFramePr>
            <p:cNvPr id="1116166" name="Object 6"/>
            <p:cNvGraphicFramePr>
              <a:graphicFrameLocks noChangeAspect="1"/>
            </p:cNvGraphicFramePr>
            <p:nvPr/>
          </p:nvGraphicFramePr>
          <p:xfrm>
            <a:off x="1584" y="157"/>
            <a:ext cx="2544" cy="10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6203" r:id="rId3" imgW="1765300" imgH="711200" progId="Equation.3">
                    <p:embed/>
                  </p:oleObj>
                </mc:Choice>
                <mc:Fallback>
                  <p:oleObj r:id="rId3" imgW="1765300" imgH="7112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4" y="157"/>
                          <a:ext cx="2544" cy="103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16167" name="Object 7"/>
          <p:cNvGraphicFramePr>
            <a:graphicFrameLocks noChangeAspect="1"/>
          </p:cNvGraphicFramePr>
          <p:nvPr/>
        </p:nvGraphicFramePr>
        <p:xfrm>
          <a:off x="4572000" y="2024063"/>
          <a:ext cx="4114800" cy="1463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204" name="Equation" r:id="rId5" imgW="1295280" imgH="711000" progId="Equation.3">
                  <p:embed/>
                </p:oleObj>
              </mc:Choice>
              <mc:Fallback>
                <p:oleObj name="Equation" r:id="rId5" imgW="1295280" imgH="7110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024063"/>
                        <a:ext cx="4114800" cy="1463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168" name="Object 8"/>
          <p:cNvGraphicFramePr>
            <a:graphicFrameLocks noChangeAspect="1"/>
          </p:cNvGraphicFramePr>
          <p:nvPr/>
        </p:nvGraphicFramePr>
        <p:xfrm>
          <a:off x="5321300" y="2036763"/>
          <a:ext cx="29972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205" name="Equation" r:id="rId7" imgW="1282680" imgH="215640" progId="Equation.3">
                  <p:embed/>
                </p:oleObj>
              </mc:Choice>
              <mc:Fallback>
                <p:oleObj name="Equation" r:id="rId7" imgW="1282680" imgH="2156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1300" y="2036763"/>
                        <a:ext cx="2997200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169" name="Object 9"/>
          <p:cNvGraphicFramePr>
            <a:graphicFrameLocks noChangeAspect="1"/>
          </p:cNvGraphicFramePr>
          <p:nvPr/>
        </p:nvGraphicFramePr>
        <p:xfrm>
          <a:off x="5311775" y="2514600"/>
          <a:ext cx="2865438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206" name="Equation" r:id="rId9" imgW="1295280" imgH="215640" progId="Equation.3">
                  <p:embed/>
                </p:oleObj>
              </mc:Choice>
              <mc:Fallback>
                <p:oleObj name="Equation" r:id="rId9" imgW="1295280" imgH="2156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1775" y="2514600"/>
                        <a:ext cx="2865438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170" name="Object 10"/>
          <p:cNvGraphicFramePr>
            <a:graphicFrameLocks noChangeAspect="1"/>
          </p:cNvGraphicFramePr>
          <p:nvPr/>
        </p:nvGraphicFramePr>
        <p:xfrm>
          <a:off x="5348288" y="3048000"/>
          <a:ext cx="2881312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207" name="Equation" r:id="rId11" imgW="1523880" imgH="215640" progId="Equation.3">
                  <p:embed/>
                </p:oleObj>
              </mc:Choice>
              <mc:Fallback>
                <p:oleObj name="Equation" r:id="rId11" imgW="1523880" imgH="2156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8288" y="3048000"/>
                        <a:ext cx="2881312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16171" name="Group 11"/>
          <p:cNvGrpSpPr>
            <a:grpSpLocks/>
          </p:cNvGrpSpPr>
          <p:nvPr/>
        </p:nvGrpSpPr>
        <p:grpSpPr bwMode="auto">
          <a:xfrm>
            <a:off x="896938" y="2012950"/>
            <a:ext cx="3649662" cy="1493838"/>
            <a:chOff x="565" y="1268"/>
            <a:chExt cx="2299" cy="941"/>
          </a:xfrm>
        </p:grpSpPr>
        <p:graphicFrame>
          <p:nvGraphicFramePr>
            <p:cNvPr id="1116172" name="Object 12"/>
            <p:cNvGraphicFramePr>
              <a:graphicFrameLocks noChangeAspect="1"/>
            </p:cNvGraphicFramePr>
            <p:nvPr/>
          </p:nvGraphicFramePr>
          <p:xfrm>
            <a:off x="565" y="1268"/>
            <a:ext cx="2299" cy="9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6208" name="Equation" r:id="rId13" imgW="1866600" imgH="711000" progId="Equation.3">
                    <p:embed/>
                  </p:oleObj>
                </mc:Choice>
                <mc:Fallback>
                  <p:oleObj name="Equation" r:id="rId13" imgW="1866600" imgH="7110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5" y="1268"/>
                          <a:ext cx="2299" cy="94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16173" name="Line 13"/>
            <p:cNvSpPr>
              <a:spLocks noChangeShapeType="1"/>
            </p:cNvSpPr>
            <p:nvPr/>
          </p:nvSpPr>
          <p:spPr bwMode="auto">
            <a:xfrm>
              <a:off x="2448" y="1296"/>
              <a:ext cx="0" cy="912"/>
            </a:xfrm>
            <a:prstGeom prst="line">
              <a:avLst/>
            </a:prstGeom>
            <a:noFill/>
            <a:ln w="31750">
              <a:solidFill>
                <a:srgbClr val="008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</p:grpSp>
      <p:graphicFrame>
        <p:nvGraphicFramePr>
          <p:cNvPr id="1116174" name="Object 14"/>
          <p:cNvGraphicFramePr>
            <a:graphicFrameLocks noChangeAspect="1"/>
          </p:cNvGraphicFramePr>
          <p:nvPr/>
        </p:nvGraphicFramePr>
        <p:xfrm>
          <a:off x="4495800" y="4168775"/>
          <a:ext cx="2303463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209" name="Equation" r:id="rId15" imgW="1028520" imgH="228600" progId="Equation.3">
                  <p:embed/>
                </p:oleObj>
              </mc:Choice>
              <mc:Fallback>
                <p:oleObj name="Equation" r:id="rId15" imgW="1028520" imgH="2286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4168775"/>
                        <a:ext cx="2303463" cy="511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6175" name="Text Box 15"/>
          <p:cNvSpPr txBox="1">
            <a:spLocks noChangeArrowheads="1"/>
          </p:cNvSpPr>
          <p:nvPr/>
        </p:nvSpPr>
        <p:spPr bwMode="auto">
          <a:xfrm>
            <a:off x="533400" y="5486400"/>
            <a:ext cx="449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</a:rPr>
              <a:t>所以方程组有无穷多解。</a:t>
            </a:r>
            <a:endParaRPr lang="zh-CN" altLang="en-US"/>
          </a:p>
        </p:txBody>
      </p:sp>
      <p:graphicFrame>
        <p:nvGraphicFramePr>
          <p:cNvPr id="1116176" name="Object 16"/>
          <p:cNvGraphicFramePr>
            <a:graphicFrameLocks noChangeAspect="1"/>
          </p:cNvGraphicFramePr>
          <p:nvPr/>
        </p:nvGraphicFramePr>
        <p:xfrm>
          <a:off x="4572000" y="5464175"/>
          <a:ext cx="3657600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210" name="Document" r:id="rId17" imgW="1480680" imgH="228600" progId="Word.Document.8">
                  <p:embed/>
                </p:oleObj>
              </mc:Choice>
              <mc:Fallback>
                <p:oleObj name="Document" r:id="rId17" imgW="1480680" imgH="228600" progId="Word.Document.8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5464175"/>
                        <a:ext cx="3657600" cy="611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6177" name="Line 17"/>
          <p:cNvSpPr>
            <a:spLocks noChangeShapeType="1"/>
          </p:cNvSpPr>
          <p:nvPr/>
        </p:nvSpPr>
        <p:spPr bwMode="auto">
          <a:xfrm>
            <a:off x="7740650" y="2133600"/>
            <a:ext cx="0" cy="1447800"/>
          </a:xfrm>
          <a:prstGeom prst="line">
            <a:avLst/>
          </a:prstGeom>
          <a:noFill/>
          <a:ln w="31750">
            <a:solidFill>
              <a:srgbClr val="008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grpSp>
        <p:nvGrpSpPr>
          <p:cNvPr id="1116178" name="Group 18"/>
          <p:cNvGrpSpPr>
            <a:grpSpLocks/>
          </p:cNvGrpSpPr>
          <p:nvPr/>
        </p:nvGrpSpPr>
        <p:grpSpPr bwMode="auto">
          <a:xfrm>
            <a:off x="609600" y="3657600"/>
            <a:ext cx="3605213" cy="1549400"/>
            <a:chOff x="384" y="2304"/>
            <a:chExt cx="2271" cy="976"/>
          </a:xfrm>
        </p:grpSpPr>
        <p:graphicFrame>
          <p:nvGraphicFramePr>
            <p:cNvPr id="1116179" name="Object 19"/>
            <p:cNvGraphicFramePr>
              <a:graphicFrameLocks noChangeAspect="1"/>
            </p:cNvGraphicFramePr>
            <p:nvPr/>
          </p:nvGraphicFramePr>
          <p:xfrm>
            <a:off x="384" y="2304"/>
            <a:ext cx="2271" cy="9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6211" name="Equation" r:id="rId19" imgW="1841400" imgH="711000" progId="Equation.3">
                    <p:embed/>
                  </p:oleObj>
                </mc:Choice>
                <mc:Fallback>
                  <p:oleObj name="Equation" r:id="rId19" imgW="1841400" imgH="71100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" y="2304"/>
                          <a:ext cx="2271" cy="97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16180" name="Line 20"/>
            <p:cNvSpPr>
              <a:spLocks noChangeShapeType="1"/>
            </p:cNvSpPr>
            <p:nvPr/>
          </p:nvSpPr>
          <p:spPr bwMode="auto">
            <a:xfrm>
              <a:off x="2146" y="2352"/>
              <a:ext cx="0" cy="912"/>
            </a:xfrm>
            <a:prstGeom prst="line">
              <a:avLst/>
            </a:prstGeom>
            <a:noFill/>
            <a:ln w="31750">
              <a:solidFill>
                <a:srgbClr val="008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</p:grpSp>
      <p:graphicFrame>
        <p:nvGraphicFramePr>
          <p:cNvPr id="1116181" name="Object 21"/>
          <p:cNvGraphicFramePr>
            <a:graphicFrameLocks noChangeAspect="1"/>
          </p:cNvGraphicFramePr>
          <p:nvPr/>
        </p:nvGraphicFramePr>
        <p:xfrm>
          <a:off x="6781800" y="4213225"/>
          <a:ext cx="122237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212" name="Equation" r:id="rId21" imgW="545760" imgH="203040" progId="Equation.3">
                  <p:embed/>
                </p:oleObj>
              </mc:Choice>
              <mc:Fallback>
                <p:oleObj name="Equation" r:id="rId21" imgW="545760" imgH="20304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4213225"/>
                        <a:ext cx="1222375" cy="454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16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16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16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16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116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161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616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161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616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1617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617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16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116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116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116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116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162" grpId="0" autoUpdateAnimBg="0"/>
      <p:bldP spid="1116175" grpId="0" autoUpdateAnimBg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52E08-76E6-4120-BA5A-63EE6B5C448D}" type="slidenum">
              <a:rPr lang="zh-CN" altLang="en-US"/>
              <a:pPr/>
              <a:t>110</a:t>
            </a:fld>
            <a:endParaRPr lang="zh-CN" altLang="en-US"/>
          </a:p>
        </p:txBody>
      </p:sp>
      <p:graphicFrame>
        <p:nvGraphicFramePr>
          <p:cNvPr id="1117186" name="Object 2"/>
          <p:cNvGraphicFramePr>
            <a:graphicFrameLocks noChangeAspect="1"/>
          </p:cNvGraphicFramePr>
          <p:nvPr/>
        </p:nvGraphicFramePr>
        <p:xfrm>
          <a:off x="4495800" y="804863"/>
          <a:ext cx="3657600" cy="61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7240" name="Document" r:id="rId3" imgW="1480680" imgH="228600" progId="Word.Document.8">
                  <p:embed/>
                </p:oleObj>
              </mc:Choice>
              <mc:Fallback>
                <p:oleObj name="Document" r:id="rId3" imgW="1480680" imgH="22860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804863"/>
                        <a:ext cx="3657600" cy="611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17187" name="Group 3"/>
          <p:cNvGrpSpPr>
            <a:grpSpLocks/>
          </p:cNvGrpSpPr>
          <p:nvPr/>
        </p:nvGrpSpPr>
        <p:grpSpPr bwMode="auto">
          <a:xfrm>
            <a:off x="609600" y="304800"/>
            <a:ext cx="3605213" cy="1549400"/>
            <a:chOff x="384" y="2304"/>
            <a:chExt cx="2271" cy="976"/>
          </a:xfrm>
        </p:grpSpPr>
        <p:graphicFrame>
          <p:nvGraphicFramePr>
            <p:cNvPr id="1117188" name="Object 4"/>
            <p:cNvGraphicFramePr>
              <a:graphicFrameLocks noChangeAspect="1"/>
            </p:cNvGraphicFramePr>
            <p:nvPr/>
          </p:nvGraphicFramePr>
          <p:xfrm>
            <a:off x="384" y="2304"/>
            <a:ext cx="2271" cy="9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7241" name="Equation" r:id="rId5" imgW="1841400" imgH="711000" progId="Equation.3">
                    <p:embed/>
                  </p:oleObj>
                </mc:Choice>
                <mc:Fallback>
                  <p:oleObj name="Equation" r:id="rId5" imgW="1841400" imgH="7110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" y="2304"/>
                          <a:ext cx="2271" cy="97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17189" name="Line 5"/>
            <p:cNvSpPr>
              <a:spLocks noChangeShapeType="1"/>
            </p:cNvSpPr>
            <p:nvPr/>
          </p:nvSpPr>
          <p:spPr bwMode="auto">
            <a:xfrm>
              <a:off x="2146" y="2352"/>
              <a:ext cx="0" cy="912"/>
            </a:xfrm>
            <a:prstGeom prst="line">
              <a:avLst/>
            </a:prstGeom>
            <a:noFill/>
            <a:ln w="31750">
              <a:solidFill>
                <a:srgbClr val="008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</p:grpSp>
      <p:sp>
        <p:nvSpPr>
          <p:cNvPr id="1117190" name="Line 6"/>
          <p:cNvSpPr>
            <a:spLocks noChangeShapeType="1"/>
          </p:cNvSpPr>
          <p:nvPr/>
        </p:nvSpPr>
        <p:spPr bwMode="auto">
          <a:xfrm>
            <a:off x="152400" y="1981200"/>
            <a:ext cx="8839200" cy="0"/>
          </a:xfrm>
          <a:prstGeom prst="line">
            <a:avLst/>
          </a:prstGeom>
          <a:noFill/>
          <a:ln w="31750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1117191" name="Text Box 7"/>
          <p:cNvSpPr txBox="1">
            <a:spLocks noChangeArrowheads="1"/>
          </p:cNvSpPr>
          <p:nvPr/>
        </p:nvSpPr>
        <p:spPr bwMode="auto">
          <a:xfrm>
            <a:off x="228600" y="2859088"/>
            <a:ext cx="4038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</a:rPr>
              <a:t>导出组的基础解系：</a:t>
            </a:r>
            <a:endParaRPr lang="zh-CN" altLang="en-US"/>
          </a:p>
        </p:txBody>
      </p:sp>
      <p:graphicFrame>
        <p:nvGraphicFramePr>
          <p:cNvPr id="1117192" name="Object 8"/>
          <p:cNvGraphicFramePr>
            <a:graphicFrameLocks noChangeAspect="1"/>
          </p:cNvGraphicFramePr>
          <p:nvPr/>
        </p:nvGraphicFramePr>
        <p:xfrm>
          <a:off x="3657600" y="2151063"/>
          <a:ext cx="1600200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7242" name="Equation" r:id="rId7" imgW="711000" imgH="914400" progId="Equation.3">
                  <p:embed/>
                </p:oleObj>
              </mc:Choice>
              <mc:Fallback>
                <p:oleObj name="Equation" r:id="rId7" imgW="711000" imgH="9144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151063"/>
                        <a:ext cx="1600200" cy="205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7193" name="Object 9"/>
          <p:cNvGraphicFramePr>
            <a:graphicFrameLocks noChangeAspect="1"/>
          </p:cNvGraphicFramePr>
          <p:nvPr/>
        </p:nvGraphicFramePr>
        <p:xfrm>
          <a:off x="3524250" y="304800"/>
          <a:ext cx="436563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7243" name="Equation" r:id="rId9" imgW="126720" imgH="672840" progId="Equation.3">
                  <p:embed/>
                </p:oleObj>
              </mc:Choice>
              <mc:Fallback>
                <p:oleObj name="Equation" r:id="rId9" imgW="126720" imgH="6728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4250" y="304800"/>
                        <a:ext cx="436563" cy="15240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7194" name="Oval 10"/>
          <p:cNvSpPr>
            <a:spLocks noChangeArrowheads="1"/>
          </p:cNvSpPr>
          <p:nvPr/>
        </p:nvSpPr>
        <p:spPr bwMode="auto">
          <a:xfrm>
            <a:off x="1566863" y="838200"/>
            <a:ext cx="457200" cy="457200"/>
          </a:xfrm>
          <a:prstGeom prst="ellipse">
            <a:avLst/>
          </a:prstGeom>
          <a:noFill/>
          <a:ln w="31750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graphicFrame>
        <p:nvGraphicFramePr>
          <p:cNvPr id="1117195" name="Object 11"/>
          <p:cNvGraphicFramePr>
            <a:graphicFrameLocks noChangeAspect="1"/>
          </p:cNvGraphicFramePr>
          <p:nvPr/>
        </p:nvGraphicFramePr>
        <p:xfrm>
          <a:off x="4572000" y="2684463"/>
          <a:ext cx="263525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7244" name="Equation" r:id="rId11" imgW="126720" imgH="177480" progId="Equation.3">
                  <p:embed/>
                </p:oleObj>
              </mc:Choice>
              <mc:Fallback>
                <p:oleObj name="Equation" r:id="rId11" imgW="126720" imgH="17748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684463"/>
                        <a:ext cx="263525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7196" name="Object 12"/>
          <p:cNvGraphicFramePr>
            <a:graphicFrameLocks noChangeAspect="1"/>
          </p:cNvGraphicFramePr>
          <p:nvPr/>
        </p:nvGraphicFramePr>
        <p:xfrm>
          <a:off x="4572000" y="2133600"/>
          <a:ext cx="236538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7245" name="Equation" r:id="rId13" imgW="114120" imgH="164880" progId="Equation.3">
                  <p:embed/>
                </p:oleObj>
              </mc:Choice>
              <mc:Fallback>
                <p:oleObj name="Equation" r:id="rId13" imgW="114120" imgH="16488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133600"/>
                        <a:ext cx="236538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7197" name="Object 13"/>
          <p:cNvGraphicFramePr>
            <a:graphicFrameLocks noChangeAspect="1"/>
          </p:cNvGraphicFramePr>
          <p:nvPr/>
        </p:nvGraphicFramePr>
        <p:xfrm>
          <a:off x="5562600" y="2151063"/>
          <a:ext cx="1600200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7246" name="Equation" r:id="rId15" imgW="711000" imgH="914400" progId="Equation.3">
                  <p:embed/>
                </p:oleObj>
              </mc:Choice>
              <mc:Fallback>
                <p:oleObj name="Equation" r:id="rId15" imgW="711000" imgH="9144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2151063"/>
                        <a:ext cx="1600200" cy="205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7198" name="Object 14"/>
          <p:cNvGraphicFramePr>
            <a:graphicFrameLocks noChangeAspect="1"/>
          </p:cNvGraphicFramePr>
          <p:nvPr/>
        </p:nvGraphicFramePr>
        <p:xfrm>
          <a:off x="6372225" y="2684463"/>
          <a:ext cx="474663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7247" name="Equation" r:id="rId17" imgW="228600" imgH="177480" progId="Equation.3">
                  <p:embed/>
                </p:oleObj>
              </mc:Choice>
              <mc:Fallback>
                <p:oleObj name="Equation" r:id="rId17" imgW="228600" imgH="17748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25" y="2684463"/>
                        <a:ext cx="474663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7199" name="Object 15"/>
          <p:cNvGraphicFramePr>
            <a:graphicFrameLocks noChangeAspect="1"/>
          </p:cNvGraphicFramePr>
          <p:nvPr/>
        </p:nvGraphicFramePr>
        <p:xfrm>
          <a:off x="6543675" y="2165350"/>
          <a:ext cx="238125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7248" name="Equation" r:id="rId19" imgW="114120" imgH="164880" progId="Equation.3">
                  <p:embed/>
                </p:oleObj>
              </mc:Choice>
              <mc:Fallback>
                <p:oleObj name="Equation" r:id="rId19" imgW="114120" imgH="16488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3675" y="2165350"/>
                        <a:ext cx="238125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7200" name="Object 16"/>
          <p:cNvGraphicFramePr>
            <a:graphicFrameLocks noChangeAspect="1"/>
          </p:cNvGraphicFramePr>
          <p:nvPr/>
        </p:nvGraphicFramePr>
        <p:xfrm>
          <a:off x="3460750" y="304800"/>
          <a:ext cx="501650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7249" name="Equation" r:id="rId21" imgW="241200" imgH="672840" progId="Equation.3">
                  <p:embed/>
                </p:oleObj>
              </mc:Choice>
              <mc:Fallback>
                <p:oleObj name="Equation" r:id="rId21" imgW="241200" imgH="67284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0750" y="304800"/>
                        <a:ext cx="501650" cy="15240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7201" name="Text Box 17"/>
          <p:cNvSpPr txBox="1">
            <a:spLocks noChangeArrowheads="1"/>
          </p:cNvSpPr>
          <p:nvPr/>
        </p:nvSpPr>
        <p:spPr bwMode="auto">
          <a:xfrm>
            <a:off x="304800" y="4767263"/>
            <a:ext cx="1600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</a:rPr>
              <a:t>特解：</a:t>
            </a:r>
            <a:endParaRPr lang="zh-CN" altLang="en-US"/>
          </a:p>
        </p:txBody>
      </p:sp>
      <p:graphicFrame>
        <p:nvGraphicFramePr>
          <p:cNvPr id="1117202" name="Object 18"/>
          <p:cNvGraphicFramePr>
            <a:graphicFrameLocks noChangeAspect="1"/>
          </p:cNvGraphicFramePr>
          <p:nvPr/>
        </p:nvGraphicFramePr>
        <p:xfrm>
          <a:off x="1362075" y="4038600"/>
          <a:ext cx="1771650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7250" name="Equation" r:id="rId23" imgW="787320" imgH="914400" progId="Equation.3">
                  <p:embed/>
                </p:oleObj>
              </mc:Choice>
              <mc:Fallback>
                <p:oleObj name="Equation" r:id="rId23" imgW="787320" imgH="9144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2075" y="4038600"/>
                        <a:ext cx="1771650" cy="205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7203" name="Text Box 19"/>
          <p:cNvSpPr txBox="1">
            <a:spLocks noChangeArrowheads="1"/>
          </p:cNvSpPr>
          <p:nvPr/>
        </p:nvSpPr>
        <p:spPr bwMode="auto">
          <a:xfrm>
            <a:off x="3352800" y="4572000"/>
            <a:ext cx="3352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</a:rPr>
              <a:t>所以全部解为</a:t>
            </a:r>
            <a:endParaRPr lang="zh-CN" altLang="en-US"/>
          </a:p>
        </p:txBody>
      </p:sp>
      <p:graphicFrame>
        <p:nvGraphicFramePr>
          <p:cNvPr id="1117204" name="Object 20"/>
          <p:cNvGraphicFramePr>
            <a:graphicFrameLocks noChangeAspect="1"/>
          </p:cNvGraphicFramePr>
          <p:nvPr/>
        </p:nvGraphicFramePr>
        <p:xfrm>
          <a:off x="5638800" y="4603750"/>
          <a:ext cx="327660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7251" r:id="rId25" imgW="1384300" imgH="228600" progId="Equation.3">
                  <p:embed/>
                </p:oleObj>
              </mc:Choice>
              <mc:Fallback>
                <p:oleObj r:id="rId25" imgW="1384300" imgH="2286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4603750"/>
                        <a:ext cx="3276600" cy="54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17205" name="Group 21"/>
          <p:cNvGrpSpPr>
            <a:grpSpLocks/>
          </p:cNvGrpSpPr>
          <p:nvPr/>
        </p:nvGrpSpPr>
        <p:grpSpPr bwMode="auto">
          <a:xfrm>
            <a:off x="3513138" y="5289550"/>
            <a:ext cx="1892300" cy="519113"/>
            <a:chOff x="2209" y="3321"/>
            <a:chExt cx="1739" cy="339"/>
          </a:xfrm>
        </p:grpSpPr>
        <p:graphicFrame>
          <p:nvGraphicFramePr>
            <p:cNvPr id="1117206" name="Object 22"/>
            <p:cNvGraphicFramePr>
              <a:graphicFrameLocks noChangeAspect="1"/>
            </p:cNvGraphicFramePr>
            <p:nvPr/>
          </p:nvGraphicFramePr>
          <p:xfrm>
            <a:off x="2209" y="3332"/>
            <a:ext cx="623" cy="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7252" name="Document" r:id="rId27" imgW="410040" imgH="216000" progId="Word.Document.8">
                    <p:embed/>
                  </p:oleObj>
                </mc:Choice>
                <mc:Fallback>
                  <p:oleObj name="Document" r:id="rId27" imgW="410040" imgH="216000" progId="Word.Document.8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9" y="3332"/>
                          <a:ext cx="623" cy="3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17207" name="Text Box 23"/>
            <p:cNvSpPr txBox="1">
              <a:spLocks noChangeArrowheads="1"/>
            </p:cNvSpPr>
            <p:nvPr/>
          </p:nvSpPr>
          <p:spPr bwMode="auto">
            <a:xfrm>
              <a:off x="2797" y="3321"/>
              <a:ext cx="1151" cy="3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/>
                <a:t>任意。</a:t>
              </a:r>
            </a:p>
          </p:txBody>
        </p:sp>
      </p:grpSp>
      <p:graphicFrame>
        <p:nvGraphicFramePr>
          <p:cNvPr id="1117208" name="Object 24"/>
          <p:cNvGraphicFramePr>
            <a:graphicFrameLocks noChangeAspect="1"/>
          </p:cNvGraphicFramePr>
          <p:nvPr/>
        </p:nvGraphicFramePr>
        <p:xfrm>
          <a:off x="2079625" y="4538663"/>
          <a:ext cx="76517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7253" name="Equation" r:id="rId29" imgW="368280" imgH="215640" progId="Equation.3">
                  <p:embed/>
                </p:oleObj>
              </mc:Choice>
              <mc:Fallback>
                <p:oleObj name="Equation" r:id="rId29" imgW="368280" imgH="21564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9625" y="4538663"/>
                        <a:ext cx="765175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7209" name="Object 25"/>
          <p:cNvGraphicFramePr>
            <a:graphicFrameLocks noChangeAspect="1"/>
          </p:cNvGraphicFramePr>
          <p:nvPr/>
        </p:nvGraphicFramePr>
        <p:xfrm>
          <a:off x="2286000" y="4005263"/>
          <a:ext cx="52705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7254" name="Equation" r:id="rId31" imgW="253800" imgH="215640" progId="Equation.3">
                  <p:embed/>
                </p:oleObj>
              </mc:Choice>
              <mc:Fallback>
                <p:oleObj name="Equation" r:id="rId31" imgW="253800" imgH="21564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4005263"/>
                        <a:ext cx="527050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17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0" fill="hold"/>
                                        <p:tgtEl>
                                          <p:spTgt spid="11171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0" fill="hold"/>
                                        <p:tgtEl>
                                          <p:spTgt spid="11171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171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171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17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171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719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171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719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17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1171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719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1171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719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117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0" fill="hold"/>
                                        <p:tgtEl>
                                          <p:spTgt spid="11172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0" fill="hold"/>
                                        <p:tgtEl>
                                          <p:spTgt spid="11172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117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1172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720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1172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720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117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117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117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7191" grpId="0" autoUpdateAnimBg="0"/>
      <p:bldP spid="1117201" grpId="0" autoUpdateAnimBg="0"/>
      <p:bldP spid="1117203" grpId="0" autoUpdateAnimBg="0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82E3E-CC1C-4C4C-BE72-C9D94718225A}" type="slidenum">
              <a:rPr lang="zh-CN" altLang="en-US"/>
              <a:pPr/>
              <a:t>111</a:t>
            </a:fld>
            <a:endParaRPr lang="zh-CN" altLang="en-US"/>
          </a:p>
        </p:txBody>
      </p:sp>
      <p:graphicFrame>
        <p:nvGraphicFramePr>
          <p:cNvPr id="1118210" name="Object 2"/>
          <p:cNvGraphicFramePr>
            <a:graphicFrameLocks noChangeAspect="1"/>
          </p:cNvGraphicFramePr>
          <p:nvPr/>
        </p:nvGraphicFramePr>
        <p:xfrm>
          <a:off x="4343400" y="952500"/>
          <a:ext cx="4356100" cy="208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251" name="Equation" r:id="rId3" imgW="1904760" imgH="927000" progId="Equation.3">
                  <p:embed/>
                </p:oleObj>
              </mc:Choice>
              <mc:Fallback>
                <p:oleObj name="Equation" r:id="rId3" imgW="1904760" imgH="927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952500"/>
                        <a:ext cx="4356100" cy="2087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8211" name="Text Box 3"/>
          <p:cNvSpPr txBox="1">
            <a:spLocks noChangeArrowheads="1"/>
          </p:cNvSpPr>
          <p:nvPr/>
        </p:nvSpPr>
        <p:spPr bwMode="auto">
          <a:xfrm>
            <a:off x="304800" y="315913"/>
            <a:ext cx="5715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例   </a:t>
            </a:r>
            <a:r>
              <a:rPr lang="zh-CN" altLang="en-US">
                <a:latin typeface="宋体" panose="02010600030101010101" pitchFamily="2" charset="-122"/>
              </a:rPr>
              <a:t>方程组的增广矩阵为</a:t>
            </a:r>
          </a:p>
        </p:txBody>
      </p:sp>
      <p:graphicFrame>
        <p:nvGraphicFramePr>
          <p:cNvPr id="1118212" name="Object 4"/>
          <p:cNvGraphicFramePr>
            <a:graphicFrameLocks noChangeAspect="1"/>
          </p:cNvGraphicFramePr>
          <p:nvPr/>
        </p:nvGraphicFramePr>
        <p:xfrm>
          <a:off x="304800" y="3106738"/>
          <a:ext cx="4343400" cy="627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252" name="Document" r:id="rId5" imgW="1765800" imgH="240120" progId="Word.Document.8">
                  <p:embed/>
                </p:oleObj>
              </mc:Choice>
              <mc:Fallback>
                <p:oleObj name="Document" r:id="rId5" imgW="1765800" imgH="24012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3106738"/>
                        <a:ext cx="4343400" cy="627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8213" name="Text Box 5"/>
          <p:cNvSpPr txBox="1">
            <a:spLocks noChangeArrowheads="1"/>
          </p:cNvSpPr>
          <p:nvPr/>
        </p:nvSpPr>
        <p:spPr bwMode="auto">
          <a:xfrm>
            <a:off x="152400" y="4743450"/>
            <a:ext cx="3886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</a:rPr>
              <a:t>导出组的基础解系：</a:t>
            </a:r>
            <a:endParaRPr lang="zh-CN" altLang="en-US"/>
          </a:p>
        </p:txBody>
      </p:sp>
      <p:graphicFrame>
        <p:nvGraphicFramePr>
          <p:cNvPr id="1118214" name="Object 6"/>
          <p:cNvGraphicFramePr>
            <a:graphicFrameLocks noChangeAspect="1"/>
          </p:cNvGraphicFramePr>
          <p:nvPr/>
        </p:nvGraphicFramePr>
        <p:xfrm>
          <a:off x="3352800" y="3752850"/>
          <a:ext cx="1514475" cy="257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253" name="Equation" r:id="rId7" imgW="672840" imgH="1143000" progId="Equation.3">
                  <p:embed/>
                </p:oleObj>
              </mc:Choice>
              <mc:Fallback>
                <p:oleObj name="Equation" r:id="rId7" imgW="672840" imgH="1143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3752850"/>
                        <a:ext cx="1514475" cy="2571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8215" name="Object 7"/>
          <p:cNvGraphicFramePr>
            <a:graphicFrameLocks noChangeAspect="1"/>
          </p:cNvGraphicFramePr>
          <p:nvPr/>
        </p:nvGraphicFramePr>
        <p:xfrm>
          <a:off x="4213225" y="4822825"/>
          <a:ext cx="254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254" name="Equation" r:id="rId9" imgW="126720" imgH="177480" progId="Equation.3">
                  <p:embed/>
                </p:oleObj>
              </mc:Choice>
              <mc:Fallback>
                <p:oleObj name="Equation" r:id="rId9" imgW="126720" imgH="17748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3225" y="4822825"/>
                        <a:ext cx="2540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8216" name="Object 8"/>
          <p:cNvGraphicFramePr>
            <a:graphicFrameLocks noChangeAspect="1"/>
          </p:cNvGraphicFramePr>
          <p:nvPr/>
        </p:nvGraphicFramePr>
        <p:xfrm>
          <a:off x="8153400" y="990600"/>
          <a:ext cx="301625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255" name="Equation" r:id="rId11" imgW="126720" imgH="888840" progId="Equation.3">
                  <p:embed/>
                </p:oleObj>
              </mc:Choice>
              <mc:Fallback>
                <p:oleObj name="Equation" r:id="rId11" imgW="126720" imgH="8888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3400" y="990600"/>
                        <a:ext cx="301625" cy="19812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8217" name="Object 9"/>
          <p:cNvGraphicFramePr>
            <a:graphicFrameLocks noChangeAspect="1"/>
          </p:cNvGraphicFramePr>
          <p:nvPr/>
        </p:nvGraphicFramePr>
        <p:xfrm>
          <a:off x="4221163" y="3810000"/>
          <a:ext cx="274637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256" name="Equation" r:id="rId13" imgW="126720" imgH="164880" progId="Equation.3">
                  <p:embed/>
                </p:oleObj>
              </mc:Choice>
              <mc:Fallback>
                <p:oleObj name="Equation" r:id="rId13" imgW="126720" imgH="16488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1163" y="3810000"/>
                        <a:ext cx="274637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8218" name="Object 10"/>
          <p:cNvGraphicFramePr>
            <a:graphicFrameLocks noChangeAspect="1"/>
          </p:cNvGraphicFramePr>
          <p:nvPr/>
        </p:nvGraphicFramePr>
        <p:xfrm>
          <a:off x="4876800" y="3733800"/>
          <a:ext cx="1514475" cy="257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257" name="Equation" r:id="rId15" imgW="672840" imgH="1143000" progId="Equation.3">
                  <p:embed/>
                </p:oleObj>
              </mc:Choice>
              <mc:Fallback>
                <p:oleObj name="Equation" r:id="rId15" imgW="672840" imgH="11430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3733800"/>
                        <a:ext cx="1514475" cy="2571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8219" name="Object 11"/>
          <p:cNvGraphicFramePr>
            <a:graphicFrameLocks noChangeAspect="1"/>
          </p:cNvGraphicFramePr>
          <p:nvPr/>
        </p:nvGraphicFramePr>
        <p:xfrm>
          <a:off x="5759450" y="4789488"/>
          <a:ext cx="2476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258" name="Equation" r:id="rId17" imgW="114120" imgH="164880" progId="Equation.3">
                  <p:embed/>
                </p:oleObj>
              </mc:Choice>
              <mc:Fallback>
                <p:oleObj name="Equation" r:id="rId17" imgW="114120" imgH="16488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9450" y="4789488"/>
                        <a:ext cx="24765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8220" name="Object 12"/>
          <p:cNvGraphicFramePr>
            <a:graphicFrameLocks noChangeAspect="1"/>
          </p:cNvGraphicFramePr>
          <p:nvPr/>
        </p:nvGraphicFramePr>
        <p:xfrm>
          <a:off x="5661025" y="3824288"/>
          <a:ext cx="457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259" name="Equation" r:id="rId19" imgW="241200" imgH="164880" progId="Equation.3">
                  <p:embed/>
                </p:oleObj>
              </mc:Choice>
              <mc:Fallback>
                <p:oleObj name="Equation" r:id="rId19" imgW="241200" imgH="16488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1025" y="3824288"/>
                        <a:ext cx="4572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8221" name="Object 13"/>
          <p:cNvGraphicFramePr>
            <a:graphicFrameLocks noChangeAspect="1"/>
          </p:cNvGraphicFramePr>
          <p:nvPr/>
        </p:nvGraphicFramePr>
        <p:xfrm>
          <a:off x="6477000" y="3733800"/>
          <a:ext cx="1514475" cy="257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260" name="Equation" r:id="rId21" imgW="672840" imgH="1143000" progId="Equation.3">
                  <p:embed/>
                </p:oleObj>
              </mc:Choice>
              <mc:Fallback>
                <p:oleObj name="Equation" r:id="rId21" imgW="672840" imgH="11430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3733800"/>
                        <a:ext cx="1514475" cy="2571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8222" name="Object 14"/>
          <p:cNvGraphicFramePr>
            <a:graphicFrameLocks noChangeAspect="1"/>
          </p:cNvGraphicFramePr>
          <p:nvPr/>
        </p:nvGraphicFramePr>
        <p:xfrm>
          <a:off x="7294563" y="4800600"/>
          <a:ext cx="434975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261" name="Equation" r:id="rId23" imgW="241200" imgH="177480" progId="Equation.3">
                  <p:embed/>
                </p:oleObj>
              </mc:Choice>
              <mc:Fallback>
                <p:oleObj name="Equation" r:id="rId23" imgW="241200" imgH="17748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94563" y="4800600"/>
                        <a:ext cx="434975" cy="369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8223" name="Object 15"/>
          <p:cNvGraphicFramePr>
            <a:graphicFrameLocks noChangeAspect="1"/>
          </p:cNvGraphicFramePr>
          <p:nvPr/>
        </p:nvGraphicFramePr>
        <p:xfrm>
          <a:off x="7286625" y="3829050"/>
          <a:ext cx="409575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262" name="Equation" r:id="rId25" imgW="215640" imgH="164880" progId="Equation.3">
                  <p:embed/>
                </p:oleObj>
              </mc:Choice>
              <mc:Fallback>
                <p:oleObj name="Equation" r:id="rId25" imgW="215640" imgH="16488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86625" y="3829050"/>
                        <a:ext cx="409575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8224" name="Object 16"/>
          <p:cNvGraphicFramePr>
            <a:graphicFrameLocks noChangeAspect="1"/>
          </p:cNvGraphicFramePr>
          <p:nvPr/>
        </p:nvGraphicFramePr>
        <p:xfrm>
          <a:off x="381000" y="990600"/>
          <a:ext cx="3944938" cy="198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263" name="Equation" r:id="rId27" imgW="2082600" imgH="927000" progId="Equation.3">
                  <p:embed/>
                </p:oleObj>
              </mc:Choice>
              <mc:Fallback>
                <p:oleObj name="Equation" r:id="rId27" imgW="2082600" imgH="9270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990600"/>
                        <a:ext cx="3944938" cy="1987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18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18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18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18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18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0" fill="hold"/>
                                        <p:tgtEl>
                                          <p:spTgt spid="11182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0" fill="hold"/>
                                        <p:tgtEl>
                                          <p:spTgt spid="11182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18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182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821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182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821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18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1182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821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1182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822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118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1182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822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1182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822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8211" grpId="0" autoUpdateAnimBg="0"/>
      <p:bldP spid="1118213" grpId="0" autoUpdateAnimBg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A7D21-312C-4DB4-93F1-72EAB0921337}" type="slidenum">
              <a:rPr lang="zh-CN" altLang="en-US"/>
              <a:pPr/>
              <a:t>112</a:t>
            </a:fld>
            <a:endParaRPr lang="zh-CN" altLang="en-US"/>
          </a:p>
        </p:txBody>
      </p:sp>
      <p:graphicFrame>
        <p:nvGraphicFramePr>
          <p:cNvPr id="1119234" name="Object 2"/>
          <p:cNvGraphicFramePr>
            <a:graphicFrameLocks noChangeAspect="1"/>
          </p:cNvGraphicFramePr>
          <p:nvPr/>
        </p:nvGraphicFramePr>
        <p:xfrm>
          <a:off x="381000" y="457200"/>
          <a:ext cx="4356100" cy="208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9265" name="Equation" r:id="rId3" imgW="1904760" imgH="927000" progId="Equation.3">
                  <p:embed/>
                </p:oleObj>
              </mc:Choice>
              <mc:Fallback>
                <p:oleObj name="Equation" r:id="rId3" imgW="1904760" imgH="927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457200"/>
                        <a:ext cx="4356100" cy="2087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9235" name="Object 3"/>
          <p:cNvGraphicFramePr>
            <a:graphicFrameLocks noChangeAspect="1"/>
          </p:cNvGraphicFramePr>
          <p:nvPr/>
        </p:nvGraphicFramePr>
        <p:xfrm>
          <a:off x="4876800" y="1295400"/>
          <a:ext cx="4114800" cy="62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9266" name="Document" r:id="rId5" imgW="1765800" imgH="240120" progId="Word.Document.8">
                  <p:embed/>
                </p:oleObj>
              </mc:Choice>
              <mc:Fallback>
                <p:oleObj name="Document" r:id="rId5" imgW="1765800" imgH="24012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1295400"/>
                        <a:ext cx="4114800" cy="627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9236" name="Object 4"/>
          <p:cNvGraphicFramePr>
            <a:graphicFrameLocks noChangeAspect="1"/>
          </p:cNvGraphicFramePr>
          <p:nvPr/>
        </p:nvGraphicFramePr>
        <p:xfrm>
          <a:off x="4114800" y="533400"/>
          <a:ext cx="301625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9267" name="Equation" r:id="rId7" imgW="126720" imgH="888840" progId="Equation.3">
                  <p:embed/>
                </p:oleObj>
              </mc:Choice>
              <mc:Fallback>
                <p:oleObj name="Equation" r:id="rId7" imgW="126720" imgH="8888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533400"/>
                        <a:ext cx="301625" cy="19812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9237" name="Text Box 5"/>
          <p:cNvSpPr txBox="1">
            <a:spLocks noChangeArrowheads="1"/>
          </p:cNvSpPr>
          <p:nvPr/>
        </p:nvSpPr>
        <p:spPr bwMode="auto">
          <a:xfrm>
            <a:off x="533400" y="3900488"/>
            <a:ext cx="12525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</a:rPr>
              <a:t>特解：</a:t>
            </a:r>
            <a:endParaRPr lang="zh-CN" altLang="en-US"/>
          </a:p>
        </p:txBody>
      </p:sp>
      <p:graphicFrame>
        <p:nvGraphicFramePr>
          <p:cNvPr id="1119238" name="Object 6"/>
          <p:cNvGraphicFramePr>
            <a:graphicFrameLocks noChangeAspect="1"/>
          </p:cNvGraphicFramePr>
          <p:nvPr/>
        </p:nvGraphicFramePr>
        <p:xfrm>
          <a:off x="1633538" y="2914650"/>
          <a:ext cx="1685925" cy="257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9268" name="Equation" r:id="rId9" imgW="749160" imgH="1143000" progId="Equation.3">
                  <p:embed/>
                </p:oleObj>
              </mc:Choice>
              <mc:Fallback>
                <p:oleObj name="Equation" r:id="rId9" imgW="749160" imgH="1143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3538" y="2914650"/>
                        <a:ext cx="1685925" cy="2571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9239" name="Text Box 7"/>
          <p:cNvSpPr txBox="1">
            <a:spLocks noChangeArrowheads="1"/>
          </p:cNvSpPr>
          <p:nvPr/>
        </p:nvSpPr>
        <p:spPr bwMode="auto">
          <a:xfrm>
            <a:off x="3886200" y="3124200"/>
            <a:ext cx="3886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</a:rPr>
              <a:t>所以全部解为</a:t>
            </a:r>
            <a:endParaRPr lang="zh-CN" altLang="en-US"/>
          </a:p>
        </p:txBody>
      </p:sp>
      <p:graphicFrame>
        <p:nvGraphicFramePr>
          <p:cNvPr id="1119240" name="Object 8"/>
          <p:cNvGraphicFramePr>
            <a:graphicFrameLocks noChangeAspect="1"/>
          </p:cNvGraphicFramePr>
          <p:nvPr/>
        </p:nvGraphicFramePr>
        <p:xfrm>
          <a:off x="3962400" y="3810000"/>
          <a:ext cx="402907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9269" name="Equation" r:id="rId11" imgW="1701720" imgH="228600" progId="Equation.3">
                  <p:embed/>
                </p:oleObj>
              </mc:Choice>
              <mc:Fallback>
                <p:oleObj name="Equation" r:id="rId11" imgW="170172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3810000"/>
                        <a:ext cx="4029075" cy="54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19241" name="Group 9"/>
          <p:cNvGrpSpPr>
            <a:grpSpLocks/>
          </p:cNvGrpSpPr>
          <p:nvPr/>
        </p:nvGrpSpPr>
        <p:grpSpPr bwMode="auto">
          <a:xfrm>
            <a:off x="3962400" y="4495800"/>
            <a:ext cx="2895600" cy="568325"/>
            <a:chOff x="336" y="3730"/>
            <a:chExt cx="1824" cy="358"/>
          </a:xfrm>
        </p:grpSpPr>
        <p:graphicFrame>
          <p:nvGraphicFramePr>
            <p:cNvPr id="1119242" name="Object 10"/>
            <p:cNvGraphicFramePr>
              <a:graphicFrameLocks noChangeAspect="1"/>
            </p:cNvGraphicFramePr>
            <p:nvPr/>
          </p:nvGraphicFramePr>
          <p:xfrm>
            <a:off x="336" y="3744"/>
            <a:ext cx="1055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9270" name="Document" r:id="rId13" imgW="648360" imgH="228600" progId="Word.Document.8">
                    <p:embed/>
                  </p:oleObj>
                </mc:Choice>
                <mc:Fallback>
                  <p:oleObj name="Document" r:id="rId13" imgW="648360" imgH="228600" progId="Word.Document.8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" y="3744"/>
                          <a:ext cx="1055" cy="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19243" name="Text Box 11"/>
            <p:cNvSpPr txBox="1">
              <a:spLocks noChangeArrowheads="1"/>
            </p:cNvSpPr>
            <p:nvPr/>
          </p:nvSpPr>
          <p:spPr bwMode="auto">
            <a:xfrm>
              <a:off x="1371" y="3730"/>
              <a:ext cx="78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/>
                <a:t>任意。</a:t>
              </a:r>
            </a:p>
          </p:txBody>
        </p:sp>
      </p:grpSp>
      <p:graphicFrame>
        <p:nvGraphicFramePr>
          <p:cNvPr id="1119244" name="Object 12"/>
          <p:cNvGraphicFramePr>
            <a:graphicFrameLocks noChangeAspect="1"/>
          </p:cNvGraphicFramePr>
          <p:nvPr/>
        </p:nvGraphicFramePr>
        <p:xfrm>
          <a:off x="2613025" y="3962400"/>
          <a:ext cx="276225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9271" name="Equation" r:id="rId15" imgW="126720" imgH="177480" progId="Equation.3">
                  <p:embed/>
                </p:oleObj>
              </mc:Choice>
              <mc:Fallback>
                <p:oleObj name="Equation" r:id="rId15" imgW="126720" imgH="17748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3025" y="3962400"/>
                        <a:ext cx="276225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9245" name="Object 13"/>
          <p:cNvGraphicFramePr>
            <a:graphicFrameLocks noChangeAspect="1"/>
          </p:cNvGraphicFramePr>
          <p:nvPr/>
        </p:nvGraphicFramePr>
        <p:xfrm>
          <a:off x="2590800" y="2949575"/>
          <a:ext cx="2730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9272" name="Equation" r:id="rId17" imgW="126720" imgH="164880" progId="Equation.3">
                  <p:embed/>
                </p:oleObj>
              </mc:Choice>
              <mc:Fallback>
                <p:oleObj name="Equation" r:id="rId17" imgW="126720" imgH="16488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2949575"/>
                        <a:ext cx="27305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9246" name="Object 14"/>
          <p:cNvGraphicFramePr>
            <a:graphicFrameLocks noChangeAspect="1"/>
          </p:cNvGraphicFramePr>
          <p:nvPr/>
        </p:nvGraphicFramePr>
        <p:xfrm>
          <a:off x="4114800" y="501650"/>
          <a:ext cx="301625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9273" name="Equation" r:id="rId19" imgW="126720" imgH="888840" progId="Equation.3">
                  <p:embed/>
                </p:oleObj>
              </mc:Choice>
              <mc:Fallback>
                <p:oleObj name="Equation" r:id="rId19" imgW="126720" imgH="88884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501650"/>
                        <a:ext cx="301625" cy="19812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19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0" fill="hold"/>
                                        <p:tgtEl>
                                          <p:spTgt spid="11192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0" fill="hold"/>
                                        <p:tgtEl>
                                          <p:spTgt spid="11192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119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192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924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192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924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119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19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19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9237" grpId="0" autoUpdateAnimBg="0"/>
      <p:bldP spid="1119239" grpId="0" autoUpdateAnimBg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F9225-531D-4DD4-9BE1-85A38BFDF10F}" type="slidenum">
              <a:rPr lang="zh-CN" altLang="en-US"/>
              <a:pPr/>
              <a:t>113</a:t>
            </a:fld>
            <a:endParaRPr lang="zh-CN" altLang="en-US"/>
          </a:p>
        </p:txBody>
      </p:sp>
      <p:sp>
        <p:nvSpPr>
          <p:cNvPr id="1178626" name="Rectangle 2"/>
          <p:cNvSpPr>
            <a:spLocks noChangeArrowheads="1"/>
          </p:cNvSpPr>
          <p:nvPr/>
        </p:nvSpPr>
        <p:spPr bwMode="auto">
          <a:xfrm>
            <a:off x="228600" y="3230563"/>
            <a:ext cx="5413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解</a:t>
            </a:r>
          </a:p>
        </p:txBody>
      </p:sp>
      <p:sp>
        <p:nvSpPr>
          <p:cNvPr id="1178628" name="Text Box 4"/>
          <p:cNvSpPr txBox="1">
            <a:spLocks noChangeArrowheads="1"/>
          </p:cNvSpPr>
          <p:nvPr/>
        </p:nvSpPr>
        <p:spPr bwMode="auto">
          <a:xfrm>
            <a:off x="228600" y="152400"/>
            <a:ext cx="861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练习</a:t>
            </a:r>
            <a:r>
              <a:rPr lang="zh-CN" altLang="en-US" sz="2600">
                <a:latin typeface="宋体" panose="02010600030101010101" pitchFamily="2" charset="-122"/>
              </a:rPr>
              <a:t> 用基础解系表示如下</a:t>
            </a:r>
            <a:r>
              <a:rPr lang="zh-CN" altLang="en-US" sz="2600">
                <a:latin typeface="宋体" panose="02010600030101010101" pitchFamily="2" charset="-122"/>
                <a:cs typeface="Times New Roman" panose="02020603050405020304" pitchFamily="18" charset="0"/>
              </a:rPr>
              <a:t>线性方程组的全部解</a:t>
            </a:r>
            <a:endParaRPr lang="zh-CN" altLang="en-US" sz="2600">
              <a:latin typeface="宋体" panose="02010600030101010101" pitchFamily="2" charset="-122"/>
            </a:endParaRPr>
          </a:p>
        </p:txBody>
      </p:sp>
      <p:graphicFrame>
        <p:nvGraphicFramePr>
          <p:cNvPr id="1178629" name="Object 5"/>
          <p:cNvGraphicFramePr>
            <a:graphicFrameLocks noChangeAspect="1"/>
          </p:cNvGraphicFramePr>
          <p:nvPr/>
        </p:nvGraphicFramePr>
        <p:xfrm>
          <a:off x="2057400" y="685800"/>
          <a:ext cx="3652838" cy="187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8647" name="Equation" r:id="rId3" imgW="1688760" imgH="863280" progId="Equation.3">
                  <p:embed/>
                </p:oleObj>
              </mc:Choice>
              <mc:Fallback>
                <p:oleObj name="Equation" r:id="rId3" imgW="1688760" imgH="8632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685800"/>
                        <a:ext cx="3652838" cy="1874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8630" name="Object 6"/>
          <p:cNvGraphicFramePr>
            <a:graphicFrameLocks noChangeAspect="1"/>
          </p:cNvGraphicFramePr>
          <p:nvPr/>
        </p:nvGraphicFramePr>
        <p:xfrm>
          <a:off x="952500" y="2616200"/>
          <a:ext cx="3659188" cy="184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8648" name="Equation" r:id="rId5" imgW="1841400" imgH="927000" progId="Equation.3">
                  <p:embed/>
                </p:oleObj>
              </mc:Choice>
              <mc:Fallback>
                <p:oleObj name="Equation" r:id="rId5" imgW="1841400" imgH="927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2500" y="2616200"/>
                        <a:ext cx="3659188" cy="1844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8634" name="Object 10"/>
          <p:cNvGraphicFramePr>
            <a:graphicFrameLocks noChangeAspect="1"/>
          </p:cNvGraphicFramePr>
          <p:nvPr/>
        </p:nvGraphicFramePr>
        <p:xfrm>
          <a:off x="4724400" y="2616200"/>
          <a:ext cx="3609975" cy="184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8649" name="Equation" r:id="rId7" imgW="1815840" imgH="927000" progId="Equation.3">
                  <p:embed/>
                </p:oleObj>
              </mc:Choice>
              <mc:Fallback>
                <p:oleObj name="Equation" r:id="rId7" imgW="1815840" imgH="9270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2616200"/>
                        <a:ext cx="3609975" cy="1844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8635" name="Object 11"/>
          <p:cNvGraphicFramePr>
            <a:graphicFrameLocks noChangeAspect="1"/>
          </p:cNvGraphicFramePr>
          <p:nvPr/>
        </p:nvGraphicFramePr>
        <p:xfrm>
          <a:off x="838200" y="4572000"/>
          <a:ext cx="3810000" cy="194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8650" name="Equation" r:id="rId9" imgW="1815840" imgH="927000" progId="Equation.3">
                  <p:embed/>
                </p:oleObj>
              </mc:Choice>
              <mc:Fallback>
                <p:oleObj name="Equation" r:id="rId9" imgW="1815840" imgH="9270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4572000"/>
                        <a:ext cx="3810000" cy="1946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8636" name="Object 12"/>
          <p:cNvGraphicFramePr>
            <a:graphicFrameLocks noChangeAspect="1"/>
          </p:cNvGraphicFramePr>
          <p:nvPr/>
        </p:nvGraphicFramePr>
        <p:xfrm>
          <a:off x="4876800" y="5334000"/>
          <a:ext cx="3352800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8651" name="Document" r:id="rId11" imgW="1480680" imgH="228600" progId="Word.Document.8">
                  <p:embed/>
                </p:oleObj>
              </mc:Choice>
              <mc:Fallback>
                <p:oleObj name="Document" r:id="rId11" imgW="1480680" imgH="228600" progId="Word.Document.8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5334000"/>
                        <a:ext cx="3352800" cy="560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78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78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78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78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78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78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78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8626" grpId="0" autoUpdateAnimBg="0"/>
      <p:bldP spid="1178628" grpId="0" autoUpdateAnimBg="0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051F8-6188-48C7-BA69-FAC0DDD38372}" type="slidenum">
              <a:rPr lang="zh-CN" altLang="en-US"/>
              <a:pPr/>
              <a:t>114</a:t>
            </a:fld>
            <a:endParaRPr lang="zh-CN" altLang="en-US"/>
          </a:p>
        </p:txBody>
      </p:sp>
      <p:graphicFrame>
        <p:nvGraphicFramePr>
          <p:cNvPr id="1120282" name="Object 26"/>
          <p:cNvGraphicFramePr>
            <a:graphicFrameLocks noChangeAspect="1"/>
          </p:cNvGraphicFramePr>
          <p:nvPr/>
        </p:nvGraphicFramePr>
        <p:xfrm>
          <a:off x="457200" y="122238"/>
          <a:ext cx="4267200" cy="2011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0330" name="Equation" r:id="rId3" imgW="1968480" imgH="927000" progId="Equation.3">
                  <p:embed/>
                </p:oleObj>
              </mc:Choice>
              <mc:Fallback>
                <p:oleObj name="Equation" r:id="rId3" imgW="1968480" imgH="92700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22238"/>
                        <a:ext cx="4267200" cy="2011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0283" name="Object 27"/>
          <p:cNvGraphicFramePr>
            <a:graphicFrameLocks noChangeAspect="1"/>
          </p:cNvGraphicFramePr>
          <p:nvPr/>
        </p:nvGraphicFramePr>
        <p:xfrm>
          <a:off x="4889500" y="889000"/>
          <a:ext cx="3657600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0331" name="Document" r:id="rId5" imgW="1480680" imgH="228600" progId="Word.Document.8">
                  <p:embed/>
                </p:oleObj>
              </mc:Choice>
              <mc:Fallback>
                <p:oleObj name="Document" r:id="rId5" imgW="1480680" imgH="228600" progId="Word.Document.8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9500" y="889000"/>
                        <a:ext cx="3657600" cy="611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0284" name="Line 28"/>
          <p:cNvSpPr>
            <a:spLocks noChangeShapeType="1"/>
          </p:cNvSpPr>
          <p:nvPr/>
        </p:nvSpPr>
        <p:spPr bwMode="auto">
          <a:xfrm>
            <a:off x="152400" y="2209800"/>
            <a:ext cx="8839200" cy="0"/>
          </a:xfrm>
          <a:prstGeom prst="line">
            <a:avLst/>
          </a:prstGeom>
          <a:noFill/>
          <a:ln w="31750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1120285" name="Text Box 29"/>
          <p:cNvSpPr txBox="1">
            <a:spLocks noChangeArrowheads="1"/>
          </p:cNvSpPr>
          <p:nvPr/>
        </p:nvSpPr>
        <p:spPr bwMode="auto">
          <a:xfrm>
            <a:off x="228600" y="3087688"/>
            <a:ext cx="4038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</a:rPr>
              <a:t>导出组的基础解系：</a:t>
            </a:r>
            <a:endParaRPr lang="zh-CN" altLang="en-US"/>
          </a:p>
        </p:txBody>
      </p:sp>
      <p:graphicFrame>
        <p:nvGraphicFramePr>
          <p:cNvPr id="1120286" name="Object 30"/>
          <p:cNvGraphicFramePr>
            <a:graphicFrameLocks noChangeAspect="1"/>
          </p:cNvGraphicFramePr>
          <p:nvPr/>
        </p:nvGraphicFramePr>
        <p:xfrm>
          <a:off x="3657600" y="2379663"/>
          <a:ext cx="1600200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0332" name="Equation" r:id="rId7" imgW="711000" imgH="914400" progId="Equation.3">
                  <p:embed/>
                </p:oleObj>
              </mc:Choice>
              <mc:Fallback>
                <p:oleObj name="Equation" r:id="rId7" imgW="711000" imgH="91440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379663"/>
                        <a:ext cx="1600200" cy="205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0288" name="Oval 32"/>
          <p:cNvSpPr>
            <a:spLocks noChangeArrowheads="1"/>
          </p:cNvSpPr>
          <p:nvPr/>
        </p:nvSpPr>
        <p:spPr bwMode="auto">
          <a:xfrm>
            <a:off x="1854200" y="635000"/>
            <a:ext cx="533400" cy="508000"/>
          </a:xfrm>
          <a:prstGeom prst="ellipse">
            <a:avLst/>
          </a:prstGeom>
          <a:noFill/>
          <a:ln w="31750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graphicFrame>
        <p:nvGraphicFramePr>
          <p:cNvPr id="1120289" name="Object 33"/>
          <p:cNvGraphicFramePr>
            <a:graphicFrameLocks noChangeAspect="1"/>
          </p:cNvGraphicFramePr>
          <p:nvPr/>
        </p:nvGraphicFramePr>
        <p:xfrm>
          <a:off x="4572000" y="2927350"/>
          <a:ext cx="263525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0333" name="Equation" r:id="rId9" imgW="126720" imgH="164880" progId="Equation.3">
                  <p:embed/>
                </p:oleObj>
              </mc:Choice>
              <mc:Fallback>
                <p:oleObj name="Equation" r:id="rId9" imgW="126720" imgH="16488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927350"/>
                        <a:ext cx="263525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0290" name="Object 34"/>
          <p:cNvGraphicFramePr>
            <a:graphicFrameLocks noChangeAspect="1"/>
          </p:cNvGraphicFramePr>
          <p:nvPr/>
        </p:nvGraphicFramePr>
        <p:xfrm>
          <a:off x="4559300" y="2449513"/>
          <a:ext cx="263525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0334" name="Equation" r:id="rId11" imgW="126720" imgH="177480" progId="Equation.3">
                  <p:embed/>
                </p:oleObj>
              </mc:Choice>
              <mc:Fallback>
                <p:oleObj name="Equation" r:id="rId11" imgW="126720" imgH="17748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9300" y="2449513"/>
                        <a:ext cx="263525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0291" name="Object 35"/>
          <p:cNvGraphicFramePr>
            <a:graphicFrameLocks noChangeAspect="1"/>
          </p:cNvGraphicFramePr>
          <p:nvPr/>
        </p:nvGraphicFramePr>
        <p:xfrm>
          <a:off x="5548313" y="2365375"/>
          <a:ext cx="1628775" cy="208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0335" name="Equation" r:id="rId13" imgW="723600" imgH="927000" progId="Equation.3">
                  <p:embed/>
                </p:oleObj>
              </mc:Choice>
              <mc:Fallback>
                <p:oleObj name="Equation" r:id="rId13" imgW="723600" imgH="92700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8313" y="2365375"/>
                        <a:ext cx="1628775" cy="2085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0292" name="Object 36"/>
          <p:cNvGraphicFramePr>
            <a:graphicFrameLocks noChangeAspect="1"/>
          </p:cNvGraphicFramePr>
          <p:nvPr/>
        </p:nvGraphicFramePr>
        <p:xfrm>
          <a:off x="6464300" y="2952750"/>
          <a:ext cx="263525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0336" name="Equation" r:id="rId15" imgW="126720" imgH="164880" progId="Equation.3">
                  <p:embed/>
                </p:oleObj>
              </mc:Choice>
              <mc:Fallback>
                <p:oleObj name="Equation" r:id="rId15" imgW="126720" imgH="16488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4300" y="2952750"/>
                        <a:ext cx="263525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0293" name="Object 37"/>
          <p:cNvGraphicFramePr>
            <a:graphicFrameLocks noChangeAspect="1"/>
          </p:cNvGraphicFramePr>
          <p:nvPr/>
        </p:nvGraphicFramePr>
        <p:xfrm>
          <a:off x="6273800" y="2443163"/>
          <a:ext cx="635000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0337" name="Equation" r:id="rId17" imgW="304560" imgH="177480" progId="Equation.3">
                  <p:embed/>
                </p:oleObj>
              </mc:Choice>
              <mc:Fallback>
                <p:oleObj name="Equation" r:id="rId17" imgW="304560" imgH="17748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3800" y="2443163"/>
                        <a:ext cx="635000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0295" name="Text Box 39"/>
          <p:cNvSpPr txBox="1">
            <a:spLocks noChangeArrowheads="1"/>
          </p:cNvSpPr>
          <p:nvPr/>
        </p:nvSpPr>
        <p:spPr bwMode="auto">
          <a:xfrm>
            <a:off x="304800" y="4995863"/>
            <a:ext cx="1600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</a:rPr>
              <a:t>特解：</a:t>
            </a:r>
            <a:endParaRPr lang="zh-CN" altLang="en-US"/>
          </a:p>
        </p:txBody>
      </p:sp>
      <p:graphicFrame>
        <p:nvGraphicFramePr>
          <p:cNvPr id="1120296" name="Object 40"/>
          <p:cNvGraphicFramePr>
            <a:graphicFrameLocks noChangeAspect="1"/>
          </p:cNvGraphicFramePr>
          <p:nvPr/>
        </p:nvGraphicFramePr>
        <p:xfrm>
          <a:off x="1362075" y="4267200"/>
          <a:ext cx="1771650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0338" name="Equation" r:id="rId19" imgW="787320" imgH="914400" progId="Equation.3">
                  <p:embed/>
                </p:oleObj>
              </mc:Choice>
              <mc:Fallback>
                <p:oleObj name="Equation" r:id="rId19" imgW="787320" imgH="914400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2075" y="4267200"/>
                        <a:ext cx="1771650" cy="205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0297" name="Text Box 41"/>
          <p:cNvSpPr txBox="1">
            <a:spLocks noChangeArrowheads="1"/>
          </p:cNvSpPr>
          <p:nvPr/>
        </p:nvSpPr>
        <p:spPr bwMode="auto">
          <a:xfrm>
            <a:off x="3352800" y="4800600"/>
            <a:ext cx="3352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</a:rPr>
              <a:t>所以全部解为</a:t>
            </a:r>
            <a:endParaRPr lang="zh-CN" altLang="en-US"/>
          </a:p>
        </p:txBody>
      </p:sp>
      <p:graphicFrame>
        <p:nvGraphicFramePr>
          <p:cNvPr id="1120298" name="Object 42"/>
          <p:cNvGraphicFramePr>
            <a:graphicFrameLocks noChangeAspect="1"/>
          </p:cNvGraphicFramePr>
          <p:nvPr/>
        </p:nvGraphicFramePr>
        <p:xfrm>
          <a:off x="5638800" y="4832350"/>
          <a:ext cx="327660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0339" r:id="rId21" imgW="1384300" imgH="228600" progId="Equation.3">
                  <p:embed/>
                </p:oleObj>
              </mc:Choice>
              <mc:Fallback>
                <p:oleObj r:id="rId21" imgW="1384300" imgH="228600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4832350"/>
                        <a:ext cx="3276600" cy="54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20299" name="Group 43"/>
          <p:cNvGrpSpPr>
            <a:grpSpLocks/>
          </p:cNvGrpSpPr>
          <p:nvPr/>
        </p:nvGrpSpPr>
        <p:grpSpPr bwMode="auto">
          <a:xfrm>
            <a:off x="3513138" y="5518150"/>
            <a:ext cx="1892300" cy="519113"/>
            <a:chOff x="2209" y="3321"/>
            <a:chExt cx="1739" cy="339"/>
          </a:xfrm>
        </p:grpSpPr>
        <p:graphicFrame>
          <p:nvGraphicFramePr>
            <p:cNvPr id="1120300" name="Object 44"/>
            <p:cNvGraphicFramePr>
              <a:graphicFrameLocks noChangeAspect="1"/>
            </p:cNvGraphicFramePr>
            <p:nvPr/>
          </p:nvGraphicFramePr>
          <p:xfrm>
            <a:off x="2209" y="3332"/>
            <a:ext cx="623" cy="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0340" name="Document" r:id="rId23" imgW="410040" imgH="216000" progId="Word.Document.8">
                    <p:embed/>
                  </p:oleObj>
                </mc:Choice>
                <mc:Fallback>
                  <p:oleObj name="Document" r:id="rId23" imgW="410040" imgH="216000" progId="Word.Document.8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9" y="3332"/>
                          <a:ext cx="623" cy="3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0301" name="Text Box 45"/>
            <p:cNvSpPr txBox="1">
              <a:spLocks noChangeArrowheads="1"/>
            </p:cNvSpPr>
            <p:nvPr/>
          </p:nvSpPr>
          <p:spPr bwMode="auto">
            <a:xfrm>
              <a:off x="2797" y="3321"/>
              <a:ext cx="1151" cy="3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/>
                <a:t>任意。</a:t>
              </a:r>
            </a:p>
          </p:txBody>
        </p:sp>
      </p:grpSp>
      <p:graphicFrame>
        <p:nvGraphicFramePr>
          <p:cNvPr id="1120302" name="Object 46"/>
          <p:cNvGraphicFramePr>
            <a:graphicFrameLocks noChangeAspect="1"/>
          </p:cNvGraphicFramePr>
          <p:nvPr/>
        </p:nvGraphicFramePr>
        <p:xfrm>
          <a:off x="2117725" y="4767263"/>
          <a:ext cx="76517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0341" name="Equation" r:id="rId25" imgW="368280" imgH="215640" progId="Equation.3">
                  <p:embed/>
                </p:oleObj>
              </mc:Choice>
              <mc:Fallback>
                <p:oleObj name="Equation" r:id="rId25" imgW="368280" imgH="215640" progId="Equation.3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7725" y="4767263"/>
                        <a:ext cx="765175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0303" name="Object 47"/>
          <p:cNvGraphicFramePr>
            <a:graphicFrameLocks noChangeAspect="1"/>
          </p:cNvGraphicFramePr>
          <p:nvPr/>
        </p:nvGraphicFramePr>
        <p:xfrm>
          <a:off x="2206625" y="4233863"/>
          <a:ext cx="6858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0342" name="Equation" r:id="rId27" imgW="330120" imgH="215640" progId="Equation.3">
                  <p:embed/>
                </p:oleObj>
              </mc:Choice>
              <mc:Fallback>
                <p:oleObj name="Equation" r:id="rId27" imgW="330120" imgH="215640" progId="Equation.3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6625" y="4233863"/>
                        <a:ext cx="685800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0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202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202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120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202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2028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202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2029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120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12029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2029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1202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2029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120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120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1203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2030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1203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2030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120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120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120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0285" grpId="0" autoUpdateAnimBg="0"/>
      <p:bldP spid="1120295" grpId="0" autoUpdateAnimBg="0"/>
      <p:bldP spid="1120297" grpId="0" autoUpdateAnimBg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99834-AB36-4330-9338-9B5B81C52F75}" type="slidenum">
              <a:rPr lang="zh-CN" altLang="en-US"/>
              <a:pPr/>
              <a:t>115</a:t>
            </a:fld>
            <a:endParaRPr lang="zh-CN" altLang="en-US"/>
          </a:p>
        </p:txBody>
      </p:sp>
      <p:sp>
        <p:nvSpPr>
          <p:cNvPr id="1179650" name="Text Box 2"/>
          <p:cNvSpPr txBox="1">
            <a:spLocks noChangeArrowheads="1"/>
          </p:cNvSpPr>
          <p:nvPr/>
        </p:nvSpPr>
        <p:spPr bwMode="auto">
          <a:xfrm>
            <a:off x="381000" y="3189288"/>
            <a:ext cx="533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解</a:t>
            </a:r>
          </a:p>
        </p:txBody>
      </p:sp>
      <p:sp>
        <p:nvSpPr>
          <p:cNvPr id="1179651" name="Text Box 3"/>
          <p:cNvSpPr txBox="1">
            <a:spLocks noChangeArrowheads="1"/>
          </p:cNvSpPr>
          <p:nvPr/>
        </p:nvSpPr>
        <p:spPr bwMode="auto">
          <a:xfrm>
            <a:off x="381000" y="593725"/>
            <a:ext cx="2895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例  </a:t>
            </a:r>
            <a:r>
              <a:rPr lang="zh-CN" altLang="en-US">
                <a:latin typeface="宋体" panose="02010600030101010101" pitchFamily="2" charset="-122"/>
              </a:rPr>
              <a:t>方程组</a:t>
            </a:r>
          </a:p>
        </p:txBody>
      </p:sp>
      <p:graphicFrame>
        <p:nvGraphicFramePr>
          <p:cNvPr id="1179652" name="Object 4"/>
          <p:cNvGraphicFramePr>
            <a:graphicFrameLocks noChangeAspect="1"/>
          </p:cNvGraphicFramePr>
          <p:nvPr/>
        </p:nvGraphicFramePr>
        <p:xfrm>
          <a:off x="2438400" y="103188"/>
          <a:ext cx="3657600" cy="164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676" name="Equation" r:id="rId3" imgW="1587240" imgH="711000" progId="Equation.3">
                  <p:embed/>
                </p:oleObj>
              </mc:Choice>
              <mc:Fallback>
                <p:oleObj name="Equation" r:id="rId3" imgW="1587240" imgH="711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03188"/>
                        <a:ext cx="3657600" cy="1646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9653" name="Text Box 5"/>
          <p:cNvSpPr txBox="1">
            <a:spLocks noChangeArrowheads="1"/>
          </p:cNvSpPr>
          <p:nvPr/>
        </p:nvSpPr>
        <p:spPr bwMode="auto">
          <a:xfrm>
            <a:off x="304800" y="1600200"/>
            <a:ext cx="8305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(1) </a:t>
            </a:r>
            <a:r>
              <a:rPr kumimoji="0" lang="zh-CN" altLang="en-US" sz="3200" i="1">
                <a:sym typeface="Symbol" panose="05050102010706020507" pitchFamily="18" charset="2"/>
              </a:rPr>
              <a:t></a:t>
            </a:r>
            <a:r>
              <a:rPr lang="zh-CN" altLang="en-US"/>
              <a:t>为何值时，无解？有唯一解？有无穷多解？ </a:t>
            </a:r>
          </a:p>
        </p:txBody>
      </p:sp>
      <p:sp>
        <p:nvSpPr>
          <p:cNvPr id="1179654" name="Text Box 6"/>
          <p:cNvSpPr txBox="1">
            <a:spLocks noChangeArrowheads="1"/>
          </p:cNvSpPr>
          <p:nvPr/>
        </p:nvSpPr>
        <p:spPr bwMode="auto">
          <a:xfrm>
            <a:off x="304800" y="2133600"/>
            <a:ext cx="7772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(2)</a:t>
            </a:r>
            <a:r>
              <a:rPr lang="zh-CN" altLang="en-US" sz="1400"/>
              <a:t> </a:t>
            </a:r>
            <a:r>
              <a:rPr lang="zh-CN" altLang="en-US"/>
              <a:t>无穷多解时，求出全部解 (用向量表示)。 </a:t>
            </a:r>
          </a:p>
        </p:txBody>
      </p:sp>
      <p:graphicFrame>
        <p:nvGraphicFramePr>
          <p:cNvPr id="1179655" name="Object 7"/>
          <p:cNvGraphicFramePr>
            <a:graphicFrameLocks noChangeAspect="1"/>
          </p:cNvGraphicFramePr>
          <p:nvPr/>
        </p:nvGraphicFramePr>
        <p:xfrm>
          <a:off x="1068388" y="2659063"/>
          <a:ext cx="2382837" cy="160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677" name="Equation" r:id="rId5" imgW="1041120" imgH="698400" progId="Equation.3">
                  <p:embed/>
                </p:oleObj>
              </mc:Choice>
              <mc:Fallback>
                <p:oleObj name="Equation" r:id="rId5" imgW="1041120" imgH="6984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8388" y="2659063"/>
                        <a:ext cx="2382837" cy="1601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9656" name="Object 8"/>
          <p:cNvGraphicFramePr>
            <a:graphicFrameLocks noChangeAspect="1"/>
          </p:cNvGraphicFramePr>
          <p:nvPr/>
        </p:nvGraphicFramePr>
        <p:xfrm>
          <a:off x="3417888" y="3155950"/>
          <a:ext cx="2601912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678" name="Equation" r:id="rId7" imgW="1117440" imgH="228600" progId="Equation.3">
                  <p:embed/>
                </p:oleObj>
              </mc:Choice>
              <mc:Fallback>
                <p:oleObj name="Equation" r:id="rId7" imgW="111744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7888" y="3155950"/>
                        <a:ext cx="2601912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9657" name="Object 9"/>
          <p:cNvGraphicFramePr>
            <a:graphicFrameLocks noChangeAspect="1"/>
          </p:cNvGraphicFramePr>
          <p:nvPr/>
        </p:nvGraphicFramePr>
        <p:xfrm>
          <a:off x="533400" y="4330700"/>
          <a:ext cx="5029200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679" name="Document" r:id="rId9" imgW="2213640" imgH="177480" progId="Word.Document.8">
                  <p:embed/>
                </p:oleObj>
              </mc:Choice>
              <mc:Fallback>
                <p:oleObj name="Document" r:id="rId9" imgW="2213640" imgH="177480" progId="Word.Document.8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330700"/>
                        <a:ext cx="5029200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9658" name="Object 10"/>
          <p:cNvGraphicFramePr>
            <a:graphicFrameLocks noChangeAspect="1"/>
          </p:cNvGraphicFramePr>
          <p:nvPr/>
        </p:nvGraphicFramePr>
        <p:xfrm>
          <a:off x="403225" y="5367338"/>
          <a:ext cx="17526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680" name="Document" r:id="rId11" imgW="733320" imgH="177480" progId="Word.Document.8">
                  <p:embed/>
                </p:oleObj>
              </mc:Choice>
              <mc:Fallback>
                <p:oleObj name="Document" r:id="rId11" imgW="733320" imgH="177480" progId="Word.Document.8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225" y="5367338"/>
                        <a:ext cx="1752600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9659" name="Object 11"/>
          <p:cNvGraphicFramePr>
            <a:graphicFrameLocks noChangeAspect="1"/>
          </p:cNvGraphicFramePr>
          <p:nvPr/>
        </p:nvGraphicFramePr>
        <p:xfrm>
          <a:off x="2057400" y="4876800"/>
          <a:ext cx="2667000" cy="1516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681" name="Equation" r:id="rId13" imgW="1257120" imgH="711000" progId="Equation.3">
                  <p:embed/>
                </p:oleObj>
              </mc:Choice>
              <mc:Fallback>
                <p:oleObj name="Equation" r:id="rId13" imgW="1257120" imgH="7110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4876800"/>
                        <a:ext cx="2667000" cy="1516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9660" name="Object 12"/>
          <p:cNvGraphicFramePr>
            <a:graphicFrameLocks noChangeAspect="1"/>
          </p:cNvGraphicFramePr>
          <p:nvPr/>
        </p:nvGraphicFramePr>
        <p:xfrm>
          <a:off x="4648200" y="4830763"/>
          <a:ext cx="2590800" cy="157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682" name="Equation" r:id="rId15" imgW="1168200" imgH="711000" progId="Equation.3">
                  <p:embed/>
                </p:oleObj>
              </mc:Choice>
              <mc:Fallback>
                <p:oleObj name="Equation" r:id="rId15" imgW="1168200" imgH="7110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4830763"/>
                        <a:ext cx="2590800" cy="1576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9661" name="Text Box 13"/>
          <p:cNvSpPr txBox="1">
            <a:spLocks noChangeArrowheads="1"/>
          </p:cNvSpPr>
          <p:nvPr/>
        </p:nvSpPr>
        <p:spPr bwMode="auto">
          <a:xfrm>
            <a:off x="7315200" y="5334000"/>
            <a:ext cx="1600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无解;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79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79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79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79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79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79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79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79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79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179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179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179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9650" grpId="0" autoUpdateAnimBg="0"/>
      <p:bldP spid="1179651" grpId="0" autoUpdateAnimBg="0"/>
      <p:bldP spid="1179653" grpId="0" autoUpdateAnimBg="0"/>
      <p:bldP spid="1179654" grpId="0" autoUpdateAnimBg="0"/>
      <p:bldP spid="1179661" grpId="0" autoUpdateAnimBg="0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7C70A-ACD7-44C1-8919-0FA76DDA34E8}" type="slidenum">
              <a:rPr lang="zh-CN" altLang="en-US"/>
              <a:pPr/>
              <a:t>116</a:t>
            </a:fld>
            <a:endParaRPr lang="zh-CN" altLang="en-US"/>
          </a:p>
        </p:txBody>
      </p:sp>
      <p:graphicFrame>
        <p:nvGraphicFramePr>
          <p:cNvPr id="1121282" name="Object 2"/>
          <p:cNvGraphicFramePr>
            <a:graphicFrameLocks noChangeAspect="1"/>
          </p:cNvGraphicFramePr>
          <p:nvPr/>
        </p:nvGraphicFramePr>
        <p:xfrm>
          <a:off x="1295400" y="182563"/>
          <a:ext cx="3657600" cy="164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1319" name="Equation" r:id="rId3" imgW="1587240" imgH="711000" progId="Equation.3">
                  <p:embed/>
                </p:oleObj>
              </mc:Choice>
              <mc:Fallback>
                <p:oleObj name="Equation" r:id="rId3" imgW="1587240" imgH="711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182563"/>
                        <a:ext cx="3657600" cy="1646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1283" name="Line 3"/>
          <p:cNvSpPr>
            <a:spLocks noChangeShapeType="1"/>
          </p:cNvSpPr>
          <p:nvPr/>
        </p:nvSpPr>
        <p:spPr bwMode="auto">
          <a:xfrm>
            <a:off x="228600" y="1905000"/>
            <a:ext cx="8534400" cy="0"/>
          </a:xfrm>
          <a:prstGeom prst="line">
            <a:avLst/>
          </a:prstGeom>
          <a:noFill/>
          <a:ln w="31750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graphicFrame>
        <p:nvGraphicFramePr>
          <p:cNvPr id="1121284" name="Object 4"/>
          <p:cNvGraphicFramePr>
            <a:graphicFrameLocks noChangeAspect="1"/>
          </p:cNvGraphicFramePr>
          <p:nvPr/>
        </p:nvGraphicFramePr>
        <p:xfrm>
          <a:off x="381000" y="2667000"/>
          <a:ext cx="1824038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1320" name="Document" r:id="rId5" imgW="821160" imgH="177480" progId="Word.Document.8">
                  <p:embed/>
                </p:oleObj>
              </mc:Choice>
              <mc:Fallback>
                <p:oleObj name="Document" r:id="rId5" imgW="821160" imgH="17748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667000"/>
                        <a:ext cx="1824038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1285" name="Object 5"/>
          <p:cNvGraphicFramePr>
            <a:graphicFrameLocks noChangeAspect="1"/>
          </p:cNvGraphicFramePr>
          <p:nvPr/>
        </p:nvGraphicFramePr>
        <p:xfrm>
          <a:off x="2209800" y="2187575"/>
          <a:ext cx="3505200" cy="152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1321" name="Equation" r:id="rId7" imgW="1638000" imgH="711000" progId="Equation.3">
                  <p:embed/>
                </p:oleObj>
              </mc:Choice>
              <mc:Fallback>
                <p:oleObj name="Equation" r:id="rId7" imgW="1638000" imgH="7110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187575"/>
                        <a:ext cx="3505200" cy="1527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1286" name="Object 6"/>
          <p:cNvGraphicFramePr>
            <a:graphicFrameLocks noChangeAspect="1"/>
          </p:cNvGraphicFramePr>
          <p:nvPr/>
        </p:nvGraphicFramePr>
        <p:xfrm>
          <a:off x="5715000" y="2165350"/>
          <a:ext cx="3124200" cy="158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1322" name="Equation" r:id="rId9" imgW="1396800" imgH="711000" progId="Equation.3">
                  <p:embed/>
                </p:oleObj>
              </mc:Choice>
              <mc:Fallback>
                <p:oleObj name="Equation" r:id="rId9" imgW="1396800" imgH="711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2165350"/>
                        <a:ext cx="3124200" cy="1589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1287" name="Text Box 7"/>
          <p:cNvSpPr txBox="1">
            <a:spLocks noChangeArrowheads="1"/>
          </p:cNvSpPr>
          <p:nvPr/>
        </p:nvSpPr>
        <p:spPr bwMode="auto">
          <a:xfrm>
            <a:off x="304800" y="3886200"/>
            <a:ext cx="2895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有无穷多解,</a:t>
            </a:r>
          </a:p>
        </p:txBody>
      </p:sp>
      <p:sp>
        <p:nvSpPr>
          <p:cNvPr id="1121288" name="Text Box 8"/>
          <p:cNvSpPr txBox="1">
            <a:spLocks noChangeArrowheads="1"/>
          </p:cNvSpPr>
          <p:nvPr/>
        </p:nvSpPr>
        <p:spPr bwMode="auto">
          <a:xfrm>
            <a:off x="2362200" y="3875088"/>
            <a:ext cx="3048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全部解为</a:t>
            </a:r>
          </a:p>
        </p:txBody>
      </p:sp>
      <p:graphicFrame>
        <p:nvGraphicFramePr>
          <p:cNvPr id="1121289" name="Object 9"/>
          <p:cNvGraphicFramePr>
            <a:graphicFrameLocks noChangeAspect="1"/>
          </p:cNvGraphicFramePr>
          <p:nvPr/>
        </p:nvGraphicFramePr>
        <p:xfrm>
          <a:off x="1295400" y="4572000"/>
          <a:ext cx="2819400" cy="168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1323" name="Equation" r:id="rId11" imgW="1130040" imgH="711000" progId="Equation.3">
                  <p:embed/>
                </p:oleObj>
              </mc:Choice>
              <mc:Fallback>
                <p:oleObj name="Equation" r:id="rId11" imgW="1130040" imgH="7110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4572000"/>
                        <a:ext cx="2819400" cy="168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1290" name="Object 10"/>
          <p:cNvGraphicFramePr>
            <a:graphicFrameLocks noChangeAspect="1"/>
          </p:cNvGraphicFramePr>
          <p:nvPr/>
        </p:nvGraphicFramePr>
        <p:xfrm>
          <a:off x="2173288" y="5705475"/>
          <a:ext cx="319087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1324" name="Equation" r:id="rId13" imgW="126720" imgH="177480" progId="Equation.3">
                  <p:embed/>
                </p:oleObj>
              </mc:Choice>
              <mc:Fallback>
                <p:oleObj name="Equation" r:id="rId13" imgW="126720" imgH="17748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3288" y="5705475"/>
                        <a:ext cx="319087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1291" name="Object 11"/>
          <p:cNvGraphicFramePr>
            <a:graphicFrameLocks noChangeAspect="1"/>
          </p:cNvGraphicFramePr>
          <p:nvPr/>
        </p:nvGraphicFramePr>
        <p:xfrm>
          <a:off x="2184400" y="5181600"/>
          <a:ext cx="319088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1325" name="Equation" r:id="rId15" imgW="126720" imgH="177480" progId="Equation.3">
                  <p:embed/>
                </p:oleObj>
              </mc:Choice>
              <mc:Fallback>
                <p:oleObj name="Equation" r:id="rId15" imgW="126720" imgH="17748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4400" y="5181600"/>
                        <a:ext cx="319088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1292" name="Object 12"/>
          <p:cNvGraphicFramePr>
            <a:graphicFrameLocks noChangeAspect="1"/>
          </p:cNvGraphicFramePr>
          <p:nvPr/>
        </p:nvGraphicFramePr>
        <p:xfrm>
          <a:off x="1981200" y="4648200"/>
          <a:ext cx="60642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1326" name="Equation" r:id="rId17" imgW="241200" imgH="164880" progId="Equation.3">
                  <p:embed/>
                </p:oleObj>
              </mc:Choice>
              <mc:Fallback>
                <p:oleObj name="Equation" r:id="rId17" imgW="241200" imgH="16488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4648200"/>
                        <a:ext cx="606425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1293" name="Object 13"/>
          <p:cNvGraphicFramePr>
            <a:graphicFrameLocks noChangeAspect="1"/>
          </p:cNvGraphicFramePr>
          <p:nvPr/>
        </p:nvGraphicFramePr>
        <p:xfrm>
          <a:off x="3435350" y="5715000"/>
          <a:ext cx="287338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1327" name="Equation" r:id="rId19" imgW="114120" imgH="164880" progId="Equation.3">
                  <p:embed/>
                </p:oleObj>
              </mc:Choice>
              <mc:Fallback>
                <p:oleObj name="Equation" r:id="rId19" imgW="114120" imgH="16488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5350" y="5715000"/>
                        <a:ext cx="287338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1294" name="Object 14"/>
          <p:cNvGraphicFramePr>
            <a:graphicFrameLocks noChangeAspect="1"/>
          </p:cNvGraphicFramePr>
          <p:nvPr/>
        </p:nvGraphicFramePr>
        <p:xfrm>
          <a:off x="3429000" y="5181600"/>
          <a:ext cx="287338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1328" name="Equation" r:id="rId21" imgW="114120" imgH="164880" progId="Equation.3">
                  <p:embed/>
                </p:oleObj>
              </mc:Choice>
              <mc:Fallback>
                <p:oleObj name="Equation" r:id="rId21" imgW="114120" imgH="16488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5181600"/>
                        <a:ext cx="287338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1295" name="Object 15"/>
          <p:cNvGraphicFramePr>
            <a:graphicFrameLocks noChangeAspect="1"/>
          </p:cNvGraphicFramePr>
          <p:nvPr/>
        </p:nvGraphicFramePr>
        <p:xfrm>
          <a:off x="3429000" y="4648200"/>
          <a:ext cx="287338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1329" name="Equation" r:id="rId23" imgW="114120" imgH="164880" progId="Equation.3">
                  <p:embed/>
                </p:oleObj>
              </mc:Choice>
              <mc:Fallback>
                <p:oleObj name="Equation" r:id="rId23" imgW="114120" imgH="16488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4648200"/>
                        <a:ext cx="287338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1296" name="Text Box 16"/>
          <p:cNvSpPr txBox="1">
            <a:spLocks noChangeArrowheads="1"/>
          </p:cNvSpPr>
          <p:nvPr/>
        </p:nvSpPr>
        <p:spPr bwMode="auto">
          <a:xfrm>
            <a:off x="4267200" y="5091113"/>
            <a:ext cx="34290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en-US" altLang="zh-CN" sz="3200" i="1"/>
              <a:t>k</a:t>
            </a:r>
            <a:r>
              <a:rPr lang="zh-CN" altLang="en-US">
                <a:latin typeface="宋体" panose="02010600030101010101" pitchFamily="2" charset="-122"/>
              </a:rPr>
              <a:t>为任意常数</a:t>
            </a:r>
            <a:r>
              <a:rPr lang="zh-CN" altLang="en-US"/>
              <a:t> .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1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21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21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21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21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21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212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2129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212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2129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2129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2129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1212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2129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1212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2129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1212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2129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121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1287" grpId="0" autoUpdateAnimBg="0"/>
      <p:bldP spid="1121288" grpId="0" autoUpdateAnimBg="0"/>
      <p:bldP spid="1121296" grpId="0" autoUpdateAnimBg="0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4ADFF-92F1-4EB4-912F-BF9863F3D284}" type="slidenum">
              <a:rPr lang="zh-CN" altLang="en-US"/>
              <a:pPr/>
              <a:t>117</a:t>
            </a:fld>
            <a:endParaRPr lang="zh-CN" altLang="en-US"/>
          </a:p>
        </p:txBody>
      </p:sp>
      <p:graphicFrame>
        <p:nvGraphicFramePr>
          <p:cNvPr id="1180674" name="Object 2"/>
          <p:cNvGraphicFramePr>
            <a:graphicFrameLocks noChangeAspect="1"/>
          </p:cNvGraphicFramePr>
          <p:nvPr/>
        </p:nvGraphicFramePr>
        <p:xfrm>
          <a:off x="304800" y="3595688"/>
          <a:ext cx="8458200" cy="1042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0708" name="Document" r:id="rId3" imgW="3273480" imgH="406080" progId="Word.Document.8">
                  <p:embed/>
                </p:oleObj>
              </mc:Choice>
              <mc:Fallback>
                <p:oleObj name="Document" r:id="rId3" imgW="3273480" imgH="40608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3595688"/>
                        <a:ext cx="8458200" cy="1042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0675" name="Object 3"/>
          <p:cNvGraphicFramePr>
            <a:graphicFrameLocks noChangeAspect="1"/>
          </p:cNvGraphicFramePr>
          <p:nvPr/>
        </p:nvGraphicFramePr>
        <p:xfrm>
          <a:off x="457200" y="266700"/>
          <a:ext cx="7848600" cy="117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0709" name="Document" r:id="rId5" imgW="3150360" imgH="471240" progId="Word.Document.8">
                  <p:embed/>
                </p:oleObj>
              </mc:Choice>
              <mc:Fallback>
                <p:oleObj name="Document" r:id="rId5" imgW="3150360" imgH="47124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66700"/>
                        <a:ext cx="7848600" cy="1171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0676" name="Text Box 4"/>
          <p:cNvSpPr txBox="1">
            <a:spLocks noChangeArrowheads="1"/>
          </p:cNvSpPr>
          <p:nvPr/>
        </p:nvSpPr>
        <p:spPr bwMode="auto">
          <a:xfrm>
            <a:off x="304800" y="203200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例</a:t>
            </a:r>
          </a:p>
        </p:txBody>
      </p:sp>
      <p:sp>
        <p:nvSpPr>
          <p:cNvPr id="1180677" name="Text Box 5"/>
          <p:cNvSpPr txBox="1">
            <a:spLocks noChangeArrowheads="1"/>
          </p:cNvSpPr>
          <p:nvPr/>
        </p:nvSpPr>
        <p:spPr bwMode="auto">
          <a:xfrm>
            <a:off x="304800" y="1460500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证</a:t>
            </a:r>
          </a:p>
        </p:txBody>
      </p:sp>
      <p:sp>
        <p:nvSpPr>
          <p:cNvPr id="1180678" name="Text Box 6"/>
          <p:cNvSpPr txBox="1">
            <a:spLocks noChangeArrowheads="1"/>
          </p:cNvSpPr>
          <p:nvPr/>
        </p:nvSpPr>
        <p:spPr bwMode="auto">
          <a:xfrm>
            <a:off x="1066800" y="1485900"/>
            <a:ext cx="457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</a:rPr>
              <a:t>将矩阵</a:t>
            </a:r>
            <a:r>
              <a:rPr lang="en-US" altLang="zh-CN" i="1"/>
              <a:t>B</a:t>
            </a:r>
            <a:r>
              <a:rPr lang="zh-CN" altLang="en-US">
                <a:latin typeface="宋体" panose="02010600030101010101" pitchFamily="2" charset="-122"/>
              </a:rPr>
              <a:t>按列分块，设</a:t>
            </a:r>
            <a:r>
              <a:rPr lang="zh-CN" altLang="en-US"/>
              <a:t> </a:t>
            </a:r>
          </a:p>
        </p:txBody>
      </p:sp>
      <p:graphicFrame>
        <p:nvGraphicFramePr>
          <p:cNvPr id="1180679" name="Object 7"/>
          <p:cNvGraphicFramePr>
            <a:graphicFrameLocks noChangeAspect="1"/>
          </p:cNvGraphicFramePr>
          <p:nvPr/>
        </p:nvGraphicFramePr>
        <p:xfrm>
          <a:off x="4686300" y="1485900"/>
          <a:ext cx="3048000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0710" name="Equation" r:id="rId7" imgW="1244520" imgH="228600" progId="Equation.3">
                  <p:embed/>
                </p:oleObj>
              </mc:Choice>
              <mc:Fallback>
                <p:oleObj name="Equation" r:id="rId7" imgW="124452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6300" y="1485900"/>
                        <a:ext cx="3048000" cy="560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0680" name="Text Box 8"/>
          <p:cNvSpPr txBox="1">
            <a:spLocks noChangeArrowheads="1"/>
          </p:cNvSpPr>
          <p:nvPr/>
        </p:nvSpPr>
        <p:spPr bwMode="auto">
          <a:xfrm>
            <a:off x="381000" y="2222500"/>
            <a:ext cx="5381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则</a:t>
            </a:r>
          </a:p>
        </p:txBody>
      </p:sp>
      <p:graphicFrame>
        <p:nvGraphicFramePr>
          <p:cNvPr id="1180681" name="Object 9"/>
          <p:cNvGraphicFramePr>
            <a:graphicFrameLocks noChangeAspect="1"/>
          </p:cNvGraphicFramePr>
          <p:nvPr/>
        </p:nvGraphicFramePr>
        <p:xfrm>
          <a:off x="965200" y="2247900"/>
          <a:ext cx="7091363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0711" name="Equation" r:id="rId9" imgW="2895480" imgH="228600" progId="Equation.3">
                  <p:embed/>
                </p:oleObj>
              </mc:Choice>
              <mc:Fallback>
                <p:oleObj name="Equation" r:id="rId9" imgW="289548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5200" y="2247900"/>
                        <a:ext cx="7091363" cy="560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0682" name="Object 10"/>
          <p:cNvGraphicFramePr>
            <a:graphicFrameLocks noChangeAspect="1"/>
          </p:cNvGraphicFramePr>
          <p:nvPr/>
        </p:nvGraphicFramePr>
        <p:xfrm>
          <a:off x="457200" y="2984500"/>
          <a:ext cx="2743200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0712" name="Document" r:id="rId11" imgW="1137960" imgH="178560" progId="Word.Document.8">
                  <p:embed/>
                </p:oleObj>
              </mc:Choice>
              <mc:Fallback>
                <p:oleObj name="Document" r:id="rId11" imgW="1137960" imgH="178560" progId="Word.Document.8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984500"/>
                        <a:ext cx="2743200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0683" name="Object 11"/>
          <p:cNvGraphicFramePr>
            <a:graphicFrameLocks noChangeAspect="1"/>
          </p:cNvGraphicFramePr>
          <p:nvPr/>
        </p:nvGraphicFramePr>
        <p:xfrm>
          <a:off x="3352800" y="2971800"/>
          <a:ext cx="4114800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0713" name="Equation" r:id="rId13" imgW="1638000" imgH="241200" progId="Equation.3">
                  <p:embed/>
                </p:oleObj>
              </mc:Choice>
              <mc:Fallback>
                <p:oleObj name="Equation" r:id="rId13" imgW="1638000" imgH="2412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2971800"/>
                        <a:ext cx="4114800" cy="608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0684" name="Object 12"/>
          <p:cNvGraphicFramePr>
            <a:graphicFrameLocks noChangeAspect="1"/>
          </p:cNvGraphicFramePr>
          <p:nvPr/>
        </p:nvGraphicFramePr>
        <p:xfrm>
          <a:off x="3352800" y="4176713"/>
          <a:ext cx="5335588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0714" name="Document" r:id="rId15" imgW="2197080" imgH="189360" progId="Word.Document.8">
                  <p:embed/>
                </p:oleObj>
              </mc:Choice>
              <mc:Fallback>
                <p:oleObj name="Document" r:id="rId15" imgW="2197080" imgH="189360" progId="Word.Document.8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4176713"/>
                        <a:ext cx="5335588" cy="48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0685" name="Object 13"/>
          <p:cNvGraphicFramePr>
            <a:graphicFrameLocks noChangeAspect="1"/>
          </p:cNvGraphicFramePr>
          <p:nvPr/>
        </p:nvGraphicFramePr>
        <p:xfrm>
          <a:off x="304800" y="4729163"/>
          <a:ext cx="4725988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0715" name="Document" r:id="rId17" imgW="1984320" imgH="204840" progId="Word.Document.8">
                  <p:embed/>
                </p:oleObj>
              </mc:Choice>
              <mc:Fallback>
                <p:oleObj name="Document" r:id="rId17" imgW="1984320" imgH="204840" progId="Word.Document.8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4729163"/>
                        <a:ext cx="4725988" cy="528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0686" name="Object 14"/>
          <p:cNvGraphicFramePr>
            <a:graphicFrameLocks noChangeAspect="1"/>
          </p:cNvGraphicFramePr>
          <p:nvPr/>
        </p:nvGraphicFramePr>
        <p:xfrm>
          <a:off x="2514600" y="5334000"/>
          <a:ext cx="2519363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0716" name="Equation" r:id="rId19" imgW="1002960" imgH="203040" progId="Equation.3">
                  <p:embed/>
                </p:oleObj>
              </mc:Choice>
              <mc:Fallback>
                <p:oleObj name="Equation" r:id="rId19" imgW="1002960" imgH="20304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5334000"/>
                        <a:ext cx="2519363" cy="512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0687" name="Object 15"/>
          <p:cNvGraphicFramePr>
            <a:graphicFrameLocks noChangeAspect="1"/>
          </p:cNvGraphicFramePr>
          <p:nvPr/>
        </p:nvGraphicFramePr>
        <p:xfrm>
          <a:off x="365125" y="6019800"/>
          <a:ext cx="307975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0717" name="Equation" r:id="rId21" imgW="1269720" imgH="203040" progId="Equation.3">
                  <p:embed/>
                </p:oleObj>
              </mc:Choice>
              <mc:Fallback>
                <p:oleObj name="Equation" r:id="rId21" imgW="1269720" imgH="20304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125" y="6019800"/>
                        <a:ext cx="3079750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80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80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80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80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80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80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80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80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80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180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180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180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180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180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0676" grpId="0" autoUpdateAnimBg="0"/>
      <p:bldP spid="1180677" grpId="0" autoUpdateAnimBg="0"/>
      <p:bldP spid="1180678" grpId="0" autoUpdateAnimBg="0"/>
      <p:bldP spid="1180680" grpId="0" autoUpdateAnimBg="0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202B0-BAF3-45AA-AA83-93D0253A809F}" type="slidenum">
              <a:rPr lang="zh-CN" altLang="en-US"/>
              <a:pPr/>
              <a:t>118</a:t>
            </a:fld>
            <a:endParaRPr lang="zh-CN" altLang="en-US"/>
          </a:p>
        </p:txBody>
      </p:sp>
      <p:sp>
        <p:nvSpPr>
          <p:cNvPr id="1140738" name="WordArt 2"/>
          <p:cNvSpPr>
            <a:spLocks noChangeArrowheads="1" noChangeShapeType="1" noTextEdit="1"/>
          </p:cNvSpPr>
          <p:nvPr/>
        </p:nvSpPr>
        <p:spPr bwMode="auto">
          <a:xfrm>
            <a:off x="5257800" y="1905000"/>
            <a:ext cx="2971800" cy="17526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altLang="zh-CN" sz="3600" kern="10">
                <a:solidFill>
                  <a:srgbClr val="FFFF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宋体" panose="02010600030101010101" pitchFamily="2" charset="-122"/>
              </a:rPr>
              <a:t>END</a:t>
            </a:r>
            <a:endParaRPr lang="zh-CN" altLang="en-US" sz="3600" kern="10">
              <a:solidFill>
                <a:srgbClr val="FFFFFF"/>
              </a:solidFill>
              <a:effectLst>
                <a:outerShdw dist="35921" dir="2700000" algn="ctr" rotWithShape="0">
                  <a:srgbClr val="C0C0C0"/>
                </a:outerShdw>
              </a:effectLst>
              <a:latin typeface="宋体" panose="02010600030101010101" pitchFamily="2" charset="-122"/>
            </a:endParaRPr>
          </a:p>
        </p:txBody>
      </p:sp>
      <p:sp>
        <p:nvSpPr>
          <p:cNvPr id="1140739" name="Rectangle 3"/>
          <p:cNvSpPr>
            <a:spLocks noGrp="1" noChangeArrowheads="1"/>
          </p:cNvSpPr>
          <p:nvPr>
            <p:ph type="title"/>
          </p:nvPr>
        </p:nvSpPr>
        <p:spPr>
          <a:xfrm>
            <a:off x="8153400" y="3733800"/>
            <a:ext cx="609600" cy="304800"/>
          </a:xfrm>
        </p:spPr>
        <p:txBody>
          <a:bodyPr/>
          <a:lstStyle/>
          <a:p>
            <a:pPr algn="l"/>
            <a:r>
              <a:rPr lang="en-US" altLang="zh-CN" sz="1600"/>
              <a:t>END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52F1E-1D73-44E4-A48D-B6115A01F0A7}" type="slidenum">
              <a:rPr lang="zh-CN" altLang="en-US"/>
              <a:pPr/>
              <a:t>119</a:t>
            </a:fld>
            <a:endParaRPr lang="zh-CN" altLang="en-US"/>
          </a:p>
        </p:txBody>
      </p:sp>
      <p:sp>
        <p:nvSpPr>
          <p:cNvPr id="1181698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152400"/>
            <a:ext cx="6553200" cy="609600"/>
          </a:xfrm>
        </p:spPr>
        <p:txBody>
          <a:bodyPr/>
          <a:lstStyle/>
          <a:p>
            <a:r>
              <a:rPr lang="zh-CN" altLang="en-US" sz="3600" b="1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习题选解</a:t>
            </a:r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81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1698" grpId="0" autoUpdateAnimBg="0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3A046-EAA1-49E7-B30C-2DD5DEF08D57}" type="slidenum">
              <a:rPr lang="zh-CN" altLang="en-US"/>
              <a:pPr/>
              <a:t>120</a:t>
            </a:fld>
            <a:endParaRPr lang="zh-CN" altLang="en-US"/>
          </a:p>
        </p:txBody>
      </p:sp>
      <p:graphicFrame>
        <p:nvGraphicFramePr>
          <p:cNvPr id="1185794" name="Object 2"/>
          <p:cNvGraphicFramePr>
            <a:graphicFrameLocks noChangeAspect="1"/>
          </p:cNvGraphicFramePr>
          <p:nvPr/>
        </p:nvGraphicFramePr>
        <p:xfrm>
          <a:off x="1295400" y="3048000"/>
          <a:ext cx="2590800" cy="167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5838" name="Equation" r:id="rId3" imgW="1079280" imgH="698400" progId="Equation.3">
                  <p:embed/>
                </p:oleObj>
              </mc:Choice>
              <mc:Fallback>
                <p:oleObj name="Equation" r:id="rId3" imgW="1079280" imgH="6984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3048000"/>
                        <a:ext cx="2590800" cy="1673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5795" name="Text Box 3"/>
          <p:cNvSpPr txBox="1">
            <a:spLocks noChangeArrowheads="1"/>
          </p:cNvSpPr>
          <p:nvPr/>
        </p:nvSpPr>
        <p:spPr bwMode="auto">
          <a:xfrm>
            <a:off x="228600" y="203200"/>
            <a:ext cx="1676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16、</a:t>
            </a:r>
            <a:r>
              <a:rPr lang="zh-CN" altLang="en-US"/>
              <a:t>设</a:t>
            </a:r>
          </a:p>
        </p:txBody>
      </p:sp>
      <p:sp>
        <p:nvSpPr>
          <p:cNvPr id="1185796" name="Text Box 4"/>
          <p:cNvSpPr txBox="1">
            <a:spLocks noChangeArrowheads="1"/>
          </p:cNvSpPr>
          <p:nvPr/>
        </p:nvSpPr>
        <p:spPr bwMode="auto">
          <a:xfrm>
            <a:off x="228600" y="3060700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1185797" name="Object 5"/>
          <p:cNvGraphicFramePr>
            <a:graphicFrameLocks noChangeAspect="1"/>
          </p:cNvGraphicFramePr>
          <p:nvPr/>
        </p:nvGraphicFramePr>
        <p:xfrm>
          <a:off x="1524000" y="176213"/>
          <a:ext cx="281940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5839" name="Equation" r:id="rId5" imgW="1130040" imgH="215640" progId="Equation.3">
                  <p:embed/>
                </p:oleObj>
              </mc:Choice>
              <mc:Fallback>
                <p:oleObj name="Equation" r:id="rId5" imgW="1130040" imgH="2156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76213"/>
                        <a:ext cx="2819400" cy="536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5798" name="Object 6"/>
          <p:cNvGraphicFramePr>
            <a:graphicFrameLocks noChangeAspect="1"/>
          </p:cNvGraphicFramePr>
          <p:nvPr/>
        </p:nvGraphicFramePr>
        <p:xfrm>
          <a:off x="4457700" y="152400"/>
          <a:ext cx="262890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5840" name="Equation" r:id="rId7" imgW="1054080" imgH="215640" progId="Equation.3">
                  <p:embed/>
                </p:oleObj>
              </mc:Choice>
              <mc:Fallback>
                <p:oleObj name="Equation" r:id="rId7" imgW="1054080" imgH="2156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7700" y="152400"/>
                        <a:ext cx="2628900" cy="536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5799" name="Object 7"/>
          <p:cNvGraphicFramePr>
            <a:graphicFrameLocks noChangeAspect="1"/>
          </p:cNvGraphicFramePr>
          <p:nvPr/>
        </p:nvGraphicFramePr>
        <p:xfrm>
          <a:off x="685800" y="723900"/>
          <a:ext cx="2312988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5841" name="Equation" r:id="rId9" imgW="927000" imgH="228600" progId="Equation.3">
                  <p:embed/>
                </p:oleObj>
              </mc:Choice>
              <mc:Fallback>
                <p:oleObj name="Equation" r:id="rId9" imgW="92700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723900"/>
                        <a:ext cx="2312988" cy="568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5800" name="Object 8"/>
          <p:cNvGraphicFramePr>
            <a:graphicFrameLocks noChangeAspect="1"/>
          </p:cNvGraphicFramePr>
          <p:nvPr/>
        </p:nvGraphicFramePr>
        <p:xfrm>
          <a:off x="3200400" y="711200"/>
          <a:ext cx="2122488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5842" name="Equation" r:id="rId11" imgW="850680" imgH="215640" progId="Equation.3">
                  <p:embed/>
                </p:oleObj>
              </mc:Choice>
              <mc:Fallback>
                <p:oleObj name="Equation" r:id="rId11" imgW="850680" imgH="2156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711200"/>
                        <a:ext cx="2122488" cy="536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5801" name="Object 9"/>
          <p:cNvGraphicFramePr>
            <a:graphicFrameLocks noChangeAspect="1"/>
          </p:cNvGraphicFramePr>
          <p:nvPr/>
        </p:nvGraphicFramePr>
        <p:xfrm>
          <a:off x="309563" y="1244600"/>
          <a:ext cx="8215312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5843" name="Document" r:id="rId13" imgW="3040200" imgH="216000" progId="Word.Document.8">
                  <p:embed/>
                </p:oleObj>
              </mc:Choice>
              <mc:Fallback>
                <p:oleObj name="Document" r:id="rId13" imgW="3040200" imgH="216000" progId="Word.Document.8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563" y="1244600"/>
                        <a:ext cx="8215312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5802" name="Object 10"/>
          <p:cNvGraphicFramePr>
            <a:graphicFrameLocks noChangeAspect="1"/>
          </p:cNvGraphicFramePr>
          <p:nvPr/>
        </p:nvGraphicFramePr>
        <p:xfrm>
          <a:off x="304800" y="1828800"/>
          <a:ext cx="8120063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5844" name="Document" r:id="rId15" imgW="2916000" imgH="228600" progId="Word.Document.8">
                  <p:embed/>
                </p:oleObj>
              </mc:Choice>
              <mc:Fallback>
                <p:oleObj name="Document" r:id="rId15" imgW="2916000" imgH="228600" progId="Word.Document.8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828800"/>
                        <a:ext cx="8120063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5803" name="Object 11"/>
          <p:cNvGraphicFramePr>
            <a:graphicFrameLocks noChangeAspect="1"/>
          </p:cNvGraphicFramePr>
          <p:nvPr/>
        </p:nvGraphicFramePr>
        <p:xfrm>
          <a:off x="279400" y="2425700"/>
          <a:ext cx="8585200" cy="65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5845" name="Document" r:id="rId17" imgW="3117960" imgH="236880" progId="Word.Document.8">
                  <p:embed/>
                </p:oleObj>
              </mc:Choice>
              <mc:Fallback>
                <p:oleObj name="Document" r:id="rId17" imgW="3117960" imgH="236880" progId="Word.Document.8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400" y="2425700"/>
                        <a:ext cx="8585200" cy="655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5804" name="Text Box 12"/>
          <p:cNvSpPr txBox="1">
            <a:spLocks noChangeArrowheads="1"/>
          </p:cNvSpPr>
          <p:nvPr/>
        </p:nvSpPr>
        <p:spPr bwMode="auto">
          <a:xfrm>
            <a:off x="1003300" y="3060700"/>
            <a:ext cx="5969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(1)</a:t>
            </a:r>
          </a:p>
        </p:txBody>
      </p:sp>
      <p:graphicFrame>
        <p:nvGraphicFramePr>
          <p:cNvPr id="1185805" name="Object 13"/>
          <p:cNvGraphicFramePr>
            <a:graphicFrameLocks noChangeAspect="1"/>
          </p:cNvGraphicFramePr>
          <p:nvPr/>
        </p:nvGraphicFramePr>
        <p:xfrm>
          <a:off x="3886200" y="3060700"/>
          <a:ext cx="2971800" cy="168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5846" name="Equation" r:id="rId19" imgW="1231560" imgH="698400" progId="Equation.3">
                  <p:embed/>
                </p:oleObj>
              </mc:Choice>
              <mc:Fallback>
                <p:oleObj name="Equation" r:id="rId19" imgW="1231560" imgH="6984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3060700"/>
                        <a:ext cx="2971800" cy="1681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5806" name="Object 14"/>
          <p:cNvGraphicFramePr>
            <a:graphicFrameLocks noChangeAspect="1"/>
          </p:cNvGraphicFramePr>
          <p:nvPr/>
        </p:nvGraphicFramePr>
        <p:xfrm>
          <a:off x="228600" y="4876800"/>
          <a:ext cx="2362200" cy="164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5847" name="Equation" r:id="rId21" imgW="1002960" imgH="698400" progId="Equation.3">
                  <p:embed/>
                </p:oleObj>
              </mc:Choice>
              <mc:Fallback>
                <p:oleObj name="Equation" r:id="rId21" imgW="1002960" imgH="6984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4876800"/>
                        <a:ext cx="2362200" cy="164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5807" name="Object 15"/>
          <p:cNvGraphicFramePr>
            <a:graphicFrameLocks noChangeAspect="1"/>
          </p:cNvGraphicFramePr>
          <p:nvPr/>
        </p:nvGraphicFramePr>
        <p:xfrm>
          <a:off x="2590800" y="4876800"/>
          <a:ext cx="2366963" cy="164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5848" name="Equation" r:id="rId23" imgW="1002960" imgH="698400" progId="Equation.3">
                  <p:embed/>
                </p:oleObj>
              </mc:Choice>
              <mc:Fallback>
                <p:oleObj name="Equation" r:id="rId23" imgW="1002960" imgH="6984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4876800"/>
                        <a:ext cx="2366963" cy="1644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5808" name="Object 16"/>
          <p:cNvGraphicFramePr>
            <a:graphicFrameLocks noChangeAspect="1"/>
          </p:cNvGraphicFramePr>
          <p:nvPr/>
        </p:nvGraphicFramePr>
        <p:xfrm>
          <a:off x="5334000" y="5129213"/>
          <a:ext cx="1219200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5849" name="Equation" r:id="rId25" imgW="520560" imgH="203040" progId="Equation.3">
                  <p:embed/>
                </p:oleObj>
              </mc:Choice>
              <mc:Fallback>
                <p:oleObj name="Equation" r:id="rId25" imgW="520560" imgH="20304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5129213"/>
                        <a:ext cx="1219200" cy="474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5809" name="Text Box 17"/>
          <p:cNvSpPr txBox="1">
            <a:spLocks noChangeArrowheads="1"/>
          </p:cNvSpPr>
          <p:nvPr/>
        </p:nvSpPr>
        <p:spPr bwMode="auto">
          <a:xfrm>
            <a:off x="6553200" y="5062538"/>
            <a:ext cx="2209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线性无关；</a:t>
            </a:r>
          </a:p>
        </p:txBody>
      </p:sp>
      <p:graphicFrame>
        <p:nvGraphicFramePr>
          <p:cNvPr id="1185810" name="Object 18"/>
          <p:cNvGraphicFramePr>
            <a:graphicFrameLocks noChangeAspect="1"/>
          </p:cNvGraphicFramePr>
          <p:nvPr/>
        </p:nvGraphicFramePr>
        <p:xfrm>
          <a:off x="5334000" y="5791200"/>
          <a:ext cx="1219200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5850" name="Equation" r:id="rId27" imgW="520560" imgH="203040" progId="Equation.3">
                  <p:embed/>
                </p:oleObj>
              </mc:Choice>
              <mc:Fallback>
                <p:oleObj name="Equation" r:id="rId27" imgW="520560" imgH="20304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5791200"/>
                        <a:ext cx="1219200" cy="474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5811" name="Text Box 19"/>
          <p:cNvSpPr txBox="1">
            <a:spLocks noChangeArrowheads="1"/>
          </p:cNvSpPr>
          <p:nvPr/>
        </p:nvSpPr>
        <p:spPr bwMode="auto">
          <a:xfrm>
            <a:off x="6553200" y="5715000"/>
            <a:ext cx="2286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线性相关。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85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85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85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85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85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85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85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85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85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85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185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185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185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185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185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185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185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185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5795" grpId="0" autoUpdateAnimBg="0"/>
      <p:bldP spid="1185796" grpId="0" autoUpdateAnimBg="0"/>
      <p:bldP spid="1185804" grpId="0" autoUpdateAnimBg="0"/>
      <p:bldP spid="1185809" grpId="0" autoUpdateAnimBg="0"/>
      <p:bldP spid="1185811" grpId="0" autoUpdateAnimBg="0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4B834-7906-4003-818F-A1D7AF6A7F25}" type="slidenum">
              <a:rPr lang="zh-CN" altLang="en-US"/>
              <a:pPr/>
              <a:t>121</a:t>
            </a:fld>
            <a:endParaRPr lang="zh-CN" altLang="en-US"/>
          </a:p>
        </p:txBody>
      </p:sp>
      <p:sp>
        <p:nvSpPr>
          <p:cNvPr id="1186818" name="Text Box 2"/>
          <p:cNvSpPr txBox="1">
            <a:spLocks noChangeArrowheads="1"/>
          </p:cNvSpPr>
          <p:nvPr/>
        </p:nvSpPr>
        <p:spPr bwMode="auto">
          <a:xfrm>
            <a:off x="228600" y="1981200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解</a:t>
            </a:r>
          </a:p>
        </p:txBody>
      </p:sp>
      <p:sp>
        <p:nvSpPr>
          <p:cNvPr id="1186819" name="Text Box 3"/>
          <p:cNvSpPr txBox="1">
            <a:spLocks noChangeArrowheads="1"/>
          </p:cNvSpPr>
          <p:nvPr/>
        </p:nvSpPr>
        <p:spPr bwMode="auto">
          <a:xfrm>
            <a:off x="914400" y="1981200"/>
            <a:ext cx="5969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(2)</a:t>
            </a:r>
          </a:p>
        </p:txBody>
      </p:sp>
      <p:graphicFrame>
        <p:nvGraphicFramePr>
          <p:cNvPr id="1186820" name="Object 4"/>
          <p:cNvGraphicFramePr>
            <a:graphicFrameLocks noChangeAspect="1"/>
          </p:cNvGraphicFramePr>
          <p:nvPr/>
        </p:nvGraphicFramePr>
        <p:xfrm>
          <a:off x="304800" y="1295400"/>
          <a:ext cx="8120063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6860" name="Document" r:id="rId3" imgW="2916000" imgH="228600" progId="Word.Document.8">
                  <p:embed/>
                </p:oleObj>
              </mc:Choice>
              <mc:Fallback>
                <p:oleObj name="Document" r:id="rId3" imgW="2916000" imgH="22860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295400"/>
                        <a:ext cx="8120063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6821" name="Text Box 5"/>
          <p:cNvSpPr txBox="1">
            <a:spLocks noChangeArrowheads="1"/>
          </p:cNvSpPr>
          <p:nvPr/>
        </p:nvSpPr>
        <p:spPr bwMode="auto">
          <a:xfrm>
            <a:off x="1524000" y="1981200"/>
            <a:ext cx="61642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</a:rPr>
              <a:t>由于有三个三维向量，直接求行列式 </a:t>
            </a:r>
            <a:r>
              <a:rPr lang="zh-CN" altLang="en-US"/>
              <a:t> </a:t>
            </a:r>
          </a:p>
        </p:txBody>
      </p:sp>
      <p:graphicFrame>
        <p:nvGraphicFramePr>
          <p:cNvPr id="1186822" name="Object 6"/>
          <p:cNvGraphicFramePr>
            <a:graphicFrameLocks noChangeAspect="1"/>
          </p:cNvGraphicFramePr>
          <p:nvPr/>
        </p:nvGraphicFramePr>
        <p:xfrm>
          <a:off x="568325" y="2514600"/>
          <a:ext cx="2251075" cy="169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6861" name="Equation" r:id="rId5" imgW="927000" imgH="698400" progId="Equation.3">
                  <p:embed/>
                </p:oleObj>
              </mc:Choice>
              <mc:Fallback>
                <p:oleObj name="Equation" r:id="rId5" imgW="927000" imgH="698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325" y="2514600"/>
                        <a:ext cx="2251075" cy="1692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6823" name="Object 7"/>
          <p:cNvGraphicFramePr>
            <a:graphicFrameLocks noChangeAspect="1"/>
          </p:cNvGraphicFramePr>
          <p:nvPr/>
        </p:nvGraphicFramePr>
        <p:xfrm>
          <a:off x="2778125" y="2514600"/>
          <a:ext cx="2479675" cy="161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6862" name="Equation" r:id="rId7" imgW="1066680" imgH="698400" progId="Equation.3">
                  <p:embed/>
                </p:oleObj>
              </mc:Choice>
              <mc:Fallback>
                <p:oleObj name="Equation" r:id="rId7" imgW="1066680" imgH="6984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8125" y="2514600"/>
                        <a:ext cx="2479675" cy="1619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6824" name="Object 8"/>
          <p:cNvGraphicFramePr>
            <a:graphicFrameLocks noChangeAspect="1"/>
          </p:cNvGraphicFramePr>
          <p:nvPr/>
        </p:nvGraphicFramePr>
        <p:xfrm>
          <a:off x="5257800" y="2503488"/>
          <a:ext cx="3165475" cy="167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6863" name="Equation" r:id="rId9" imgW="1320480" imgH="698400" progId="Equation.3">
                  <p:embed/>
                </p:oleObj>
              </mc:Choice>
              <mc:Fallback>
                <p:oleObj name="Equation" r:id="rId9" imgW="1320480" imgH="6984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2503488"/>
                        <a:ext cx="3165475" cy="1670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6825" name="Object 9"/>
          <p:cNvGraphicFramePr>
            <a:graphicFrameLocks noChangeAspect="1"/>
          </p:cNvGraphicFramePr>
          <p:nvPr/>
        </p:nvGraphicFramePr>
        <p:xfrm>
          <a:off x="685800" y="4343400"/>
          <a:ext cx="2593975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6864" name="Equation" r:id="rId11" imgW="1117440" imgH="203040" progId="Equation.3">
                  <p:embed/>
                </p:oleObj>
              </mc:Choice>
              <mc:Fallback>
                <p:oleObj name="Equation" r:id="rId11" imgW="1117440" imgH="2030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4343400"/>
                        <a:ext cx="2593975" cy="471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6826" name="Object 10"/>
          <p:cNvGraphicFramePr>
            <a:graphicFrameLocks noChangeAspect="1"/>
          </p:cNvGraphicFramePr>
          <p:nvPr/>
        </p:nvGraphicFramePr>
        <p:xfrm>
          <a:off x="533400" y="4795838"/>
          <a:ext cx="6418263" cy="976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6865" name="Document" r:id="rId13" imgW="2621160" imgH="405720" progId="Word.Document.8">
                  <p:embed/>
                </p:oleObj>
              </mc:Choice>
              <mc:Fallback>
                <p:oleObj name="Document" r:id="rId13" imgW="2621160" imgH="405720" progId="Word.Document.8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795838"/>
                        <a:ext cx="6418263" cy="976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6827" name="Object 11"/>
          <p:cNvGraphicFramePr>
            <a:graphicFrameLocks noChangeAspect="1"/>
          </p:cNvGraphicFramePr>
          <p:nvPr/>
        </p:nvGraphicFramePr>
        <p:xfrm>
          <a:off x="533400" y="5715000"/>
          <a:ext cx="6477000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6866" name="Document" r:id="rId15" imgW="2650320" imgH="405720" progId="Word.Document.8">
                  <p:embed/>
                </p:oleObj>
              </mc:Choice>
              <mc:Fallback>
                <p:oleObj name="Document" r:id="rId15" imgW="2650320" imgH="405720" progId="Word.Document.8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5715000"/>
                        <a:ext cx="6477000" cy="98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6833" name="Text Box 17"/>
          <p:cNvSpPr txBox="1">
            <a:spLocks noChangeArrowheads="1"/>
          </p:cNvSpPr>
          <p:nvPr/>
        </p:nvSpPr>
        <p:spPr bwMode="auto">
          <a:xfrm>
            <a:off x="228600" y="203200"/>
            <a:ext cx="1676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16、</a:t>
            </a:r>
            <a:r>
              <a:rPr lang="zh-CN" altLang="en-US"/>
              <a:t>设</a:t>
            </a:r>
          </a:p>
        </p:txBody>
      </p:sp>
      <p:graphicFrame>
        <p:nvGraphicFramePr>
          <p:cNvPr id="1186834" name="Object 18"/>
          <p:cNvGraphicFramePr>
            <a:graphicFrameLocks noChangeAspect="1"/>
          </p:cNvGraphicFramePr>
          <p:nvPr/>
        </p:nvGraphicFramePr>
        <p:xfrm>
          <a:off x="1524000" y="176213"/>
          <a:ext cx="281940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6867" name="Equation" r:id="rId17" imgW="1130040" imgH="215640" progId="Equation.3">
                  <p:embed/>
                </p:oleObj>
              </mc:Choice>
              <mc:Fallback>
                <p:oleObj name="Equation" r:id="rId17" imgW="1130040" imgH="21564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76213"/>
                        <a:ext cx="2819400" cy="536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6835" name="Object 19"/>
          <p:cNvGraphicFramePr>
            <a:graphicFrameLocks noChangeAspect="1"/>
          </p:cNvGraphicFramePr>
          <p:nvPr/>
        </p:nvGraphicFramePr>
        <p:xfrm>
          <a:off x="4457700" y="152400"/>
          <a:ext cx="262890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6868" name="Equation" r:id="rId19" imgW="1054080" imgH="215640" progId="Equation.3">
                  <p:embed/>
                </p:oleObj>
              </mc:Choice>
              <mc:Fallback>
                <p:oleObj name="Equation" r:id="rId19" imgW="1054080" imgH="21564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7700" y="152400"/>
                        <a:ext cx="2628900" cy="536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6836" name="Object 20"/>
          <p:cNvGraphicFramePr>
            <a:graphicFrameLocks noChangeAspect="1"/>
          </p:cNvGraphicFramePr>
          <p:nvPr/>
        </p:nvGraphicFramePr>
        <p:xfrm>
          <a:off x="685800" y="723900"/>
          <a:ext cx="2312988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6869" name="Equation" r:id="rId21" imgW="927000" imgH="228600" progId="Equation.3">
                  <p:embed/>
                </p:oleObj>
              </mc:Choice>
              <mc:Fallback>
                <p:oleObj name="Equation" r:id="rId21" imgW="927000" imgH="2286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723900"/>
                        <a:ext cx="2312988" cy="568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6837" name="Object 21"/>
          <p:cNvGraphicFramePr>
            <a:graphicFrameLocks noChangeAspect="1"/>
          </p:cNvGraphicFramePr>
          <p:nvPr/>
        </p:nvGraphicFramePr>
        <p:xfrm>
          <a:off x="3200400" y="711200"/>
          <a:ext cx="2122488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6870" name="Equation" r:id="rId23" imgW="850680" imgH="215640" progId="Equation.3">
                  <p:embed/>
                </p:oleObj>
              </mc:Choice>
              <mc:Fallback>
                <p:oleObj name="Equation" r:id="rId23" imgW="850680" imgH="21564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711200"/>
                        <a:ext cx="2122488" cy="536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86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86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86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86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86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86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86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86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6819" grpId="0" autoUpdateAnimBg="0"/>
      <p:bldP spid="1186821" grpId="0" autoUpdateAnimBg="0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3A958-8B95-4DEC-8080-58BF3D98ED0A}" type="slidenum">
              <a:rPr lang="zh-CN" altLang="en-US"/>
              <a:pPr/>
              <a:t>122</a:t>
            </a:fld>
            <a:endParaRPr lang="zh-CN" altLang="en-US"/>
          </a:p>
        </p:txBody>
      </p:sp>
      <p:sp>
        <p:nvSpPr>
          <p:cNvPr id="1187842" name="Text Box 1026"/>
          <p:cNvSpPr txBox="1">
            <a:spLocks noChangeArrowheads="1"/>
          </p:cNvSpPr>
          <p:nvPr/>
        </p:nvSpPr>
        <p:spPr bwMode="auto">
          <a:xfrm>
            <a:off x="228600" y="1981200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解</a:t>
            </a:r>
          </a:p>
        </p:txBody>
      </p:sp>
      <p:sp>
        <p:nvSpPr>
          <p:cNvPr id="1187843" name="Text Box 1027"/>
          <p:cNvSpPr txBox="1">
            <a:spLocks noChangeArrowheads="1"/>
          </p:cNvSpPr>
          <p:nvPr/>
        </p:nvSpPr>
        <p:spPr bwMode="auto">
          <a:xfrm>
            <a:off x="914400" y="1981200"/>
            <a:ext cx="5969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(3)</a:t>
            </a:r>
          </a:p>
        </p:txBody>
      </p:sp>
      <p:graphicFrame>
        <p:nvGraphicFramePr>
          <p:cNvPr id="1187844" name="Object 1028"/>
          <p:cNvGraphicFramePr>
            <a:graphicFrameLocks noChangeAspect="1"/>
          </p:cNvGraphicFramePr>
          <p:nvPr/>
        </p:nvGraphicFramePr>
        <p:xfrm>
          <a:off x="304800" y="1295400"/>
          <a:ext cx="8585200" cy="65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0140" name="Document" r:id="rId3" imgW="3117960" imgH="236880" progId="Word.Document.8">
                  <p:embed/>
                </p:oleObj>
              </mc:Choice>
              <mc:Fallback>
                <p:oleObj name="Document" r:id="rId3" imgW="3117960" imgH="236880" progId="Word.Document.8">
                  <p:embed/>
                  <p:pic>
                    <p:nvPicPr>
                      <p:cNvPr id="0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295400"/>
                        <a:ext cx="8585200" cy="655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7845" name="Text Box 1029"/>
          <p:cNvSpPr txBox="1">
            <a:spLocks noChangeArrowheads="1"/>
          </p:cNvSpPr>
          <p:nvPr/>
        </p:nvSpPr>
        <p:spPr bwMode="auto">
          <a:xfrm>
            <a:off x="1447800" y="1905000"/>
            <a:ext cx="7467600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/>
              <a:t>因为向量组的个数多于维数，则必线性相关，</a:t>
            </a:r>
          </a:p>
        </p:txBody>
      </p:sp>
      <p:graphicFrame>
        <p:nvGraphicFramePr>
          <p:cNvPr id="1187846" name="Object 1030"/>
          <p:cNvGraphicFramePr>
            <a:graphicFrameLocks noChangeAspect="1"/>
          </p:cNvGraphicFramePr>
          <p:nvPr/>
        </p:nvGraphicFramePr>
        <p:xfrm>
          <a:off x="533400" y="2590800"/>
          <a:ext cx="6629400" cy="620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0141" name="Document" r:id="rId5" imgW="2787480" imgH="239040" progId="Word.Document.8">
                  <p:embed/>
                </p:oleObj>
              </mc:Choice>
              <mc:Fallback>
                <p:oleObj name="Document" r:id="rId5" imgW="2787480" imgH="239040" progId="Word.Document.8">
                  <p:embed/>
                  <p:pic>
                    <p:nvPicPr>
                      <p:cNvPr id="0" name="Object 10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590800"/>
                        <a:ext cx="6629400" cy="620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7852" name="Text Box 1036"/>
          <p:cNvSpPr txBox="1">
            <a:spLocks noChangeArrowheads="1"/>
          </p:cNvSpPr>
          <p:nvPr/>
        </p:nvSpPr>
        <p:spPr bwMode="auto">
          <a:xfrm>
            <a:off x="228600" y="203200"/>
            <a:ext cx="1676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16、</a:t>
            </a:r>
            <a:r>
              <a:rPr lang="zh-CN" altLang="en-US"/>
              <a:t>设</a:t>
            </a:r>
          </a:p>
        </p:txBody>
      </p:sp>
      <p:graphicFrame>
        <p:nvGraphicFramePr>
          <p:cNvPr id="1187853" name="Object 1037"/>
          <p:cNvGraphicFramePr>
            <a:graphicFrameLocks noChangeAspect="1"/>
          </p:cNvGraphicFramePr>
          <p:nvPr/>
        </p:nvGraphicFramePr>
        <p:xfrm>
          <a:off x="1524000" y="176213"/>
          <a:ext cx="281940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0142" name="Equation" r:id="rId7" imgW="1130040" imgH="215640" progId="Equation.3">
                  <p:embed/>
                </p:oleObj>
              </mc:Choice>
              <mc:Fallback>
                <p:oleObj name="Equation" r:id="rId7" imgW="1130040" imgH="215640" progId="Equation.3">
                  <p:embed/>
                  <p:pic>
                    <p:nvPicPr>
                      <p:cNvPr id="0" name="Object 10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76213"/>
                        <a:ext cx="2819400" cy="536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7854" name="Object 1038"/>
          <p:cNvGraphicFramePr>
            <a:graphicFrameLocks noChangeAspect="1"/>
          </p:cNvGraphicFramePr>
          <p:nvPr/>
        </p:nvGraphicFramePr>
        <p:xfrm>
          <a:off x="4457700" y="152400"/>
          <a:ext cx="262890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0143" name="Equation" r:id="rId9" imgW="1054080" imgH="215640" progId="Equation.3">
                  <p:embed/>
                </p:oleObj>
              </mc:Choice>
              <mc:Fallback>
                <p:oleObj name="Equation" r:id="rId9" imgW="1054080" imgH="215640" progId="Equation.3">
                  <p:embed/>
                  <p:pic>
                    <p:nvPicPr>
                      <p:cNvPr id="0" name="Object 10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7700" y="152400"/>
                        <a:ext cx="2628900" cy="536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7855" name="Object 1039"/>
          <p:cNvGraphicFramePr>
            <a:graphicFrameLocks noChangeAspect="1"/>
          </p:cNvGraphicFramePr>
          <p:nvPr/>
        </p:nvGraphicFramePr>
        <p:xfrm>
          <a:off x="685800" y="723900"/>
          <a:ext cx="2312988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0144" name="Equation" r:id="rId11" imgW="927000" imgH="228600" progId="Equation.3">
                  <p:embed/>
                </p:oleObj>
              </mc:Choice>
              <mc:Fallback>
                <p:oleObj name="Equation" r:id="rId11" imgW="927000" imgH="228600" progId="Equation.3">
                  <p:embed/>
                  <p:pic>
                    <p:nvPicPr>
                      <p:cNvPr id="0" name="Object 10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723900"/>
                        <a:ext cx="2312988" cy="568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7856" name="Object 1040"/>
          <p:cNvGraphicFramePr>
            <a:graphicFrameLocks noChangeAspect="1"/>
          </p:cNvGraphicFramePr>
          <p:nvPr/>
        </p:nvGraphicFramePr>
        <p:xfrm>
          <a:off x="3200400" y="711200"/>
          <a:ext cx="2122488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0145" name="Equation" r:id="rId13" imgW="850680" imgH="215640" progId="Equation.3">
                  <p:embed/>
                </p:oleObj>
              </mc:Choice>
              <mc:Fallback>
                <p:oleObj name="Equation" r:id="rId13" imgW="850680" imgH="215640" progId="Equation.3">
                  <p:embed/>
                  <p:pic>
                    <p:nvPicPr>
                      <p:cNvPr id="0" name="Object 10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711200"/>
                        <a:ext cx="2122488" cy="536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87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87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87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43" grpId="0" autoUpdateAnimBg="0"/>
      <p:bldP spid="1187845" grpId="0" autoUpdateAnimBg="0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3E797-C9BB-4C86-BBAA-613EF150E794}" type="slidenum">
              <a:rPr lang="zh-CN" altLang="en-US"/>
              <a:pPr/>
              <a:t>123</a:t>
            </a:fld>
            <a:endParaRPr lang="zh-CN" altLang="en-US"/>
          </a:p>
        </p:txBody>
      </p:sp>
      <p:sp>
        <p:nvSpPr>
          <p:cNvPr id="1182722" name="Text Box 2"/>
          <p:cNvSpPr txBox="1">
            <a:spLocks noChangeArrowheads="1"/>
          </p:cNvSpPr>
          <p:nvPr/>
        </p:nvSpPr>
        <p:spPr bwMode="auto">
          <a:xfrm>
            <a:off x="152400" y="228600"/>
            <a:ext cx="8686800" cy="155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25、</a:t>
            </a:r>
            <a:r>
              <a:rPr lang="zh-CN" altLang="en-US" sz="2600">
                <a:latin typeface="宋体" panose="02010600030101010101" pitchFamily="2" charset="-122"/>
              </a:rPr>
              <a:t>对下列线性方程组</a:t>
            </a:r>
            <a:r>
              <a:rPr lang="zh-CN" altLang="en-US" sz="2600"/>
              <a:t> ,  </a:t>
            </a:r>
            <a:r>
              <a:rPr lang="zh-CN" altLang="en-US" sz="2600">
                <a:latin typeface="宋体" panose="02010600030101010101" pitchFamily="2" charset="-122"/>
              </a:rPr>
              <a:t>讨论入取何值时,方程组无解、有唯一解和有无穷多解；在方程组有无穷多解时,用其导出组的基础解系表示全部解。</a:t>
            </a:r>
            <a:r>
              <a:rPr lang="zh-CN" altLang="en-US" sz="2600"/>
              <a:t> </a:t>
            </a:r>
          </a:p>
        </p:txBody>
      </p:sp>
      <p:sp>
        <p:nvSpPr>
          <p:cNvPr id="1182723" name="Rectangle 3"/>
          <p:cNvSpPr>
            <a:spLocks noChangeArrowheads="1"/>
          </p:cNvSpPr>
          <p:nvPr/>
        </p:nvSpPr>
        <p:spPr bwMode="auto">
          <a:xfrm>
            <a:off x="220663" y="3976688"/>
            <a:ext cx="5413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1182724" name="Object 4"/>
          <p:cNvGraphicFramePr>
            <a:graphicFrameLocks noChangeAspect="1"/>
          </p:cNvGraphicFramePr>
          <p:nvPr/>
        </p:nvGraphicFramePr>
        <p:xfrm>
          <a:off x="2057400" y="1905000"/>
          <a:ext cx="3263900" cy="156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1160" name="Equation" r:id="rId3" imgW="1485720" imgH="711000" progId="Equation.3">
                  <p:embed/>
                </p:oleObj>
              </mc:Choice>
              <mc:Fallback>
                <p:oleObj name="Equation" r:id="rId3" imgW="1485720" imgH="711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905000"/>
                        <a:ext cx="3263900" cy="1565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2725" name="Text Box 5"/>
          <p:cNvSpPr txBox="1">
            <a:spLocks noChangeArrowheads="1"/>
          </p:cNvSpPr>
          <p:nvPr/>
        </p:nvSpPr>
        <p:spPr bwMode="auto">
          <a:xfrm>
            <a:off x="838200" y="3997325"/>
            <a:ext cx="1839913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 sz="2600">
                <a:latin typeface="宋体" panose="02010600030101010101" pitchFamily="2" charset="-122"/>
              </a:rPr>
              <a:t>系数行列式</a:t>
            </a:r>
            <a:endParaRPr lang="zh-CN" altLang="en-US" sz="2600"/>
          </a:p>
        </p:txBody>
      </p:sp>
      <p:graphicFrame>
        <p:nvGraphicFramePr>
          <p:cNvPr id="1182726" name="Object 6"/>
          <p:cNvGraphicFramePr>
            <a:graphicFrameLocks noChangeAspect="1"/>
          </p:cNvGraphicFramePr>
          <p:nvPr/>
        </p:nvGraphicFramePr>
        <p:xfrm>
          <a:off x="2697163" y="3484563"/>
          <a:ext cx="2271712" cy="152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1161" name="Equation" r:id="rId5" imgW="1041120" imgH="698400" progId="Equation.3">
                  <p:embed/>
                </p:oleObj>
              </mc:Choice>
              <mc:Fallback>
                <p:oleObj name="Equation" r:id="rId5" imgW="1041120" imgH="698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7163" y="3484563"/>
                        <a:ext cx="2271712" cy="1527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2727" name="Object 7"/>
          <p:cNvGraphicFramePr>
            <a:graphicFrameLocks noChangeAspect="1"/>
          </p:cNvGraphicFramePr>
          <p:nvPr/>
        </p:nvGraphicFramePr>
        <p:xfrm>
          <a:off x="4984750" y="3983038"/>
          <a:ext cx="2362200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1162" name="Equation" r:id="rId7" imgW="1117440" imgH="228600" progId="Equation.3">
                  <p:embed/>
                </p:oleObj>
              </mc:Choice>
              <mc:Fallback>
                <p:oleObj name="Equation" r:id="rId7" imgW="111744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4750" y="3983038"/>
                        <a:ext cx="2362200" cy="481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2728" name="Object 8"/>
          <p:cNvGraphicFramePr>
            <a:graphicFrameLocks noChangeAspect="1"/>
          </p:cNvGraphicFramePr>
          <p:nvPr/>
        </p:nvGraphicFramePr>
        <p:xfrm>
          <a:off x="457200" y="5410200"/>
          <a:ext cx="62484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1163" name="Document" r:id="rId9" imgW="2808720" imgH="177480" progId="Word.Document.8">
                  <p:embed/>
                </p:oleObj>
              </mc:Choice>
              <mc:Fallback>
                <p:oleObj name="Document" r:id="rId9" imgW="2808720" imgH="177480" progId="Word.Document.8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5410200"/>
                        <a:ext cx="6248400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82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82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"/>
                                        <p:tgtEl>
                                          <p:spTgt spid="1182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82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82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82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82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2722" grpId="0" autoUpdateAnimBg="0"/>
      <p:bldP spid="1182723" grpId="0" autoUpdateAnimBg="0"/>
      <p:bldP spid="1182725" grpId="0" autoUpdateAnimBg="0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267DF-9936-4898-92A9-58BB922CC254}" type="slidenum">
              <a:rPr lang="zh-CN" altLang="en-US"/>
              <a:pPr/>
              <a:t>124</a:t>
            </a:fld>
            <a:endParaRPr lang="zh-CN" altLang="en-US"/>
          </a:p>
        </p:txBody>
      </p:sp>
      <p:graphicFrame>
        <p:nvGraphicFramePr>
          <p:cNvPr id="1183746" name="Object 2"/>
          <p:cNvGraphicFramePr>
            <a:graphicFrameLocks noChangeAspect="1"/>
          </p:cNvGraphicFramePr>
          <p:nvPr/>
        </p:nvGraphicFramePr>
        <p:xfrm>
          <a:off x="685800" y="228600"/>
          <a:ext cx="3263900" cy="156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2194" name="Equation" r:id="rId3" imgW="1485720" imgH="711000" progId="Equation.3">
                  <p:embed/>
                </p:oleObj>
              </mc:Choice>
              <mc:Fallback>
                <p:oleObj name="Equation" r:id="rId3" imgW="1485720" imgH="711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28600"/>
                        <a:ext cx="3263900" cy="1565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3747" name="Object 3"/>
          <p:cNvGraphicFramePr>
            <a:graphicFrameLocks noChangeAspect="1"/>
          </p:cNvGraphicFramePr>
          <p:nvPr/>
        </p:nvGraphicFramePr>
        <p:xfrm>
          <a:off x="6184900" y="758825"/>
          <a:ext cx="2360613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2195" name="Equation" r:id="rId5" imgW="1117440" imgH="228600" progId="Equation.3">
                  <p:embed/>
                </p:oleObj>
              </mc:Choice>
              <mc:Fallback>
                <p:oleObj name="Equation" r:id="rId5" imgW="1117440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4900" y="758825"/>
                        <a:ext cx="2360613" cy="481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3748" name="Object 4"/>
          <p:cNvGraphicFramePr>
            <a:graphicFrameLocks noChangeAspect="1"/>
          </p:cNvGraphicFramePr>
          <p:nvPr/>
        </p:nvGraphicFramePr>
        <p:xfrm>
          <a:off x="457200" y="2095500"/>
          <a:ext cx="31242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2196" name="Document" r:id="rId7" imgW="1429920" imgH="177480" progId="Word.Document.8">
                  <p:embed/>
                </p:oleObj>
              </mc:Choice>
              <mc:Fallback>
                <p:oleObj name="Document" r:id="rId7" imgW="1429920" imgH="17748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095500"/>
                        <a:ext cx="3124200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3749" name="Object 5"/>
          <p:cNvGraphicFramePr>
            <a:graphicFrameLocks noChangeAspect="1"/>
          </p:cNvGraphicFramePr>
          <p:nvPr/>
        </p:nvGraphicFramePr>
        <p:xfrm>
          <a:off x="722313" y="2667000"/>
          <a:ext cx="3181350" cy="1379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2197" name="Equation" r:id="rId9" imgW="1650960" imgH="711000" progId="Equation.3">
                  <p:embed/>
                </p:oleObj>
              </mc:Choice>
              <mc:Fallback>
                <p:oleObj name="Equation" r:id="rId9" imgW="1650960" imgH="7110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313" y="2667000"/>
                        <a:ext cx="3181350" cy="1379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3750" name="Object 6"/>
          <p:cNvGraphicFramePr>
            <a:graphicFrameLocks noChangeAspect="1"/>
          </p:cNvGraphicFramePr>
          <p:nvPr/>
        </p:nvGraphicFramePr>
        <p:xfrm>
          <a:off x="3922713" y="2630488"/>
          <a:ext cx="2819400" cy="144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2198" name="Equation" r:id="rId11" imgW="1396800" imgH="711000" progId="Equation.3">
                  <p:embed/>
                </p:oleObj>
              </mc:Choice>
              <mc:Fallback>
                <p:oleObj name="Equation" r:id="rId11" imgW="1396800" imgH="711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2713" y="2630488"/>
                        <a:ext cx="2819400" cy="1441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3751" name="Object 7"/>
          <p:cNvGraphicFramePr>
            <a:graphicFrameLocks noChangeAspect="1"/>
          </p:cNvGraphicFramePr>
          <p:nvPr/>
        </p:nvGraphicFramePr>
        <p:xfrm>
          <a:off x="3976688" y="228600"/>
          <a:ext cx="2271712" cy="152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2199" name="Equation" r:id="rId13" imgW="1041120" imgH="698400" progId="Equation.3">
                  <p:embed/>
                </p:oleObj>
              </mc:Choice>
              <mc:Fallback>
                <p:oleObj name="Equation" r:id="rId13" imgW="1041120" imgH="6984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6688" y="228600"/>
                        <a:ext cx="2271712" cy="1527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3752" name="Oval 8"/>
          <p:cNvSpPr>
            <a:spLocks noChangeArrowheads="1"/>
          </p:cNvSpPr>
          <p:nvPr/>
        </p:nvSpPr>
        <p:spPr bwMode="auto">
          <a:xfrm>
            <a:off x="5991225" y="3559175"/>
            <a:ext cx="457200" cy="457200"/>
          </a:xfrm>
          <a:prstGeom prst="ellipse">
            <a:avLst/>
          </a:prstGeom>
          <a:noFill/>
          <a:ln w="31750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1183753" name="Text Box 9"/>
          <p:cNvSpPr txBox="1">
            <a:spLocks noChangeArrowheads="1"/>
          </p:cNvSpPr>
          <p:nvPr/>
        </p:nvSpPr>
        <p:spPr bwMode="auto">
          <a:xfrm>
            <a:off x="6818313" y="3103563"/>
            <a:ext cx="954087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 sz="2600"/>
              <a:t>无解;</a:t>
            </a:r>
          </a:p>
        </p:txBody>
      </p:sp>
      <p:graphicFrame>
        <p:nvGraphicFramePr>
          <p:cNvPr id="1183754" name="Object 10"/>
          <p:cNvGraphicFramePr>
            <a:graphicFrameLocks noChangeAspect="1"/>
          </p:cNvGraphicFramePr>
          <p:nvPr/>
        </p:nvGraphicFramePr>
        <p:xfrm>
          <a:off x="457200" y="4143375"/>
          <a:ext cx="3124200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2200" name="Document" r:id="rId15" imgW="1325880" imgH="177480" progId="Word.Document.8">
                  <p:embed/>
                </p:oleObj>
              </mc:Choice>
              <mc:Fallback>
                <p:oleObj name="Document" r:id="rId15" imgW="1325880" imgH="177480" progId="Word.Document.8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143375"/>
                        <a:ext cx="3124200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3755" name="Object 11"/>
          <p:cNvGraphicFramePr>
            <a:graphicFrameLocks noChangeAspect="1"/>
          </p:cNvGraphicFramePr>
          <p:nvPr/>
        </p:nvGraphicFramePr>
        <p:xfrm>
          <a:off x="685800" y="4648200"/>
          <a:ext cx="2679700" cy="150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2201" name="Equation" r:id="rId17" imgW="1269720" imgH="711000" progId="Equation.3">
                  <p:embed/>
                </p:oleObj>
              </mc:Choice>
              <mc:Fallback>
                <p:oleObj name="Equation" r:id="rId17" imgW="1269720" imgH="7110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4648200"/>
                        <a:ext cx="2679700" cy="1503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3756" name="Object 12"/>
          <p:cNvGraphicFramePr>
            <a:graphicFrameLocks noChangeAspect="1"/>
          </p:cNvGraphicFramePr>
          <p:nvPr/>
        </p:nvGraphicFramePr>
        <p:xfrm>
          <a:off x="3352800" y="4572000"/>
          <a:ext cx="2819400" cy="157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2202" name="Equation" r:id="rId19" imgW="1282680" imgH="711000" progId="Equation.3">
                  <p:embed/>
                </p:oleObj>
              </mc:Choice>
              <mc:Fallback>
                <p:oleObj name="Equation" r:id="rId19" imgW="1282680" imgH="7110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4572000"/>
                        <a:ext cx="2819400" cy="1570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3757" name="Text Box 13"/>
          <p:cNvSpPr txBox="1">
            <a:spLocks noChangeArrowheads="1"/>
          </p:cNvSpPr>
          <p:nvPr/>
        </p:nvSpPr>
        <p:spPr bwMode="auto">
          <a:xfrm>
            <a:off x="6248400" y="5073650"/>
            <a:ext cx="159067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 sz="2600"/>
              <a:t>无穷多解,</a:t>
            </a:r>
          </a:p>
        </p:txBody>
      </p:sp>
      <p:sp>
        <p:nvSpPr>
          <p:cNvPr id="1183758" name="Line 14"/>
          <p:cNvSpPr>
            <a:spLocks noChangeShapeType="1"/>
          </p:cNvSpPr>
          <p:nvPr/>
        </p:nvSpPr>
        <p:spPr bwMode="auto">
          <a:xfrm>
            <a:off x="119063" y="1905000"/>
            <a:ext cx="8915400" cy="0"/>
          </a:xfrm>
          <a:prstGeom prst="line">
            <a:avLst/>
          </a:prstGeom>
          <a:noFill/>
          <a:ln w="31750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83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83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83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837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837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83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183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183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183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183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3753" grpId="0" autoUpdateAnimBg="0"/>
      <p:bldP spid="1183757" grpId="0" autoUpdateAnimBg="0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9AE2B-AD0F-4810-AB6B-BC8F6ED55DE9}" type="slidenum">
              <a:rPr lang="zh-CN" altLang="en-US"/>
              <a:pPr/>
              <a:t>125</a:t>
            </a:fld>
            <a:endParaRPr lang="zh-CN" altLang="en-US"/>
          </a:p>
        </p:txBody>
      </p:sp>
      <p:graphicFrame>
        <p:nvGraphicFramePr>
          <p:cNvPr id="1184770" name="Object 2"/>
          <p:cNvGraphicFramePr>
            <a:graphicFrameLocks noChangeAspect="1"/>
          </p:cNvGraphicFramePr>
          <p:nvPr/>
        </p:nvGraphicFramePr>
        <p:xfrm>
          <a:off x="304800" y="352425"/>
          <a:ext cx="327660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4804" name="Document" r:id="rId3" imgW="1325880" imgH="177480" progId="Word.Document.8">
                  <p:embed/>
                </p:oleObj>
              </mc:Choice>
              <mc:Fallback>
                <p:oleObj name="Document" r:id="rId3" imgW="1325880" imgH="17748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352425"/>
                        <a:ext cx="3276600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4771" name="Object 3"/>
          <p:cNvGraphicFramePr>
            <a:graphicFrameLocks noChangeAspect="1"/>
          </p:cNvGraphicFramePr>
          <p:nvPr/>
        </p:nvGraphicFramePr>
        <p:xfrm>
          <a:off x="609600" y="914400"/>
          <a:ext cx="2679700" cy="150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4805" name="Equation" r:id="rId5" imgW="1269720" imgH="711000" progId="Equation.3">
                  <p:embed/>
                </p:oleObj>
              </mc:Choice>
              <mc:Fallback>
                <p:oleObj name="Equation" r:id="rId5" imgW="1269720" imgH="711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914400"/>
                        <a:ext cx="2679700" cy="1503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4772" name="Object 4"/>
          <p:cNvGraphicFramePr>
            <a:graphicFrameLocks noChangeAspect="1"/>
          </p:cNvGraphicFramePr>
          <p:nvPr/>
        </p:nvGraphicFramePr>
        <p:xfrm>
          <a:off x="3276600" y="838200"/>
          <a:ext cx="2819400" cy="157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4806" name="Equation" r:id="rId7" imgW="1282680" imgH="711000" progId="Equation.3">
                  <p:embed/>
                </p:oleObj>
              </mc:Choice>
              <mc:Fallback>
                <p:oleObj name="Equation" r:id="rId7" imgW="1282680" imgH="711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838200"/>
                        <a:ext cx="2819400" cy="1570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4773" name="Text Box 5"/>
          <p:cNvSpPr txBox="1">
            <a:spLocks noChangeArrowheads="1"/>
          </p:cNvSpPr>
          <p:nvPr/>
        </p:nvSpPr>
        <p:spPr bwMode="auto">
          <a:xfrm>
            <a:off x="6172200" y="1339850"/>
            <a:ext cx="23622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 sz="2600"/>
              <a:t>无穷多解,</a:t>
            </a:r>
          </a:p>
        </p:txBody>
      </p:sp>
      <p:graphicFrame>
        <p:nvGraphicFramePr>
          <p:cNvPr id="1184774" name="Object 6"/>
          <p:cNvGraphicFramePr>
            <a:graphicFrameLocks noChangeAspect="1"/>
          </p:cNvGraphicFramePr>
          <p:nvPr/>
        </p:nvGraphicFramePr>
        <p:xfrm>
          <a:off x="5148263" y="3278188"/>
          <a:ext cx="1525587" cy="161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4807" name="Equation" r:id="rId9" imgW="672840" imgH="711000" progId="Equation.3">
                  <p:embed/>
                </p:oleObj>
              </mc:Choice>
              <mc:Fallback>
                <p:oleObj name="Equation" r:id="rId9" imgW="672840" imgH="711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3278188"/>
                        <a:ext cx="1525587" cy="161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4775" name="Object 7"/>
          <p:cNvGraphicFramePr>
            <a:graphicFrameLocks noChangeAspect="1"/>
          </p:cNvGraphicFramePr>
          <p:nvPr/>
        </p:nvGraphicFramePr>
        <p:xfrm>
          <a:off x="5859463" y="3378200"/>
          <a:ext cx="541337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4808" name="Equation" r:id="rId11" imgW="241200" imgH="164880" progId="Equation.3">
                  <p:embed/>
                </p:oleObj>
              </mc:Choice>
              <mc:Fallback>
                <p:oleObj name="Equation" r:id="rId11" imgW="241200" imgH="16488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9463" y="3378200"/>
                        <a:ext cx="541337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4776" name="Text Box 8"/>
          <p:cNvSpPr txBox="1">
            <a:spLocks noChangeArrowheads="1"/>
          </p:cNvSpPr>
          <p:nvPr/>
        </p:nvSpPr>
        <p:spPr bwMode="auto">
          <a:xfrm>
            <a:off x="304800" y="2590800"/>
            <a:ext cx="43434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 sz="2600"/>
              <a:t>导出组的基础解系为</a:t>
            </a:r>
          </a:p>
        </p:txBody>
      </p:sp>
      <p:sp>
        <p:nvSpPr>
          <p:cNvPr id="1184777" name="Text Box 9"/>
          <p:cNvSpPr txBox="1">
            <a:spLocks noChangeArrowheads="1"/>
          </p:cNvSpPr>
          <p:nvPr/>
        </p:nvSpPr>
        <p:spPr bwMode="auto">
          <a:xfrm>
            <a:off x="4191000" y="3830638"/>
            <a:ext cx="14478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 sz="2600"/>
              <a:t>特解</a:t>
            </a:r>
          </a:p>
        </p:txBody>
      </p:sp>
      <p:graphicFrame>
        <p:nvGraphicFramePr>
          <p:cNvPr id="1184778" name="Object 10"/>
          <p:cNvGraphicFramePr>
            <a:graphicFrameLocks noChangeAspect="1"/>
          </p:cNvGraphicFramePr>
          <p:nvPr/>
        </p:nvGraphicFramePr>
        <p:xfrm>
          <a:off x="628650" y="3278188"/>
          <a:ext cx="1527175" cy="161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4809" name="Equation" r:id="rId13" imgW="672840" imgH="711000" progId="Equation.3">
                  <p:embed/>
                </p:oleObj>
              </mc:Choice>
              <mc:Fallback>
                <p:oleObj name="Equation" r:id="rId13" imgW="672840" imgH="7110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650" y="3278188"/>
                        <a:ext cx="1527175" cy="161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4779" name="Object 11"/>
          <p:cNvGraphicFramePr>
            <a:graphicFrameLocks noChangeAspect="1"/>
          </p:cNvGraphicFramePr>
          <p:nvPr/>
        </p:nvGraphicFramePr>
        <p:xfrm>
          <a:off x="1371600" y="3360738"/>
          <a:ext cx="457200" cy="37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4810" name="Equation" r:id="rId15" imgW="215640" imgH="164880" progId="Equation.3">
                  <p:embed/>
                </p:oleObj>
              </mc:Choice>
              <mc:Fallback>
                <p:oleObj name="Equation" r:id="rId15" imgW="215640" imgH="16488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3360738"/>
                        <a:ext cx="457200" cy="373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4780" name="Object 12"/>
          <p:cNvGraphicFramePr>
            <a:graphicFrameLocks noChangeAspect="1"/>
          </p:cNvGraphicFramePr>
          <p:nvPr/>
        </p:nvGraphicFramePr>
        <p:xfrm>
          <a:off x="2405063" y="3278188"/>
          <a:ext cx="1527175" cy="161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4811" name="Equation" r:id="rId17" imgW="672840" imgH="711000" progId="Equation.3">
                  <p:embed/>
                </p:oleObj>
              </mc:Choice>
              <mc:Fallback>
                <p:oleObj name="Equation" r:id="rId17" imgW="672840" imgH="7110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5063" y="3278188"/>
                        <a:ext cx="1527175" cy="161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4781" name="Object 13"/>
          <p:cNvGraphicFramePr>
            <a:graphicFrameLocks noChangeAspect="1"/>
          </p:cNvGraphicFramePr>
          <p:nvPr/>
        </p:nvGraphicFramePr>
        <p:xfrm>
          <a:off x="3190875" y="3341688"/>
          <a:ext cx="46672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4812" name="Equation" r:id="rId19" imgW="215640" imgH="164880" progId="Equation.3">
                  <p:embed/>
                </p:oleObj>
              </mc:Choice>
              <mc:Fallback>
                <p:oleObj name="Equation" r:id="rId19" imgW="215640" imgH="16488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0875" y="3341688"/>
                        <a:ext cx="466725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4782" name="Text Box 14"/>
          <p:cNvSpPr txBox="1">
            <a:spLocks noChangeArrowheads="1"/>
          </p:cNvSpPr>
          <p:nvPr/>
        </p:nvSpPr>
        <p:spPr bwMode="auto">
          <a:xfrm>
            <a:off x="304800" y="5153025"/>
            <a:ext cx="20574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 sz="2600"/>
              <a:t>全部解为</a:t>
            </a:r>
          </a:p>
        </p:txBody>
      </p:sp>
      <p:graphicFrame>
        <p:nvGraphicFramePr>
          <p:cNvPr id="1184783" name="Object 15"/>
          <p:cNvGraphicFramePr>
            <a:graphicFrameLocks noChangeAspect="1"/>
          </p:cNvGraphicFramePr>
          <p:nvPr/>
        </p:nvGraphicFramePr>
        <p:xfrm>
          <a:off x="1844675" y="5192713"/>
          <a:ext cx="5789613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4813" name="Equation" r:id="rId21" imgW="2527200" imgH="228600" progId="Equation.3">
                  <p:embed/>
                </p:oleObj>
              </mc:Choice>
              <mc:Fallback>
                <p:oleObj name="Equation" r:id="rId21" imgW="2527200" imgH="2286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4675" y="5192713"/>
                        <a:ext cx="5789613" cy="522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84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84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847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8477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84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8478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8478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84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84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847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8477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84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184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4776" grpId="0" autoUpdateAnimBg="0"/>
      <p:bldP spid="1184777" grpId="0" autoUpdateAnimBg="0"/>
      <p:bldP spid="1184782" grpId="0" autoUpdateAnimBg="0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EE787-E9EC-4E7A-A94F-EC74C8FB9623}" type="slidenum">
              <a:rPr lang="zh-CN" altLang="en-US"/>
              <a:pPr/>
              <a:t>126</a:t>
            </a:fld>
            <a:endParaRPr lang="zh-CN" altLang="en-US"/>
          </a:p>
        </p:txBody>
      </p:sp>
      <p:sp>
        <p:nvSpPr>
          <p:cNvPr id="1188866" name="Text Box 2"/>
          <p:cNvSpPr txBox="1">
            <a:spLocks noChangeArrowheads="1"/>
          </p:cNvSpPr>
          <p:nvPr/>
        </p:nvSpPr>
        <p:spPr bwMode="auto">
          <a:xfrm>
            <a:off x="304800" y="3105150"/>
            <a:ext cx="129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解法1</a:t>
            </a:r>
          </a:p>
        </p:txBody>
      </p:sp>
      <p:sp>
        <p:nvSpPr>
          <p:cNvPr id="1188867" name="Text Box 3"/>
          <p:cNvSpPr txBox="1">
            <a:spLocks noChangeArrowheads="1"/>
          </p:cNvSpPr>
          <p:nvPr/>
        </p:nvSpPr>
        <p:spPr bwMode="auto">
          <a:xfrm>
            <a:off x="228600" y="209550"/>
            <a:ext cx="3657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27、</a:t>
            </a:r>
            <a:r>
              <a:rPr lang="zh-CN" altLang="en-US">
                <a:latin typeface="宋体" panose="02010600030101010101" pitchFamily="2" charset="-122"/>
              </a:rPr>
              <a:t>设线性方程组</a:t>
            </a:r>
            <a:r>
              <a:rPr lang="zh-CN" altLang="en-US">
                <a:latin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1188868" name="Object 4"/>
          <p:cNvGraphicFramePr>
            <a:graphicFrameLocks noChangeAspect="1"/>
          </p:cNvGraphicFramePr>
          <p:nvPr/>
        </p:nvGraphicFramePr>
        <p:xfrm>
          <a:off x="457200" y="762000"/>
          <a:ext cx="3581400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881" name="Equation" r:id="rId3" imgW="1587240" imgH="723600" progId="Equation.3">
                  <p:embed/>
                </p:oleObj>
              </mc:Choice>
              <mc:Fallback>
                <p:oleObj name="Equation" r:id="rId3" imgW="1587240" imgH="723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762000"/>
                        <a:ext cx="3581400" cy="162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8869" name="Object 5"/>
          <p:cNvGraphicFramePr>
            <a:graphicFrameLocks noChangeAspect="1"/>
          </p:cNvGraphicFramePr>
          <p:nvPr/>
        </p:nvGraphicFramePr>
        <p:xfrm>
          <a:off x="5257800" y="1344613"/>
          <a:ext cx="361315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882" name="Equation" r:id="rId5" imgW="1587240" imgH="228600" progId="Equation.3">
                  <p:embed/>
                </p:oleObj>
              </mc:Choice>
              <mc:Fallback>
                <p:oleObj name="Equation" r:id="rId5" imgW="158724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1344613"/>
                        <a:ext cx="361315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8870" name="Text Box 6"/>
          <p:cNvSpPr txBox="1">
            <a:spLocks noChangeArrowheads="1"/>
          </p:cNvSpPr>
          <p:nvPr/>
        </p:nvSpPr>
        <p:spPr bwMode="auto">
          <a:xfrm>
            <a:off x="4038600" y="1295400"/>
            <a:ext cx="1600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latin typeface="宋体" panose="02010600030101010101" pitchFamily="2" charset="-122"/>
              </a:rPr>
              <a:t>与方程</a:t>
            </a:r>
          </a:p>
        </p:txBody>
      </p:sp>
      <p:sp>
        <p:nvSpPr>
          <p:cNvPr id="1188871" name="Text Box 7"/>
          <p:cNvSpPr txBox="1">
            <a:spLocks noChangeArrowheads="1"/>
          </p:cNvSpPr>
          <p:nvPr/>
        </p:nvSpPr>
        <p:spPr bwMode="auto">
          <a:xfrm>
            <a:off x="304800" y="2495550"/>
            <a:ext cx="7010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latin typeface="宋体" panose="02010600030101010101" pitchFamily="2" charset="-122"/>
              </a:rPr>
              <a:t>有公共解，求</a:t>
            </a:r>
            <a:r>
              <a:rPr lang="en-US" altLang="zh-CN" i="1"/>
              <a:t>a</a:t>
            </a:r>
            <a:r>
              <a:rPr lang="zh-CN" altLang="en-US">
                <a:latin typeface="宋体" panose="02010600030101010101" pitchFamily="2" charset="-122"/>
              </a:rPr>
              <a:t>的值及所有公共解． </a:t>
            </a:r>
          </a:p>
        </p:txBody>
      </p:sp>
      <p:sp>
        <p:nvSpPr>
          <p:cNvPr id="1188872" name="Text Box 8"/>
          <p:cNvSpPr txBox="1">
            <a:spLocks noChangeArrowheads="1"/>
          </p:cNvSpPr>
          <p:nvPr/>
        </p:nvSpPr>
        <p:spPr bwMode="auto">
          <a:xfrm>
            <a:off x="1524000" y="3105150"/>
            <a:ext cx="6705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将(1)与(2)联立得非齐次线性方程组</a:t>
            </a:r>
          </a:p>
        </p:txBody>
      </p:sp>
      <p:graphicFrame>
        <p:nvGraphicFramePr>
          <p:cNvPr id="1188873" name="Object 9"/>
          <p:cNvGraphicFramePr>
            <a:graphicFrameLocks noChangeAspect="1"/>
          </p:cNvGraphicFramePr>
          <p:nvPr/>
        </p:nvGraphicFramePr>
        <p:xfrm>
          <a:off x="2286000" y="3670300"/>
          <a:ext cx="3962400" cy="219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883" name="Equation" r:id="rId7" imgW="1663560" imgH="927000" progId="Equation.3">
                  <p:embed/>
                </p:oleObj>
              </mc:Choice>
              <mc:Fallback>
                <p:oleObj name="Equation" r:id="rId7" imgW="1663560" imgH="9270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3670300"/>
                        <a:ext cx="3962400" cy="2197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8874" name="Text Box 10"/>
          <p:cNvSpPr txBox="1">
            <a:spLocks noChangeArrowheads="1"/>
          </p:cNvSpPr>
          <p:nvPr/>
        </p:nvSpPr>
        <p:spPr bwMode="auto">
          <a:xfrm>
            <a:off x="228600" y="5881688"/>
            <a:ext cx="5715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(3)的解即为所求全部公共解</a:t>
            </a:r>
            <a:r>
              <a:rPr lang="zh-CN" altLang="en-US">
                <a:cs typeface="Times New Roman" panose="02020603050405020304" pitchFamily="18" charset="0"/>
              </a:rPr>
              <a:t>.</a:t>
            </a:r>
            <a:r>
              <a:rPr lang="zh-CN" altLang="en-US">
                <a:latin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88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88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88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88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88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88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188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188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188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8866" grpId="0" autoUpdateAnimBg="0"/>
      <p:bldP spid="1188867" grpId="0" autoUpdateAnimBg="0"/>
      <p:bldP spid="1188870" grpId="0" autoUpdateAnimBg="0"/>
      <p:bldP spid="1188871" grpId="0" autoUpdateAnimBg="0"/>
      <p:bldP spid="1188872" grpId="0" autoUpdateAnimBg="0"/>
      <p:bldP spid="1188874" grpId="0" autoUpdateAnimBg="0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1B55-A6EF-4A8A-A318-776B8B54E75F}" type="slidenum">
              <a:rPr lang="zh-CN" altLang="en-US"/>
              <a:pPr/>
              <a:t>127</a:t>
            </a:fld>
            <a:endParaRPr lang="zh-CN" altLang="en-US"/>
          </a:p>
        </p:txBody>
      </p:sp>
      <p:graphicFrame>
        <p:nvGraphicFramePr>
          <p:cNvPr id="1189890" name="Object 2"/>
          <p:cNvGraphicFramePr>
            <a:graphicFrameLocks noChangeAspect="1"/>
          </p:cNvGraphicFramePr>
          <p:nvPr/>
        </p:nvGraphicFramePr>
        <p:xfrm>
          <a:off x="457200" y="228600"/>
          <a:ext cx="3213100" cy="202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3212" name="Equation" r:id="rId3" imgW="1473120" imgH="927000" progId="Equation.3">
                  <p:embed/>
                </p:oleObj>
              </mc:Choice>
              <mc:Fallback>
                <p:oleObj name="Equation" r:id="rId3" imgW="1473120" imgH="927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28600"/>
                        <a:ext cx="3213100" cy="2022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9891" name="Object 3"/>
          <p:cNvGraphicFramePr>
            <a:graphicFrameLocks noChangeAspect="1"/>
          </p:cNvGraphicFramePr>
          <p:nvPr/>
        </p:nvGraphicFramePr>
        <p:xfrm>
          <a:off x="3657600" y="228600"/>
          <a:ext cx="4284663" cy="195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3213" name="Equation" r:id="rId5" imgW="2031840" imgH="927000" progId="Equation.3">
                  <p:embed/>
                </p:oleObj>
              </mc:Choice>
              <mc:Fallback>
                <p:oleObj name="Equation" r:id="rId5" imgW="2031840" imgH="927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28600"/>
                        <a:ext cx="4284663" cy="1952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9892" name="Object 4"/>
          <p:cNvGraphicFramePr>
            <a:graphicFrameLocks noChangeAspect="1"/>
          </p:cNvGraphicFramePr>
          <p:nvPr/>
        </p:nvGraphicFramePr>
        <p:xfrm>
          <a:off x="304800" y="2362200"/>
          <a:ext cx="57150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3214" name="Document" r:id="rId7" imgW="2428920" imgH="228600" progId="Word.Document.8">
                  <p:embed/>
                </p:oleObj>
              </mc:Choice>
              <mc:Fallback>
                <p:oleObj name="Document" r:id="rId7" imgW="2428920" imgH="22860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362200"/>
                        <a:ext cx="571500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9893" name="Object 5"/>
          <p:cNvGraphicFramePr>
            <a:graphicFrameLocks noChangeAspect="1"/>
          </p:cNvGraphicFramePr>
          <p:nvPr/>
        </p:nvGraphicFramePr>
        <p:xfrm>
          <a:off x="685800" y="2971800"/>
          <a:ext cx="2971800" cy="206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3215" name="Equation" r:id="rId9" imgW="1333440" imgH="927000" progId="Equation.3">
                  <p:embed/>
                </p:oleObj>
              </mc:Choice>
              <mc:Fallback>
                <p:oleObj name="Equation" r:id="rId9" imgW="1333440" imgH="9270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971800"/>
                        <a:ext cx="2971800" cy="2066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9894" name="Object 6"/>
          <p:cNvGraphicFramePr>
            <a:graphicFrameLocks noChangeAspect="1"/>
          </p:cNvGraphicFramePr>
          <p:nvPr/>
        </p:nvGraphicFramePr>
        <p:xfrm>
          <a:off x="3962400" y="3233738"/>
          <a:ext cx="3125788" cy="167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3216" name="Document" r:id="rId11" imgW="1336680" imgH="714240" progId="Word.Document.8">
                  <p:embed/>
                </p:oleObj>
              </mc:Choice>
              <mc:Fallback>
                <p:oleObj name="Document" r:id="rId11" imgW="1336680" imgH="714240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3233738"/>
                        <a:ext cx="3125788" cy="167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9895" name="Object 7"/>
          <p:cNvGraphicFramePr>
            <a:graphicFrameLocks noChangeAspect="1"/>
          </p:cNvGraphicFramePr>
          <p:nvPr/>
        </p:nvGraphicFramePr>
        <p:xfrm>
          <a:off x="381000" y="4876800"/>
          <a:ext cx="6705600" cy="173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3217" name="Document" r:id="rId13" imgW="2825280" imgH="714240" progId="Word.Document.8">
                  <p:embed/>
                </p:oleObj>
              </mc:Choice>
              <mc:Fallback>
                <p:oleObj name="Document" r:id="rId13" imgW="2825280" imgH="714240" progId="Word.Document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4876800"/>
                        <a:ext cx="6705600" cy="173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89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89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89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89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89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89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6B829-F52C-49E6-BE4C-95BCF3B4C0B6}" type="slidenum">
              <a:rPr lang="zh-CN" altLang="en-US"/>
              <a:pPr/>
              <a:t>128</a:t>
            </a:fld>
            <a:endParaRPr lang="zh-CN" altLang="en-US"/>
          </a:p>
        </p:txBody>
      </p:sp>
      <p:graphicFrame>
        <p:nvGraphicFramePr>
          <p:cNvPr id="1190914" name="Object 2"/>
          <p:cNvGraphicFramePr>
            <a:graphicFrameLocks noChangeAspect="1"/>
          </p:cNvGraphicFramePr>
          <p:nvPr/>
        </p:nvGraphicFramePr>
        <p:xfrm>
          <a:off x="304800" y="2362200"/>
          <a:ext cx="57150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0932" name="Document" r:id="rId3" imgW="2428920" imgH="228600" progId="Word.Document.8">
                  <p:embed/>
                </p:oleObj>
              </mc:Choice>
              <mc:Fallback>
                <p:oleObj name="Document" r:id="rId3" imgW="2428920" imgH="22860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362200"/>
                        <a:ext cx="571500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0915" name="Object 3"/>
          <p:cNvGraphicFramePr>
            <a:graphicFrameLocks noChangeAspect="1"/>
          </p:cNvGraphicFramePr>
          <p:nvPr/>
        </p:nvGraphicFramePr>
        <p:xfrm>
          <a:off x="685800" y="2971800"/>
          <a:ext cx="2971800" cy="206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0933" name="Equation" r:id="rId5" imgW="1333440" imgH="927000" progId="Equation.3">
                  <p:embed/>
                </p:oleObj>
              </mc:Choice>
              <mc:Fallback>
                <p:oleObj name="Equation" r:id="rId5" imgW="1333440" imgH="927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971800"/>
                        <a:ext cx="2971800" cy="2066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0916" name="Object 4"/>
          <p:cNvGraphicFramePr>
            <a:graphicFrameLocks noChangeAspect="1"/>
          </p:cNvGraphicFramePr>
          <p:nvPr/>
        </p:nvGraphicFramePr>
        <p:xfrm>
          <a:off x="3962400" y="3233738"/>
          <a:ext cx="3125788" cy="167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0934" name="Document" r:id="rId7" imgW="1336680" imgH="714240" progId="Word.Document.8">
                  <p:embed/>
                </p:oleObj>
              </mc:Choice>
              <mc:Fallback>
                <p:oleObj name="Document" r:id="rId7" imgW="1336680" imgH="71424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3233738"/>
                        <a:ext cx="3125788" cy="167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0917" name="Object 5"/>
          <p:cNvGraphicFramePr>
            <a:graphicFrameLocks noChangeAspect="1"/>
          </p:cNvGraphicFramePr>
          <p:nvPr/>
        </p:nvGraphicFramePr>
        <p:xfrm>
          <a:off x="381000" y="4876800"/>
          <a:ext cx="6705600" cy="173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0935" name="Document" r:id="rId9" imgW="2825280" imgH="714240" progId="Word.Document.8">
                  <p:embed/>
                </p:oleObj>
              </mc:Choice>
              <mc:Fallback>
                <p:oleObj name="Document" r:id="rId9" imgW="2825280" imgH="71424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4876800"/>
                        <a:ext cx="6705600" cy="173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0918" name="Object 6"/>
          <p:cNvGraphicFramePr>
            <a:graphicFrameLocks noChangeAspect="1"/>
          </p:cNvGraphicFramePr>
          <p:nvPr/>
        </p:nvGraphicFramePr>
        <p:xfrm>
          <a:off x="4419600" y="228600"/>
          <a:ext cx="4419600" cy="195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0936" name="Equation" r:id="rId11" imgW="2095200" imgH="927000" progId="Equation.3">
                  <p:embed/>
                </p:oleObj>
              </mc:Choice>
              <mc:Fallback>
                <p:oleObj name="Equation" r:id="rId11" imgW="2095200" imgH="927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228600"/>
                        <a:ext cx="4419600" cy="1952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0919" name="Object 7"/>
          <p:cNvGraphicFramePr>
            <a:graphicFrameLocks noChangeAspect="1"/>
          </p:cNvGraphicFramePr>
          <p:nvPr/>
        </p:nvGraphicFramePr>
        <p:xfrm>
          <a:off x="152400" y="228600"/>
          <a:ext cx="4284663" cy="195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0937" name="Equation" r:id="rId13" imgW="2031840" imgH="927000" progId="Equation.3">
                  <p:embed/>
                </p:oleObj>
              </mc:Choice>
              <mc:Fallback>
                <p:oleObj name="Equation" r:id="rId13" imgW="2031840" imgH="9270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228600"/>
                        <a:ext cx="4284663" cy="1952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90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90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90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90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90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71120-09CD-4682-A79D-093AD1A4AA9F}" type="slidenum">
              <a:rPr lang="zh-CN" altLang="en-US"/>
              <a:pPr/>
              <a:t>129</a:t>
            </a:fld>
            <a:endParaRPr lang="zh-CN" altLang="en-US"/>
          </a:p>
        </p:txBody>
      </p:sp>
      <p:graphicFrame>
        <p:nvGraphicFramePr>
          <p:cNvPr id="1191938" name="Object 2"/>
          <p:cNvGraphicFramePr>
            <a:graphicFrameLocks noChangeAspect="1"/>
          </p:cNvGraphicFramePr>
          <p:nvPr/>
        </p:nvGraphicFramePr>
        <p:xfrm>
          <a:off x="228600" y="2362200"/>
          <a:ext cx="8613775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4236" name="Document" r:id="rId3" imgW="3749760" imgH="228600" progId="Word.Document.8">
                  <p:embed/>
                </p:oleObj>
              </mc:Choice>
              <mc:Fallback>
                <p:oleObj name="Document" r:id="rId3" imgW="3749760" imgH="22860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362200"/>
                        <a:ext cx="8613775" cy="55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1939" name="Object 3"/>
          <p:cNvGraphicFramePr>
            <a:graphicFrameLocks noChangeAspect="1"/>
          </p:cNvGraphicFramePr>
          <p:nvPr/>
        </p:nvGraphicFramePr>
        <p:xfrm>
          <a:off x="609600" y="3048000"/>
          <a:ext cx="3168650" cy="205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4237" name="Equation" r:id="rId5" imgW="1434960" imgH="927000" progId="Equation.3">
                  <p:embed/>
                </p:oleObj>
              </mc:Choice>
              <mc:Fallback>
                <p:oleObj name="Equation" r:id="rId5" imgW="1434960" imgH="927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048000"/>
                        <a:ext cx="3168650" cy="2051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1940" name="Object 4"/>
          <p:cNvGraphicFramePr>
            <a:graphicFrameLocks noChangeAspect="1"/>
          </p:cNvGraphicFramePr>
          <p:nvPr/>
        </p:nvGraphicFramePr>
        <p:xfrm>
          <a:off x="4267200" y="3276600"/>
          <a:ext cx="3279775" cy="169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4238" name="Document" r:id="rId7" imgW="1370880" imgH="703800" progId="Word.Document.8">
                  <p:embed/>
                </p:oleObj>
              </mc:Choice>
              <mc:Fallback>
                <p:oleObj name="Document" r:id="rId7" imgW="1370880" imgH="70380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3276600"/>
                        <a:ext cx="3279775" cy="1693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91941" name="Text Box 5"/>
          <p:cNvSpPr txBox="1">
            <a:spLocks noChangeArrowheads="1"/>
          </p:cNvSpPr>
          <p:nvPr/>
        </p:nvSpPr>
        <p:spPr bwMode="auto">
          <a:xfrm>
            <a:off x="228600" y="5181600"/>
            <a:ext cx="480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latin typeface="宋体" panose="02010600030101010101" pitchFamily="2" charset="-122"/>
              </a:rPr>
              <a:t>即为(1)与(2)的唯一公共解. </a:t>
            </a:r>
          </a:p>
        </p:txBody>
      </p:sp>
      <p:graphicFrame>
        <p:nvGraphicFramePr>
          <p:cNvPr id="1191942" name="Object 6"/>
          <p:cNvGraphicFramePr>
            <a:graphicFrameLocks noChangeAspect="1"/>
          </p:cNvGraphicFramePr>
          <p:nvPr/>
        </p:nvGraphicFramePr>
        <p:xfrm>
          <a:off x="231775" y="5946775"/>
          <a:ext cx="6245225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4239" name="Document" r:id="rId9" imgW="2499480" imgH="180720" progId="Word.Document.8">
                  <p:embed/>
                </p:oleObj>
              </mc:Choice>
              <mc:Fallback>
                <p:oleObj name="Document" r:id="rId9" imgW="2499480" imgH="180720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775" y="5946775"/>
                        <a:ext cx="6245225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1943" name="Object 7"/>
          <p:cNvGraphicFramePr>
            <a:graphicFrameLocks noChangeAspect="1"/>
          </p:cNvGraphicFramePr>
          <p:nvPr/>
        </p:nvGraphicFramePr>
        <p:xfrm>
          <a:off x="4419600" y="228600"/>
          <a:ext cx="4419600" cy="195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4240" name="Equation" r:id="rId11" imgW="2095200" imgH="927000" progId="Equation.3">
                  <p:embed/>
                </p:oleObj>
              </mc:Choice>
              <mc:Fallback>
                <p:oleObj name="Equation" r:id="rId11" imgW="2095200" imgH="9270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228600"/>
                        <a:ext cx="4419600" cy="1952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1944" name="Object 8"/>
          <p:cNvGraphicFramePr>
            <a:graphicFrameLocks noChangeAspect="1"/>
          </p:cNvGraphicFramePr>
          <p:nvPr/>
        </p:nvGraphicFramePr>
        <p:xfrm>
          <a:off x="152400" y="228600"/>
          <a:ext cx="4284663" cy="195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4241" name="Equation" r:id="rId13" imgW="2031840" imgH="927000" progId="Equation.3">
                  <p:embed/>
                </p:oleObj>
              </mc:Choice>
              <mc:Fallback>
                <p:oleObj name="Equation" r:id="rId13" imgW="2031840" imgH="9270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228600"/>
                        <a:ext cx="4284663" cy="1952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91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91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91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91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91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1941" grpId="0" autoUpdateAnimBg="0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AB0FE-FE61-4631-A1C8-53D124E313F3}" type="slidenum">
              <a:rPr lang="zh-CN" altLang="en-US"/>
              <a:pPr/>
              <a:t>130</a:t>
            </a:fld>
            <a:endParaRPr lang="zh-CN" altLang="en-US"/>
          </a:p>
        </p:txBody>
      </p:sp>
      <p:sp>
        <p:nvSpPr>
          <p:cNvPr id="1192962" name="Text Box 2"/>
          <p:cNvSpPr txBox="1">
            <a:spLocks noChangeArrowheads="1"/>
          </p:cNvSpPr>
          <p:nvPr/>
        </p:nvSpPr>
        <p:spPr bwMode="auto">
          <a:xfrm>
            <a:off x="304800" y="3105150"/>
            <a:ext cx="129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解法2</a:t>
            </a:r>
          </a:p>
        </p:txBody>
      </p:sp>
      <p:graphicFrame>
        <p:nvGraphicFramePr>
          <p:cNvPr id="1192964" name="Object 4"/>
          <p:cNvGraphicFramePr>
            <a:graphicFrameLocks noChangeAspect="1"/>
          </p:cNvGraphicFramePr>
          <p:nvPr/>
        </p:nvGraphicFramePr>
        <p:xfrm>
          <a:off x="457200" y="762000"/>
          <a:ext cx="3581400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5258" name="Equation" r:id="rId3" imgW="1587240" imgH="723600" progId="Equation.3">
                  <p:embed/>
                </p:oleObj>
              </mc:Choice>
              <mc:Fallback>
                <p:oleObj name="Equation" r:id="rId3" imgW="1587240" imgH="723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762000"/>
                        <a:ext cx="3581400" cy="162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2965" name="Object 5"/>
          <p:cNvGraphicFramePr>
            <a:graphicFrameLocks noChangeAspect="1"/>
          </p:cNvGraphicFramePr>
          <p:nvPr/>
        </p:nvGraphicFramePr>
        <p:xfrm>
          <a:off x="5257800" y="1344613"/>
          <a:ext cx="361315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5259" name="Equation" r:id="rId5" imgW="1587240" imgH="228600" progId="Equation.3">
                  <p:embed/>
                </p:oleObj>
              </mc:Choice>
              <mc:Fallback>
                <p:oleObj name="Equation" r:id="rId5" imgW="158724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1344613"/>
                        <a:ext cx="361315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92966" name="Text Box 6"/>
          <p:cNvSpPr txBox="1">
            <a:spLocks noChangeArrowheads="1"/>
          </p:cNvSpPr>
          <p:nvPr/>
        </p:nvSpPr>
        <p:spPr bwMode="auto">
          <a:xfrm>
            <a:off x="4038600" y="1295400"/>
            <a:ext cx="1600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latin typeface="宋体" panose="02010600030101010101" pitchFamily="2" charset="-122"/>
              </a:rPr>
              <a:t>与方程</a:t>
            </a:r>
          </a:p>
        </p:txBody>
      </p:sp>
      <p:sp>
        <p:nvSpPr>
          <p:cNvPr id="1192967" name="Text Box 7"/>
          <p:cNvSpPr txBox="1">
            <a:spLocks noChangeArrowheads="1"/>
          </p:cNvSpPr>
          <p:nvPr/>
        </p:nvSpPr>
        <p:spPr bwMode="auto">
          <a:xfrm>
            <a:off x="304800" y="2495550"/>
            <a:ext cx="7010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latin typeface="宋体" panose="02010600030101010101" pitchFamily="2" charset="-122"/>
              </a:rPr>
              <a:t>有公共解，求</a:t>
            </a:r>
            <a:r>
              <a:rPr lang="en-US" altLang="zh-CN" i="1"/>
              <a:t>a</a:t>
            </a:r>
            <a:r>
              <a:rPr lang="zh-CN" altLang="en-US">
                <a:latin typeface="宋体" panose="02010600030101010101" pitchFamily="2" charset="-122"/>
              </a:rPr>
              <a:t>的值及所有公共解． </a:t>
            </a:r>
          </a:p>
        </p:txBody>
      </p:sp>
      <p:sp>
        <p:nvSpPr>
          <p:cNvPr id="1192968" name="Text Box 8"/>
          <p:cNvSpPr txBox="1">
            <a:spLocks noChangeArrowheads="1"/>
          </p:cNvSpPr>
          <p:nvPr/>
        </p:nvSpPr>
        <p:spPr bwMode="auto">
          <a:xfrm>
            <a:off x="1447800" y="3114675"/>
            <a:ext cx="457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方程组(1)的系数行列式</a:t>
            </a:r>
            <a:r>
              <a:rPr lang="zh-CN" altLang="en-US">
                <a:latin typeface="宋体" panose="02010600030101010101" pitchFamily="2" charset="-122"/>
              </a:rPr>
              <a:t> </a:t>
            </a:r>
          </a:p>
        </p:txBody>
      </p:sp>
      <p:graphicFrame>
        <p:nvGraphicFramePr>
          <p:cNvPr id="1192969" name="Object 9"/>
          <p:cNvGraphicFramePr>
            <a:graphicFrameLocks noChangeAspect="1"/>
          </p:cNvGraphicFramePr>
          <p:nvPr/>
        </p:nvGraphicFramePr>
        <p:xfrm>
          <a:off x="838200" y="3733800"/>
          <a:ext cx="154305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5260" name="Equation" r:id="rId7" imgW="672840" imgH="698400" progId="Equation.3">
                  <p:embed/>
                </p:oleObj>
              </mc:Choice>
              <mc:Fallback>
                <p:oleObj name="Equation" r:id="rId7" imgW="672840" imgH="6984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733800"/>
                        <a:ext cx="1543050" cy="160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2970" name="Object 10"/>
          <p:cNvGraphicFramePr>
            <a:graphicFrameLocks noChangeAspect="1"/>
          </p:cNvGraphicFramePr>
          <p:nvPr/>
        </p:nvGraphicFramePr>
        <p:xfrm>
          <a:off x="2351088" y="3800475"/>
          <a:ext cx="4354512" cy="150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5261" name="Equation" r:id="rId9" imgW="2031840" imgH="698400" progId="Equation.3">
                  <p:embed/>
                </p:oleObj>
              </mc:Choice>
              <mc:Fallback>
                <p:oleObj name="Equation" r:id="rId9" imgW="2031840" imgH="6984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8" y="3800475"/>
                        <a:ext cx="4354512" cy="1501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2971" name="Object 11"/>
          <p:cNvGraphicFramePr>
            <a:graphicFrameLocks noChangeAspect="1"/>
          </p:cNvGraphicFramePr>
          <p:nvPr/>
        </p:nvGraphicFramePr>
        <p:xfrm>
          <a:off x="304800" y="5110163"/>
          <a:ext cx="8537575" cy="1290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5262" name="Document" r:id="rId11" imgW="3383280" imgH="510480" progId="Word.Document.8">
                  <p:embed/>
                </p:oleObj>
              </mc:Choice>
              <mc:Fallback>
                <p:oleObj name="Document" r:id="rId11" imgW="3383280" imgH="510480" progId="Word.Document.8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5110163"/>
                        <a:ext cx="8537575" cy="1290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92972" name="Text Box 12"/>
          <p:cNvSpPr txBox="1">
            <a:spLocks noChangeArrowheads="1"/>
          </p:cNvSpPr>
          <p:nvPr/>
        </p:nvSpPr>
        <p:spPr bwMode="auto">
          <a:xfrm>
            <a:off x="228600" y="209550"/>
            <a:ext cx="3657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27、</a:t>
            </a:r>
            <a:r>
              <a:rPr lang="zh-CN" altLang="en-US">
                <a:latin typeface="宋体" panose="02010600030101010101" pitchFamily="2" charset="-122"/>
              </a:rPr>
              <a:t>设线性方程组</a:t>
            </a:r>
            <a:r>
              <a:rPr lang="zh-CN" altLang="en-US">
                <a:latin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92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92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92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92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92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2962" grpId="0" autoUpdateAnimBg="0"/>
      <p:bldP spid="1192968" grpId="0" autoUpdateAnimBg="0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257B2-902F-4531-A257-C90E4AF47830}" type="slidenum">
              <a:rPr lang="zh-CN" altLang="en-US"/>
              <a:pPr/>
              <a:t>131</a:t>
            </a:fld>
            <a:endParaRPr lang="zh-CN" altLang="en-US"/>
          </a:p>
        </p:txBody>
      </p:sp>
      <p:graphicFrame>
        <p:nvGraphicFramePr>
          <p:cNvPr id="1193986" name="Object 2"/>
          <p:cNvGraphicFramePr>
            <a:graphicFrameLocks noChangeAspect="1"/>
          </p:cNvGraphicFramePr>
          <p:nvPr/>
        </p:nvGraphicFramePr>
        <p:xfrm>
          <a:off x="381000" y="381000"/>
          <a:ext cx="1676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6284" name="Document" r:id="rId3" imgW="699120" imgH="182160" progId="Word.Document.8">
                  <p:embed/>
                </p:oleObj>
              </mc:Choice>
              <mc:Fallback>
                <p:oleObj name="Document" r:id="rId3" imgW="699120" imgH="18216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81000"/>
                        <a:ext cx="16764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3987" name="Object 3"/>
          <p:cNvGraphicFramePr>
            <a:graphicFrameLocks noChangeAspect="1"/>
          </p:cNvGraphicFramePr>
          <p:nvPr/>
        </p:nvGraphicFramePr>
        <p:xfrm>
          <a:off x="5257800" y="228600"/>
          <a:ext cx="3581400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6285" name="Equation" r:id="rId5" imgW="1587240" imgH="723600" progId="Equation.3">
                  <p:embed/>
                </p:oleObj>
              </mc:Choice>
              <mc:Fallback>
                <p:oleObj name="Equation" r:id="rId5" imgW="1587240" imgH="723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228600"/>
                        <a:ext cx="3581400" cy="162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93988" name="Freeform 4"/>
          <p:cNvSpPr>
            <a:spLocks/>
          </p:cNvSpPr>
          <p:nvPr/>
        </p:nvSpPr>
        <p:spPr bwMode="auto">
          <a:xfrm>
            <a:off x="5105400" y="152400"/>
            <a:ext cx="3886200" cy="1828800"/>
          </a:xfrm>
          <a:custGeom>
            <a:avLst/>
            <a:gdLst>
              <a:gd name="T0" fmla="*/ 0 w 2352"/>
              <a:gd name="T1" fmla="*/ 0 h 1152"/>
              <a:gd name="T2" fmla="*/ 0 w 2352"/>
              <a:gd name="T3" fmla="*/ 1152 h 1152"/>
              <a:gd name="T4" fmla="*/ 2352 w 2352"/>
              <a:gd name="T5" fmla="*/ 1152 h 11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352" h="1152">
                <a:moveTo>
                  <a:pt x="0" y="0"/>
                </a:moveTo>
                <a:lnTo>
                  <a:pt x="0" y="1152"/>
                </a:lnTo>
                <a:lnTo>
                  <a:pt x="2352" y="1152"/>
                </a:lnTo>
              </a:path>
            </a:pathLst>
          </a:custGeom>
          <a:noFill/>
          <a:ln w="38100" cap="flat" cmpd="sng">
            <a:solidFill>
              <a:srgbClr val="0033CC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graphicFrame>
        <p:nvGraphicFramePr>
          <p:cNvPr id="1193989" name="Object 5"/>
          <p:cNvGraphicFramePr>
            <a:graphicFrameLocks noChangeAspect="1"/>
          </p:cNvGraphicFramePr>
          <p:nvPr/>
        </p:nvGraphicFramePr>
        <p:xfrm>
          <a:off x="533400" y="1066800"/>
          <a:ext cx="3403600" cy="146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6286" name="Equation" r:id="rId7" imgW="1625400" imgH="698400" progId="Equation.3">
                  <p:embed/>
                </p:oleObj>
              </mc:Choice>
              <mc:Fallback>
                <p:oleObj name="Equation" r:id="rId7" imgW="1625400" imgH="6984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066800"/>
                        <a:ext cx="3403600" cy="1468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3990" name="Object 6"/>
          <p:cNvGraphicFramePr>
            <a:graphicFrameLocks noChangeAspect="1"/>
          </p:cNvGraphicFramePr>
          <p:nvPr/>
        </p:nvGraphicFramePr>
        <p:xfrm>
          <a:off x="228600" y="2590800"/>
          <a:ext cx="5100638" cy="173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6287" name="Document" r:id="rId9" imgW="2163960" imgH="731160" progId="Word.Document.8">
                  <p:embed/>
                </p:oleObj>
              </mc:Choice>
              <mc:Fallback>
                <p:oleObj name="Document" r:id="rId9" imgW="2163960" imgH="731160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590800"/>
                        <a:ext cx="5100638" cy="173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3991" name="Object 7"/>
          <p:cNvGraphicFramePr>
            <a:graphicFrameLocks noChangeAspect="1"/>
          </p:cNvGraphicFramePr>
          <p:nvPr/>
        </p:nvGraphicFramePr>
        <p:xfrm>
          <a:off x="152400" y="3733800"/>
          <a:ext cx="8686800" cy="165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6288" name="Document" r:id="rId11" imgW="3665880" imgH="698400" progId="Word.Document.8">
                  <p:embed/>
                </p:oleObj>
              </mc:Choice>
              <mc:Fallback>
                <p:oleObj name="Document" r:id="rId11" imgW="3665880" imgH="698400" progId="Word.Document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3733800"/>
                        <a:ext cx="8686800" cy="165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3992" name="Object 8"/>
          <p:cNvGraphicFramePr>
            <a:graphicFrameLocks noChangeAspect="1"/>
          </p:cNvGraphicFramePr>
          <p:nvPr/>
        </p:nvGraphicFramePr>
        <p:xfrm>
          <a:off x="152400" y="4953000"/>
          <a:ext cx="7388225" cy="173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6289" name="Document" r:id="rId13" imgW="3129120" imgH="731160" progId="Word.Document.8">
                  <p:embed/>
                </p:oleObj>
              </mc:Choice>
              <mc:Fallback>
                <p:oleObj name="Document" r:id="rId13" imgW="3129120" imgH="731160" progId="Word.Document.8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4953000"/>
                        <a:ext cx="7388225" cy="173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93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93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93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93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93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2B935-A47B-402D-8494-5ACE2DB8F7A9}" type="slidenum">
              <a:rPr lang="zh-CN" altLang="en-US"/>
              <a:pPr/>
              <a:t>132</a:t>
            </a:fld>
            <a:endParaRPr lang="zh-CN" altLang="en-US"/>
          </a:p>
        </p:txBody>
      </p:sp>
      <p:graphicFrame>
        <p:nvGraphicFramePr>
          <p:cNvPr id="1195010" name="Object 2"/>
          <p:cNvGraphicFramePr>
            <a:graphicFrameLocks noChangeAspect="1"/>
          </p:cNvGraphicFramePr>
          <p:nvPr/>
        </p:nvGraphicFramePr>
        <p:xfrm>
          <a:off x="381000" y="381000"/>
          <a:ext cx="1676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5029" name="Document" r:id="rId3" imgW="699120" imgH="182520" progId="Word.Document.8">
                  <p:embed/>
                </p:oleObj>
              </mc:Choice>
              <mc:Fallback>
                <p:oleObj name="Document" r:id="rId3" imgW="699120" imgH="18252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81000"/>
                        <a:ext cx="16764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5011" name="Object 3"/>
          <p:cNvGraphicFramePr>
            <a:graphicFrameLocks noChangeAspect="1"/>
          </p:cNvGraphicFramePr>
          <p:nvPr/>
        </p:nvGraphicFramePr>
        <p:xfrm>
          <a:off x="5257800" y="228600"/>
          <a:ext cx="3581400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5030" name="Equation" r:id="rId5" imgW="1587240" imgH="723600" progId="Equation.3">
                  <p:embed/>
                </p:oleObj>
              </mc:Choice>
              <mc:Fallback>
                <p:oleObj name="Equation" r:id="rId5" imgW="1587240" imgH="723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228600"/>
                        <a:ext cx="3581400" cy="162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95012" name="Freeform 4"/>
          <p:cNvSpPr>
            <a:spLocks/>
          </p:cNvSpPr>
          <p:nvPr/>
        </p:nvSpPr>
        <p:spPr bwMode="auto">
          <a:xfrm>
            <a:off x="5105400" y="152400"/>
            <a:ext cx="3886200" cy="1828800"/>
          </a:xfrm>
          <a:custGeom>
            <a:avLst/>
            <a:gdLst>
              <a:gd name="T0" fmla="*/ 0 w 2352"/>
              <a:gd name="T1" fmla="*/ 0 h 1152"/>
              <a:gd name="T2" fmla="*/ 0 w 2352"/>
              <a:gd name="T3" fmla="*/ 1152 h 1152"/>
              <a:gd name="T4" fmla="*/ 2352 w 2352"/>
              <a:gd name="T5" fmla="*/ 1152 h 11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352" h="1152">
                <a:moveTo>
                  <a:pt x="0" y="0"/>
                </a:moveTo>
                <a:lnTo>
                  <a:pt x="0" y="1152"/>
                </a:lnTo>
                <a:lnTo>
                  <a:pt x="2352" y="1152"/>
                </a:lnTo>
              </a:path>
            </a:pathLst>
          </a:custGeom>
          <a:noFill/>
          <a:ln w="38100" cap="flat" cmpd="sng">
            <a:solidFill>
              <a:srgbClr val="0033CC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graphicFrame>
        <p:nvGraphicFramePr>
          <p:cNvPr id="1195013" name="Object 5"/>
          <p:cNvGraphicFramePr>
            <a:graphicFrameLocks noChangeAspect="1"/>
          </p:cNvGraphicFramePr>
          <p:nvPr/>
        </p:nvGraphicFramePr>
        <p:xfrm>
          <a:off x="228600" y="2590800"/>
          <a:ext cx="5100638" cy="173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5031" name="Document" r:id="rId7" imgW="2163960" imgH="731880" progId="Word.Document.8">
                  <p:embed/>
                </p:oleObj>
              </mc:Choice>
              <mc:Fallback>
                <p:oleObj name="Document" r:id="rId7" imgW="2163960" imgH="73188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590800"/>
                        <a:ext cx="5100638" cy="173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5014" name="Object 6"/>
          <p:cNvGraphicFramePr>
            <a:graphicFrameLocks noChangeAspect="1"/>
          </p:cNvGraphicFramePr>
          <p:nvPr/>
        </p:nvGraphicFramePr>
        <p:xfrm>
          <a:off x="152400" y="4343400"/>
          <a:ext cx="7051675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5032" name="Document" r:id="rId9" imgW="3003480" imgH="246240" progId="Word.Document.8">
                  <p:embed/>
                </p:oleObj>
              </mc:Choice>
              <mc:Fallback>
                <p:oleObj name="Document" r:id="rId9" imgW="3003480" imgH="246240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4343400"/>
                        <a:ext cx="7051675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5015" name="Object 7"/>
          <p:cNvGraphicFramePr>
            <a:graphicFrameLocks noChangeAspect="1"/>
          </p:cNvGraphicFramePr>
          <p:nvPr/>
        </p:nvGraphicFramePr>
        <p:xfrm>
          <a:off x="150813" y="4948238"/>
          <a:ext cx="5343525" cy="173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5033" name="Document" r:id="rId11" imgW="2279160" imgH="735120" progId="Word.Document.8">
                  <p:embed/>
                </p:oleObj>
              </mc:Choice>
              <mc:Fallback>
                <p:oleObj name="Document" r:id="rId11" imgW="2279160" imgH="735120" progId="Word.Document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813" y="4948238"/>
                        <a:ext cx="5343525" cy="173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5016" name="Object 8"/>
          <p:cNvGraphicFramePr>
            <a:graphicFrameLocks noChangeAspect="1"/>
          </p:cNvGraphicFramePr>
          <p:nvPr/>
        </p:nvGraphicFramePr>
        <p:xfrm>
          <a:off x="304800" y="914400"/>
          <a:ext cx="3810000" cy="162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5034" name="Equation" r:id="rId13" imgW="1638000" imgH="698400" progId="Equation.3">
                  <p:embed/>
                </p:oleObj>
              </mc:Choice>
              <mc:Fallback>
                <p:oleObj name="Equation" r:id="rId13" imgW="1638000" imgH="6984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914400"/>
                        <a:ext cx="3810000" cy="1628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95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95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95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95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95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1750" cap="flat" cmpd="sng" algn="ctr">
          <a:solidFill>
            <a:srgbClr val="0033CC"/>
          </a:solidFill>
          <a:prstDash val="solid"/>
          <a:round/>
          <a:headEnd type="none" w="med" len="med"/>
          <a:tailEnd type="triangl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0000" tIns="46800" rIns="90000" bIns="4680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CN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1750" cap="flat" cmpd="sng" algn="ctr">
          <a:solidFill>
            <a:srgbClr val="0033CC"/>
          </a:solidFill>
          <a:prstDash val="solid"/>
          <a:round/>
          <a:headEnd type="none" w="med" len="med"/>
          <a:tailEnd type="triangl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0000" tIns="46800" rIns="90000" bIns="4680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CN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13122</TotalTime>
  <Words>2851</Words>
  <Application>Microsoft Office PowerPoint</Application>
  <PresentationFormat>全屏显示(4:3)</PresentationFormat>
  <Paragraphs>575</Paragraphs>
  <Slides>132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132</vt:i4>
      </vt:variant>
    </vt:vector>
  </HeadingPairs>
  <TitlesOfParts>
    <vt:vector size="143" baseType="lpstr">
      <vt:lpstr>黑体</vt:lpstr>
      <vt:lpstr>隶书</vt:lpstr>
      <vt:lpstr>宋体</vt:lpstr>
      <vt:lpstr>Arial</vt:lpstr>
      <vt:lpstr>Symbol</vt:lpstr>
      <vt:lpstr>Times New Roman</vt:lpstr>
      <vt:lpstr>默认设计模板</vt:lpstr>
      <vt:lpstr>Equation</vt:lpstr>
      <vt:lpstr>Document</vt:lpstr>
      <vt:lpstr>Microsoft 公式 3.0</vt:lpstr>
      <vt:lpstr>Microsoft Word 97 - 2003 文档</vt:lpstr>
      <vt:lpstr>第三章</vt:lpstr>
      <vt:lpstr>PowerPoint 演示文稿</vt:lpstr>
      <vt:lpstr>第一节  线性方程组的消元解法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线性方程组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第二节  向量与向量组的线性组合</vt:lpstr>
      <vt:lpstr>PowerPoint 演示文稿</vt:lpstr>
      <vt:lpstr>PowerPoint 演示文稿</vt:lpstr>
      <vt:lpstr>PowerPoint 演示文稿</vt:lpstr>
      <vt:lpstr>PowerPoint 演示文稿</vt:lpstr>
      <vt:lpstr>(二) 向量组的线性组合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向量组的等价：</vt:lpstr>
      <vt:lpstr>PowerPoint 演示文稿</vt:lpstr>
      <vt:lpstr>第三节  向量组的线性相关性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线性相关性的其它性质：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(二) 关于线性组合与线性相关的定理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第四节  向量组的秩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(二) 向量组的秩</vt:lpstr>
      <vt:lpstr>PowerPoint 演示文稿</vt:lpstr>
      <vt:lpstr>PowerPoint 演示文稿</vt:lpstr>
      <vt:lpstr>(三) 矩阵的秩与向量组的秩的关系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第五节  线性方程组解的结构</vt:lpstr>
      <vt:lpstr>(一)齐次线性方程组解的结构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(二)非齐次线性方程组解的结构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END</vt:lpstr>
      <vt:lpstr>习题选解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第三章 线性方程组</dc:title>
  <dc:creator>金义明</dc:creator>
  <cp:lastModifiedBy>1J412</cp:lastModifiedBy>
  <cp:revision>1013</cp:revision>
  <dcterms:created xsi:type="dcterms:W3CDTF">1601-01-01T00:00:00Z</dcterms:created>
  <dcterms:modified xsi:type="dcterms:W3CDTF">2025-12-19T08:11:51Z</dcterms:modified>
</cp:coreProperties>
</file>