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4"/>
  </p:notesMasterIdLst>
  <p:handoutMasterIdLst>
    <p:handoutMasterId r:id="rId155"/>
  </p:handoutMasterIdLst>
  <p:sldIdLst>
    <p:sldId id="985" r:id="rId2"/>
    <p:sldId id="1041" r:id="rId3"/>
    <p:sldId id="987" r:id="rId4"/>
    <p:sldId id="988" r:id="rId5"/>
    <p:sldId id="989" r:id="rId6"/>
    <p:sldId id="990" r:id="rId7"/>
    <p:sldId id="991" r:id="rId8"/>
    <p:sldId id="1042" r:id="rId9"/>
    <p:sldId id="1043" r:id="rId10"/>
    <p:sldId id="998" r:id="rId11"/>
    <p:sldId id="999" r:id="rId12"/>
    <p:sldId id="1000" r:id="rId13"/>
    <p:sldId id="1001" r:id="rId14"/>
    <p:sldId id="1002" r:id="rId15"/>
    <p:sldId id="1049" r:id="rId16"/>
    <p:sldId id="1003" r:id="rId17"/>
    <p:sldId id="1004" r:id="rId18"/>
    <p:sldId id="1050" r:id="rId19"/>
    <p:sldId id="1006" r:id="rId20"/>
    <p:sldId id="1007" r:id="rId21"/>
    <p:sldId id="1008" r:id="rId22"/>
    <p:sldId id="1052" r:id="rId23"/>
    <p:sldId id="676" r:id="rId24"/>
    <p:sldId id="695" r:id="rId25"/>
    <p:sldId id="691" r:id="rId26"/>
    <p:sldId id="1054" r:id="rId27"/>
    <p:sldId id="692" r:id="rId28"/>
    <p:sldId id="1055" r:id="rId29"/>
    <p:sldId id="693" r:id="rId30"/>
    <p:sldId id="1057" r:id="rId31"/>
    <p:sldId id="1056" r:id="rId32"/>
    <p:sldId id="1058" r:id="rId33"/>
    <p:sldId id="1059" r:id="rId34"/>
    <p:sldId id="1060" r:id="rId35"/>
    <p:sldId id="1061" r:id="rId36"/>
    <p:sldId id="1062" r:id="rId37"/>
    <p:sldId id="677" r:id="rId38"/>
    <p:sldId id="1067" r:id="rId39"/>
    <p:sldId id="961" r:id="rId40"/>
    <p:sldId id="679" r:id="rId41"/>
    <p:sldId id="1063" r:id="rId42"/>
    <p:sldId id="1064" r:id="rId43"/>
    <p:sldId id="1065" r:id="rId44"/>
    <p:sldId id="1066" r:id="rId45"/>
    <p:sldId id="1068" r:id="rId46"/>
    <p:sldId id="1069" r:id="rId47"/>
    <p:sldId id="1070" r:id="rId48"/>
    <p:sldId id="1071" r:id="rId49"/>
    <p:sldId id="1072" r:id="rId50"/>
    <p:sldId id="1073" r:id="rId51"/>
    <p:sldId id="1014" r:id="rId52"/>
    <p:sldId id="1015" r:id="rId53"/>
    <p:sldId id="1016" r:id="rId54"/>
    <p:sldId id="1017" r:id="rId55"/>
    <p:sldId id="1074" r:id="rId56"/>
    <p:sldId id="1075" r:id="rId57"/>
    <p:sldId id="1076" r:id="rId58"/>
    <p:sldId id="1077" r:id="rId59"/>
    <p:sldId id="1078" r:id="rId60"/>
    <p:sldId id="1079" r:id="rId61"/>
    <p:sldId id="1080" r:id="rId62"/>
    <p:sldId id="1081" r:id="rId63"/>
    <p:sldId id="1082" r:id="rId64"/>
    <p:sldId id="1083" r:id="rId65"/>
    <p:sldId id="1084" r:id="rId66"/>
    <p:sldId id="1085" r:id="rId67"/>
    <p:sldId id="1086" r:id="rId68"/>
    <p:sldId id="1087" r:id="rId69"/>
    <p:sldId id="1088" r:id="rId70"/>
    <p:sldId id="1089" r:id="rId71"/>
    <p:sldId id="1022" r:id="rId72"/>
    <p:sldId id="1023" r:id="rId73"/>
    <p:sldId id="1024" r:id="rId74"/>
    <p:sldId id="1025" r:id="rId75"/>
    <p:sldId id="1026" r:id="rId76"/>
    <p:sldId id="1090" r:id="rId77"/>
    <p:sldId id="1027" r:id="rId78"/>
    <p:sldId id="1028" r:id="rId79"/>
    <p:sldId id="1029" r:id="rId80"/>
    <p:sldId id="1030" r:id="rId81"/>
    <p:sldId id="1031" r:id="rId82"/>
    <p:sldId id="1032" r:id="rId83"/>
    <p:sldId id="1033" r:id="rId84"/>
    <p:sldId id="1034" r:id="rId85"/>
    <p:sldId id="1091" r:id="rId86"/>
    <p:sldId id="1092" r:id="rId87"/>
    <p:sldId id="1093" r:id="rId88"/>
    <p:sldId id="1094" r:id="rId89"/>
    <p:sldId id="1095" r:id="rId90"/>
    <p:sldId id="1096" r:id="rId91"/>
    <p:sldId id="1097" r:id="rId92"/>
    <p:sldId id="1098" r:id="rId93"/>
    <p:sldId id="1099" r:id="rId94"/>
    <p:sldId id="1100" r:id="rId95"/>
    <p:sldId id="1101" r:id="rId96"/>
    <p:sldId id="1102" r:id="rId97"/>
    <p:sldId id="1103" r:id="rId98"/>
    <p:sldId id="1104" r:id="rId99"/>
    <p:sldId id="1105" r:id="rId100"/>
    <p:sldId id="1106" r:id="rId101"/>
    <p:sldId id="1107" r:id="rId102"/>
    <p:sldId id="1108" r:id="rId103"/>
    <p:sldId id="1109" r:id="rId104"/>
    <p:sldId id="1110" r:id="rId105"/>
    <p:sldId id="1111" r:id="rId106"/>
    <p:sldId id="1112" r:id="rId107"/>
    <p:sldId id="1113" r:id="rId108"/>
    <p:sldId id="1114" r:id="rId109"/>
    <p:sldId id="1115" r:id="rId110"/>
    <p:sldId id="1116" r:id="rId111"/>
    <p:sldId id="1117" r:id="rId112"/>
    <p:sldId id="1118" r:id="rId113"/>
    <p:sldId id="1119" r:id="rId114"/>
    <p:sldId id="1120" r:id="rId115"/>
    <p:sldId id="1121" r:id="rId116"/>
    <p:sldId id="1122" r:id="rId117"/>
    <p:sldId id="1123" r:id="rId118"/>
    <p:sldId id="1124" r:id="rId119"/>
    <p:sldId id="1125" r:id="rId120"/>
    <p:sldId id="1126" r:id="rId121"/>
    <p:sldId id="1127" r:id="rId122"/>
    <p:sldId id="1128" r:id="rId123"/>
    <p:sldId id="1129" r:id="rId124"/>
    <p:sldId id="1130" r:id="rId125"/>
    <p:sldId id="1131" r:id="rId126"/>
    <p:sldId id="1132" r:id="rId127"/>
    <p:sldId id="1133" r:id="rId128"/>
    <p:sldId id="1134" r:id="rId129"/>
    <p:sldId id="1135" r:id="rId130"/>
    <p:sldId id="1136" r:id="rId131"/>
    <p:sldId id="1137" r:id="rId132"/>
    <p:sldId id="1138" r:id="rId133"/>
    <p:sldId id="1139" r:id="rId134"/>
    <p:sldId id="1140" r:id="rId135"/>
    <p:sldId id="1141" r:id="rId136"/>
    <p:sldId id="1142" r:id="rId137"/>
    <p:sldId id="1143" r:id="rId138"/>
    <p:sldId id="1144" r:id="rId139"/>
    <p:sldId id="1145" r:id="rId140"/>
    <p:sldId id="1146" r:id="rId141"/>
    <p:sldId id="1147" r:id="rId142"/>
    <p:sldId id="1148" r:id="rId143"/>
    <p:sldId id="1149" r:id="rId144"/>
    <p:sldId id="1151" r:id="rId145"/>
    <p:sldId id="1155" r:id="rId146"/>
    <p:sldId id="1159" r:id="rId147"/>
    <p:sldId id="1166" r:id="rId148"/>
    <p:sldId id="1165" r:id="rId149"/>
    <p:sldId id="1160" r:id="rId150"/>
    <p:sldId id="1167" r:id="rId151"/>
    <p:sldId id="1161" r:id="rId152"/>
    <p:sldId id="1156" r:id="rId1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3333CC"/>
    <a:srgbClr val="FFFF99"/>
    <a:srgbClr val="009900"/>
    <a:srgbClr val="CC6600"/>
    <a:srgbClr val="666633"/>
    <a:srgbClr val="0000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9" autoAdjust="0"/>
    <p:restoredTop sz="90929"/>
  </p:normalViewPr>
  <p:slideViewPr>
    <p:cSldViewPr>
      <p:cViewPr varScale="1">
        <p:scale>
          <a:sx n="72" d="100"/>
          <a:sy n="72" d="100"/>
        </p:scale>
        <p:origin x="11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handoutMaster" Target="handoutMasters/handout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2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1.wmf"/><Relationship Id="rId5" Type="http://schemas.openxmlformats.org/officeDocument/2006/relationships/image" Target="../media/image27.wmf"/><Relationship Id="rId4" Type="http://schemas.openxmlformats.org/officeDocument/2006/relationships/image" Target="../media/image5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4" Type="http://schemas.openxmlformats.org/officeDocument/2006/relationships/image" Target="../media/image7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7" Type="http://schemas.openxmlformats.org/officeDocument/2006/relationships/image" Target="../media/image78.wmf"/><Relationship Id="rId2" Type="http://schemas.openxmlformats.org/officeDocument/2006/relationships/image" Target="../media/image73.emf"/><Relationship Id="rId1" Type="http://schemas.openxmlformats.org/officeDocument/2006/relationships/image" Target="../media/image69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93.emf"/><Relationship Id="rId3" Type="http://schemas.openxmlformats.org/officeDocument/2006/relationships/image" Target="../media/image83.wmf"/><Relationship Id="rId7" Type="http://schemas.openxmlformats.org/officeDocument/2006/relationships/image" Target="../media/image87.emf"/><Relationship Id="rId12" Type="http://schemas.openxmlformats.org/officeDocument/2006/relationships/image" Target="../media/image92.emf"/><Relationship Id="rId17" Type="http://schemas.openxmlformats.org/officeDocument/2006/relationships/image" Target="../media/image97.emf"/><Relationship Id="rId2" Type="http://schemas.openxmlformats.org/officeDocument/2006/relationships/image" Target="../media/image82.wmf"/><Relationship Id="rId16" Type="http://schemas.openxmlformats.org/officeDocument/2006/relationships/image" Target="../media/image96.emf"/><Relationship Id="rId1" Type="http://schemas.openxmlformats.org/officeDocument/2006/relationships/image" Target="../media/image81.wmf"/><Relationship Id="rId6" Type="http://schemas.openxmlformats.org/officeDocument/2006/relationships/image" Target="../media/image86.emf"/><Relationship Id="rId11" Type="http://schemas.openxmlformats.org/officeDocument/2006/relationships/image" Target="../media/image91.emf"/><Relationship Id="rId5" Type="http://schemas.openxmlformats.org/officeDocument/2006/relationships/image" Target="../media/image85.emf"/><Relationship Id="rId15" Type="http://schemas.openxmlformats.org/officeDocument/2006/relationships/image" Target="../media/image95.emf"/><Relationship Id="rId10" Type="http://schemas.openxmlformats.org/officeDocument/2006/relationships/image" Target="../media/image90.emf"/><Relationship Id="rId4" Type="http://schemas.openxmlformats.org/officeDocument/2006/relationships/image" Target="../media/image84.emf"/><Relationship Id="rId9" Type="http://schemas.openxmlformats.org/officeDocument/2006/relationships/image" Target="../media/image89.emf"/><Relationship Id="rId14" Type="http://schemas.openxmlformats.org/officeDocument/2006/relationships/image" Target="../media/image94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10" Type="http://schemas.openxmlformats.org/officeDocument/2006/relationships/image" Target="../media/image121.wmf"/><Relationship Id="rId4" Type="http://schemas.openxmlformats.org/officeDocument/2006/relationships/image" Target="../media/image115.wmf"/><Relationship Id="rId9" Type="http://schemas.openxmlformats.org/officeDocument/2006/relationships/image" Target="../media/image120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image" Target="../media/image134.e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12" Type="http://schemas.openxmlformats.org/officeDocument/2006/relationships/image" Target="../media/image133.wmf"/><Relationship Id="rId2" Type="http://schemas.openxmlformats.org/officeDocument/2006/relationships/image" Target="../media/image123.wmf"/><Relationship Id="rId16" Type="http://schemas.openxmlformats.org/officeDocument/2006/relationships/image" Target="../media/image137.e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11" Type="http://schemas.openxmlformats.org/officeDocument/2006/relationships/image" Target="../media/image132.emf"/><Relationship Id="rId5" Type="http://schemas.openxmlformats.org/officeDocument/2006/relationships/image" Target="../media/image126.wmf"/><Relationship Id="rId15" Type="http://schemas.openxmlformats.org/officeDocument/2006/relationships/image" Target="../media/image136.emf"/><Relationship Id="rId10" Type="http://schemas.openxmlformats.org/officeDocument/2006/relationships/image" Target="../media/image131.emf"/><Relationship Id="rId4" Type="http://schemas.openxmlformats.org/officeDocument/2006/relationships/image" Target="../media/image125.wmf"/><Relationship Id="rId9" Type="http://schemas.openxmlformats.org/officeDocument/2006/relationships/image" Target="../media/image130.emf"/><Relationship Id="rId14" Type="http://schemas.openxmlformats.org/officeDocument/2006/relationships/image" Target="../media/image135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172.wmf"/><Relationship Id="rId3" Type="http://schemas.openxmlformats.org/officeDocument/2006/relationships/image" Target="../media/image162.wmf"/><Relationship Id="rId7" Type="http://schemas.openxmlformats.org/officeDocument/2006/relationships/image" Target="../media/image166.wmf"/><Relationship Id="rId12" Type="http://schemas.openxmlformats.org/officeDocument/2006/relationships/image" Target="../media/image171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11" Type="http://schemas.openxmlformats.org/officeDocument/2006/relationships/image" Target="../media/image170.wmf"/><Relationship Id="rId5" Type="http://schemas.openxmlformats.org/officeDocument/2006/relationships/image" Target="../media/image164.wmf"/><Relationship Id="rId10" Type="http://schemas.openxmlformats.org/officeDocument/2006/relationships/image" Target="../media/image169.wmf"/><Relationship Id="rId4" Type="http://schemas.openxmlformats.org/officeDocument/2006/relationships/image" Target="../media/image163.wmf"/><Relationship Id="rId9" Type="http://schemas.openxmlformats.org/officeDocument/2006/relationships/image" Target="../media/image168.wmf"/><Relationship Id="rId14" Type="http://schemas.openxmlformats.org/officeDocument/2006/relationships/image" Target="../media/image17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5" Type="http://schemas.openxmlformats.org/officeDocument/2006/relationships/image" Target="../media/image178.emf"/><Relationship Id="rId4" Type="http://schemas.openxmlformats.org/officeDocument/2006/relationships/image" Target="../media/image177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image" Target="../media/image181.wmf"/><Relationship Id="rId7" Type="http://schemas.openxmlformats.org/officeDocument/2006/relationships/image" Target="../media/image185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6" Type="http://schemas.openxmlformats.org/officeDocument/2006/relationships/image" Target="../media/image184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13" Type="http://schemas.openxmlformats.org/officeDocument/2006/relationships/image" Target="../media/image211.wmf"/><Relationship Id="rId18" Type="http://schemas.openxmlformats.org/officeDocument/2006/relationships/image" Target="../media/image216.emf"/><Relationship Id="rId3" Type="http://schemas.openxmlformats.org/officeDocument/2006/relationships/image" Target="../media/image201.wmf"/><Relationship Id="rId7" Type="http://schemas.openxmlformats.org/officeDocument/2006/relationships/image" Target="../media/image205.emf"/><Relationship Id="rId12" Type="http://schemas.openxmlformats.org/officeDocument/2006/relationships/image" Target="../media/image210.wmf"/><Relationship Id="rId17" Type="http://schemas.openxmlformats.org/officeDocument/2006/relationships/image" Target="../media/image215.emf"/><Relationship Id="rId2" Type="http://schemas.openxmlformats.org/officeDocument/2006/relationships/image" Target="../media/image200.wmf"/><Relationship Id="rId16" Type="http://schemas.openxmlformats.org/officeDocument/2006/relationships/image" Target="../media/image214.emf"/><Relationship Id="rId1" Type="http://schemas.openxmlformats.org/officeDocument/2006/relationships/image" Target="../media/image199.wmf"/><Relationship Id="rId6" Type="http://schemas.openxmlformats.org/officeDocument/2006/relationships/image" Target="../media/image204.wmf"/><Relationship Id="rId11" Type="http://schemas.openxmlformats.org/officeDocument/2006/relationships/image" Target="../media/image209.wmf"/><Relationship Id="rId5" Type="http://schemas.openxmlformats.org/officeDocument/2006/relationships/image" Target="../media/image203.wmf"/><Relationship Id="rId15" Type="http://schemas.openxmlformats.org/officeDocument/2006/relationships/image" Target="../media/image213.emf"/><Relationship Id="rId10" Type="http://schemas.openxmlformats.org/officeDocument/2006/relationships/image" Target="../media/image208.wmf"/><Relationship Id="rId19" Type="http://schemas.openxmlformats.org/officeDocument/2006/relationships/image" Target="../media/image217.emf"/><Relationship Id="rId4" Type="http://schemas.openxmlformats.org/officeDocument/2006/relationships/image" Target="../media/image202.wmf"/><Relationship Id="rId9" Type="http://schemas.openxmlformats.org/officeDocument/2006/relationships/image" Target="../media/image207.wmf"/><Relationship Id="rId14" Type="http://schemas.openxmlformats.org/officeDocument/2006/relationships/image" Target="../media/image212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12" Type="http://schemas.openxmlformats.org/officeDocument/2006/relationships/image" Target="../media/image235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11" Type="http://schemas.openxmlformats.org/officeDocument/2006/relationships/image" Target="../media/image234.wmf"/><Relationship Id="rId5" Type="http://schemas.openxmlformats.org/officeDocument/2006/relationships/image" Target="../media/image228.wmf"/><Relationship Id="rId10" Type="http://schemas.openxmlformats.org/officeDocument/2006/relationships/image" Target="../media/image233.wmf"/><Relationship Id="rId4" Type="http://schemas.openxmlformats.org/officeDocument/2006/relationships/image" Target="../media/image227.wmf"/><Relationship Id="rId9" Type="http://schemas.openxmlformats.org/officeDocument/2006/relationships/image" Target="../media/image232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image" Target="../media/image238.wmf"/><Relationship Id="rId7" Type="http://schemas.openxmlformats.org/officeDocument/2006/relationships/image" Target="../media/image242.wmf"/><Relationship Id="rId2" Type="http://schemas.openxmlformats.org/officeDocument/2006/relationships/image" Target="../media/image237.wmf"/><Relationship Id="rId1" Type="http://schemas.openxmlformats.org/officeDocument/2006/relationships/image" Target="../media/image236.wmf"/><Relationship Id="rId6" Type="http://schemas.openxmlformats.org/officeDocument/2006/relationships/image" Target="../media/image241.wmf"/><Relationship Id="rId5" Type="http://schemas.openxmlformats.org/officeDocument/2006/relationships/image" Target="../media/image240.wmf"/><Relationship Id="rId4" Type="http://schemas.openxmlformats.org/officeDocument/2006/relationships/image" Target="../media/image239.wmf"/><Relationship Id="rId9" Type="http://schemas.openxmlformats.org/officeDocument/2006/relationships/image" Target="../media/image244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3" Type="http://schemas.openxmlformats.org/officeDocument/2006/relationships/image" Target="../media/image247.wmf"/><Relationship Id="rId7" Type="http://schemas.openxmlformats.org/officeDocument/2006/relationships/image" Target="../media/image251.wmf"/><Relationship Id="rId2" Type="http://schemas.openxmlformats.org/officeDocument/2006/relationships/image" Target="../media/image246.emf"/><Relationship Id="rId1" Type="http://schemas.openxmlformats.org/officeDocument/2006/relationships/image" Target="../media/image245.wmf"/><Relationship Id="rId6" Type="http://schemas.openxmlformats.org/officeDocument/2006/relationships/image" Target="../media/image250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5" Type="http://schemas.openxmlformats.org/officeDocument/2006/relationships/image" Target="../media/image17.wmf"/><Relationship Id="rId4" Type="http://schemas.openxmlformats.org/officeDocument/2006/relationships/image" Target="../media/image256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emf"/><Relationship Id="rId2" Type="http://schemas.openxmlformats.org/officeDocument/2006/relationships/image" Target="../media/image258.emf"/><Relationship Id="rId1" Type="http://schemas.openxmlformats.org/officeDocument/2006/relationships/image" Target="../media/image257.wmf"/><Relationship Id="rId5" Type="http://schemas.openxmlformats.org/officeDocument/2006/relationships/image" Target="../media/image261.emf"/><Relationship Id="rId4" Type="http://schemas.openxmlformats.org/officeDocument/2006/relationships/image" Target="../media/image260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wmf"/><Relationship Id="rId2" Type="http://schemas.openxmlformats.org/officeDocument/2006/relationships/image" Target="../media/image263.wmf"/><Relationship Id="rId1" Type="http://schemas.openxmlformats.org/officeDocument/2006/relationships/image" Target="../media/image262.wmf"/><Relationship Id="rId5" Type="http://schemas.openxmlformats.org/officeDocument/2006/relationships/image" Target="../media/image266.wmf"/><Relationship Id="rId4" Type="http://schemas.openxmlformats.org/officeDocument/2006/relationships/image" Target="../media/image265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emf"/><Relationship Id="rId3" Type="http://schemas.openxmlformats.org/officeDocument/2006/relationships/image" Target="../media/image269.emf"/><Relationship Id="rId7" Type="http://schemas.openxmlformats.org/officeDocument/2006/relationships/image" Target="../media/image273.emf"/><Relationship Id="rId2" Type="http://schemas.openxmlformats.org/officeDocument/2006/relationships/image" Target="../media/image268.emf"/><Relationship Id="rId1" Type="http://schemas.openxmlformats.org/officeDocument/2006/relationships/image" Target="../media/image267.wmf"/><Relationship Id="rId6" Type="http://schemas.openxmlformats.org/officeDocument/2006/relationships/image" Target="../media/image272.emf"/><Relationship Id="rId11" Type="http://schemas.openxmlformats.org/officeDocument/2006/relationships/image" Target="../media/image277.wmf"/><Relationship Id="rId5" Type="http://schemas.openxmlformats.org/officeDocument/2006/relationships/image" Target="../media/image271.emf"/><Relationship Id="rId10" Type="http://schemas.openxmlformats.org/officeDocument/2006/relationships/image" Target="../media/image276.emf"/><Relationship Id="rId4" Type="http://schemas.openxmlformats.org/officeDocument/2006/relationships/image" Target="../media/image270.emf"/><Relationship Id="rId9" Type="http://schemas.openxmlformats.org/officeDocument/2006/relationships/image" Target="../media/image275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e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wmf"/><Relationship Id="rId2" Type="http://schemas.openxmlformats.org/officeDocument/2006/relationships/image" Target="../media/image282.wmf"/><Relationship Id="rId1" Type="http://schemas.openxmlformats.org/officeDocument/2006/relationships/image" Target="../media/image281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wmf"/><Relationship Id="rId2" Type="http://schemas.openxmlformats.org/officeDocument/2006/relationships/image" Target="../media/image285.wmf"/><Relationship Id="rId1" Type="http://schemas.openxmlformats.org/officeDocument/2006/relationships/image" Target="../media/image284.wmf"/><Relationship Id="rId4" Type="http://schemas.openxmlformats.org/officeDocument/2006/relationships/image" Target="../media/image287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wmf"/><Relationship Id="rId2" Type="http://schemas.openxmlformats.org/officeDocument/2006/relationships/image" Target="../media/image289.wmf"/><Relationship Id="rId1" Type="http://schemas.openxmlformats.org/officeDocument/2006/relationships/image" Target="../media/image288.wmf"/><Relationship Id="rId6" Type="http://schemas.openxmlformats.org/officeDocument/2006/relationships/image" Target="../media/image293.emf"/><Relationship Id="rId5" Type="http://schemas.openxmlformats.org/officeDocument/2006/relationships/image" Target="../media/image292.emf"/><Relationship Id="rId4" Type="http://schemas.openxmlformats.org/officeDocument/2006/relationships/image" Target="../media/image291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wmf"/><Relationship Id="rId2" Type="http://schemas.openxmlformats.org/officeDocument/2006/relationships/image" Target="../media/image295.wmf"/><Relationship Id="rId1" Type="http://schemas.openxmlformats.org/officeDocument/2006/relationships/image" Target="../media/image294.wmf"/><Relationship Id="rId5" Type="http://schemas.openxmlformats.org/officeDocument/2006/relationships/image" Target="../media/image298.emf"/><Relationship Id="rId4" Type="http://schemas.openxmlformats.org/officeDocument/2006/relationships/image" Target="../media/image297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wmf"/><Relationship Id="rId2" Type="http://schemas.openxmlformats.org/officeDocument/2006/relationships/image" Target="../media/image303.wmf"/><Relationship Id="rId1" Type="http://schemas.openxmlformats.org/officeDocument/2006/relationships/image" Target="../media/image302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wmf"/><Relationship Id="rId2" Type="http://schemas.openxmlformats.org/officeDocument/2006/relationships/image" Target="../media/image306.wmf"/><Relationship Id="rId1" Type="http://schemas.openxmlformats.org/officeDocument/2006/relationships/image" Target="../media/image305.wmf"/><Relationship Id="rId4" Type="http://schemas.openxmlformats.org/officeDocument/2006/relationships/image" Target="../media/image308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9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wmf"/><Relationship Id="rId2" Type="http://schemas.openxmlformats.org/officeDocument/2006/relationships/image" Target="../media/image311.wmf"/><Relationship Id="rId1" Type="http://schemas.openxmlformats.org/officeDocument/2006/relationships/image" Target="../media/image310.wmf"/><Relationship Id="rId5" Type="http://schemas.openxmlformats.org/officeDocument/2006/relationships/image" Target="../media/image314.wmf"/><Relationship Id="rId4" Type="http://schemas.openxmlformats.org/officeDocument/2006/relationships/image" Target="../media/image313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wmf"/><Relationship Id="rId2" Type="http://schemas.openxmlformats.org/officeDocument/2006/relationships/image" Target="../media/image316.wmf"/><Relationship Id="rId1" Type="http://schemas.openxmlformats.org/officeDocument/2006/relationships/image" Target="../media/image315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wmf"/><Relationship Id="rId7" Type="http://schemas.openxmlformats.org/officeDocument/2006/relationships/image" Target="../media/image323.emf"/><Relationship Id="rId2" Type="http://schemas.openxmlformats.org/officeDocument/2006/relationships/image" Target="../media/image318.wmf"/><Relationship Id="rId1" Type="http://schemas.openxmlformats.org/officeDocument/2006/relationships/image" Target="../media/image315.wmf"/><Relationship Id="rId6" Type="http://schemas.openxmlformats.org/officeDocument/2006/relationships/image" Target="../media/image322.emf"/><Relationship Id="rId5" Type="http://schemas.openxmlformats.org/officeDocument/2006/relationships/image" Target="../media/image321.emf"/><Relationship Id="rId4" Type="http://schemas.openxmlformats.org/officeDocument/2006/relationships/image" Target="../media/image320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8.wmf"/><Relationship Id="rId1" Type="http://schemas.openxmlformats.org/officeDocument/2006/relationships/image" Target="../media/image327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emf"/><Relationship Id="rId2" Type="http://schemas.openxmlformats.org/officeDocument/2006/relationships/image" Target="../media/image330.emf"/><Relationship Id="rId1" Type="http://schemas.openxmlformats.org/officeDocument/2006/relationships/image" Target="../media/image329.wmf"/><Relationship Id="rId6" Type="http://schemas.openxmlformats.org/officeDocument/2006/relationships/image" Target="../media/image334.emf"/><Relationship Id="rId5" Type="http://schemas.openxmlformats.org/officeDocument/2006/relationships/image" Target="../media/image333.emf"/><Relationship Id="rId4" Type="http://schemas.openxmlformats.org/officeDocument/2006/relationships/image" Target="../media/image332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wmf"/><Relationship Id="rId2" Type="http://schemas.openxmlformats.org/officeDocument/2006/relationships/image" Target="../media/image336.wmf"/><Relationship Id="rId1" Type="http://schemas.openxmlformats.org/officeDocument/2006/relationships/image" Target="../media/image335.wmf"/><Relationship Id="rId5" Type="http://schemas.openxmlformats.org/officeDocument/2006/relationships/image" Target="../media/image339.wmf"/><Relationship Id="rId4" Type="http://schemas.openxmlformats.org/officeDocument/2006/relationships/image" Target="../media/image338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3" Type="http://schemas.openxmlformats.org/officeDocument/2006/relationships/image" Target="../media/image342.wmf"/><Relationship Id="rId7" Type="http://schemas.openxmlformats.org/officeDocument/2006/relationships/image" Target="../media/image346.wmf"/><Relationship Id="rId2" Type="http://schemas.openxmlformats.org/officeDocument/2006/relationships/image" Target="../media/image341.wmf"/><Relationship Id="rId1" Type="http://schemas.openxmlformats.org/officeDocument/2006/relationships/image" Target="../media/image340.wmf"/><Relationship Id="rId6" Type="http://schemas.openxmlformats.org/officeDocument/2006/relationships/image" Target="../media/image345.wmf"/><Relationship Id="rId5" Type="http://schemas.openxmlformats.org/officeDocument/2006/relationships/image" Target="../media/image344.wmf"/><Relationship Id="rId4" Type="http://schemas.openxmlformats.org/officeDocument/2006/relationships/image" Target="../media/image343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wmf"/><Relationship Id="rId7" Type="http://schemas.openxmlformats.org/officeDocument/2006/relationships/image" Target="../media/image354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4" Type="http://schemas.openxmlformats.org/officeDocument/2006/relationships/image" Target="../media/image351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wmf"/><Relationship Id="rId2" Type="http://schemas.openxmlformats.org/officeDocument/2006/relationships/image" Target="../media/image356.wmf"/><Relationship Id="rId1" Type="http://schemas.openxmlformats.org/officeDocument/2006/relationships/image" Target="../media/image355.wmf"/><Relationship Id="rId5" Type="http://schemas.openxmlformats.org/officeDocument/2006/relationships/image" Target="../media/image359.wmf"/><Relationship Id="rId4" Type="http://schemas.openxmlformats.org/officeDocument/2006/relationships/image" Target="../media/image358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wmf"/><Relationship Id="rId2" Type="http://schemas.openxmlformats.org/officeDocument/2006/relationships/image" Target="../media/image361.wmf"/><Relationship Id="rId1" Type="http://schemas.openxmlformats.org/officeDocument/2006/relationships/image" Target="../media/image360.emf"/><Relationship Id="rId5" Type="http://schemas.openxmlformats.org/officeDocument/2006/relationships/image" Target="../media/image357.wmf"/><Relationship Id="rId4" Type="http://schemas.openxmlformats.org/officeDocument/2006/relationships/image" Target="../media/image356.w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wmf"/><Relationship Id="rId2" Type="http://schemas.openxmlformats.org/officeDocument/2006/relationships/image" Target="../media/image356.wmf"/><Relationship Id="rId1" Type="http://schemas.openxmlformats.org/officeDocument/2006/relationships/image" Target="../media/image355.wmf"/><Relationship Id="rId4" Type="http://schemas.openxmlformats.org/officeDocument/2006/relationships/image" Target="../media/image363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5.wmf"/><Relationship Id="rId2" Type="http://schemas.openxmlformats.org/officeDocument/2006/relationships/image" Target="../media/image356.wmf"/><Relationship Id="rId1" Type="http://schemas.openxmlformats.org/officeDocument/2006/relationships/image" Target="../media/image364.wmf"/><Relationship Id="rId6" Type="http://schemas.openxmlformats.org/officeDocument/2006/relationships/image" Target="../media/image368.emf"/><Relationship Id="rId5" Type="http://schemas.openxmlformats.org/officeDocument/2006/relationships/image" Target="../media/image367.emf"/><Relationship Id="rId4" Type="http://schemas.openxmlformats.org/officeDocument/2006/relationships/image" Target="../media/image366.e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wmf"/><Relationship Id="rId2" Type="http://schemas.openxmlformats.org/officeDocument/2006/relationships/image" Target="../media/image370.wmf"/><Relationship Id="rId1" Type="http://schemas.openxmlformats.org/officeDocument/2006/relationships/image" Target="../media/image369.wmf"/><Relationship Id="rId5" Type="http://schemas.openxmlformats.org/officeDocument/2006/relationships/image" Target="../media/image373.wmf"/><Relationship Id="rId4" Type="http://schemas.openxmlformats.org/officeDocument/2006/relationships/image" Target="../media/image372.w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wmf"/><Relationship Id="rId3" Type="http://schemas.openxmlformats.org/officeDocument/2006/relationships/image" Target="../media/image375.wmf"/><Relationship Id="rId7" Type="http://schemas.openxmlformats.org/officeDocument/2006/relationships/image" Target="../media/image379.wmf"/><Relationship Id="rId2" Type="http://schemas.openxmlformats.org/officeDocument/2006/relationships/image" Target="../media/image374.wmf"/><Relationship Id="rId1" Type="http://schemas.openxmlformats.org/officeDocument/2006/relationships/image" Target="../media/image369.wmf"/><Relationship Id="rId6" Type="http://schemas.openxmlformats.org/officeDocument/2006/relationships/image" Target="../media/image378.wmf"/><Relationship Id="rId5" Type="http://schemas.openxmlformats.org/officeDocument/2006/relationships/image" Target="../media/image377.wmf"/><Relationship Id="rId10" Type="http://schemas.openxmlformats.org/officeDocument/2006/relationships/image" Target="../media/image370.wmf"/><Relationship Id="rId4" Type="http://schemas.openxmlformats.org/officeDocument/2006/relationships/image" Target="../media/image376.wmf"/><Relationship Id="rId9" Type="http://schemas.openxmlformats.org/officeDocument/2006/relationships/image" Target="../media/image381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wmf"/><Relationship Id="rId2" Type="http://schemas.openxmlformats.org/officeDocument/2006/relationships/image" Target="../media/image383.wmf"/><Relationship Id="rId1" Type="http://schemas.openxmlformats.org/officeDocument/2006/relationships/image" Target="../media/image382.wmf"/><Relationship Id="rId4" Type="http://schemas.openxmlformats.org/officeDocument/2006/relationships/image" Target="../media/image385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wmf"/><Relationship Id="rId7" Type="http://schemas.openxmlformats.org/officeDocument/2006/relationships/image" Target="../media/image392.wmf"/><Relationship Id="rId2" Type="http://schemas.openxmlformats.org/officeDocument/2006/relationships/image" Target="../media/image387.emf"/><Relationship Id="rId1" Type="http://schemas.openxmlformats.org/officeDocument/2006/relationships/image" Target="../media/image386.emf"/><Relationship Id="rId6" Type="http://schemas.openxmlformats.org/officeDocument/2006/relationships/image" Target="../media/image391.wmf"/><Relationship Id="rId5" Type="http://schemas.openxmlformats.org/officeDocument/2006/relationships/image" Target="../media/image390.wmf"/><Relationship Id="rId4" Type="http://schemas.openxmlformats.org/officeDocument/2006/relationships/image" Target="../media/image389.w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wmf"/><Relationship Id="rId3" Type="http://schemas.openxmlformats.org/officeDocument/2006/relationships/image" Target="../media/image395.wmf"/><Relationship Id="rId7" Type="http://schemas.openxmlformats.org/officeDocument/2006/relationships/image" Target="../media/image399.wmf"/><Relationship Id="rId2" Type="http://schemas.openxmlformats.org/officeDocument/2006/relationships/image" Target="../media/image394.wmf"/><Relationship Id="rId1" Type="http://schemas.openxmlformats.org/officeDocument/2006/relationships/image" Target="../media/image393.wmf"/><Relationship Id="rId6" Type="http://schemas.openxmlformats.org/officeDocument/2006/relationships/image" Target="../media/image398.wmf"/><Relationship Id="rId11" Type="http://schemas.openxmlformats.org/officeDocument/2006/relationships/image" Target="../media/image403.wmf"/><Relationship Id="rId5" Type="http://schemas.openxmlformats.org/officeDocument/2006/relationships/image" Target="../media/image397.wmf"/><Relationship Id="rId10" Type="http://schemas.openxmlformats.org/officeDocument/2006/relationships/image" Target="../media/image402.wmf"/><Relationship Id="rId4" Type="http://schemas.openxmlformats.org/officeDocument/2006/relationships/image" Target="../media/image396.wmf"/><Relationship Id="rId9" Type="http://schemas.openxmlformats.org/officeDocument/2006/relationships/image" Target="../media/image401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wmf"/><Relationship Id="rId3" Type="http://schemas.openxmlformats.org/officeDocument/2006/relationships/image" Target="../media/image406.wmf"/><Relationship Id="rId7" Type="http://schemas.openxmlformats.org/officeDocument/2006/relationships/image" Target="../media/image410.emf"/><Relationship Id="rId2" Type="http://schemas.openxmlformats.org/officeDocument/2006/relationships/image" Target="../media/image405.wmf"/><Relationship Id="rId1" Type="http://schemas.openxmlformats.org/officeDocument/2006/relationships/image" Target="../media/image404.wmf"/><Relationship Id="rId6" Type="http://schemas.openxmlformats.org/officeDocument/2006/relationships/image" Target="../media/image409.wmf"/><Relationship Id="rId5" Type="http://schemas.openxmlformats.org/officeDocument/2006/relationships/image" Target="../media/image408.wmf"/><Relationship Id="rId4" Type="http://schemas.openxmlformats.org/officeDocument/2006/relationships/image" Target="../media/image407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4.emf"/><Relationship Id="rId2" Type="http://schemas.openxmlformats.org/officeDocument/2006/relationships/image" Target="../media/image413.emf"/><Relationship Id="rId1" Type="http://schemas.openxmlformats.org/officeDocument/2006/relationships/image" Target="../media/image412.emf"/><Relationship Id="rId6" Type="http://schemas.openxmlformats.org/officeDocument/2006/relationships/image" Target="../media/image417.wmf"/><Relationship Id="rId5" Type="http://schemas.openxmlformats.org/officeDocument/2006/relationships/image" Target="../media/image416.emf"/><Relationship Id="rId4" Type="http://schemas.openxmlformats.org/officeDocument/2006/relationships/image" Target="../media/image415.e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wmf"/><Relationship Id="rId2" Type="http://schemas.openxmlformats.org/officeDocument/2006/relationships/image" Target="../media/image419.wmf"/><Relationship Id="rId1" Type="http://schemas.openxmlformats.org/officeDocument/2006/relationships/image" Target="../media/image418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wmf"/><Relationship Id="rId3" Type="http://schemas.openxmlformats.org/officeDocument/2006/relationships/image" Target="../media/image423.wmf"/><Relationship Id="rId7" Type="http://schemas.openxmlformats.org/officeDocument/2006/relationships/image" Target="../media/image427.wmf"/><Relationship Id="rId2" Type="http://schemas.openxmlformats.org/officeDocument/2006/relationships/image" Target="../media/image422.wmf"/><Relationship Id="rId1" Type="http://schemas.openxmlformats.org/officeDocument/2006/relationships/image" Target="../media/image421.wmf"/><Relationship Id="rId6" Type="http://schemas.openxmlformats.org/officeDocument/2006/relationships/image" Target="../media/image426.wmf"/><Relationship Id="rId11" Type="http://schemas.openxmlformats.org/officeDocument/2006/relationships/image" Target="../media/image431.wmf"/><Relationship Id="rId5" Type="http://schemas.openxmlformats.org/officeDocument/2006/relationships/image" Target="../media/image425.wmf"/><Relationship Id="rId10" Type="http://schemas.openxmlformats.org/officeDocument/2006/relationships/image" Target="../media/image430.wmf"/><Relationship Id="rId4" Type="http://schemas.openxmlformats.org/officeDocument/2006/relationships/image" Target="../media/image424.wmf"/><Relationship Id="rId9" Type="http://schemas.openxmlformats.org/officeDocument/2006/relationships/image" Target="../media/image429.w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wmf"/><Relationship Id="rId3" Type="http://schemas.openxmlformats.org/officeDocument/2006/relationships/image" Target="../media/image434.wmf"/><Relationship Id="rId7" Type="http://schemas.openxmlformats.org/officeDocument/2006/relationships/image" Target="../media/image438.wmf"/><Relationship Id="rId2" Type="http://schemas.openxmlformats.org/officeDocument/2006/relationships/image" Target="../media/image433.wmf"/><Relationship Id="rId1" Type="http://schemas.openxmlformats.org/officeDocument/2006/relationships/image" Target="../media/image432.emf"/><Relationship Id="rId6" Type="http://schemas.openxmlformats.org/officeDocument/2006/relationships/image" Target="../media/image437.wmf"/><Relationship Id="rId11" Type="http://schemas.openxmlformats.org/officeDocument/2006/relationships/image" Target="../media/image442.wmf"/><Relationship Id="rId5" Type="http://schemas.openxmlformats.org/officeDocument/2006/relationships/image" Target="../media/image436.wmf"/><Relationship Id="rId10" Type="http://schemas.openxmlformats.org/officeDocument/2006/relationships/image" Target="../media/image441.wmf"/><Relationship Id="rId4" Type="http://schemas.openxmlformats.org/officeDocument/2006/relationships/image" Target="../media/image435.wmf"/><Relationship Id="rId9" Type="http://schemas.openxmlformats.org/officeDocument/2006/relationships/image" Target="../media/image440.w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5.wmf"/><Relationship Id="rId2" Type="http://schemas.openxmlformats.org/officeDocument/2006/relationships/image" Target="../media/image444.wmf"/><Relationship Id="rId1" Type="http://schemas.openxmlformats.org/officeDocument/2006/relationships/image" Target="../media/image443.emf"/><Relationship Id="rId5" Type="http://schemas.openxmlformats.org/officeDocument/2006/relationships/image" Target="../media/image447.emf"/><Relationship Id="rId4" Type="http://schemas.openxmlformats.org/officeDocument/2006/relationships/image" Target="../media/image446.wmf"/></Relationships>
</file>

<file path=ppt/drawings/_rels/vmlDrawing7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5.wmf"/><Relationship Id="rId3" Type="http://schemas.openxmlformats.org/officeDocument/2006/relationships/image" Target="../media/image450.wmf"/><Relationship Id="rId7" Type="http://schemas.openxmlformats.org/officeDocument/2006/relationships/image" Target="../media/image454.wmf"/><Relationship Id="rId2" Type="http://schemas.openxmlformats.org/officeDocument/2006/relationships/image" Target="../media/image449.wmf"/><Relationship Id="rId1" Type="http://schemas.openxmlformats.org/officeDocument/2006/relationships/image" Target="../media/image448.wmf"/><Relationship Id="rId6" Type="http://schemas.openxmlformats.org/officeDocument/2006/relationships/image" Target="../media/image453.wmf"/><Relationship Id="rId11" Type="http://schemas.openxmlformats.org/officeDocument/2006/relationships/image" Target="../media/image458.wmf"/><Relationship Id="rId5" Type="http://schemas.openxmlformats.org/officeDocument/2006/relationships/image" Target="../media/image452.wmf"/><Relationship Id="rId10" Type="http://schemas.openxmlformats.org/officeDocument/2006/relationships/image" Target="../media/image457.emf"/><Relationship Id="rId4" Type="http://schemas.openxmlformats.org/officeDocument/2006/relationships/image" Target="../media/image451.wmf"/><Relationship Id="rId9" Type="http://schemas.openxmlformats.org/officeDocument/2006/relationships/image" Target="../media/image456.wmf"/></Relationships>
</file>

<file path=ppt/drawings/_rels/vmlDrawing7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6.wmf"/><Relationship Id="rId13" Type="http://schemas.openxmlformats.org/officeDocument/2006/relationships/image" Target="../media/image471.wmf"/><Relationship Id="rId18" Type="http://schemas.openxmlformats.org/officeDocument/2006/relationships/image" Target="../media/image476.emf"/><Relationship Id="rId3" Type="http://schemas.openxmlformats.org/officeDocument/2006/relationships/image" Target="../media/image461.wmf"/><Relationship Id="rId7" Type="http://schemas.openxmlformats.org/officeDocument/2006/relationships/image" Target="../media/image465.wmf"/><Relationship Id="rId12" Type="http://schemas.openxmlformats.org/officeDocument/2006/relationships/image" Target="../media/image470.wmf"/><Relationship Id="rId17" Type="http://schemas.openxmlformats.org/officeDocument/2006/relationships/image" Target="../media/image475.wmf"/><Relationship Id="rId2" Type="http://schemas.openxmlformats.org/officeDocument/2006/relationships/image" Target="../media/image460.wmf"/><Relationship Id="rId16" Type="http://schemas.openxmlformats.org/officeDocument/2006/relationships/image" Target="../media/image474.wmf"/><Relationship Id="rId1" Type="http://schemas.openxmlformats.org/officeDocument/2006/relationships/image" Target="../media/image459.wmf"/><Relationship Id="rId6" Type="http://schemas.openxmlformats.org/officeDocument/2006/relationships/image" Target="../media/image464.wmf"/><Relationship Id="rId11" Type="http://schemas.openxmlformats.org/officeDocument/2006/relationships/image" Target="../media/image469.wmf"/><Relationship Id="rId5" Type="http://schemas.openxmlformats.org/officeDocument/2006/relationships/image" Target="../media/image463.wmf"/><Relationship Id="rId15" Type="http://schemas.openxmlformats.org/officeDocument/2006/relationships/image" Target="../media/image473.wmf"/><Relationship Id="rId10" Type="http://schemas.openxmlformats.org/officeDocument/2006/relationships/image" Target="../media/image468.wmf"/><Relationship Id="rId19" Type="http://schemas.openxmlformats.org/officeDocument/2006/relationships/image" Target="../media/image477.emf"/><Relationship Id="rId4" Type="http://schemas.openxmlformats.org/officeDocument/2006/relationships/image" Target="../media/image462.wmf"/><Relationship Id="rId9" Type="http://schemas.openxmlformats.org/officeDocument/2006/relationships/image" Target="../media/image467.wmf"/><Relationship Id="rId14" Type="http://schemas.openxmlformats.org/officeDocument/2006/relationships/image" Target="../media/image472.wmf"/></Relationships>
</file>

<file path=ppt/drawings/_rels/vmlDrawing7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wmf"/><Relationship Id="rId3" Type="http://schemas.openxmlformats.org/officeDocument/2006/relationships/image" Target="../media/image459.wmf"/><Relationship Id="rId7" Type="http://schemas.openxmlformats.org/officeDocument/2006/relationships/image" Target="../media/image481.wmf"/><Relationship Id="rId2" Type="http://schemas.openxmlformats.org/officeDocument/2006/relationships/image" Target="../media/image469.wmf"/><Relationship Id="rId1" Type="http://schemas.openxmlformats.org/officeDocument/2006/relationships/image" Target="../media/image464.wmf"/><Relationship Id="rId6" Type="http://schemas.openxmlformats.org/officeDocument/2006/relationships/image" Target="../media/image480.wmf"/><Relationship Id="rId5" Type="http://schemas.openxmlformats.org/officeDocument/2006/relationships/image" Target="../media/image479.wmf"/><Relationship Id="rId10" Type="http://schemas.openxmlformats.org/officeDocument/2006/relationships/image" Target="../media/image484.wmf"/><Relationship Id="rId4" Type="http://schemas.openxmlformats.org/officeDocument/2006/relationships/image" Target="../media/image478.wmf"/><Relationship Id="rId9" Type="http://schemas.openxmlformats.org/officeDocument/2006/relationships/image" Target="../media/image483.wmf"/></Relationships>
</file>

<file path=ppt/drawings/_rels/vmlDrawing8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7.wmf"/><Relationship Id="rId2" Type="http://schemas.openxmlformats.org/officeDocument/2006/relationships/image" Target="../media/image486.wmf"/><Relationship Id="rId1" Type="http://schemas.openxmlformats.org/officeDocument/2006/relationships/image" Target="../media/image485.wmf"/><Relationship Id="rId5" Type="http://schemas.openxmlformats.org/officeDocument/2006/relationships/image" Target="../media/image489.wmf"/><Relationship Id="rId4" Type="http://schemas.openxmlformats.org/officeDocument/2006/relationships/image" Target="../media/image488.wmf"/></Relationships>
</file>

<file path=ppt/drawings/_rels/vmlDrawing8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7.wmf"/><Relationship Id="rId13" Type="http://schemas.openxmlformats.org/officeDocument/2006/relationships/image" Target="../media/image502.wmf"/><Relationship Id="rId3" Type="http://schemas.openxmlformats.org/officeDocument/2006/relationships/image" Target="../media/image492.wmf"/><Relationship Id="rId7" Type="http://schemas.openxmlformats.org/officeDocument/2006/relationships/image" Target="../media/image496.wmf"/><Relationship Id="rId12" Type="http://schemas.openxmlformats.org/officeDocument/2006/relationships/image" Target="../media/image501.wmf"/><Relationship Id="rId2" Type="http://schemas.openxmlformats.org/officeDocument/2006/relationships/image" Target="../media/image491.wmf"/><Relationship Id="rId1" Type="http://schemas.openxmlformats.org/officeDocument/2006/relationships/image" Target="../media/image490.wmf"/><Relationship Id="rId6" Type="http://schemas.openxmlformats.org/officeDocument/2006/relationships/image" Target="../media/image495.wmf"/><Relationship Id="rId11" Type="http://schemas.openxmlformats.org/officeDocument/2006/relationships/image" Target="../media/image500.wmf"/><Relationship Id="rId5" Type="http://schemas.openxmlformats.org/officeDocument/2006/relationships/image" Target="../media/image494.wmf"/><Relationship Id="rId10" Type="http://schemas.openxmlformats.org/officeDocument/2006/relationships/image" Target="../media/image499.wmf"/><Relationship Id="rId4" Type="http://schemas.openxmlformats.org/officeDocument/2006/relationships/image" Target="../media/image493.wmf"/><Relationship Id="rId9" Type="http://schemas.openxmlformats.org/officeDocument/2006/relationships/image" Target="../media/image498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5.wmf"/><Relationship Id="rId2" Type="http://schemas.openxmlformats.org/officeDocument/2006/relationships/image" Target="../media/image504.emf"/><Relationship Id="rId1" Type="http://schemas.openxmlformats.org/officeDocument/2006/relationships/image" Target="../media/image503.emf"/><Relationship Id="rId6" Type="http://schemas.openxmlformats.org/officeDocument/2006/relationships/image" Target="../media/image507.wmf"/><Relationship Id="rId5" Type="http://schemas.openxmlformats.org/officeDocument/2006/relationships/image" Target="../media/image506.wmf"/><Relationship Id="rId4" Type="http://schemas.openxmlformats.org/officeDocument/2006/relationships/image" Target="../media/image436.wmf"/></Relationships>
</file>

<file path=ppt/drawings/_rels/vmlDrawing8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5.wmf"/><Relationship Id="rId3" Type="http://schemas.openxmlformats.org/officeDocument/2006/relationships/image" Target="../media/image510.wmf"/><Relationship Id="rId7" Type="http://schemas.openxmlformats.org/officeDocument/2006/relationships/image" Target="../media/image514.wmf"/><Relationship Id="rId2" Type="http://schemas.openxmlformats.org/officeDocument/2006/relationships/image" Target="../media/image509.wmf"/><Relationship Id="rId1" Type="http://schemas.openxmlformats.org/officeDocument/2006/relationships/image" Target="../media/image508.wmf"/><Relationship Id="rId6" Type="http://schemas.openxmlformats.org/officeDocument/2006/relationships/image" Target="../media/image513.wmf"/><Relationship Id="rId11" Type="http://schemas.openxmlformats.org/officeDocument/2006/relationships/image" Target="../media/image518.emf"/><Relationship Id="rId5" Type="http://schemas.openxmlformats.org/officeDocument/2006/relationships/image" Target="../media/image512.wmf"/><Relationship Id="rId10" Type="http://schemas.openxmlformats.org/officeDocument/2006/relationships/image" Target="../media/image517.emf"/><Relationship Id="rId4" Type="http://schemas.openxmlformats.org/officeDocument/2006/relationships/image" Target="../media/image511.wmf"/><Relationship Id="rId9" Type="http://schemas.openxmlformats.org/officeDocument/2006/relationships/image" Target="../media/image516.emf"/></Relationships>
</file>

<file path=ppt/drawings/_rels/vmlDrawing8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6.wmf"/><Relationship Id="rId13" Type="http://schemas.openxmlformats.org/officeDocument/2006/relationships/image" Target="../media/image531.emf"/><Relationship Id="rId18" Type="http://schemas.openxmlformats.org/officeDocument/2006/relationships/image" Target="../media/image536.wmf"/><Relationship Id="rId3" Type="http://schemas.openxmlformats.org/officeDocument/2006/relationships/image" Target="../media/image521.wmf"/><Relationship Id="rId21" Type="http://schemas.openxmlformats.org/officeDocument/2006/relationships/image" Target="../media/image539.wmf"/><Relationship Id="rId7" Type="http://schemas.openxmlformats.org/officeDocument/2006/relationships/image" Target="../media/image525.wmf"/><Relationship Id="rId12" Type="http://schemas.openxmlformats.org/officeDocument/2006/relationships/image" Target="../media/image530.emf"/><Relationship Id="rId17" Type="http://schemas.openxmlformats.org/officeDocument/2006/relationships/image" Target="../media/image535.wmf"/><Relationship Id="rId2" Type="http://schemas.openxmlformats.org/officeDocument/2006/relationships/image" Target="../media/image520.wmf"/><Relationship Id="rId16" Type="http://schemas.openxmlformats.org/officeDocument/2006/relationships/image" Target="../media/image534.wmf"/><Relationship Id="rId20" Type="http://schemas.openxmlformats.org/officeDocument/2006/relationships/image" Target="../media/image538.wmf"/><Relationship Id="rId1" Type="http://schemas.openxmlformats.org/officeDocument/2006/relationships/image" Target="../media/image519.wmf"/><Relationship Id="rId6" Type="http://schemas.openxmlformats.org/officeDocument/2006/relationships/image" Target="../media/image524.wmf"/><Relationship Id="rId11" Type="http://schemas.openxmlformats.org/officeDocument/2006/relationships/image" Target="../media/image529.wmf"/><Relationship Id="rId24" Type="http://schemas.openxmlformats.org/officeDocument/2006/relationships/image" Target="../media/image542.wmf"/><Relationship Id="rId5" Type="http://schemas.openxmlformats.org/officeDocument/2006/relationships/image" Target="../media/image523.wmf"/><Relationship Id="rId15" Type="http://schemas.openxmlformats.org/officeDocument/2006/relationships/image" Target="../media/image533.emf"/><Relationship Id="rId23" Type="http://schemas.openxmlformats.org/officeDocument/2006/relationships/image" Target="../media/image541.wmf"/><Relationship Id="rId10" Type="http://schemas.openxmlformats.org/officeDocument/2006/relationships/image" Target="../media/image528.wmf"/><Relationship Id="rId19" Type="http://schemas.openxmlformats.org/officeDocument/2006/relationships/image" Target="../media/image537.wmf"/><Relationship Id="rId4" Type="http://schemas.openxmlformats.org/officeDocument/2006/relationships/image" Target="../media/image522.wmf"/><Relationship Id="rId9" Type="http://schemas.openxmlformats.org/officeDocument/2006/relationships/image" Target="../media/image527.wmf"/><Relationship Id="rId14" Type="http://schemas.openxmlformats.org/officeDocument/2006/relationships/image" Target="../media/image532.emf"/><Relationship Id="rId22" Type="http://schemas.openxmlformats.org/officeDocument/2006/relationships/image" Target="../media/image540.wmf"/></Relationships>
</file>

<file path=ppt/drawings/_rels/vmlDrawing8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5.wmf"/><Relationship Id="rId2" Type="http://schemas.openxmlformats.org/officeDocument/2006/relationships/image" Target="../media/image544.emf"/><Relationship Id="rId1" Type="http://schemas.openxmlformats.org/officeDocument/2006/relationships/image" Target="../media/image543.wmf"/><Relationship Id="rId6" Type="http://schemas.openxmlformats.org/officeDocument/2006/relationships/image" Target="../media/image548.emf"/><Relationship Id="rId5" Type="http://schemas.openxmlformats.org/officeDocument/2006/relationships/image" Target="../media/image547.wmf"/><Relationship Id="rId4" Type="http://schemas.openxmlformats.org/officeDocument/2006/relationships/image" Target="../media/image546.wmf"/></Relationships>
</file>

<file path=ppt/drawings/_rels/vmlDrawing8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1.wmf"/><Relationship Id="rId2" Type="http://schemas.openxmlformats.org/officeDocument/2006/relationships/image" Target="../media/image550.wmf"/><Relationship Id="rId1" Type="http://schemas.openxmlformats.org/officeDocument/2006/relationships/image" Target="../media/image549.wmf"/><Relationship Id="rId6" Type="http://schemas.openxmlformats.org/officeDocument/2006/relationships/image" Target="../media/image554.wmf"/><Relationship Id="rId5" Type="http://schemas.openxmlformats.org/officeDocument/2006/relationships/image" Target="../media/image553.emf"/><Relationship Id="rId4" Type="http://schemas.openxmlformats.org/officeDocument/2006/relationships/image" Target="../media/image552.wmf"/></Relationships>
</file>

<file path=ppt/drawings/_rels/vmlDrawing8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2.wmf"/><Relationship Id="rId3" Type="http://schemas.openxmlformats.org/officeDocument/2006/relationships/image" Target="../media/image557.wmf"/><Relationship Id="rId7" Type="http://schemas.openxmlformats.org/officeDocument/2006/relationships/image" Target="../media/image561.wmf"/><Relationship Id="rId12" Type="http://schemas.openxmlformats.org/officeDocument/2006/relationships/image" Target="../media/image566.wmf"/><Relationship Id="rId2" Type="http://schemas.openxmlformats.org/officeDocument/2006/relationships/image" Target="../media/image556.wmf"/><Relationship Id="rId1" Type="http://schemas.openxmlformats.org/officeDocument/2006/relationships/image" Target="../media/image555.wmf"/><Relationship Id="rId6" Type="http://schemas.openxmlformats.org/officeDocument/2006/relationships/image" Target="../media/image560.wmf"/><Relationship Id="rId11" Type="http://schemas.openxmlformats.org/officeDocument/2006/relationships/image" Target="../media/image565.wmf"/><Relationship Id="rId5" Type="http://schemas.openxmlformats.org/officeDocument/2006/relationships/image" Target="../media/image559.wmf"/><Relationship Id="rId10" Type="http://schemas.openxmlformats.org/officeDocument/2006/relationships/image" Target="../media/image564.wmf"/><Relationship Id="rId4" Type="http://schemas.openxmlformats.org/officeDocument/2006/relationships/image" Target="../media/image558.wmf"/><Relationship Id="rId9" Type="http://schemas.openxmlformats.org/officeDocument/2006/relationships/image" Target="../media/image563.wmf"/></Relationships>
</file>

<file path=ppt/drawings/_rels/vmlDrawing8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4.wmf"/><Relationship Id="rId3" Type="http://schemas.openxmlformats.org/officeDocument/2006/relationships/image" Target="../media/image569.wmf"/><Relationship Id="rId7" Type="http://schemas.openxmlformats.org/officeDocument/2006/relationships/image" Target="../media/image573.wmf"/><Relationship Id="rId2" Type="http://schemas.openxmlformats.org/officeDocument/2006/relationships/image" Target="../media/image568.wmf"/><Relationship Id="rId1" Type="http://schemas.openxmlformats.org/officeDocument/2006/relationships/image" Target="../media/image567.wmf"/><Relationship Id="rId6" Type="http://schemas.openxmlformats.org/officeDocument/2006/relationships/image" Target="../media/image572.wmf"/><Relationship Id="rId5" Type="http://schemas.openxmlformats.org/officeDocument/2006/relationships/image" Target="../media/image571.wmf"/><Relationship Id="rId4" Type="http://schemas.openxmlformats.org/officeDocument/2006/relationships/image" Target="../media/image570.wmf"/><Relationship Id="rId9" Type="http://schemas.openxmlformats.org/officeDocument/2006/relationships/image" Target="../media/image575.wmf"/></Relationships>
</file>

<file path=ppt/drawings/_rels/vmlDrawing8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2.wmf"/><Relationship Id="rId3" Type="http://schemas.openxmlformats.org/officeDocument/2006/relationships/image" Target="../media/image578.wmf"/><Relationship Id="rId7" Type="http://schemas.openxmlformats.org/officeDocument/2006/relationships/image" Target="../media/image581.wmf"/><Relationship Id="rId12" Type="http://schemas.openxmlformats.org/officeDocument/2006/relationships/image" Target="../media/image586.wmf"/><Relationship Id="rId2" Type="http://schemas.openxmlformats.org/officeDocument/2006/relationships/image" Target="../media/image577.wmf"/><Relationship Id="rId1" Type="http://schemas.openxmlformats.org/officeDocument/2006/relationships/image" Target="../media/image576.wmf"/><Relationship Id="rId6" Type="http://schemas.openxmlformats.org/officeDocument/2006/relationships/image" Target="../media/image580.wmf"/><Relationship Id="rId11" Type="http://schemas.openxmlformats.org/officeDocument/2006/relationships/image" Target="../media/image585.wmf"/><Relationship Id="rId5" Type="http://schemas.openxmlformats.org/officeDocument/2006/relationships/image" Target="../media/image579.wmf"/><Relationship Id="rId10" Type="http://schemas.openxmlformats.org/officeDocument/2006/relationships/image" Target="../media/image584.wmf"/><Relationship Id="rId4" Type="http://schemas.openxmlformats.org/officeDocument/2006/relationships/image" Target="../media/image575.wmf"/><Relationship Id="rId9" Type="http://schemas.openxmlformats.org/officeDocument/2006/relationships/image" Target="../media/image583.wmf"/></Relationships>
</file>

<file path=ppt/drawings/_rels/vmlDrawing9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9.wmf"/><Relationship Id="rId2" Type="http://schemas.openxmlformats.org/officeDocument/2006/relationships/image" Target="../media/image588.wmf"/><Relationship Id="rId1" Type="http://schemas.openxmlformats.org/officeDocument/2006/relationships/image" Target="../media/image587.wmf"/><Relationship Id="rId6" Type="http://schemas.openxmlformats.org/officeDocument/2006/relationships/image" Target="../media/image592.wmf"/><Relationship Id="rId5" Type="http://schemas.openxmlformats.org/officeDocument/2006/relationships/image" Target="../media/image591.wmf"/><Relationship Id="rId4" Type="http://schemas.openxmlformats.org/officeDocument/2006/relationships/image" Target="../media/image590.wmf"/></Relationships>
</file>

<file path=ppt/drawings/_rels/vmlDrawing9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wmf"/><Relationship Id="rId2" Type="http://schemas.openxmlformats.org/officeDocument/2006/relationships/image" Target="../media/image594.wmf"/><Relationship Id="rId1" Type="http://schemas.openxmlformats.org/officeDocument/2006/relationships/image" Target="../media/image593.wmf"/><Relationship Id="rId4" Type="http://schemas.openxmlformats.org/officeDocument/2006/relationships/image" Target="../media/image595.wmf"/></Relationships>
</file>

<file path=ppt/drawings/_rels/vmlDrawing9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1.wmf"/><Relationship Id="rId2" Type="http://schemas.openxmlformats.org/officeDocument/2006/relationships/image" Target="../media/image596.wmf"/><Relationship Id="rId1" Type="http://schemas.openxmlformats.org/officeDocument/2006/relationships/image" Target="../media/image369.wmf"/><Relationship Id="rId5" Type="http://schemas.openxmlformats.org/officeDocument/2006/relationships/image" Target="../media/image598.wmf"/><Relationship Id="rId4" Type="http://schemas.openxmlformats.org/officeDocument/2006/relationships/image" Target="../media/image597.wmf"/></Relationships>
</file>

<file path=ppt/drawings/_rels/vmlDrawing9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1.wmf"/><Relationship Id="rId2" Type="http://schemas.openxmlformats.org/officeDocument/2006/relationships/image" Target="../media/image600.wmf"/><Relationship Id="rId1" Type="http://schemas.openxmlformats.org/officeDocument/2006/relationships/image" Target="../media/image599.wmf"/><Relationship Id="rId5" Type="http://schemas.openxmlformats.org/officeDocument/2006/relationships/image" Target="../media/image603.wmf"/><Relationship Id="rId4" Type="http://schemas.openxmlformats.org/officeDocument/2006/relationships/image" Target="../media/image602.wmf"/></Relationships>
</file>

<file path=ppt/drawings/_rels/vmlDrawing9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6.wmf"/><Relationship Id="rId2" Type="http://schemas.openxmlformats.org/officeDocument/2006/relationships/image" Target="../media/image605.wmf"/><Relationship Id="rId1" Type="http://schemas.openxmlformats.org/officeDocument/2006/relationships/image" Target="../media/image604.wmf"/><Relationship Id="rId4" Type="http://schemas.openxmlformats.org/officeDocument/2006/relationships/image" Target="../media/image607.w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wmf"/><Relationship Id="rId2" Type="http://schemas.openxmlformats.org/officeDocument/2006/relationships/image" Target="../media/image609.wmf"/><Relationship Id="rId1" Type="http://schemas.openxmlformats.org/officeDocument/2006/relationships/image" Target="../media/image608.wmf"/><Relationship Id="rId6" Type="http://schemas.openxmlformats.org/officeDocument/2006/relationships/image" Target="../media/image613.wmf"/><Relationship Id="rId5" Type="http://schemas.openxmlformats.org/officeDocument/2006/relationships/image" Target="../media/image612.wmf"/><Relationship Id="rId4" Type="http://schemas.openxmlformats.org/officeDocument/2006/relationships/image" Target="../media/image611.wmf"/></Relationships>
</file>

<file path=ppt/drawings/_rels/vmlDrawing9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4.wmf"/></Relationships>
</file>

<file path=ppt/drawings/_rels/vmlDrawing9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5.wmf"/></Relationships>
</file>

<file path=ppt/drawings/_rels/vmlDrawing9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6.wmf"/></Relationships>
</file>

<file path=ppt/drawings/_rels/vmlDrawing9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9.wmf"/><Relationship Id="rId2" Type="http://schemas.openxmlformats.org/officeDocument/2006/relationships/image" Target="../media/image618.wmf"/><Relationship Id="rId1" Type="http://schemas.openxmlformats.org/officeDocument/2006/relationships/image" Target="../media/image617.wmf"/></Relationships>
</file>

<file path=ppt/drawings/_rels/vmlDrawing10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2.wmf"/><Relationship Id="rId7" Type="http://schemas.openxmlformats.org/officeDocument/2006/relationships/image" Target="../media/image626.wmf"/><Relationship Id="rId2" Type="http://schemas.openxmlformats.org/officeDocument/2006/relationships/image" Target="../media/image621.wmf"/><Relationship Id="rId1" Type="http://schemas.openxmlformats.org/officeDocument/2006/relationships/image" Target="../media/image620.emf"/><Relationship Id="rId6" Type="http://schemas.openxmlformats.org/officeDocument/2006/relationships/image" Target="../media/image625.wmf"/><Relationship Id="rId5" Type="http://schemas.openxmlformats.org/officeDocument/2006/relationships/image" Target="../media/image624.wmf"/><Relationship Id="rId4" Type="http://schemas.openxmlformats.org/officeDocument/2006/relationships/image" Target="../media/image623.wmf"/></Relationships>
</file>

<file path=ppt/drawings/_rels/vmlDrawing10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9.wmf"/><Relationship Id="rId2" Type="http://schemas.openxmlformats.org/officeDocument/2006/relationships/image" Target="../media/image628.wmf"/><Relationship Id="rId1" Type="http://schemas.openxmlformats.org/officeDocument/2006/relationships/image" Target="../media/image627.wmf"/><Relationship Id="rId4" Type="http://schemas.openxmlformats.org/officeDocument/2006/relationships/image" Target="../media/image630.wmf"/></Relationships>
</file>

<file path=ppt/drawings/_rels/vmlDrawing10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3.wmf"/><Relationship Id="rId2" Type="http://schemas.openxmlformats.org/officeDocument/2006/relationships/image" Target="../media/image632.emf"/><Relationship Id="rId1" Type="http://schemas.openxmlformats.org/officeDocument/2006/relationships/image" Target="../media/image631.emf"/></Relationships>
</file>

<file path=ppt/drawings/_rels/vmlDrawing10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1.emf"/><Relationship Id="rId3" Type="http://schemas.openxmlformats.org/officeDocument/2006/relationships/image" Target="../media/image636.wmf"/><Relationship Id="rId7" Type="http://schemas.openxmlformats.org/officeDocument/2006/relationships/image" Target="../media/image640.wmf"/><Relationship Id="rId2" Type="http://schemas.openxmlformats.org/officeDocument/2006/relationships/image" Target="../media/image635.wmf"/><Relationship Id="rId1" Type="http://schemas.openxmlformats.org/officeDocument/2006/relationships/image" Target="../media/image634.wmf"/><Relationship Id="rId6" Type="http://schemas.openxmlformats.org/officeDocument/2006/relationships/image" Target="../media/image639.wmf"/><Relationship Id="rId5" Type="http://schemas.openxmlformats.org/officeDocument/2006/relationships/image" Target="../media/image638.wmf"/><Relationship Id="rId4" Type="http://schemas.openxmlformats.org/officeDocument/2006/relationships/image" Target="../media/image637.wmf"/><Relationship Id="rId9" Type="http://schemas.openxmlformats.org/officeDocument/2006/relationships/image" Target="../media/image642.emf"/></Relationships>
</file>

<file path=ppt/drawings/_rels/vmlDrawing10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wmf"/><Relationship Id="rId13" Type="http://schemas.openxmlformats.org/officeDocument/2006/relationships/image" Target="../media/image655.emf"/><Relationship Id="rId3" Type="http://schemas.openxmlformats.org/officeDocument/2006/relationships/image" Target="../media/image645.wmf"/><Relationship Id="rId7" Type="http://schemas.openxmlformats.org/officeDocument/2006/relationships/image" Target="../media/image649.wmf"/><Relationship Id="rId12" Type="http://schemas.openxmlformats.org/officeDocument/2006/relationships/image" Target="../media/image654.emf"/><Relationship Id="rId17" Type="http://schemas.openxmlformats.org/officeDocument/2006/relationships/image" Target="../media/image659.wmf"/><Relationship Id="rId2" Type="http://schemas.openxmlformats.org/officeDocument/2006/relationships/image" Target="../media/image644.wmf"/><Relationship Id="rId16" Type="http://schemas.openxmlformats.org/officeDocument/2006/relationships/image" Target="../media/image658.emf"/><Relationship Id="rId1" Type="http://schemas.openxmlformats.org/officeDocument/2006/relationships/image" Target="../media/image643.wmf"/><Relationship Id="rId6" Type="http://schemas.openxmlformats.org/officeDocument/2006/relationships/image" Target="../media/image648.emf"/><Relationship Id="rId11" Type="http://schemas.openxmlformats.org/officeDocument/2006/relationships/image" Target="../media/image653.emf"/><Relationship Id="rId5" Type="http://schemas.openxmlformats.org/officeDocument/2006/relationships/image" Target="../media/image647.emf"/><Relationship Id="rId15" Type="http://schemas.openxmlformats.org/officeDocument/2006/relationships/image" Target="../media/image657.emf"/><Relationship Id="rId10" Type="http://schemas.openxmlformats.org/officeDocument/2006/relationships/image" Target="../media/image652.emf"/><Relationship Id="rId4" Type="http://schemas.openxmlformats.org/officeDocument/2006/relationships/image" Target="../media/image646.wmf"/><Relationship Id="rId9" Type="http://schemas.openxmlformats.org/officeDocument/2006/relationships/image" Target="../media/image651.wmf"/><Relationship Id="rId14" Type="http://schemas.openxmlformats.org/officeDocument/2006/relationships/image" Target="../media/image656.wmf"/></Relationships>
</file>

<file path=ppt/drawings/_rels/vmlDrawing10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2.wmf"/><Relationship Id="rId2" Type="http://schemas.openxmlformats.org/officeDocument/2006/relationships/image" Target="../media/image661.wmf"/><Relationship Id="rId1" Type="http://schemas.openxmlformats.org/officeDocument/2006/relationships/image" Target="../media/image660.wmf"/><Relationship Id="rId5" Type="http://schemas.openxmlformats.org/officeDocument/2006/relationships/image" Target="../media/image664.wmf"/><Relationship Id="rId4" Type="http://schemas.openxmlformats.org/officeDocument/2006/relationships/image" Target="../media/image663.wmf"/></Relationships>
</file>

<file path=ppt/drawings/_rels/vmlDrawing10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7.wmf"/><Relationship Id="rId2" Type="http://schemas.openxmlformats.org/officeDocument/2006/relationships/image" Target="../media/image666.wmf"/><Relationship Id="rId1" Type="http://schemas.openxmlformats.org/officeDocument/2006/relationships/image" Target="../media/image665.wmf"/><Relationship Id="rId5" Type="http://schemas.openxmlformats.org/officeDocument/2006/relationships/image" Target="../media/image669.wmf"/><Relationship Id="rId4" Type="http://schemas.openxmlformats.org/officeDocument/2006/relationships/image" Target="../media/image668.wmf"/></Relationships>
</file>

<file path=ppt/drawings/_rels/vmlDrawing10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2.wmf"/><Relationship Id="rId2" Type="http://schemas.openxmlformats.org/officeDocument/2006/relationships/image" Target="../media/image671.wmf"/><Relationship Id="rId1" Type="http://schemas.openxmlformats.org/officeDocument/2006/relationships/image" Target="../media/image670.emf"/><Relationship Id="rId4" Type="http://schemas.openxmlformats.org/officeDocument/2006/relationships/image" Target="../media/image673.wmf"/></Relationships>
</file>

<file path=ppt/drawings/_rels/vmlDrawing10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3.wmf"/><Relationship Id="rId2" Type="http://schemas.openxmlformats.org/officeDocument/2006/relationships/image" Target="../media/image672.wmf"/><Relationship Id="rId1" Type="http://schemas.openxmlformats.org/officeDocument/2006/relationships/image" Target="../media/image671.wmf"/><Relationship Id="rId6" Type="http://schemas.openxmlformats.org/officeDocument/2006/relationships/image" Target="../media/image676.wmf"/><Relationship Id="rId5" Type="http://schemas.openxmlformats.org/officeDocument/2006/relationships/image" Target="../media/image675.wmf"/><Relationship Id="rId4" Type="http://schemas.openxmlformats.org/officeDocument/2006/relationships/image" Target="../media/image674.wmf"/></Relationships>
</file>

<file path=ppt/drawings/_rels/vmlDrawing10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1.wmf"/><Relationship Id="rId3" Type="http://schemas.openxmlformats.org/officeDocument/2006/relationships/image" Target="../media/image676.wmf"/><Relationship Id="rId7" Type="http://schemas.openxmlformats.org/officeDocument/2006/relationships/image" Target="../media/image680.wmf"/><Relationship Id="rId2" Type="http://schemas.openxmlformats.org/officeDocument/2006/relationships/image" Target="../media/image675.wmf"/><Relationship Id="rId1" Type="http://schemas.openxmlformats.org/officeDocument/2006/relationships/image" Target="../media/image674.wmf"/><Relationship Id="rId6" Type="http://schemas.openxmlformats.org/officeDocument/2006/relationships/image" Target="../media/image679.wmf"/><Relationship Id="rId5" Type="http://schemas.openxmlformats.org/officeDocument/2006/relationships/image" Target="../media/image678.wmf"/><Relationship Id="rId4" Type="http://schemas.openxmlformats.org/officeDocument/2006/relationships/image" Target="../media/image677.wmf"/><Relationship Id="rId9" Type="http://schemas.openxmlformats.org/officeDocument/2006/relationships/image" Target="../media/image682.wmf"/></Relationships>
</file>

<file path=ppt/drawings/_rels/vmlDrawing1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5.wmf"/><Relationship Id="rId2" Type="http://schemas.openxmlformats.org/officeDocument/2006/relationships/image" Target="../media/image684.wmf"/><Relationship Id="rId1" Type="http://schemas.openxmlformats.org/officeDocument/2006/relationships/image" Target="../media/image683.wmf"/><Relationship Id="rId5" Type="http://schemas.openxmlformats.org/officeDocument/2006/relationships/image" Target="../media/image687.wmf"/><Relationship Id="rId4" Type="http://schemas.openxmlformats.org/officeDocument/2006/relationships/image" Target="../media/image686.wmf"/></Relationships>
</file>

<file path=ppt/drawings/_rels/vmlDrawing1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9.wmf"/><Relationship Id="rId7" Type="http://schemas.openxmlformats.org/officeDocument/2006/relationships/image" Target="../media/image693.wmf"/><Relationship Id="rId2" Type="http://schemas.openxmlformats.org/officeDocument/2006/relationships/image" Target="../media/image688.wmf"/><Relationship Id="rId1" Type="http://schemas.openxmlformats.org/officeDocument/2006/relationships/image" Target="../media/image686.wmf"/><Relationship Id="rId6" Type="http://schemas.openxmlformats.org/officeDocument/2006/relationships/image" Target="../media/image692.emf"/><Relationship Id="rId5" Type="http://schemas.openxmlformats.org/officeDocument/2006/relationships/image" Target="../media/image691.emf"/><Relationship Id="rId4" Type="http://schemas.openxmlformats.org/officeDocument/2006/relationships/image" Target="../media/image690.wmf"/></Relationships>
</file>

<file path=ppt/drawings/_rels/vmlDrawing1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5.wmf"/><Relationship Id="rId2" Type="http://schemas.openxmlformats.org/officeDocument/2006/relationships/image" Target="../media/image693.wmf"/><Relationship Id="rId1" Type="http://schemas.openxmlformats.org/officeDocument/2006/relationships/image" Target="../media/image694.wmf"/><Relationship Id="rId6" Type="http://schemas.openxmlformats.org/officeDocument/2006/relationships/image" Target="../media/image698.wmf"/><Relationship Id="rId5" Type="http://schemas.openxmlformats.org/officeDocument/2006/relationships/image" Target="../media/image697.wmf"/><Relationship Id="rId4" Type="http://schemas.openxmlformats.org/officeDocument/2006/relationships/image" Target="../media/image696.wmf"/></Relationships>
</file>

<file path=ppt/drawings/_rels/vmlDrawing1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6.emf"/><Relationship Id="rId13" Type="http://schemas.openxmlformats.org/officeDocument/2006/relationships/image" Target="../media/image711.emf"/><Relationship Id="rId3" Type="http://schemas.openxmlformats.org/officeDocument/2006/relationships/image" Target="../media/image701.wmf"/><Relationship Id="rId7" Type="http://schemas.openxmlformats.org/officeDocument/2006/relationships/image" Target="../media/image705.wmf"/><Relationship Id="rId12" Type="http://schemas.openxmlformats.org/officeDocument/2006/relationships/image" Target="../media/image710.emf"/><Relationship Id="rId2" Type="http://schemas.openxmlformats.org/officeDocument/2006/relationships/image" Target="../media/image700.wmf"/><Relationship Id="rId1" Type="http://schemas.openxmlformats.org/officeDocument/2006/relationships/image" Target="../media/image699.wmf"/><Relationship Id="rId6" Type="http://schemas.openxmlformats.org/officeDocument/2006/relationships/image" Target="../media/image704.wmf"/><Relationship Id="rId11" Type="http://schemas.openxmlformats.org/officeDocument/2006/relationships/image" Target="../media/image709.emf"/><Relationship Id="rId5" Type="http://schemas.openxmlformats.org/officeDocument/2006/relationships/image" Target="../media/image703.wmf"/><Relationship Id="rId10" Type="http://schemas.openxmlformats.org/officeDocument/2006/relationships/image" Target="../media/image708.emf"/><Relationship Id="rId4" Type="http://schemas.openxmlformats.org/officeDocument/2006/relationships/image" Target="../media/image702.wmf"/><Relationship Id="rId9" Type="http://schemas.openxmlformats.org/officeDocument/2006/relationships/image" Target="../media/image707.emf"/></Relationships>
</file>

<file path=ppt/drawings/_rels/vmlDrawing1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9.emf"/><Relationship Id="rId13" Type="http://schemas.openxmlformats.org/officeDocument/2006/relationships/image" Target="../media/image724.wmf"/><Relationship Id="rId3" Type="http://schemas.openxmlformats.org/officeDocument/2006/relationships/image" Target="../media/image714.emf"/><Relationship Id="rId7" Type="http://schemas.openxmlformats.org/officeDocument/2006/relationships/image" Target="../media/image718.wmf"/><Relationship Id="rId12" Type="http://schemas.openxmlformats.org/officeDocument/2006/relationships/image" Target="../media/image723.wmf"/><Relationship Id="rId2" Type="http://schemas.openxmlformats.org/officeDocument/2006/relationships/image" Target="../media/image713.emf"/><Relationship Id="rId1" Type="http://schemas.openxmlformats.org/officeDocument/2006/relationships/image" Target="../media/image712.wmf"/><Relationship Id="rId6" Type="http://schemas.openxmlformats.org/officeDocument/2006/relationships/image" Target="../media/image717.emf"/><Relationship Id="rId11" Type="http://schemas.openxmlformats.org/officeDocument/2006/relationships/image" Target="../media/image722.wmf"/><Relationship Id="rId5" Type="http://schemas.openxmlformats.org/officeDocument/2006/relationships/image" Target="../media/image716.emf"/><Relationship Id="rId10" Type="http://schemas.openxmlformats.org/officeDocument/2006/relationships/image" Target="../media/image721.wmf"/><Relationship Id="rId4" Type="http://schemas.openxmlformats.org/officeDocument/2006/relationships/image" Target="../media/image715.wmf"/><Relationship Id="rId9" Type="http://schemas.openxmlformats.org/officeDocument/2006/relationships/image" Target="../media/image720.emf"/></Relationships>
</file>

<file path=ppt/drawings/_rels/vmlDrawing1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7.wmf"/><Relationship Id="rId2" Type="http://schemas.openxmlformats.org/officeDocument/2006/relationships/image" Target="../media/image726.wmf"/><Relationship Id="rId1" Type="http://schemas.openxmlformats.org/officeDocument/2006/relationships/image" Target="../media/image725.wmf"/><Relationship Id="rId5" Type="http://schemas.openxmlformats.org/officeDocument/2006/relationships/image" Target="../media/image729.wmf"/><Relationship Id="rId4" Type="http://schemas.openxmlformats.org/officeDocument/2006/relationships/image" Target="../media/image728.wmf"/></Relationships>
</file>

<file path=ppt/drawings/_rels/vmlDrawing1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1.wmf"/><Relationship Id="rId2" Type="http://schemas.openxmlformats.org/officeDocument/2006/relationships/image" Target="../media/image730.wmf"/><Relationship Id="rId1" Type="http://schemas.openxmlformats.org/officeDocument/2006/relationships/image" Target="../media/image729.wmf"/><Relationship Id="rId5" Type="http://schemas.openxmlformats.org/officeDocument/2006/relationships/image" Target="../media/image733.wmf"/><Relationship Id="rId4" Type="http://schemas.openxmlformats.org/officeDocument/2006/relationships/image" Target="../media/image732.wmf"/></Relationships>
</file>

<file path=ppt/drawings/_rels/vmlDrawing1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6.wmf"/><Relationship Id="rId7" Type="http://schemas.openxmlformats.org/officeDocument/2006/relationships/image" Target="../media/image740.wmf"/><Relationship Id="rId2" Type="http://schemas.openxmlformats.org/officeDocument/2006/relationships/image" Target="../media/image735.wmf"/><Relationship Id="rId1" Type="http://schemas.openxmlformats.org/officeDocument/2006/relationships/image" Target="../media/image734.wmf"/><Relationship Id="rId6" Type="http://schemas.openxmlformats.org/officeDocument/2006/relationships/image" Target="../media/image739.wmf"/><Relationship Id="rId5" Type="http://schemas.openxmlformats.org/officeDocument/2006/relationships/image" Target="../media/image738.wmf"/><Relationship Id="rId4" Type="http://schemas.openxmlformats.org/officeDocument/2006/relationships/image" Target="../media/image737.wmf"/></Relationships>
</file>

<file path=ppt/drawings/_rels/vmlDrawing1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2.wmf"/><Relationship Id="rId2" Type="http://schemas.openxmlformats.org/officeDocument/2006/relationships/image" Target="../media/image742.wmf"/><Relationship Id="rId1" Type="http://schemas.openxmlformats.org/officeDocument/2006/relationships/image" Target="../media/image741.wmf"/><Relationship Id="rId6" Type="http://schemas.openxmlformats.org/officeDocument/2006/relationships/image" Target="../media/image744.wmf"/><Relationship Id="rId5" Type="http://schemas.openxmlformats.org/officeDocument/2006/relationships/image" Target="../media/image743.wmf"/><Relationship Id="rId4" Type="http://schemas.openxmlformats.org/officeDocument/2006/relationships/image" Target="../media/image703.wmf"/></Relationships>
</file>

<file path=ppt/drawings/_rels/vmlDrawing1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5.wmf"/><Relationship Id="rId2" Type="http://schemas.openxmlformats.org/officeDocument/2006/relationships/image" Target="../media/image704.wmf"/><Relationship Id="rId1" Type="http://schemas.openxmlformats.org/officeDocument/2006/relationships/image" Target="../media/image744.wmf"/><Relationship Id="rId6" Type="http://schemas.openxmlformats.org/officeDocument/2006/relationships/image" Target="../media/image748.wmf"/><Relationship Id="rId5" Type="http://schemas.openxmlformats.org/officeDocument/2006/relationships/image" Target="../media/image747.wmf"/><Relationship Id="rId4" Type="http://schemas.openxmlformats.org/officeDocument/2006/relationships/image" Target="../media/image746.wmf"/></Relationships>
</file>

<file path=ppt/drawings/_rels/vmlDrawing1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3.wmf"/><Relationship Id="rId7" Type="http://schemas.openxmlformats.org/officeDocument/2006/relationships/image" Target="../media/image752.wmf"/><Relationship Id="rId2" Type="http://schemas.openxmlformats.org/officeDocument/2006/relationships/image" Target="../media/image750.wmf"/><Relationship Id="rId1" Type="http://schemas.openxmlformats.org/officeDocument/2006/relationships/image" Target="../media/image749.wmf"/><Relationship Id="rId6" Type="http://schemas.openxmlformats.org/officeDocument/2006/relationships/image" Target="../media/image751.wmf"/><Relationship Id="rId5" Type="http://schemas.openxmlformats.org/officeDocument/2006/relationships/image" Target="../media/image748.wmf"/><Relationship Id="rId4" Type="http://schemas.openxmlformats.org/officeDocument/2006/relationships/image" Target="../media/image724.wmf"/></Relationships>
</file>

<file path=ppt/drawings/_rels/vmlDrawing1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0.wmf"/><Relationship Id="rId3" Type="http://schemas.openxmlformats.org/officeDocument/2006/relationships/image" Target="../media/image755.wmf"/><Relationship Id="rId7" Type="http://schemas.openxmlformats.org/officeDocument/2006/relationships/image" Target="../media/image759.wmf"/><Relationship Id="rId2" Type="http://schemas.openxmlformats.org/officeDocument/2006/relationships/image" Target="../media/image754.wmf"/><Relationship Id="rId1" Type="http://schemas.openxmlformats.org/officeDocument/2006/relationships/image" Target="../media/image753.wmf"/><Relationship Id="rId6" Type="http://schemas.openxmlformats.org/officeDocument/2006/relationships/image" Target="../media/image758.wmf"/><Relationship Id="rId5" Type="http://schemas.openxmlformats.org/officeDocument/2006/relationships/image" Target="../media/image757.wmf"/><Relationship Id="rId4" Type="http://schemas.openxmlformats.org/officeDocument/2006/relationships/image" Target="../media/image756.wmf"/></Relationships>
</file>

<file path=ppt/drawings/_rels/vmlDrawing1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8.wmf"/><Relationship Id="rId3" Type="http://schemas.openxmlformats.org/officeDocument/2006/relationships/image" Target="../media/image763.wmf"/><Relationship Id="rId7" Type="http://schemas.openxmlformats.org/officeDocument/2006/relationships/image" Target="../media/image767.wmf"/><Relationship Id="rId2" Type="http://schemas.openxmlformats.org/officeDocument/2006/relationships/image" Target="../media/image762.wmf"/><Relationship Id="rId1" Type="http://schemas.openxmlformats.org/officeDocument/2006/relationships/image" Target="../media/image761.wmf"/><Relationship Id="rId6" Type="http://schemas.openxmlformats.org/officeDocument/2006/relationships/image" Target="../media/image766.wmf"/><Relationship Id="rId5" Type="http://schemas.openxmlformats.org/officeDocument/2006/relationships/image" Target="../media/image765.wmf"/><Relationship Id="rId4" Type="http://schemas.openxmlformats.org/officeDocument/2006/relationships/image" Target="../media/image764.wmf"/><Relationship Id="rId9" Type="http://schemas.openxmlformats.org/officeDocument/2006/relationships/image" Target="../media/image769.wmf"/></Relationships>
</file>

<file path=ppt/drawings/_rels/vmlDrawing1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7.wmf"/><Relationship Id="rId3" Type="http://schemas.openxmlformats.org/officeDocument/2006/relationships/image" Target="../media/image772.wmf"/><Relationship Id="rId7" Type="http://schemas.openxmlformats.org/officeDocument/2006/relationships/image" Target="../media/image776.wmf"/><Relationship Id="rId2" Type="http://schemas.openxmlformats.org/officeDocument/2006/relationships/image" Target="../media/image771.wmf"/><Relationship Id="rId1" Type="http://schemas.openxmlformats.org/officeDocument/2006/relationships/image" Target="../media/image770.wmf"/><Relationship Id="rId6" Type="http://schemas.openxmlformats.org/officeDocument/2006/relationships/image" Target="../media/image775.wmf"/><Relationship Id="rId5" Type="http://schemas.openxmlformats.org/officeDocument/2006/relationships/image" Target="../media/image774.wmf"/><Relationship Id="rId10" Type="http://schemas.openxmlformats.org/officeDocument/2006/relationships/image" Target="../media/image779.wmf"/><Relationship Id="rId4" Type="http://schemas.openxmlformats.org/officeDocument/2006/relationships/image" Target="../media/image773.wmf"/><Relationship Id="rId9" Type="http://schemas.openxmlformats.org/officeDocument/2006/relationships/image" Target="../media/image778.wmf"/></Relationships>
</file>

<file path=ppt/drawings/_rels/vmlDrawing1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2.wmf"/><Relationship Id="rId2" Type="http://schemas.openxmlformats.org/officeDocument/2006/relationships/image" Target="../media/image781.wmf"/><Relationship Id="rId1" Type="http://schemas.openxmlformats.org/officeDocument/2006/relationships/image" Target="../media/image780.wmf"/><Relationship Id="rId5" Type="http://schemas.openxmlformats.org/officeDocument/2006/relationships/image" Target="../media/image784.wmf"/><Relationship Id="rId4" Type="http://schemas.openxmlformats.org/officeDocument/2006/relationships/image" Target="../media/image783.wmf"/></Relationships>
</file>

<file path=ppt/drawings/_rels/vmlDrawing1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7.wmf"/><Relationship Id="rId2" Type="http://schemas.openxmlformats.org/officeDocument/2006/relationships/image" Target="../media/image786.wmf"/><Relationship Id="rId1" Type="http://schemas.openxmlformats.org/officeDocument/2006/relationships/image" Target="../media/image785.wmf"/></Relationships>
</file>

<file path=ppt/drawings/_rels/vmlDrawing1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6.wmf"/><Relationship Id="rId2" Type="http://schemas.openxmlformats.org/officeDocument/2006/relationships/image" Target="../media/image785.wmf"/><Relationship Id="rId1" Type="http://schemas.openxmlformats.org/officeDocument/2006/relationships/image" Target="../media/image788.wmf"/></Relationships>
</file>

<file path=ppt/drawings/_rels/vmlDrawing1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1.wmf"/><Relationship Id="rId2" Type="http://schemas.openxmlformats.org/officeDocument/2006/relationships/image" Target="../media/image790.emf"/><Relationship Id="rId1" Type="http://schemas.openxmlformats.org/officeDocument/2006/relationships/image" Target="../media/image789.wmf"/></Relationships>
</file>

<file path=ppt/drawings/_rels/vmlDrawing1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4.wmf"/><Relationship Id="rId7" Type="http://schemas.openxmlformats.org/officeDocument/2006/relationships/image" Target="../media/image798.wmf"/><Relationship Id="rId2" Type="http://schemas.openxmlformats.org/officeDocument/2006/relationships/image" Target="../media/image793.wmf"/><Relationship Id="rId1" Type="http://schemas.openxmlformats.org/officeDocument/2006/relationships/image" Target="../media/image792.wmf"/><Relationship Id="rId6" Type="http://schemas.openxmlformats.org/officeDocument/2006/relationships/image" Target="../media/image797.wmf"/><Relationship Id="rId5" Type="http://schemas.openxmlformats.org/officeDocument/2006/relationships/image" Target="../media/image796.wmf"/><Relationship Id="rId4" Type="http://schemas.openxmlformats.org/officeDocument/2006/relationships/image" Target="../media/image795.wmf"/></Relationships>
</file>

<file path=ppt/drawings/_rels/vmlDrawing1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8.wmf"/><Relationship Id="rId2" Type="http://schemas.openxmlformats.org/officeDocument/2006/relationships/image" Target="../media/image800.emf"/><Relationship Id="rId1" Type="http://schemas.openxmlformats.org/officeDocument/2006/relationships/image" Target="../media/image799.wmf"/></Relationships>
</file>

<file path=ppt/drawings/_rels/vmlDrawing1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3.wmf"/><Relationship Id="rId2" Type="http://schemas.openxmlformats.org/officeDocument/2006/relationships/image" Target="../media/image802.wmf"/><Relationship Id="rId1" Type="http://schemas.openxmlformats.org/officeDocument/2006/relationships/image" Target="../media/image801.wmf"/><Relationship Id="rId6" Type="http://schemas.openxmlformats.org/officeDocument/2006/relationships/image" Target="../media/image806.wmf"/><Relationship Id="rId5" Type="http://schemas.openxmlformats.org/officeDocument/2006/relationships/image" Target="../media/image805.wmf"/><Relationship Id="rId4" Type="http://schemas.openxmlformats.org/officeDocument/2006/relationships/image" Target="../media/image804.wmf"/></Relationships>
</file>

<file path=ppt/drawings/_rels/vmlDrawing1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9.wmf"/><Relationship Id="rId2" Type="http://schemas.openxmlformats.org/officeDocument/2006/relationships/image" Target="../media/image808.wmf"/><Relationship Id="rId1" Type="http://schemas.openxmlformats.org/officeDocument/2006/relationships/image" Target="../media/image807.wmf"/><Relationship Id="rId5" Type="http://schemas.openxmlformats.org/officeDocument/2006/relationships/image" Target="../media/image811.wmf"/><Relationship Id="rId4" Type="http://schemas.openxmlformats.org/officeDocument/2006/relationships/image" Target="../media/image810.wmf"/></Relationships>
</file>

<file path=ppt/drawings/_rels/vmlDrawing1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4.wmf"/><Relationship Id="rId2" Type="http://schemas.openxmlformats.org/officeDocument/2006/relationships/image" Target="../media/image813.wmf"/><Relationship Id="rId1" Type="http://schemas.openxmlformats.org/officeDocument/2006/relationships/image" Target="../media/image812.wmf"/><Relationship Id="rId4" Type="http://schemas.openxmlformats.org/officeDocument/2006/relationships/image" Target="../media/image815.wmf"/></Relationships>
</file>

<file path=ppt/drawings/_rels/vmlDrawing1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8.wmf"/><Relationship Id="rId2" Type="http://schemas.openxmlformats.org/officeDocument/2006/relationships/image" Target="../media/image817.wmf"/><Relationship Id="rId1" Type="http://schemas.openxmlformats.org/officeDocument/2006/relationships/image" Target="../media/image816.wmf"/></Relationships>
</file>

<file path=ppt/drawings/_rels/vmlDrawing1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4.emf"/><Relationship Id="rId3" Type="http://schemas.openxmlformats.org/officeDocument/2006/relationships/image" Target="../media/image639.wmf"/><Relationship Id="rId7" Type="http://schemas.openxmlformats.org/officeDocument/2006/relationships/image" Target="../media/image823.emf"/><Relationship Id="rId2" Type="http://schemas.openxmlformats.org/officeDocument/2006/relationships/image" Target="../media/image635.wmf"/><Relationship Id="rId1" Type="http://schemas.openxmlformats.org/officeDocument/2006/relationships/image" Target="../media/image819.wmf"/><Relationship Id="rId6" Type="http://schemas.openxmlformats.org/officeDocument/2006/relationships/image" Target="../media/image822.emf"/><Relationship Id="rId11" Type="http://schemas.openxmlformats.org/officeDocument/2006/relationships/image" Target="../media/image827.wmf"/><Relationship Id="rId5" Type="http://schemas.openxmlformats.org/officeDocument/2006/relationships/image" Target="../media/image821.wmf"/><Relationship Id="rId10" Type="http://schemas.openxmlformats.org/officeDocument/2006/relationships/image" Target="../media/image826.wmf"/><Relationship Id="rId4" Type="http://schemas.openxmlformats.org/officeDocument/2006/relationships/image" Target="../media/image820.wmf"/><Relationship Id="rId9" Type="http://schemas.openxmlformats.org/officeDocument/2006/relationships/image" Target="../media/image825.wmf"/></Relationships>
</file>

<file path=ppt/drawings/_rels/vmlDrawing1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5.emf"/><Relationship Id="rId3" Type="http://schemas.openxmlformats.org/officeDocument/2006/relationships/image" Target="../media/image830.wmf"/><Relationship Id="rId7" Type="http://schemas.openxmlformats.org/officeDocument/2006/relationships/image" Target="../media/image834.emf"/><Relationship Id="rId2" Type="http://schemas.openxmlformats.org/officeDocument/2006/relationships/image" Target="../media/image829.wmf"/><Relationship Id="rId1" Type="http://schemas.openxmlformats.org/officeDocument/2006/relationships/image" Target="../media/image828.wmf"/><Relationship Id="rId6" Type="http://schemas.openxmlformats.org/officeDocument/2006/relationships/image" Target="../media/image833.wmf"/><Relationship Id="rId5" Type="http://schemas.openxmlformats.org/officeDocument/2006/relationships/image" Target="../media/image832.wmf"/><Relationship Id="rId10" Type="http://schemas.openxmlformats.org/officeDocument/2006/relationships/image" Target="../media/image837.emf"/><Relationship Id="rId4" Type="http://schemas.openxmlformats.org/officeDocument/2006/relationships/image" Target="../media/image831.wmf"/><Relationship Id="rId9" Type="http://schemas.openxmlformats.org/officeDocument/2006/relationships/image" Target="../media/image836.emf"/></Relationships>
</file>

<file path=ppt/drawings/_rels/vmlDrawing1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wmf"/><Relationship Id="rId2" Type="http://schemas.openxmlformats.org/officeDocument/2006/relationships/image" Target="../media/image839.wmf"/><Relationship Id="rId1" Type="http://schemas.openxmlformats.org/officeDocument/2006/relationships/image" Target="../media/image838.wmf"/></Relationships>
</file>

<file path=ppt/drawings/_rels/vmlDrawing1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3.wmf"/><Relationship Id="rId2" Type="http://schemas.openxmlformats.org/officeDocument/2006/relationships/image" Target="../media/image842.wmf"/><Relationship Id="rId1" Type="http://schemas.openxmlformats.org/officeDocument/2006/relationships/image" Target="../media/image841.wmf"/><Relationship Id="rId5" Type="http://schemas.openxmlformats.org/officeDocument/2006/relationships/image" Target="../media/image838.wmf"/><Relationship Id="rId4" Type="http://schemas.openxmlformats.org/officeDocument/2006/relationships/image" Target="../media/image844.wmf"/></Relationships>
</file>

<file path=ppt/drawings/_rels/vmlDrawing1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7.wmf"/><Relationship Id="rId2" Type="http://schemas.openxmlformats.org/officeDocument/2006/relationships/image" Target="../media/image846.wmf"/><Relationship Id="rId1" Type="http://schemas.openxmlformats.org/officeDocument/2006/relationships/image" Target="../media/image845.wmf"/><Relationship Id="rId6" Type="http://schemas.openxmlformats.org/officeDocument/2006/relationships/image" Target="../media/image838.wmf"/><Relationship Id="rId5" Type="http://schemas.openxmlformats.org/officeDocument/2006/relationships/image" Target="../media/image849.wmf"/><Relationship Id="rId4" Type="http://schemas.openxmlformats.org/officeDocument/2006/relationships/image" Target="../media/image848.wmf"/></Relationships>
</file>

<file path=ppt/drawings/_rels/vmlDrawing1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2.wmf"/><Relationship Id="rId7" Type="http://schemas.openxmlformats.org/officeDocument/2006/relationships/image" Target="../media/image838.wmf"/><Relationship Id="rId2" Type="http://schemas.openxmlformats.org/officeDocument/2006/relationships/image" Target="../media/image851.wmf"/><Relationship Id="rId1" Type="http://schemas.openxmlformats.org/officeDocument/2006/relationships/image" Target="../media/image850.wmf"/><Relationship Id="rId6" Type="http://schemas.openxmlformats.org/officeDocument/2006/relationships/image" Target="../media/image845.wmf"/><Relationship Id="rId5" Type="http://schemas.openxmlformats.org/officeDocument/2006/relationships/image" Target="../media/image854.wmf"/><Relationship Id="rId4" Type="http://schemas.openxmlformats.org/officeDocument/2006/relationships/image" Target="../media/image853.wmf"/></Relationships>
</file>

<file path=ppt/drawings/_rels/vmlDrawing1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7" Type="http://schemas.openxmlformats.org/officeDocument/2006/relationships/image" Target="../media/image859.wmf"/><Relationship Id="rId2" Type="http://schemas.openxmlformats.org/officeDocument/2006/relationships/image" Target="../media/image858.wmf"/><Relationship Id="rId1" Type="http://schemas.openxmlformats.org/officeDocument/2006/relationships/image" Target="../media/image857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1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7.wmf"/><Relationship Id="rId3" Type="http://schemas.openxmlformats.org/officeDocument/2006/relationships/image" Target="../media/image862.wmf"/><Relationship Id="rId7" Type="http://schemas.openxmlformats.org/officeDocument/2006/relationships/image" Target="../media/image866.wmf"/><Relationship Id="rId12" Type="http://schemas.openxmlformats.org/officeDocument/2006/relationships/image" Target="../media/image871.wmf"/><Relationship Id="rId2" Type="http://schemas.openxmlformats.org/officeDocument/2006/relationships/image" Target="../media/image861.wmf"/><Relationship Id="rId1" Type="http://schemas.openxmlformats.org/officeDocument/2006/relationships/image" Target="../media/image860.wmf"/><Relationship Id="rId6" Type="http://schemas.openxmlformats.org/officeDocument/2006/relationships/image" Target="../media/image865.wmf"/><Relationship Id="rId11" Type="http://schemas.openxmlformats.org/officeDocument/2006/relationships/image" Target="../media/image870.wmf"/><Relationship Id="rId5" Type="http://schemas.openxmlformats.org/officeDocument/2006/relationships/image" Target="../media/image864.wmf"/><Relationship Id="rId10" Type="http://schemas.openxmlformats.org/officeDocument/2006/relationships/image" Target="../media/image869.wmf"/><Relationship Id="rId4" Type="http://schemas.openxmlformats.org/officeDocument/2006/relationships/image" Target="../media/image863.wmf"/><Relationship Id="rId9" Type="http://schemas.openxmlformats.org/officeDocument/2006/relationships/image" Target="../media/image868.wmf"/></Relationships>
</file>

<file path=ppt/drawings/_rels/vmlDrawing1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7.wmf"/><Relationship Id="rId13" Type="http://schemas.openxmlformats.org/officeDocument/2006/relationships/image" Target="../media/image502.wmf"/><Relationship Id="rId3" Type="http://schemas.openxmlformats.org/officeDocument/2006/relationships/image" Target="../media/image492.wmf"/><Relationship Id="rId7" Type="http://schemas.openxmlformats.org/officeDocument/2006/relationships/image" Target="../media/image496.wmf"/><Relationship Id="rId12" Type="http://schemas.openxmlformats.org/officeDocument/2006/relationships/image" Target="../media/image501.wmf"/><Relationship Id="rId2" Type="http://schemas.openxmlformats.org/officeDocument/2006/relationships/image" Target="../media/image491.wmf"/><Relationship Id="rId1" Type="http://schemas.openxmlformats.org/officeDocument/2006/relationships/image" Target="../media/image490.wmf"/><Relationship Id="rId6" Type="http://schemas.openxmlformats.org/officeDocument/2006/relationships/image" Target="../media/image495.wmf"/><Relationship Id="rId11" Type="http://schemas.openxmlformats.org/officeDocument/2006/relationships/image" Target="../media/image500.wmf"/><Relationship Id="rId5" Type="http://schemas.openxmlformats.org/officeDocument/2006/relationships/image" Target="../media/image494.wmf"/><Relationship Id="rId10" Type="http://schemas.openxmlformats.org/officeDocument/2006/relationships/image" Target="../media/image499.wmf"/><Relationship Id="rId4" Type="http://schemas.openxmlformats.org/officeDocument/2006/relationships/image" Target="../media/image493.wmf"/><Relationship Id="rId9" Type="http://schemas.openxmlformats.org/officeDocument/2006/relationships/image" Target="../media/image498.wmf"/></Relationships>
</file>

<file path=ppt/drawings/_rels/vmlDrawing1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9.wmf"/><Relationship Id="rId3" Type="http://schemas.openxmlformats.org/officeDocument/2006/relationships/image" Target="../media/image874.wmf"/><Relationship Id="rId7" Type="http://schemas.openxmlformats.org/officeDocument/2006/relationships/image" Target="../media/image878.wmf"/><Relationship Id="rId2" Type="http://schemas.openxmlformats.org/officeDocument/2006/relationships/image" Target="../media/image873.wmf"/><Relationship Id="rId1" Type="http://schemas.openxmlformats.org/officeDocument/2006/relationships/image" Target="../media/image872.wmf"/><Relationship Id="rId6" Type="http://schemas.openxmlformats.org/officeDocument/2006/relationships/image" Target="../media/image877.wmf"/><Relationship Id="rId5" Type="http://schemas.openxmlformats.org/officeDocument/2006/relationships/image" Target="../media/image876.wmf"/><Relationship Id="rId4" Type="http://schemas.openxmlformats.org/officeDocument/2006/relationships/image" Target="../media/image875.wmf"/></Relationships>
</file>

<file path=ppt/drawings/_rels/vmlDrawing1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7.wmf"/><Relationship Id="rId3" Type="http://schemas.openxmlformats.org/officeDocument/2006/relationships/image" Target="../media/image882.wmf"/><Relationship Id="rId7" Type="http://schemas.openxmlformats.org/officeDocument/2006/relationships/image" Target="../media/image886.emf"/><Relationship Id="rId2" Type="http://schemas.openxmlformats.org/officeDocument/2006/relationships/image" Target="../media/image881.wmf"/><Relationship Id="rId1" Type="http://schemas.openxmlformats.org/officeDocument/2006/relationships/image" Target="../media/image880.wmf"/><Relationship Id="rId6" Type="http://schemas.openxmlformats.org/officeDocument/2006/relationships/image" Target="../media/image885.wmf"/><Relationship Id="rId5" Type="http://schemas.openxmlformats.org/officeDocument/2006/relationships/image" Target="../media/image884.wmf"/><Relationship Id="rId4" Type="http://schemas.openxmlformats.org/officeDocument/2006/relationships/image" Target="../media/image883.wmf"/></Relationships>
</file>

<file path=ppt/drawings/_rels/vmlDrawing1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2.wmf"/><Relationship Id="rId3" Type="http://schemas.openxmlformats.org/officeDocument/2006/relationships/image" Target="../media/image557.wmf"/><Relationship Id="rId7" Type="http://schemas.openxmlformats.org/officeDocument/2006/relationships/image" Target="../media/image561.wmf"/><Relationship Id="rId12" Type="http://schemas.openxmlformats.org/officeDocument/2006/relationships/image" Target="../media/image566.wmf"/><Relationship Id="rId2" Type="http://schemas.openxmlformats.org/officeDocument/2006/relationships/image" Target="../media/image556.wmf"/><Relationship Id="rId1" Type="http://schemas.openxmlformats.org/officeDocument/2006/relationships/image" Target="../media/image555.wmf"/><Relationship Id="rId6" Type="http://schemas.openxmlformats.org/officeDocument/2006/relationships/image" Target="../media/image560.wmf"/><Relationship Id="rId11" Type="http://schemas.openxmlformats.org/officeDocument/2006/relationships/image" Target="../media/image565.wmf"/><Relationship Id="rId5" Type="http://schemas.openxmlformats.org/officeDocument/2006/relationships/image" Target="../media/image559.wmf"/><Relationship Id="rId10" Type="http://schemas.openxmlformats.org/officeDocument/2006/relationships/image" Target="../media/image564.wmf"/><Relationship Id="rId4" Type="http://schemas.openxmlformats.org/officeDocument/2006/relationships/image" Target="../media/image558.wmf"/><Relationship Id="rId9" Type="http://schemas.openxmlformats.org/officeDocument/2006/relationships/image" Target="../media/image563.wmf"/></Relationships>
</file>

<file path=ppt/drawings/_rels/vmlDrawing1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1.wmf"/><Relationship Id="rId2" Type="http://schemas.openxmlformats.org/officeDocument/2006/relationships/image" Target="../media/image600.wmf"/><Relationship Id="rId1" Type="http://schemas.openxmlformats.org/officeDocument/2006/relationships/image" Target="../media/image888.wmf"/><Relationship Id="rId5" Type="http://schemas.openxmlformats.org/officeDocument/2006/relationships/image" Target="../media/image603.wmf"/><Relationship Id="rId4" Type="http://schemas.openxmlformats.org/officeDocument/2006/relationships/image" Target="../media/image602.wmf"/></Relationships>
</file>

<file path=ppt/drawings/_rels/vmlDrawing1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1.wmf"/><Relationship Id="rId2" Type="http://schemas.openxmlformats.org/officeDocument/2006/relationships/image" Target="../media/image890.wmf"/><Relationship Id="rId1" Type="http://schemas.openxmlformats.org/officeDocument/2006/relationships/image" Target="../media/image889.wmf"/><Relationship Id="rId5" Type="http://schemas.openxmlformats.org/officeDocument/2006/relationships/image" Target="../media/image893.wmf"/><Relationship Id="rId4" Type="http://schemas.openxmlformats.org/officeDocument/2006/relationships/image" Target="../media/image89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zh-CN" altLang="en-US"/>
          </a:p>
        </p:txBody>
      </p:sp>
      <p:sp>
        <p:nvSpPr>
          <p:cNvPr id="445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445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F72AA704-2B4E-4B69-99AE-F5E455CA448F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zh-CN" alt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AEDCBCEC-7621-47CA-853C-2359BE2FA90D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BCD7D-2BFF-4F23-95CC-4D54A48875D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618208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5869B5-EDC6-46B7-95CE-F9F2B444D99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739405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E8A73-C5F3-4E8C-BDF6-2DF1DAF3B38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509463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D018B-1C28-4ECD-8619-33D876508A3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263613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38B768-D17C-4283-A1EE-BFD37F88C89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392046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3F25D-E1E6-49E7-8252-704D384634E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67965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B61692-75EC-49ED-A9A5-85DA267BA00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301634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83C81-C7E0-48EE-8058-BA50C8DA1BE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80467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C635C6-C27A-4D43-9EBC-1CB9146B52F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029253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FE2A62-6802-4FBE-86F9-EA144AAC9FD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472605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E25FD1-079E-4893-BEF8-BB4E8424948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493143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0"/>
            </a:lvl1pPr>
          </a:lstStyle>
          <a:p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 b="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b="0"/>
            </a:lvl1pPr>
          </a:lstStyle>
          <a:p>
            <a:fld id="{2BAB5ED2-635E-4C2B-8CA7-F435C5B64479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1.e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75.e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7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79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7.bin"/><Relationship Id="rId18" Type="http://schemas.openxmlformats.org/officeDocument/2006/relationships/image" Target="../media/image88.wmf"/><Relationship Id="rId26" Type="http://schemas.openxmlformats.org/officeDocument/2006/relationships/image" Target="../media/image92.e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34" Type="http://schemas.openxmlformats.org/officeDocument/2006/relationships/image" Target="../media/image96.emf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5.emf"/><Relationship Id="rId17" Type="http://schemas.openxmlformats.org/officeDocument/2006/relationships/oleObject" Target="../embeddings/oleObject89.bin"/><Relationship Id="rId25" Type="http://schemas.openxmlformats.org/officeDocument/2006/relationships/oleObject" Target="../embeddings/oleObject93.bin"/><Relationship Id="rId33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7.emf"/><Relationship Id="rId20" Type="http://schemas.openxmlformats.org/officeDocument/2006/relationships/image" Target="../media/image89.emf"/><Relationship Id="rId29" Type="http://schemas.openxmlformats.org/officeDocument/2006/relationships/oleObject" Target="../embeddings/oleObject95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91.emf"/><Relationship Id="rId32" Type="http://schemas.openxmlformats.org/officeDocument/2006/relationships/image" Target="../media/image95.emf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2.bin"/><Relationship Id="rId28" Type="http://schemas.openxmlformats.org/officeDocument/2006/relationships/image" Target="../media/image93.emf"/><Relationship Id="rId36" Type="http://schemas.openxmlformats.org/officeDocument/2006/relationships/image" Target="../media/image97.emf"/><Relationship Id="rId10" Type="http://schemas.openxmlformats.org/officeDocument/2006/relationships/image" Target="../media/image84.emf"/><Relationship Id="rId19" Type="http://schemas.openxmlformats.org/officeDocument/2006/relationships/oleObject" Target="../embeddings/oleObject90.bin"/><Relationship Id="rId31" Type="http://schemas.openxmlformats.org/officeDocument/2006/relationships/oleObject" Target="../embeddings/oleObject96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6.emf"/><Relationship Id="rId22" Type="http://schemas.openxmlformats.org/officeDocument/2006/relationships/image" Target="../media/image90.emf"/><Relationship Id="rId27" Type="http://schemas.openxmlformats.org/officeDocument/2006/relationships/oleObject" Target="../embeddings/oleObject94.bin"/><Relationship Id="rId30" Type="http://schemas.openxmlformats.org/officeDocument/2006/relationships/image" Target="../media/image94.emf"/><Relationship Id="rId35" Type="http://schemas.openxmlformats.org/officeDocument/2006/relationships/oleObject" Target="../embeddings/oleObject98.bin"/><Relationship Id="rId8" Type="http://schemas.openxmlformats.org/officeDocument/2006/relationships/image" Target="../media/image8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11.gi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8.wmf"/><Relationship Id="rId17" Type="http://schemas.openxmlformats.org/officeDocument/2006/relationships/image" Target="../media/image11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1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5" Type="http://schemas.openxmlformats.org/officeDocument/2006/relationships/image" Target="../media/image109.wmf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08.bin"/><Relationship Id="rId14" Type="http://schemas.openxmlformats.org/officeDocument/2006/relationships/oleObject" Target="../embeddings/oleObject11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19.emf"/><Relationship Id="rId3" Type="http://schemas.openxmlformats.org/officeDocument/2006/relationships/oleObject" Target="../embeddings/oleObject112.bin"/><Relationship Id="rId21" Type="http://schemas.openxmlformats.org/officeDocument/2006/relationships/oleObject" Target="../embeddings/oleObject121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6.wmf"/><Relationship Id="rId17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8.wmf"/><Relationship Id="rId20" Type="http://schemas.openxmlformats.org/officeDocument/2006/relationships/image" Target="../media/image120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15.wmf"/><Relationship Id="rId19" Type="http://schemas.openxmlformats.org/officeDocument/2006/relationships/oleObject" Target="../embeddings/oleObject120.bin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7.wmf"/><Relationship Id="rId22" Type="http://schemas.openxmlformats.org/officeDocument/2006/relationships/image" Target="../media/image121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29.emf"/><Relationship Id="rId26" Type="http://schemas.openxmlformats.org/officeDocument/2006/relationships/image" Target="../media/image133.wmf"/><Relationship Id="rId3" Type="http://schemas.openxmlformats.org/officeDocument/2006/relationships/oleObject" Target="../embeddings/oleObject122.bin"/><Relationship Id="rId21" Type="http://schemas.openxmlformats.org/officeDocument/2006/relationships/oleObject" Target="../embeddings/oleObject131.bin"/><Relationship Id="rId34" Type="http://schemas.openxmlformats.org/officeDocument/2006/relationships/image" Target="../media/image137.emf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29.bin"/><Relationship Id="rId25" Type="http://schemas.openxmlformats.org/officeDocument/2006/relationships/oleObject" Target="../embeddings/oleObject133.bin"/><Relationship Id="rId33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8.wmf"/><Relationship Id="rId20" Type="http://schemas.openxmlformats.org/officeDocument/2006/relationships/image" Target="../media/image130.emf"/><Relationship Id="rId29" Type="http://schemas.openxmlformats.org/officeDocument/2006/relationships/oleObject" Target="../embeddings/oleObject135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132.emf"/><Relationship Id="rId32" Type="http://schemas.openxmlformats.org/officeDocument/2006/relationships/image" Target="../media/image136.emf"/><Relationship Id="rId5" Type="http://schemas.openxmlformats.org/officeDocument/2006/relationships/oleObject" Target="../embeddings/oleObject123.bin"/><Relationship Id="rId15" Type="http://schemas.openxmlformats.org/officeDocument/2006/relationships/oleObject" Target="../embeddings/oleObject128.bin"/><Relationship Id="rId23" Type="http://schemas.openxmlformats.org/officeDocument/2006/relationships/oleObject" Target="../embeddings/oleObject132.bin"/><Relationship Id="rId28" Type="http://schemas.openxmlformats.org/officeDocument/2006/relationships/image" Target="../media/image134.emf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30.bin"/><Relationship Id="rId31" Type="http://schemas.openxmlformats.org/officeDocument/2006/relationships/oleObject" Target="../embeddings/oleObject136.bin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27.wmf"/><Relationship Id="rId22" Type="http://schemas.openxmlformats.org/officeDocument/2006/relationships/image" Target="../media/image131.emf"/><Relationship Id="rId27" Type="http://schemas.openxmlformats.org/officeDocument/2006/relationships/oleObject" Target="../embeddings/oleObject134.bin"/><Relationship Id="rId30" Type="http://schemas.openxmlformats.org/officeDocument/2006/relationships/image" Target="../media/image135.emf"/><Relationship Id="rId8" Type="http://schemas.openxmlformats.org/officeDocument/2006/relationships/image" Target="../media/image12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43.bin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0" Type="http://schemas.openxmlformats.org/officeDocument/2006/relationships/image" Target="../media/image14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4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49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0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47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4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5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58.bin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56.wmf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5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15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67.wmf"/><Relationship Id="rId26" Type="http://schemas.openxmlformats.org/officeDocument/2006/relationships/oleObject" Target="../embeddings/oleObject172.bin"/><Relationship Id="rId3" Type="http://schemas.openxmlformats.org/officeDocument/2006/relationships/oleObject" Target="../embeddings/oleObject160.bin"/><Relationship Id="rId21" Type="http://schemas.openxmlformats.org/officeDocument/2006/relationships/oleObject" Target="../embeddings/oleObject169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4.wmf"/><Relationship Id="rId17" Type="http://schemas.openxmlformats.org/officeDocument/2006/relationships/oleObject" Target="../embeddings/oleObject167.bin"/><Relationship Id="rId25" Type="http://schemas.openxmlformats.org/officeDocument/2006/relationships/image" Target="../media/image17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6.wmf"/><Relationship Id="rId20" Type="http://schemas.openxmlformats.org/officeDocument/2006/relationships/image" Target="../media/image168.wmf"/><Relationship Id="rId29" Type="http://schemas.openxmlformats.org/officeDocument/2006/relationships/image" Target="../media/image172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64.bin"/><Relationship Id="rId24" Type="http://schemas.openxmlformats.org/officeDocument/2006/relationships/oleObject" Target="../embeddings/oleObject171.bin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23" Type="http://schemas.openxmlformats.org/officeDocument/2006/relationships/oleObject" Target="../embeddings/oleObject170.bin"/><Relationship Id="rId28" Type="http://schemas.openxmlformats.org/officeDocument/2006/relationships/oleObject" Target="../embeddings/oleObject173.bin"/><Relationship Id="rId10" Type="http://schemas.openxmlformats.org/officeDocument/2006/relationships/image" Target="../media/image163.wmf"/><Relationship Id="rId19" Type="http://schemas.openxmlformats.org/officeDocument/2006/relationships/oleObject" Target="../embeddings/oleObject168.bin"/><Relationship Id="rId31" Type="http://schemas.openxmlformats.org/officeDocument/2006/relationships/image" Target="../media/image173.wmf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65.wmf"/><Relationship Id="rId22" Type="http://schemas.openxmlformats.org/officeDocument/2006/relationships/image" Target="../media/image169.wmf"/><Relationship Id="rId27" Type="http://schemas.openxmlformats.org/officeDocument/2006/relationships/image" Target="../media/image171.wmf"/><Relationship Id="rId30" Type="http://schemas.openxmlformats.org/officeDocument/2006/relationships/oleObject" Target="../embeddings/oleObject17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7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79.bin"/><Relationship Id="rId5" Type="http://schemas.openxmlformats.org/officeDocument/2006/relationships/oleObject" Target="../embeddings/oleObject176.bin"/><Relationship Id="rId10" Type="http://schemas.openxmlformats.org/officeDocument/2006/relationships/image" Target="../media/image177.wmf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17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oleObject" Target="../embeddings/oleObject185.bin"/><Relationship Id="rId18" Type="http://schemas.openxmlformats.org/officeDocument/2006/relationships/image" Target="../media/image186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83.wmf"/><Relationship Id="rId1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5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10" Type="http://schemas.openxmlformats.org/officeDocument/2006/relationships/image" Target="../media/image182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8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193.bin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9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3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9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9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95.w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0" Type="http://schemas.openxmlformats.org/officeDocument/2006/relationships/image" Target="../media/image197.wmf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198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06.wmf"/><Relationship Id="rId26" Type="http://schemas.openxmlformats.org/officeDocument/2006/relationships/image" Target="../media/image210.wmf"/><Relationship Id="rId39" Type="http://schemas.openxmlformats.org/officeDocument/2006/relationships/oleObject" Target="../embeddings/oleObject218.bin"/><Relationship Id="rId21" Type="http://schemas.openxmlformats.org/officeDocument/2006/relationships/oleObject" Target="../embeddings/oleObject209.bin"/><Relationship Id="rId34" Type="http://schemas.openxmlformats.org/officeDocument/2006/relationships/image" Target="../media/image214.emf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203.w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33" Type="http://schemas.openxmlformats.org/officeDocument/2006/relationships/oleObject" Target="../embeddings/oleObject215.bin"/><Relationship Id="rId38" Type="http://schemas.openxmlformats.org/officeDocument/2006/relationships/image" Target="../media/image216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5.emf"/><Relationship Id="rId20" Type="http://schemas.openxmlformats.org/officeDocument/2006/relationships/image" Target="../media/image207.wmf"/><Relationship Id="rId29" Type="http://schemas.openxmlformats.org/officeDocument/2006/relationships/oleObject" Target="../embeddings/oleObject213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00.w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209.wmf"/><Relationship Id="rId32" Type="http://schemas.openxmlformats.org/officeDocument/2006/relationships/image" Target="../media/image213.emf"/><Relationship Id="rId37" Type="http://schemas.openxmlformats.org/officeDocument/2006/relationships/oleObject" Target="../embeddings/oleObject217.bin"/><Relationship Id="rId40" Type="http://schemas.openxmlformats.org/officeDocument/2006/relationships/image" Target="../media/image217.emf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28" Type="http://schemas.openxmlformats.org/officeDocument/2006/relationships/image" Target="../media/image211.wmf"/><Relationship Id="rId36" Type="http://schemas.openxmlformats.org/officeDocument/2006/relationships/image" Target="../media/image215.emf"/><Relationship Id="rId10" Type="http://schemas.openxmlformats.org/officeDocument/2006/relationships/image" Target="../media/image202.wmf"/><Relationship Id="rId19" Type="http://schemas.openxmlformats.org/officeDocument/2006/relationships/oleObject" Target="../embeddings/oleObject208.bin"/><Relationship Id="rId31" Type="http://schemas.openxmlformats.org/officeDocument/2006/relationships/oleObject" Target="../embeddings/oleObject214.bin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4.wmf"/><Relationship Id="rId22" Type="http://schemas.openxmlformats.org/officeDocument/2006/relationships/image" Target="../media/image208.wmf"/><Relationship Id="rId27" Type="http://schemas.openxmlformats.org/officeDocument/2006/relationships/oleObject" Target="../embeddings/oleObject212.bin"/><Relationship Id="rId30" Type="http://schemas.openxmlformats.org/officeDocument/2006/relationships/image" Target="../media/image212.wmf"/><Relationship Id="rId35" Type="http://schemas.openxmlformats.org/officeDocument/2006/relationships/oleObject" Target="../embeddings/oleObject216.bin"/><Relationship Id="rId8" Type="http://schemas.openxmlformats.org/officeDocument/2006/relationships/image" Target="../media/image201.wmf"/><Relationship Id="rId3" Type="http://schemas.openxmlformats.org/officeDocument/2006/relationships/oleObject" Target="../embeddings/oleObject20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oleObject" Target="../embeddings/oleObject224.bin"/><Relationship Id="rId3" Type="http://schemas.openxmlformats.org/officeDocument/2006/relationships/oleObject" Target="../embeddings/oleObject219.bin"/><Relationship Id="rId7" Type="http://schemas.openxmlformats.org/officeDocument/2006/relationships/oleObject" Target="../embeddings/oleObject221.bin"/><Relationship Id="rId12" Type="http://schemas.openxmlformats.org/officeDocument/2006/relationships/image" Target="../media/image2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19.wmf"/><Relationship Id="rId11" Type="http://schemas.openxmlformats.org/officeDocument/2006/relationships/oleObject" Target="../embeddings/oleObject223.bin"/><Relationship Id="rId5" Type="http://schemas.openxmlformats.org/officeDocument/2006/relationships/oleObject" Target="../embeddings/oleObject220.bin"/><Relationship Id="rId10" Type="http://schemas.openxmlformats.org/officeDocument/2006/relationships/image" Target="../media/image221.wmf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22.bin"/><Relationship Id="rId14" Type="http://schemas.openxmlformats.org/officeDocument/2006/relationships/image" Target="../media/image22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13" Type="http://schemas.openxmlformats.org/officeDocument/2006/relationships/oleObject" Target="../embeddings/oleObject230.bin"/><Relationship Id="rId18" Type="http://schemas.openxmlformats.org/officeDocument/2006/relationships/image" Target="../media/image231.wmf"/><Relationship Id="rId26" Type="http://schemas.openxmlformats.org/officeDocument/2006/relationships/image" Target="../media/image235.wmf"/><Relationship Id="rId3" Type="http://schemas.openxmlformats.org/officeDocument/2006/relationships/oleObject" Target="../embeddings/oleObject225.bin"/><Relationship Id="rId21" Type="http://schemas.openxmlformats.org/officeDocument/2006/relationships/oleObject" Target="../embeddings/oleObject234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32.bin"/><Relationship Id="rId25" Type="http://schemas.openxmlformats.org/officeDocument/2006/relationships/oleObject" Target="../embeddings/oleObject2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20" Type="http://schemas.openxmlformats.org/officeDocument/2006/relationships/image" Target="../media/image232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29.bin"/><Relationship Id="rId24" Type="http://schemas.openxmlformats.org/officeDocument/2006/relationships/image" Target="../media/image234.wmf"/><Relationship Id="rId5" Type="http://schemas.openxmlformats.org/officeDocument/2006/relationships/oleObject" Target="../embeddings/oleObject226.bin"/><Relationship Id="rId15" Type="http://schemas.openxmlformats.org/officeDocument/2006/relationships/oleObject" Target="../embeddings/oleObject231.bin"/><Relationship Id="rId23" Type="http://schemas.openxmlformats.org/officeDocument/2006/relationships/oleObject" Target="../embeddings/oleObject235.bin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33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29.wmf"/><Relationship Id="rId22" Type="http://schemas.openxmlformats.org/officeDocument/2006/relationships/image" Target="../media/image23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13" Type="http://schemas.openxmlformats.org/officeDocument/2006/relationships/oleObject" Target="../embeddings/oleObject242.bin"/><Relationship Id="rId18" Type="http://schemas.openxmlformats.org/officeDocument/2006/relationships/image" Target="../media/image243.wmf"/><Relationship Id="rId3" Type="http://schemas.openxmlformats.org/officeDocument/2006/relationships/oleObject" Target="../embeddings/oleObject237.bin"/><Relationship Id="rId7" Type="http://schemas.openxmlformats.org/officeDocument/2006/relationships/oleObject" Target="../embeddings/oleObject239.bin"/><Relationship Id="rId12" Type="http://schemas.openxmlformats.org/officeDocument/2006/relationships/image" Target="../media/image240.wmf"/><Relationship Id="rId17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2.wmf"/><Relationship Id="rId20" Type="http://schemas.openxmlformats.org/officeDocument/2006/relationships/image" Target="../media/image244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37.wmf"/><Relationship Id="rId11" Type="http://schemas.openxmlformats.org/officeDocument/2006/relationships/oleObject" Target="../embeddings/oleObject241.bin"/><Relationship Id="rId5" Type="http://schemas.openxmlformats.org/officeDocument/2006/relationships/oleObject" Target="../embeddings/oleObject238.bin"/><Relationship Id="rId15" Type="http://schemas.openxmlformats.org/officeDocument/2006/relationships/oleObject" Target="../embeddings/oleObject243.bin"/><Relationship Id="rId10" Type="http://schemas.openxmlformats.org/officeDocument/2006/relationships/image" Target="../media/image239.wmf"/><Relationship Id="rId19" Type="http://schemas.openxmlformats.org/officeDocument/2006/relationships/oleObject" Target="../embeddings/oleObject245.bin"/><Relationship Id="rId4" Type="http://schemas.openxmlformats.org/officeDocument/2006/relationships/image" Target="../media/image236.wmf"/><Relationship Id="rId9" Type="http://schemas.openxmlformats.org/officeDocument/2006/relationships/oleObject" Target="../embeddings/oleObject240.bin"/><Relationship Id="rId14" Type="http://schemas.openxmlformats.org/officeDocument/2006/relationships/image" Target="../media/image24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51.bin"/><Relationship Id="rId18" Type="http://schemas.openxmlformats.org/officeDocument/2006/relationships/image" Target="../media/image252.wmf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249.wmf"/><Relationship Id="rId17" Type="http://schemas.openxmlformats.org/officeDocument/2006/relationships/oleObject" Target="../embeddings/oleObject2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1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46.emf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10" Type="http://schemas.openxmlformats.org/officeDocument/2006/relationships/image" Target="../media/image248.wmf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250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oleObject" Target="../embeddings/oleObject254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258.bin"/><Relationship Id="rId5" Type="http://schemas.openxmlformats.org/officeDocument/2006/relationships/oleObject" Target="../embeddings/oleObject255.bin"/><Relationship Id="rId10" Type="http://schemas.openxmlformats.org/officeDocument/2006/relationships/image" Target="../media/image256.wmf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57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1.bin"/><Relationship Id="rId13" Type="http://schemas.openxmlformats.org/officeDocument/2006/relationships/image" Target="../media/image261.emf"/><Relationship Id="rId3" Type="http://schemas.openxmlformats.org/officeDocument/2006/relationships/audio" Target="../media/audio1.wav"/><Relationship Id="rId7" Type="http://schemas.openxmlformats.org/officeDocument/2006/relationships/image" Target="../media/image258.emf"/><Relationship Id="rId12" Type="http://schemas.openxmlformats.org/officeDocument/2006/relationships/oleObject" Target="../embeddings/oleObject2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260.bin"/><Relationship Id="rId11" Type="http://schemas.openxmlformats.org/officeDocument/2006/relationships/image" Target="../media/image260.wmf"/><Relationship Id="rId5" Type="http://schemas.openxmlformats.org/officeDocument/2006/relationships/image" Target="../media/image257.wmf"/><Relationship Id="rId10" Type="http://schemas.openxmlformats.org/officeDocument/2006/relationships/oleObject" Target="../embeddings/oleObject262.bin"/><Relationship Id="rId4" Type="http://schemas.openxmlformats.org/officeDocument/2006/relationships/oleObject" Target="../embeddings/oleObject259.bin"/><Relationship Id="rId9" Type="http://schemas.openxmlformats.org/officeDocument/2006/relationships/image" Target="../media/image259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3" Type="http://schemas.openxmlformats.org/officeDocument/2006/relationships/oleObject" Target="../embeddings/oleObject264.bin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63.wmf"/><Relationship Id="rId11" Type="http://schemas.openxmlformats.org/officeDocument/2006/relationships/oleObject" Target="../embeddings/oleObject268.bin"/><Relationship Id="rId5" Type="http://schemas.openxmlformats.org/officeDocument/2006/relationships/oleObject" Target="../embeddings/oleObject265.bin"/><Relationship Id="rId10" Type="http://schemas.openxmlformats.org/officeDocument/2006/relationships/image" Target="../media/image265.wmf"/><Relationship Id="rId4" Type="http://schemas.openxmlformats.org/officeDocument/2006/relationships/image" Target="../media/image262.wmf"/><Relationship Id="rId9" Type="http://schemas.openxmlformats.org/officeDocument/2006/relationships/oleObject" Target="../embeddings/oleObject267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emf"/><Relationship Id="rId13" Type="http://schemas.openxmlformats.org/officeDocument/2006/relationships/oleObject" Target="../embeddings/oleObject274.bin"/><Relationship Id="rId18" Type="http://schemas.openxmlformats.org/officeDocument/2006/relationships/image" Target="../media/image274.emf"/><Relationship Id="rId3" Type="http://schemas.openxmlformats.org/officeDocument/2006/relationships/oleObject" Target="../embeddings/oleObject269.bin"/><Relationship Id="rId21" Type="http://schemas.openxmlformats.org/officeDocument/2006/relationships/oleObject" Target="../embeddings/oleObject278.bin"/><Relationship Id="rId7" Type="http://schemas.openxmlformats.org/officeDocument/2006/relationships/oleObject" Target="../embeddings/oleObject271.bin"/><Relationship Id="rId12" Type="http://schemas.openxmlformats.org/officeDocument/2006/relationships/image" Target="../media/image271.emf"/><Relationship Id="rId17" Type="http://schemas.openxmlformats.org/officeDocument/2006/relationships/oleObject" Target="../embeddings/oleObject2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3.emf"/><Relationship Id="rId20" Type="http://schemas.openxmlformats.org/officeDocument/2006/relationships/image" Target="../media/image275.e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68.emf"/><Relationship Id="rId11" Type="http://schemas.openxmlformats.org/officeDocument/2006/relationships/oleObject" Target="../embeddings/oleObject273.bin"/><Relationship Id="rId24" Type="http://schemas.openxmlformats.org/officeDocument/2006/relationships/image" Target="../media/image277.wmf"/><Relationship Id="rId5" Type="http://schemas.openxmlformats.org/officeDocument/2006/relationships/oleObject" Target="../embeddings/oleObject270.bin"/><Relationship Id="rId15" Type="http://schemas.openxmlformats.org/officeDocument/2006/relationships/oleObject" Target="../embeddings/oleObject275.bin"/><Relationship Id="rId23" Type="http://schemas.openxmlformats.org/officeDocument/2006/relationships/oleObject" Target="../embeddings/oleObject279.bin"/><Relationship Id="rId10" Type="http://schemas.openxmlformats.org/officeDocument/2006/relationships/image" Target="../media/image270.emf"/><Relationship Id="rId19" Type="http://schemas.openxmlformats.org/officeDocument/2006/relationships/oleObject" Target="../embeddings/oleObject277.bin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272.bin"/><Relationship Id="rId14" Type="http://schemas.openxmlformats.org/officeDocument/2006/relationships/image" Target="../media/image272.emf"/><Relationship Id="rId22" Type="http://schemas.openxmlformats.org/officeDocument/2006/relationships/image" Target="../media/image276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emf"/><Relationship Id="rId3" Type="http://schemas.openxmlformats.org/officeDocument/2006/relationships/oleObject" Target="../embeddings/oleObject280.bin"/><Relationship Id="rId7" Type="http://schemas.openxmlformats.org/officeDocument/2006/relationships/oleObject" Target="../embeddings/oleObject2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79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78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3" Type="http://schemas.openxmlformats.org/officeDocument/2006/relationships/oleObject" Target="../embeddings/oleObject283.bin"/><Relationship Id="rId7" Type="http://schemas.openxmlformats.org/officeDocument/2006/relationships/oleObject" Target="../embeddings/oleObject2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2.wmf"/><Relationship Id="rId5" Type="http://schemas.openxmlformats.org/officeDocument/2006/relationships/oleObject" Target="../embeddings/oleObject284.bin"/><Relationship Id="rId4" Type="http://schemas.openxmlformats.org/officeDocument/2006/relationships/image" Target="../media/image28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85.wmf"/><Relationship Id="rId5" Type="http://schemas.openxmlformats.org/officeDocument/2006/relationships/oleObject" Target="../embeddings/oleObject287.bin"/><Relationship Id="rId10" Type="http://schemas.openxmlformats.org/officeDocument/2006/relationships/image" Target="../media/image287.wmf"/><Relationship Id="rId4" Type="http://schemas.openxmlformats.org/officeDocument/2006/relationships/image" Target="../media/image284.wmf"/><Relationship Id="rId9" Type="http://schemas.openxmlformats.org/officeDocument/2006/relationships/oleObject" Target="../embeddings/oleObject289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oleObject" Target="../embeddings/oleObject295.bin"/><Relationship Id="rId3" Type="http://schemas.openxmlformats.org/officeDocument/2006/relationships/oleObject" Target="../embeddings/oleObject290.bin"/><Relationship Id="rId7" Type="http://schemas.openxmlformats.org/officeDocument/2006/relationships/oleObject" Target="../embeddings/oleObject292.bin"/><Relationship Id="rId12" Type="http://schemas.openxmlformats.org/officeDocument/2006/relationships/image" Target="../media/image29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89.wmf"/><Relationship Id="rId11" Type="http://schemas.openxmlformats.org/officeDocument/2006/relationships/oleObject" Target="../embeddings/oleObject294.bin"/><Relationship Id="rId5" Type="http://schemas.openxmlformats.org/officeDocument/2006/relationships/oleObject" Target="../embeddings/oleObject291.bin"/><Relationship Id="rId10" Type="http://schemas.openxmlformats.org/officeDocument/2006/relationships/image" Target="../media/image291.wmf"/><Relationship Id="rId4" Type="http://schemas.openxmlformats.org/officeDocument/2006/relationships/image" Target="../media/image288.wmf"/><Relationship Id="rId9" Type="http://schemas.openxmlformats.org/officeDocument/2006/relationships/oleObject" Target="../embeddings/oleObject293.bin"/><Relationship Id="rId14" Type="http://schemas.openxmlformats.org/officeDocument/2006/relationships/image" Target="../media/image293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3" Type="http://schemas.openxmlformats.org/officeDocument/2006/relationships/oleObject" Target="../embeddings/oleObject296.bin"/><Relationship Id="rId7" Type="http://schemas.openxmlformats.org/officeDocument/2006/relationships/oleObject" Target="../embeddings/oleObject298.bin"/><Relationship Id="rId12" Type="http://schemas.openxmlformats.org/officeDocument/2006/relationships/image" Target="../media/image29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95.wmf"/><Relationship Id="rId11" Type="http://schemas.openxmlformats.org/officeDocument/2006/relationships/oleObject" Target="../embeddings/oleObject300.bin"/><Relationship Id="rId5" Type="http://schemas.openxmlformats.org/officeDocument/2006/relationships/oleObject" Target="../embeddings/oleObject297.bin"/><Relationship Id="rId10" Type="http://schemas.openxmlformats.org/officeDocument/2006/relationships/image" Target="../media/image297.emf"/><Relationship Id="rId4" Type="http://schemas.openxmlformats.org/officeDocument/2006/relationships/image" Target="../media/image294.wmf"/><Relationship Id="rId9" Type="http://schemas.openxmlformats.org/officeDocument/2006/relationships/oleObject" Target="../embeddings/oleObject299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3" Type="http://schemas.openxmlformats.org/officeDocument/2006/relationships/oleObject" Target="../embeddings/oleObject301.bin"/><Relationship Id="rId7" Type="http://schemas.openxmlformats.org/officeDocument/2006/relationships/oleObject" Target="../embeddings/oleObject3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00.wmf"/><Relationship Id="rId5" Type="http://schemas.openxmlformats.org/officeDocument/2006/relationships/oleObject" Target="../embeddings/oleObject302.bin"/><Relationship Id="rId4" Type="http://schemas.openxmlformats.org/officeDocument/2006/relationships/image" Target="../media/image299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3" Type="http://schemas.openxmlformats.org/officeDocument/2006/relationships/oleObject" Target="../embeddings/oleObject304.bin"/><Relationship Id="rId7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03.wmf"/><Relationship Id="rId5" Type="http://schemas.openxmlformats.org/officeDocument/2006/relationships/oleObject" Target="../embeddings/oleObject305.bin"/><Relationship Id="rId4" Type="http://schemas.openxmlformats.org/officeDocument/2006/relationships/image" Target="../media/image302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wmf"/><Relationship Id="rId3" Type="http://schemas.openxmlformats.org/officeDocument/2006/relationships/oleObject" Target="../embeddings/oleObject307.bin"/><Relationship Id="rId7" Type="http://schemas.openxmlformats.org/officeDocument/2006/relationships/oleObject" Target="../embeddings/oleObject3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06.wmf"/><Relationship Id="rId5" Type="http://schemas.openxmlformats.org/officeDocument/2006/relationships/oleObject" Target="../embeddings/oleObject308.bin"/><Relationship Id="rId10" Type="http://schemas.openxmlformats.org/officeDocument/2006/relationships/image" Target="../media/image308.wmf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310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4" Type="http://schemas.openxmlformats.org/officeDocument/2006/relationships/image" Target="../media/image309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3" Type="http://schemas.openxmlformats.org/officeDocument/2006/relationships/oleObject" Target="../embeddings/oleObject312.bin"/><Relationship Id="rId7" Type="http://schemas.openxmlformats.org/officeDocument/2006/relationships/oleObject" Target="../embeddings/oleObject314.bin"/><Relationship Id="rId12" Type="http://schemas.openxmlformats.org/officeDocument/2006/relationships/image" Target="../media/image3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11.wmf"/><Relationship Id="rId11" Type="http://schemas.openxmlformats.org/officeDocument/2006/relationships/oleObject" Target="../embeddings/oleObject316.bin"/><Relationship Id="rId5" Type="http://schemas.openxmlformats.org/officeDocument/2006/relationships/oleObject" Target="../embeddings/oleObject313.bin"/><Relationship Id="rId10" Type="http://schemas.openxmlformats.org/officeDocument/2006/relationships/image" Target="../media/image313.wmf"/><Relationship Id="rId4" Type="http://schemas.openxmlformats.org/officeDocument/2006/relationships/image" Target="../media/image310.wmf"/><Relationship Id="rId9" Type="http://schemas.openxmlformats.org/officeDocument/2006/relationships/oleObject" Target="../embeddings/oleObject315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0.bin"/><Relationship Id="rId3" Type="http://schemas.openxmlformats.org/officeDocument/2006/relationships/oleObject" Target="../embeddings/oleObject317.bin"/><Relationship Id="rId7" Type="http://schemas.openxmlformats.org/officeDocument/2006/relationships/oleObject" Target="../embeddings/oleObject3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16.wmf"/><Relationship Id="rId5" Type="http://schemas.openxmlformats.org/officeDocument/2006/relationships/oleObject" Target="../embeddings/oleObject318.bin"/><Relationship Id="rId4" Type="http://schemas.openxmlformats.org/officeDocument/2006/relationships/image" Target="../media/image315.wmf"/><Relationship Id="rId9" Type="http://schemas.openxmlformats.org/officeDocument/2006/relationships/image" Target="../media/image317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4.bin"/><Relationship Id="rId13" Type="http://schemas.openxmlformats.org/officeDocument/2006/relationships/image" Target="../media/image321.emf"/><Relationship Id="rId3" Type="http://schemas.openxmlformats.org/officeDocument/2006/relationships/oleObject" Target="../embeddings/oleObject321.bin"/><Relationship Id="rId7" Type="http://schemas.openxmlformats.org/officeDocument/2006/relationships/oleObject" Target="../embeddings/oleObject323.bin"/><Relationship Id="rId12" Type="http://schemas.openxmlformats.org/officeDocument/2006/relationships/oleObject" Target="../embeddings/oleObject326.bin"/><Relationship Id="rId17" Type="http://schemas.openxmlformats.org/officeDocument/2006/relationships/image" Target="../media/image32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8.bin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18.wmf"/><Relationship Id="rId11" Type="http://schemas.openxmlformats.org/officeDocument/2006/relationships/image" Target="../media/image320.emf"/><Relationship Id="rId5" Type="http://schemas.openxmlformats.org/officeDocument/2006/relationships/oleObject" Target="../embeddings/oleObject322.bin"/><Relationship Id="rId15" Type="http://schemas.openxmlformats.org/officeDocument/2006/relationships/image" Target="../media/image322.emf"/><Relationship Id="rId10" Type="http://schemas.openxmlformats.org/officeDocument/2006/relationships/oleObject" Target="../embeddings/oleObject325.bin"/><Relationship Id="rId4" Type="http://schemas.openxmlformats.org/officeDocument/2006/relationships/image" Target="../media/image315.wmf"/><Relationship Id="rId9" Type="http://schemas.openxmlformats.org/officeDocument/2006/relationships/image" Target="../media/image319.wmf"/><Relationship Id="rId14" Type="http://schemas.openxmlformats.org/officeDocument/2006/relationships/oleObject" Target="../embeddings/oleObject327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25.wmf"/><Relationship Id="rId5" Type="http://schemas.openxmlformats.org/officeDocument/2006/relationships/oleObject" Target="../embeddings/oleObject330.bin"/><Relationship Id="rId4" Type="http://schemas.openxmlformats.org/officeDocument/2006/relationships/image" Target="../media/image324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28.wmf"/><Relationship Id="rId5" Type="http://schemas.openxmlformats.org/officeDocument/2006/relationships/oleObject" Target="../embeddings/oleObject333.bin"/><Relationship Id="rId4" Type="http://schemas.openxmlformats.org/officeDocument/2006/relationships/image" Target="../media/image327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emf"/><Relationship Id="rId13" Type="http://schemas.openxmlformats.org/officeDocument/2006/relationships/oleObject" Target="../embeddings/oleObject339.bin"/><Relationship Id="rId3" Type="http://schemas.openxmlformats.org/officeDocument/2006/relationships/oleObject" Target="../embeddings/oleObject334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33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30.emf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335.bin"/><Relationship Id="rId10" Type="http://schemas.openxmlformats.org/officeDocument/2006/relationships/image" Target="../media/image332.wmf"/><Relationship Id="rId4" Type="http://schemas.openxmlformats.org/officeDocument/2006/relationships/image" Target="../media/image329.w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334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wmf"/><Relationship Id="rId3" Type="http://schemas.openxmlformats.org/officeDocument/2006/relationships/oleObject" Target="../embeddings/oleObject340.bin"/><Relationship Id="rId7" Type="http://schemas.openxmlformats.org/officeDocument/2006/relationships/oleObject" Target="../embeddings/oleObject342.bin"/><Relationship Id="rId12" Type="http://schemas.openxmlformats.org/officeDocument/2006/relationships/image" Target="../media/image3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336.wmf"/><Relationship Id="rId11" Type="http://schemas.openxmlformats.org/officeDocument/2006/relationships/oleObject" Target="../embeddings/oleObject344.bin"/><Relationship Id="rId5" Type="http://schemas.openxmlformats.org/officeDocument/2006/relationships/oleObject" Target="../embeddings/oleObject341.bin"/><Relationship Id="rId10" Type="http://schemas.openxmlformats.org/officeDocument/2006/relationships/image" Target="../media/image338.wmf"/><Relationship Id="rId4" Type="http://schemas.openxmlformats.org/officeDocument/2006/relationships/image" Target="../media/image335.wmf"/><Relationship Id="rId9" Type="http://schemas.openxmlformats.org/officeDocument/2006/relationships/oleObject" Target="../embeddings/oleObject343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wmf"/><Relationship Id="rId13" Type="http://schemas.openxmlformats.org/officeDocument/2006/relationships/oleObject" Target="../embeddings/oleObject350.bin"/><Relationship Id="rId18" Type="http://schemas.openxmlformats.org/officeDocument/2006/relationships/image" Target="../media/image347.wmf"/><Relationship Id="rId3" Type="http://schemas.openxmlformats.org/officeDocument/2006/relationships/oleObject" Target="../embeddings/oleObject345.bin"/><Relationship Id="rId7" Type="http://schemas.openxmlformats.org/officeDocument/2006/relationships/oleObject" Target="../embeddings/oleObject347.bin"/><Relationship Id="rId12" Type="http://schemas.openxmlformats.org/officeDocument/2006/relationships/image" Target="../media/image344.wmf"/><Relationship Id="rId17" Type="http://schemas.openxmlformats.org/officeDocument/2006/relationships/oleObject" Target="../embeddings/oleObject3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6.wmf"/><Relationship Id="rId1" Type="http://schemas.openxmlformats.org/officeDocument/2006/relationships/vmlDrawing" Target="../drawings/vmlDrawing60.vml"/><Relationship Id="rId6" Type="http://schemas.openxmlformats.org/officeDocument/2006/relationships/image" Target="../media/image341.wmf"/><Relationship Id="rId11" Type="http://schemas.openxmlformats.org/officeDocument/2006/relationships/oleObject" Target="../embeddings/oleObject349.bin"/><Relationship Id="rId5" Type="http://schemas.openxmlformats.org/officeDocument/2006/relationships/oleObject" Target="../embeddings/oleObject346.bin"/><Relationship Id="rId15" Type="http://schemas.openxmlformats.org/officeDocument/2006/relationships/oleObject" Target="../embeddings/oleObject351.bin"/><Relationship Id="rId10" Type="http://schemas.openxmlformats.org/officeDocument/2006/relationships/image" Target="../media/image343.wmf"/><Relationship Id="rId4" Type="http://schemas.openxmlformats.org/officeDocument/2006/relationships/image" Target="../media/image340.wmf"/><Relationship Id="rId9" Type="http://schemas.openxmlformats.org/officeDocument/2006/relationships/oleObject" Target="../embeddings/oleObject348.bin"/><Relationship Id="rId14" Type="http://schemas.openxmlformats.org/officeDocument/2006/relationships/image" Target="../media/image345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wmf"/><Relationship Id="rId13" Type="http://schemas.openxmlformats.org/officeDocument/2006/relationships/oleObject" Target="../embeddings/oleObject358.bin"/><Relationship Id="rId3" Type="http://schemas.openxmlformats.org/officeDocument/2006/relationships/oleObject" Target="../embeddings/oleObject353.bin"/><Relationship Id="rId7" Type="http://schemas.openxmlformats.org/officeDocument/2006/relationships/oleObject" Target="../embeddings/oleObject355.bin"/><Relationship Id="rId12" Type="http://schemas.openxmlformats.org/officeDocument/2006/relationships/image" Target="../media/image35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4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349.wmf"/><Relationship Id="rId11" Type="http://schemas.openxmlformats.org/officeDocument/2006/relationships/oleObject" Target="../embeddings/oleObject357.bin"/><Relationship Id="rId5" Type="http://schemas.openxmlformats.org/officeDocument/2006/relationships/oleObject" Target="../embeddings/oleObject354.bin"/><Relationship Id="rId15" Type="http://schemas.openxmlformats.org/officeDocument/2006/relationships/oleObject" Target="../embeddings/oleObject359.bin"/><Relationship Id="rId10" Type="http://schemas.openxmlformats.org/officeDocument/2006/relationships/image" Target="../media/image351.wmf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356.bin"/><Relationship Id="rId14" Type="http://schemas.openxmlformats.org/officeDocument/2006/relationships/image" Target="../media/image353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3" Type="http://schemas.openxmlformats.org/officeDocument/2006/relationships/oleObject" Target="../embeddings/oleObject360.bin"/><Relationship Id="rId7" Type="http://schemas.openxmlformats.org/officeDocument/2006/relationships/oleObject" Target="../embeddings/oleObject362.bin"/><Relationship Id="rId12" Type="http://schemas.openxmlformats.org/officeDocument/2006/relationships/image" Target="../media/image3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356.wmf"/><Relationship Id="rId11" Type="http://schemas.openxmlformats.org/officeDocument/2006/relationships/oleObject" Target="../embeddings/oleObject364.bin"/><Relationship Id="rId5" Type="http://schemas.openxmlformats.org/officeDocument/2006/relationships/oleObject" Target="../embeddings/oleObject361.bin"/><Relationship Id="rId10" Type="http://schemas.openxmlformats.org/officeDocument/2006/relationships/image" Target="../media/image358.wmf"/><Relationship Id="rId4" Type="http://schemas.openxmlformats.org/officeDocument/2006/relationships/image" Target="../media/image355.wmf"/><Relationship Id="rId9" Type="http://schemas.openxmlformats.org/officeDocument/2006/relationships/oleObject" Target="../embeddings/oleObject363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13" Type="http://schemas.openxmlformats.org/officeDocument/2006/relationships/oleObject" Target="../embeddings/oleObject370.bin"/><Relationship Id="rId3" Type="http://schemas.openxmlformats.org/officeDocument/2006/relationships/oleObject" Target="../embeddings/oleObject365.bin"/><Relationship Id="rId7" Type="http://schemas.openxmlformats.org/officeDocument/2006/relationships/oleObject" Target="../embeddings/oleObject367.bin"/><Relationship Id="rId12" Type="http://schemas.openxmlformats.org/officeDocument/2006/relationships/image" Target="../media/image3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61.wmf"/><Relationship Id="rId11" Type="http://schemas.openxmlformats.org/officeDocument/2006/relationships/oleObject" Target="../embeddings/oleObject369.bin"/><Relationship Id="rId5" Type="http://schemas.openxmlformats.org/officeDocument/2006/relationships/oleObject" Target="../embeddings/oleObject366.bin"/><Relationship Id="rId15" Type="http://schemas.openxmlformats.org/officeDocument/2006/relationships/oleObject" Target="../embeddings/oleObject372.bin"/><Relationship Id="rId10" Type="http://schemas.openxmlformats.org/officeDocument/2006/relationships/image" Target="../media/image356.wmf"/><Relationship Id="rId4" Type="http://schemas.openxmlformats.org/officeDocument/2006/relationships/image" Target="../media/image360.emf"/><Relationship Id="rId9" Type="http://schemas.openxmlformats.org/officeDocument/2006/relationships/oleObject" Target="../embeddings/oleObject368.bin"/><Relationship Id="rId14" Type="http://schemas.openxmlformats.org/officeDocument/2006/relationships/oleObject" Target="../embeddings/oleObject371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6.bin"/><Relationship Id="rId3" Type="http://schemas.openxmlformats.org/officeDocument/2006/relationships/oleObject" Target="../embeddings/oleObject373.bin"/><Relationship Id="rId7" Type="http://schemas.openxmlformats.org/officeDocument/2006/relationships/oleObject" Target="../embeddings/oleObject3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356.wmf"/><Relationship Id="rId11" Type="http://schemas.openxmlformats.org/officeDocument/2006/relationships/image" Target="../media/image363.wmf"/><Relationship Id="rId5" Type="http://schemas.openxmlformats.org/officeDocument/2006/relationships/oleObject" Target="../embeddings/oleObject374.bin"/><Relationship Id="rId10" Type="http://schemas.openxmlformats.org/officeDocument/2006/relationships/oleObject" Target="../embeddings/oleObject377.bin"/><Relationship Id="rId4" Type="http://schemas.openxmlformats.org/officeDocument/2006/relationships/image" Target="../media/image355.wmf"/><Relationship Id="rId9" Type="http://schemas.openxmlformats.org/officeDocument/2006/relationships/image" Target="../media/image362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1.bin"/><Relationship Id="rId13" Type="http://schemas.openxmlformats.org/officeDocument/2006/relationships/oleObject" Target="../embeddings/oleObject385.bin"/><Relationship Id="rId18" Type="http://schemas.openxmlformats.org/officeDocument/2006/relationships/oleObject" Target="../embeddings/oleObject388.bin"/><Relationship Id="rId3" Type="http://schemas.openxmlformats.org/officeDocument/2006/relationships/oleObject" Target="../embeddings/oleObject378.bin"/><Relationship Id="rId7" Type="http://schemas.openxmlformats.org/officeDocument/2006/relationships/oleObject" Target="../embeddings/oleObject380.bin"/><Relationship Id="rId12" Type="http://schemas.openxmlformats.org/officeDocument/2006/relationships/oleObject" Target="../embeddings/oleObject384.bin"/><Relationship Id="rId17" Type="http://schemas.openxmlformats.org/officeDocument/2006/relationships/image" Target="../media/image36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87.bin"/><Relationship Id="rId1" Type="http://schemas.openxmlformats.org/officeDocument/2006/relationships/vmlDrawing" Target="../drawings/vmlDrawing65.vml"/><Relationship Id="rId6" Type="http://schemas.openxmlformats.org/officeDocument/2006/relationships/image" Target="../media/image356.wmf"/><Relationship Id="rId11" Type="http://schemas.openxmlformats.org/officeDocument/2006/relationships/image" Target="../media/image365.wmf"/><Relationship Id="rId5" Type="http://schemas.openxmlformats.org/officeDocument/2006/relationships/oleObject" Target="../embeddings/oleObject379.bin"/><Relationship Id="rId15" Type="http://schemas.openxmlformats.org/officeDocument/2006/relationships/image" Target="../media/image366.emf"/><Relationship Id="rId10" Type="http://schemas.openxmlformats.org/officeDocument/2006/relationships/oleObject" Target="../embeddings/oleObject383.bin"/><Relationship Id="rId19" Type="http://schemas.openxmlformats.org/officeDocument/2006/relationships/image" Target="../media/image368.emf"/><Relationship Id="rId4" Type="http://schemas.openxmlformats.org/officeDocument/2006/relationships/image" Target="../media/image364.wmf"/><Relationship Id="rId9" Type="http://schemas.openxmlformats.org/officeDocument/2006/relationships/oleObject" Target="../embeddings/oleObject382.bin"/><Relationship Id="rId14" Type="http://schemas.openxmlformats.org/officeDocument/2006/relationships/oleObject" Target="../embeddings/oleObject386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wmf"/><Relationship Id="rId3" Type="http://schemas.openxmlformats.org/officeDocument/2006/relationships/oleObject" Target="../embeddings/oleObject389.bin"/><Relationship Id="rId7" Type="http://schemas.openxmlformats.org/officeDocument/2006/relationships/oleObject" Target="../embeddings/oleObject391.bin"/><Relationship Id="rId12" Type="http://schemas.openxmlformats.org/officeDocument/2006/relationships/image" Target="../media/image3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370.wmf"/><Relationship Id="rId11" Type="http://schemas.openxmlformats.org/officeDocument/2006/relationships/oleObject" Target="../embeddings/oleObject393.bin"/><Relationship Id="rId5" Type="http://schemas.openxmlformats.org/officeDocument/2006/relationships/oleObject" Target="../embeddings/oleObject390.bin"/><Relationship Id="rId10" Type="http://schemas.openxmlformats.org/officeDocument/2006/relationships/image" Target="../media/image372.wmf"/><Relationship Id="rId4" Type="http://schemas.openxmlformats.org/officeDocument/2006/relationships/image" Target="../media/image369.wmf"/><Relationship Id="rId9" Type="http://schemas.openxmlformats.org/officeDocument/2006/relationships/oleObject" Target="../embeddings/oleObject392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wmf"/><Relationship Id="rId13" Type="http://schemas.openxmlformats.org/officeDocument/2006/relationships/oleObject" Target="../embeddings/oleObject399.bin"/><Relationship Id="rId18" Type="http://schemas.openxmlformats.org/officeDocument/2006/relationships/image" Target="../media/image380.wmf"/><Relationship Id="rId3" Type="http://schemas.openxmlformats.org/officeDocument/2006/relationships/oleObject" Target="../embeddings/oleObject394.bin"/><Relationship Id="rId21" Type="http://schemas.openxmlformats.org/officeDocument/2006/relationships/oleObject" Target="../embeddings/oleObject403.bin"/><Relationship Id="rId7" Type="http://schemas.openxmlformats.org/officeDocument/2006/relationships/oleObject" Target="../embeddings/oleObject396.bin"/><Relationship Id="rId12" Type="http://schemas.openxmlformats.org/officeDocument/2006/relationships/image" Target="../media/image377.wmf"/><Relationship Id="rId17" Type="http://schemas.openxmlformats.org/officeDocument/2006/relationships/oleObject" Target="../embeddings/oleObject4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9.wmf"/><Relationship Id="rId20" Type="http://schemas.openxmlformats.org/officeDocument/2006/relationships/image" Target="../media/image381.wmf"/><Relationship Id="rId1" Type="http://schemas.openxmlformats.org/officeDocument/2006/relationships/vmlDrawing" Target="../drawings/vmlDrawing67.vml"/><Relationship Id="rId6" Type="http://schemas.openxmlformats.org/officeDocument/2006/relationships/image" Target="../media/image374.wmf"/><Relationship Id="rId11" Type="http://schemas.openxmlformats.org/officeDocument/2006/relationships/oleObject" Target="../embeddings/oleObject398.bin"/><Relationship Id="rId5" Type="http://schemas.openxmlformats.org/officeDocument/2006/relationships/oleObject" Target="../embeddings/oleObject395.bin"/><Relationship Id="rId15" Type="http://schemas.openxmlformats.org/officeDocument/2006/relationships/oleObject" Target="../embeddings/oleObject400.bin"/><Relationship Id="rId10" Type="http://schemas.openxmlformats.org/officeDocument/2006/relationships/image" Target="../media/image376.wmf"/><Relationship Id="rId19" Type="http://schemas.openxmlformats.org/officeDocument/2006/relationships/oleObject" Target="../embeddings/oleObject402.bin"/><Relationship Id="rId4" Type="http://schemas.openxmlformats.org/officeDocument/2006/relationships/image" Target="../media/image369.wmf"/><Relationship Id="rId9" Type="http://schemas.openxmlformats.org/officeDocument/2006/relationships/oleObject" Target="../embeddings/oleObject397.bin"/><Relationship Id="rId14" Type="http://schemas.openxmlformats.org/officeDocument/2006/relationships/image" Target="../media/image378.wmf"/><Relationship Id="rId22" Type="http://schemas.openxmlformats.org/officeDocument/2006/relationships/image" Target="../media/image370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wmf"/><Relationship Id="rId3" Type="http://schemas.openxmlformats.org/officeDocument/2006/relationships/oleObject" Target="../embeddings/oleObject404.bin"/><Relationship Id="rId7" Type="http://schemas.openxmlformats.org/officeDocument/2006/relationships/oleObject" Target="../embeddings/oleObject4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383.wmf"/><Relationship Id="rId5" Type="http://schemas.openxmlformats.org/officeDocument/2006/relationships/oleObject" Target="../embeddings/oleObject405.bin"/><Relationship Id="rId10" Type="http://schemas.openxmlformats.org/officeDocument/2006/relationships/image" Target="../media/image385.wmf"/><Relationship Id="rId4" Type="http://schemas.openxmlformats.org/officeDocument/2006/relationships/image" Target="../media/image382.wmf"/><Relationship Id="rId9" Type="http://schemas.openxmlformats.org/officeDocument/2006/relationships/oleObject" Target="../embeddings/oleObject407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0.bin"/><Relationship Id="rId13" Type="http://schemas.openxmlformats.org/officeDocument/2006/relationships/image" Target="../media/image390.wmf"/><Relationship Id="rId18" Type="http://schemas.openxmlformats.org/officeDocument/2006/relationships/oleObject" Target="../embeddings/oleObject415.bin"/><Relationship Id="rId3" Type="http://schemas.openxmlformats.org/officeDocument/2006/relationships/audio" Target="../media/audio2.wav"/><Relationship Id="rId7" Type="http://schemas.openxmlformats.org/officeDocument/2006/relationships/image" Target="../media/image387.emf"/><Relationship Id="rId12" Type="http://schemas.openxmlformats.org/officeDocument/2006/relationships/oleObject" Target="../embeddings/oleObject412.bin"/><Relationship Id="rId17" Type="http://schemas.openxmlformats.org/officeDocument/2006/relationships/image" Target="../media/image39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14.bin"/><Relationship Id="rId1" Type="http://schemas.openxmlformats.org/officeDocument/2006/relationships/vmlDrawing" Target="../drawings/vmlDrawing69.vml"/><Relationship Id="rId6" Type="http://schemas.openxmlformats.org/officeDocument/2006/relationships/oleObject" Target="../embeddings/oleObject409.bin"/><Relationship Id="rId11" Type="http://schemas.openxmlformats.org/officeDocument/2006/relationships/image" Target="../media/image389.wmf"/><Relationship Id="rId5" Type="http://schemas.openxmlformats.org/officeDocument/2006/relationships/image" Target="../media/image386.emf"/><Relationship Id="rId15" Type="http://schemas.openxmlformats.org/officeDocument/2006/relationships/image" Target="../media/image391.wmf"/><Relationship Id="rId10" Type="http://schemas.openxmlformats.org/officeDocument/2006/relationships/oleObject" Target="../embeddings/oleObject411.bin"/><Relationship Id="rId4" Type="http://schemas.openxmlformats.org/officeDocument/2006/relationships/oleObject" Target="../embeddings/oleObject408.bin"/><Relationship Id="rId9" Type="http://schemas.openxmlformats.org/officeDocument/2006/relationships/image" Target="../media/image388.wmf"/><Relationship Id="rId14" Type="http://schemas.openxmlformats.org/officeDocument/2006/relationships/oleObject" Target="../embeddings/oleObject413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wmf"/><Relationship Id="rId13" Type="http://schemas.openxmlformats.org/officeDocument/2006/relationships/oleObject" Target="../embeddings/oleObject421.bin"/><Relationship Id="rId18" Type="http://schemas.openxmlformats.org/officeDocument/2006/relationships/image" Target="../media/image400.wmf"/><Relationship Id="rId3" Type="http://schemas.openxmlformats.org/officeDocument/2006/relationships/oleObject" Target="../embeddings/oleObject416.bin"/><Relationship Id="rId21" Type="http://schemas.openxmlformats.org/officeDocument/2006/relationships/oleObject" Target="../embeddings/oleObject425.bin"/><Relationship Id="rId7" Type="http://schemas.openxmlformats.org/officeDocument/2006/relationships/oleObject" Target="../embeddings/oleObject418.bin"/><Relationship Id="rId12" Type="http://schemas.openxmlformats.org/officeDocument/2006/relationships/image" Target="../media/image397.wmf"/><Relationship Id="rId17" Type="http://schemas.openxmlformats.org/officeDocument/2006/relationships/oleObject" Target="../embeddings/oleObject4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9.wmf"/><Relationship Id="rId20" Type="http://schemas.openxmlformats.org/officeDocument/2006/relationships/image" Target="../media/image401.wmf"/><Relationship Id="rId1" Type="http://schemas.openxmlformats.org/officeDocument/2006/relationships/vmlDrawing" Target="../drawings/vmlDrawing70.vml"/><Relationship Id="rId6" Type="http://schemas.openxmlformats.org/officeDocument/2006/relationships/image" Target="../media/image394.wmf"/><Relationship Id="rId11" Type="http://schemas.openxmlformats.org/officeDocument/2006/relationships/oleObject" Target="../embeddings/oleObject420.bin"/><Relationship Id="rId24" Type="http://schemas.openxmlformats.org/officeDocument/2006/relationships/image" Target="../media/image403.wmf"/><Relationship Id="rId5" Type="http://schemas.openxmlformats.org/officeDocument/2006/relationships/oleObject" Target="../embeddings/oleObject417.bin"/><Relationship Id="rId15" Type="http://schemas.openxmlformats.org/officeDocument/2006/relationships/oleObject" Target="../embeddings/oleObject422.bin"/><Relationship Id="rId23" Type="http://schemas.openxmlformats.org/officeDocument/2006/relationships/oleObject" Target="../embeddings/oleObject426.bin"/><Relationship Id="rId10" Type="http://schemas.openxmlformats.org/officeDocument/2006/relationships/image" Target="../media/image396.wmf"/><Relationship Id="rId19" Type="http://schemas.openxmlformats.org/officeDocument/2006/relationships/oleObject" Target="../embeddings/oleObject424.bin"/><Relationship Id="rId4" Type="http://schemas.openxmlformats.org/officeDocument/2006/relationships/image" Target="../media/image393.wmf"/><Relationship Id="rId9" Type="http://schemas.openxmlformats.org/officeDocument/2006/relationships/oleObject" Target="../embeddings/oleObject419.bin"/><Relationship Id="rId14" Type="http://schemas.openxmlformats.org/officeDocument/2006/relationships/image" Target="../media/image398.wmf"/><Relationship Id="rId22" Type="http://schemas.openxmlformats.org/officeDocument/2006/relationships/image" Target="../media/image402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13" Type="http://schemas.openxmlformats.org/officeDocument/2006/relationships/oleObject" Target="../embeddings/oleObject432.bin"/><Relationship Id="rId18" Type="http://schemas.openxmlformats.org/officeDocument/2006/relationships/image" Target="../media/image411.wmf"/><Relationship Id="rId3" Type="http://schemas.openxmlformats.org/officeDocument/2006/relationships/oleObject" Target="../embeddings/oleObject427.bin"/><Relationship Id="rId7" Type="http://schemas.openxmlformats.org/officeDocument/2006/relationships/oleObject" Target="../embeddings/oleObject429.bin"/><Relationship Id="rId12" Type="http://schemas.openxmlformats.org/officeDocument/2006/relationships/image" Target="../media/image408.wmf"/><Relationship Id="rId17" Type="http://schemas.openxmlformats.org/officeDocument/2006/relationships/oleObject" Target="../embeddings/oleObject4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0.emf"/><Relationship Id="rId1" Type="http://schemas.openxmlformats.org/officeDocument/2006/relationships/vmlDrawing" Target="../drawings/vmlDrawing71.vml"/><Relationship Id="rId6" Type="http://schemas.openxmlformats.org/officeDocument/2006/relationships/image" Target="../media/image405.wmf"/><Relationship Id="rId11" Type="http://schemas.openxmlformats.org/officeDocument/2006/relationships/oleObject" Target="../embeddings/oleObject431.bin"/><Relationship Id="rId5" Type="http://schemas.openxmlformats.org/officeDocument/2006/relationships/oleObject" Target="../embeddings/oleObject428.bin"/><Relationship Id="rId15" Type="http://schemas.openxmlformats.org/officeDocument/2006/relationships/oleObject" Target="../embeddings/oleObject433.bin"/><Relationship Id="rId10" Type="http://schemas.openxmlformats.org/officeDocument/2006/relationships/image" Target="../media/image407.wmf"/><Relationship Id="rId4" Type="http://schemas.openxmlformats.org/officeDocument/2006/relationships/image" Target="../media/image404.wmf"/><Relationship Id="rId9" Type="http://schemas.openxmlformats.org/officeDocument/2006/relationships/oleObject" Target="../embeddings/oleObject430.bin"/><Relationship Id="rId14" Type="http://schemas.openxmlformats.org/officeDocument/2006/relationships/image" Target="../media/image409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emf"/><Relationship Id="rId13" Type="http://schemas.openxmlformats.org/officeDocument/2006/relationships/oleObject" Target="../embeddings/oleObject440.bin"/><Relationship Id="rId3" Type="http://schemas.openxmlformats.org/officeDocument/2006/relationships/oleObject" Target="../embeddings/oleObject435.bin"/><Relationship Id="rId7" Type="http://schemas.openxmlformats.org/officeDocument/2006/relationships/oleObject" Target="../embeddings/oleObject437.bin"/><Relationship Id="rId12" Type="http://schemas.openxmlformats.org/officeDocument/2006/relationships/image" Target="../media/image41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413.emf"/><Relationship Id="rId11" Type="http://schemas.openxmlformats.org/officeDocument/2006/relationships/oleObject" Target="../embeddings/oleObject439.bin"/><Relationship Id="rId5" Type="http://schemas.openxmlformats.org/officeDocument/2006/relationships/oleObject" Target="../embeddings/oleObject436.bin"/><Relationship Id="rId10" Type="http://schemas.openxmlformats.org/officeDocument/2006/relationships/image" Target="../media/image415.emf"/><Relationship Id="rId4" Type="http://schemas.openxmlformats.org/officeDocument/2006/relationships/image" Target="../media/image412.emf"/><Relationship Id="rId9" Type="http://schemas.openxmlformats.org/officeDocument/2006/relationships/oleObject" Target="../embeddings/oleObject438.bin"/><Relationship Id="rId14" Type="http://schemas.openxmlformats.org/officeDocument/2006/relationships/image" Target="../media/image417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wmf"/><Relationship Id="rId3" Type="http://schemas.openxmlformats.org/officeDocument/2006/relationships/oleObject" Target="../embeddings/oleObject441.bin"/><Relationship Id="rId7" Type="http://schemas.openxmlformats.org/officeDocument/2006/relationships/oleObject" Target="../embeddings/oleObject4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419.wmf"/><Relationship Id="rId5" Type="http://schemas.openxmlformats.org/officeDocument/2006/relationships/oleObject" Target="../embeddings/oleObject442.bin"/><Relationship Id="rId4" Type="http://schemas.openxmlformats.org/officeDocument/2006/relationships/image" Target="../media/image418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3.wmf"/><Relationship Id="rId13" Type="http://schemas.openxmlformats.org/officeDocument/2006/relationships/oleObject" Target="../embeddings/oleObject449.bin"/><Relationship Id="rId18" Type="http://schemas.openxmlformats.org/officeDocument/2006/relationships/image" Target="../media/image428.wmf"/><Relationship Id="rId3" Type="http://schemas.openxmlformats.org/officeDocument/2006/relationships/oleObject" Target="../embeddings/oleObject444.bin"/><Relationship Id="rId21" Type="http://schemas.openxmlformats.org/officeDocument/2006/relationships/oleObject" Target="../embeddings/oleObject453.bin"/><Relationship Id="rId7" Type="http://schemas.openxmlformats.org/officeDocument/2006/relationships/oleObject" Target="../embeddings/oleObject446.bin"/><Relationship Id="rId12" Type="http://schemas.openxmlformats.org/officeDocument/2006/relationships/image" Target="../media/image425.wmf"/><Relationship Id="rId17" Type="http://schemas.openxmlformats.org/officeDocument/2006/relationships/oleObject" Target="../embeddings/oleObject4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7.wmf"/><Relationship Id="rId20" Type="http://schemas.openxmlformats.org/officeDocument/2006/relationships/image" Target="../media/image429.wmf"/><Relationship Id="rId1" Type="http://schemas.openxmlformats.org/officeDocument/2006/relationships/vmlDrawing" Target="../drawings/vmlDrawing74.vml"/><Relationship Id="rId6" Type="http://schemas.openxmlformats.org/officeDocument/2006/relationships/image" Target="../media/image422.wmf"/><Relationship Id="rId11" Type="http://schemas.openxmlformats.org/officeDocument/2006/relationships/oleObject" Target="../embeddings/oleObject448.bin"/><Relationship Id="rId24" Type="http://schemas.openxmlformats.org/officeDocument/2006/relationships/image" Target="../media/image431.wmf"/><Relationship Id="rId5" Type="http://schemas.openxmlformats.org/officeDocument/2006/relationships/oleObject" Target="../embeddings/oleObject445.bin"/><Relationship Id="rId15" Type="http://schemas.openxmlformats.org/officeDocument/2006/relationships/oleObject" Target="../embeddings/oleObject450.bin"/><Relationship Id="rId23" Type="http://schemas.openxmlformats.org/officeDocument/2006/relationships/oleObject" Target="../embeddings/oleObject454.bin"/><Relationship Id="rId10" Type="http://schemas.openxmlformats.org/officeDocument/2006/relationships/image" Target="../media/image424.wmf"/><Relationship Id="rId19" Type="http://schemas.openxmlformats.org/officeDocument/2006/relationships/oleObject" Target="../embeddings/oleObject452.bin"/><Relationship Id="rId4" Type="http://schemas.openxmlformats.org/officeDocument/2006/relationships/image" Target="../media/image421.wmf"/><Relationship Id="rId9" Type="http://schemas.openxmlformats.org/officeDocument/2006/relationships/oleObject" Target="../embeddings/oleObject447.bin"/><Relationship Id="rId14" Type="http://schemas.openxmlformats.org/officeDocument/2006/relationships/image" Target="../media/image426.wmf"/><Relationship Id="rId22" Type="http://schemas.openxmlformats.org/officeDocument/2006/relationships/image" Target="../media/image430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13" Type="http://schemas.openxmlformats.org/officeDocument/2006/relationships/oleObject" Target="../embeddings/oleObject460.bin"/><Relationship Id="rId18" Type="http://schemas.openxmlformats.org/officeDocument/2006/relationships/image" Target="../media/image439.wmf"/><Relationship Id="rId3" Type="http://schemas.openxmlformats.org/officeDocument/2006/relationships/oleObject" Target="../embeddings/oleObject455.bin"/><Relationship Id="rId21" Type="http://schemas.openxmlformats.org/officeDocument/2006/relationships/oleObject" Target="../embeddings/oleObject464.bin"/><Relationship Id="rId7" Type="http://schemas.openxmlformats.org/officeDocument/2006/relationships/oleObject" Target="../embeddings/oleObject457.bin"/><Relationship Id="rId12" Type="http://schemas.openxmlformats.org/officeDocument/2006/relationships/image" Target="../media/image436.wmf"/><Relationship Id="rId17" Type="http://schemas.openxmlformats.org/officeDocument/2006/relationships/oleObject" Target="../embeddings/oleObject462.bin"/><Relationship Id="rId25" Type="http://schemas.openxmlformats.org/officeDocument/2006/relationships/image" Target="../media/image44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8.wmf"/><Relationship Id="rId20" Type="http://schemas.openxmlformats.org/officeDocument/2006/relationships/image" Target="../media/image440.wmf"/><Relationship Id="rId1" Type="http://schemas.openxmlformats.org/officeDocument/2006/relationships/vmlDrawing" Target="../drawings/vmlDrawing75.vml"/><Relationship Id="rId6" Type="http://schemas.openxmlformats.org/officeDocument/2006/relationships/image" Target="../media/image433.wmf"/><Relationship Id="rId11" Type="http://schemas.openxmlformats.org/officeDocument/2006/relationships/oleObject" Target="../embeddings/oleObject459.bin"/><Relationship Id="rId24" Type="http://schemas.openxmlformats.org/officeDocument/2006/relationships/oleObject" Target="../embeddings/oleObject466.bin"/><Relationship Id="rId5" Type="http://schemas.openxmlformats.org/officeDocument/2006/relationships/oleObject" Target="../embeddings/oleObject456.bin"/><Relationship Id="rId15" Type="http://schemas.openxmlformats.org/officeDocument/2006/relationships/oleObject" Target="../embeddings/oleObject461.bin"/><Relationship Id="rId23" Type="http://schemas.openxmlformats.org/officeDocument/2006/relationships/image" Target="../media/image441.wmf"/><Relationship Id="rId10" Type="http://schemas.openxmlformats.org/officeDocument/2006/relationships/image" Target="../media/image435.wmf"/><Relationship Id="rId19" Type="http://schemas.openxmlformats.org/officeDocument/2006/relationships/oleObject" Target="../embeddings/oleObject463.bin"/><Relationship Id="rId4" Type="http://schemas.openxmlformats.org/officeDocument/2006/relationships/image" Target="../media/image432.emf"/><Relationship Id="rId9" Type="http://schemas.openxmlformats.org/officeDocument/2006/relationships/oleObject" Target="../embeddings/oleObject458.bin"/><Relationship Id="rId14" Type="http://schemas.openxmlformats.org/officeDocument/2006/relationships/image" Target="../media/image437.wmf"/><Relationship Id="rId22" Type="http://schemas.openxmlformats.org/officeDocument/2006/relationships/oleObject" Target="../embeddings/oleObject465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5.wmf"/><Relationship Id="rId3" Type="http://schemas.openxmlformats.org/officeDocument/2006/relationships/oleObject" Target="../embeddings/oleObject467.bin"/><Relationship Id="rId7" Type="http://schemas.openxmlformats.org/officeDocument/2006/relationships/oleObject" Target="../embeddings/oleObject469.bin"/><Relationship Id="rId12" Type="http://schemas.openxmlformats.org/officeDocument/2006/relationships/image" Target="../media/image44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444.wmf"/><Relationship Id="rId11" Type="http://schemas.openxmlformats.org/officeDocument/2006/relationships/oleObject" Target="../embeddings/oleObject471.bin"/><Relationship Id="rId5" Type="http://schemas.openxmlformats.org/officeDocument/2006/relationships/oleObject" Target="../embeddings/oleObject468.bin"/><Relationship Id="rId10" Type="http://schemas.openxmlformats.org/officeDocument/2006/relationships/image" Target="../media/image446.wmf"/><Relationship Id="rId4" Type="http://schemas.openxmlformats.org/officeDocument/2006/relationships/image" Target="../media/image443.emf"/><Relationship Id="rId9" Type="http://schemas.openxmlformats.org/officeDocument/2006/relationships/oleObject" Target="../embeddings/oleObject470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wmf"/><Relationship Id="rId13" Type="http://schemas.openxmlformats.org/officeDocument/2006/relationships/oleObject" Target="../embeddings/oleObject477.bin"/><Relationship Id="rId18" Type="http://schemas.openxmlformats.org/officeDocument/2006/relationships/image" Target="../media/image455.wmf"/><Relationship Id="rId3" Type="http://schemas.openxmlformats.org/officeDocument/2006/relationships/oleObject" Target="../embeddings/oleObject472.bin"/><Relationship Id="rId21" Type="http://schemas.openxmlformats.org/officeDocument/2006/relationships/oleObject" Target="../embeddings/oleObject481.bin"/><Relationship Id="rId7" Type="http://schemas.openxmlformats.org/officeDocument/2006/relationships/oleObject" Target="../embeddings/oleObject474.bin"/><Relationship Id="rId12" Type="http://schemas.openxmlformats.org/officeDocument/2006/relationships/image" Target="../media/image452.wmf"/><Relationship Id="rId17" Type="http://schemas.openxmlformats.org/officeDocument/2006/relationships/oleObject" Target="../embeddings/oleObject4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4.wmf"/><Relationship Id="rId20" Type="http://schemas.openxmlformats.org/officeDocument/2006/relationships/image" Target="../media/image456.wmf"/><Relationship Id="rId1" Type="http://schemas.openxmlformats.org/officeDocument/2006/relationships/vmlDrawing" Target="../drawings/vmlDrawing77.vml"/><Relationship Id="rId6" Type="http://schemas.openxmlformats.org/officeDocument/2006/relationships/image" Target="../media/image449.wmf"/><Relationship Id="rId11" Type="http://schemas.openxmlformats.org/officeDocument/2006/relationships/oleObject" Target="../embeddings/oleObject476.bin"/><Relationship Id="rId24" Type="http://schemas.openxmlformats.org/officeDocument/2006/relationships/image" Target="../media/image458.wmf"/><Relationship Id="rId5" Type="http://schemas.openxmlformats.org/officeDocument/2006/relationships/oleObject" Target="../embeddings/oleObject473.bin"/><Relationship Id="rId15" Type="http://schemas.openxmlformats.org/officeDocument/2006/relationships/oleObject" Target="../embeddings/oleObject478.bin"/><Relationship Id="rId23" Type="http://schemas.openxmlformats.org/officeDocument/2006/relationships/oleObject" Target="../embeddings/oleObject482.bin"/><Relationship Id="rId10" Type="http://schemas.openxmlformats.org/officeDocument/2006/relationships/image" Target="../media/image451.wmf"/><Relationship Id="rId19" Type="http://schemas.openxmlformats.org/officeDocument/2006/relationships/oleObject" Target="../embeddings/oleObject480.bin"/><Relationship Id="rId4" Type="http://schemas.openxmlformats.org/officeDocument/2006/relationships/image" Target="../media/image448.wmf"/><Relationship Id="rId9" Type="http://schemas.openxmlformats.org/officeDocument/2006/relationships/oleObject" Target="../embeddings/oleObject475.bin"/><Relationship Id="rId14" Type="http://schemas.openxmlformats.org/officeDocument/2006/relationships/image" Target="../media/image453.wmf"/><Relationship Id="rId22" Type="http://schemas.openxmlformats.org/officeDocument/2006/relationships/image" Target="../media/image457.emf"/></Relationships>
</file>

<file path=ppt/slides/_rels/slide8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88.bin"/><Relationship Id="rId18" Type="http://schemas.openxmlformats.org/officeDocument/2006/relationships/image" Target="../media/image466.wmf"/><Relationship Id="rId26" Type="http://schemas.openxmlformats.org/officeDocument/2006/relationships/image" Target="../media/image470.wmf"/><Relationship Id="rId39" Type="http://schemas.openxmlformats.org/officeDocument/2006/relationships/oleObject" Target="../embeddings/oleObject501.bin"/><Relationship Id="rId21" Type="http://schemas.openxmlformats.org/officeDocument/2006/relationships/oleObject" Target="../embeddings/oleObject492.bin"/><Relationship Id="rId34" Type="http://schemas.openxmlformats.org/officeDocument/2006/relationships/image" Target="../media/image474.wmf"/><Relationship Id="rId7" Type="http://schemas.openxmlformats.org/officeDocument/2006/relationships/oleObject" Target="../embeddings/oleObject485.bin"/><Relationship Id="rId12" Type="http://schemas.openxmlformats.org/officeDocument/2006/relationships/image" Target="../media/image463.wmf"/><Relationship Id="rId17" Type="http://schemas.openxmlformats.org/officeDocument/2006/relationships/oleObject" Target="../embeddings/oleObject490.bin"/><Relationship Id="rId25" Type="http://schemas.openxmlformats.org/officeDocument/2006/relationships/oleObject" Target="../embeddings/oleObject494.bin"/><Relationship Id="rId33" Type="http://schemas.openxmlformats.org/officeDocument/2006/relationships/oleObject" Target="../embeddings/oleObject498.bin"/><Relationship Id="rId38" Type="http://schemas.openxmlformats.org/officeDocument/2006/relationships/image" Target="../media/image47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5.wmf"/><Relationship Id="rId20" Type="http://schemas.openxmlformats.org/officeDocument/2006/relationships/image" Target="../media/image467.wmf"/><Relationship Id="rId29" Type="http://schemas.openxmlformats.org/officeDocument/2006/relationships/oleObject" Target="../embeddings/oleObject496.bin"/><Relationship Id="rId1" Type="http://schemas.openxmlformats.org/officeDocument/2006/relationships/vmlDrawing" Target="../drawings/vmlDrawing78.vml"/><Relationship Id="rId6" Type="http://schemas.openxmlformats.org/officeDocument/2006/relationships/image" Target="../media/image460.wmf"/><Relationship Id="rId11" Type="http://schemas.openxmlformats.org/officeDocument/2006/relationships/oleObject" Target="../embeddings/oleObject487.bin"/><Relationship Id="rId24" Type="http://schemas.openxmlformats.org/officeDocument/2006/relationships/image" Target="../media/image469.wmf"/><Relationship Id="rId32" Type="http://schemas.openxmlformats.org/officeDocument/2006/relationships/image" Target="../media/image473.wmf"/><Relationship Id="rId37" Type="http://schemas.openxmlformats.org/officeDocument/2006/relationships/oleObject" Target="../embeddings/oleObject500.bin"/><Relationship Id="rId40" Type="http://schemas.openxmlformats.org/officeDocument/2006/relationships/image" Target="../media/image477.emf"/><Relationship Id="rId5" Type="http://schemas.openxmlformats.org/officeDocument/2006/relationships/oleObject" Target="../embeddings/oleObject484.bin"/><Relationship Id="rId15" Type="http://schemas.openxmlformats.org/officeDocument/2006/relationships/oleObject" Target="../embeddings/oleObject489.bin"/><Relationship Id="rId23" Type="http://schemas.openxmlformats.org/officeDocument/2006/relationships/oleObject" Target="../embeddings/oleObject493.bin"/><Relationship Id="rId28" Type="http://schemas.openxmlformats.org/officeDocument/2006/relationships/image" Target="../media/image471.wmf"/><Relationship Id="rId36" Type="http://schemas.openxmlformats.org/officeDocument/2006/relationships/image" Target="../media/image475.wmf"/><Relationship Id="rId10" Type="http://schemas.openxmlformats.org/officeDocument/2006/relationships/image" Target="../media/image462.wmf"/><Relationship Id="rId19" Type="http://schemas.openxmlformats.org/officeDocument/2006/relationships/oleObject" Target="../embeddings/oleObject491.bin"/><Relationship Id="rId31" Type="http://schemas.openxmlformats.org/officeDocument/2006/relationships/oleObject" Target="../embeddings/oleObject497.bin"/><Relationship Id="rId4" Type="http://schemas.openxmlformats.org/officeDocument/2006/relationships/image" Target="../media/image459.wmf"/><Relationship Id="rId9" Type="http://schemas.openxmlformats.org/officeDocument/2006/relationships/oleObject" Target="../embeddings/oleObject486.bin"/><Relationship Id="rId14" Type="http://schemas.openxmlformats.org/officeDocument/2006/relationships/image" Target="../media/image464.wmf"/><Relationship Id="rId22" Type="http://schemas.openxmlformats.org/officeDocument/2006/relationships/image" Target="../media/image468.wmf"/><Relationship Id="rId27" Type="http://schemas.openxmlformats.org/officeDocument/2006/relationships/oleObject" Target="../embeddings/oleObject495.bin"/><Relationship Id="rId30" Type="http://schemas.openxmlformats.org/officeDocument/2006/relationships/image" Target="../media/image472.wmf"/><Relationship Id="rId35" Type="http://schemas.openxmlformats.org/officeDocument/2006/relationships/oleObject" Target="../embeddings/oleObject499.bin"/><Relationship Id="rId8" Type="http://schemas.openxmlformats.org/officeDocument/2006/relationships/image" Target="../media/image461.wmf"/><Relationship Id="rId3" Type="http://schemas.openxmlformats.org/officeDocument/2006/relationships/oleObject" Target="../embeddings/oleObject483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wmf"/><Relationship Id="rId13" Type="http://schemas.openxmlformats.org/officeDocument/2006/relationships/oleObject" Target="../embeddings/oleObject507.bin"/><Relationship Id="rId18" Type="http://schemas.openxmlformats.org/officeDocument/2006/relationships/image" Target="../media/image482.wmf"/><Relationship Id="rId3" Type="http://schemas.openxmlformats.org/officeDocument/2006/relationships/oleObject" Target="../embeddings/oleObject502.bin"/><Relationship Id="rId21" Type="http://schemas.openxmlformats.org/officeDocument/2006/relationships/oleObject" Target="../embeddings/oleObject511.bin"/><Relationship Id="rId7" Type="http://schemas.openxmlformats.org/officeDocument/2006/relationships/oleObject" Target="../embeddings/oleObject504.bin"/><Relationship Id="rId12" Type="http://schemas.openxmlformats.org/officeDocument/2006/relationships/image" Target="../media/image479.wmf"/><Relationship Id="rId17" Type="http://schemas.openxmlformats.org/officeDocument/2006/relationships/oleObject" Target="../embeddings/oleObject5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1.wmf"/><Relationship Id="rId20" Type="http://schemas.openxmlformats.org/officeDocument/2006/relationships/image" Target="../media/image483.wmf"/><Relationship Id="rId1" Type="http://schemas.openxmlformats.org/officeDocument/2006/relationships/vmlDrawing" Target="../drawings/vmlDrawing79.vml"/><Relationship Id="rId6" Type="http://schemas.openxmlformats.org/officeDocument/2006/relationships/image" Target="../media/image469.wmf"/><Relationship Id="rId11" Type="http://schemas.openxmlformats.org/officeDocument/2006/relationships/oleObject" Target="../embeddings/oleObject506.bin"/><Relationship Id="rId5" Type="http://schemas.openxmlformats.org/officeDocument/2006/relationships/oleObject" Target="../embeddings/oleObject503.bin"/><Relationship Id="rId15" Type="http://schemas.openxmlformats.org/officeDocument/2006/relationships/oleObject" Target="../embeddings/oleObject508.bin"/><Relationship Id="rId10" Type="http://schemas.openxmlformats.org/officeDocument/2006/relationships/image" Target="../media/image478.wmf"/><Relationship Id="rId19" Type="http://schemas.openxmlformats.org/officeDocument/2006/relationships/oleObject" Target="../embeddings/oleObject510.bin"/><Relationship Id="rId4" Type="http://schemas.openxmlformats.org/officeDocument/2006/relationships/image" Target="../media/image464.wmf"/><Relationship Id="rId9" Type="http://schemas.openxmlformats.org/officeDocument/2006/relationships/oleObject" Target="../embeddings/oleObject505.bin"/><Relationship Id="rId14" Type="http://schemas.openxmlformats.org/officeDocument/2006/relationships/image" Target="../media/image480.wmf"/><Relationship Id="rId22" Type="http://schemas.openxmlformats.org/officeDocument/2006/relationships/image" Target="../media/image484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7.wmf"/><Relationship Id="rId3" Type="http://schemas.openxmlformats.org/officeDocument/2006/relationships/oleObject" Target="../embeddings/oleObject512.bin"/><Relationship Id="rId7" Type="http://schemas.openxmlformats.org/officeDocument/2006/relationships/oleObject" Target="../embeddings/oleObject514.bin"/><Relationship Id="rId12" Type="http://schemas.openxmlformats.org/officeDocument/2006/relationships/image" Target="../media/image48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0.vml"/><Relationship Id="rId6" Type="http://schemas.openxmlformats.org/officeDocument/2006/relationships/image" Target="../media/image486.wmf"/><Relationship Id="rId11" Type="http://schemas.openxmlformats.org/officeDocument/2006/relationships/oleObject" Target="../embeddings/oleObject516.bin"/><Relationship Id="rId5" Type="http://schemas.openxmlformats.org/officeDocument/2006/relationships/oleObject" Target="../embeddings/oleObject513.bin"/><Relationship Id="rId10" Type="http://schemas.openxmlformats.org/officeDocument/2006/relationships/image" Target="../media/image488.wmf"/><Relationship Id="rId4" Type="http://schemas.openxmlformats.org/officeDocument/2006/relationships/image" Target="../media/image485.wmf"/><Relationship Id="rId9" Type="http://schemas.openxmlformats.org/officeDocument/2006/relationships/oleObject" Target="../embeddings/oleObject515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wmf"/><Relationship Id="rId13" Type="http://schemas.openxmlformats.org/officeDocument/2006/relationships/oleObject" Target="../embeddings/oleObject522.bin"/><Relationship Id="rId18" Type="http://schemas.openxmlformats.org/officeDocument/2006/relationships/image" Target="../media/image497.wmf"/><Relationship Id="rId26" Type="http://schemas.openxmlformats.org/officeDocument/2006/relationships/image" Target="../media/image501.wmf"/><Relationship Id="rId3" Type="http://schemas.openxmlformats.org/officeDocument/2006/relationships/oleObject" Target="../embeddings/oleObject517.bin"/><Relationship Id="rId21" Type="http://schemas.openxmlformats.org/officeDocument/2006/relationships/oleObject" Target="../embeddings/oleObject526.bin"/><Relationship Id="rId7" Type="http://schemas.openxmlformats.org/officeDocument/2006/relationships/oleObject" Target="../embeddings/oleObject519.bin"/><Relationship Id="rId12" Type="http://schemas.openxmlformats.org/officeDocument/2006/relationships/image" Target="../media/image494.wmf"/><Relationship Id="rId17" Type="http://schemas.openxmlformats.org/officeDocument/2006/relationships/oleObject" Target="../embeddings/oleObject524.bin"/><Relationship Id="rId25" Type="http://schemas.openxmlformats.org/officeDocument/2006/relationships/oleObject" Target="../embeddings/oleObject5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6.wmf"/><Relationship Id="rId20" Type="http://schemas.openxmlformats.org/officeDocument/2006/relationships/image" Target="../media/image498.wmf"/><Relationship Id="rId1" Type="http://schemas.openxmlformats.org/officeDocument/2006/relationships/vmlDrawing" Target="../drawings/vmlDrawing81.vml"/><Relationship Id="rId6" Type="http://schemas.openxmlformats.org/officeDocument/2006/relationships/image" Target="../media/image491.wmf"/><Relationship Id="rId11" Type="http://schemas.openxmlformats.org/officeDocument/2006/relationships/oleObject" Target="../embeddings/oleObject521.bin"/><Relationship Id="rId24" Type="http://schemas.openxmlformats.org/officeDocument/2006/relationships/image" Target="../media/image500.wmf"/><Relationship Id="rId5" Type="http://schemas.openxmlformats.org/officeDocument/2006/relationships/oleObject" Target="../embeddings/oleObject518.bin"/><Relationship Id="rId15" Type="http://schemas.openxmlformats.org/officeDocument/2006/relationships/oleObject" Target="../embeddings/oleObject523.bin"/><Relationship Id="rId23" Type="http://schemas.openxmlformats.org/officeDocument/2006/relationships/oleObject" Target="../embeddings/oleObject527.bin"/><Relationship Id="rId28" Type="http://schemas.openxmlformats.org/officeDocument/2006/relationships/image" Target="../media/image502.wmf"/><Relationship Id="rId10" Type="http://schemas.openxmlformats.org/officeDocument/2006/relationships/image" Target="../media/image493.wmf"/><Relationship Id="rId19" Type="http://schemas.openxmlformats.org/officeDocument/2006/relationships/oleObject" Target="../embeddings/oleObject525.bin"/><Relationship Id="rId4" Type="http://schemas.openxmlformats.org/officeDocument/2006/relationships/image" Target="../media/image490.wmf"/><Relationship Id="rId9" Type="http://schemas.openxmlformats.org/officeDocument/2006/relationships/oleObject" Target="../embeddings/oleObject520.bin"/><Relationship Id="rId14" Type="http://schemas.openxmlformats.org/officeDocument/2006/relationships/image" Target="../media/image495.wmf"/><Relationship Id="rId22" Type="http://schemas.openxmlformats.org/officeDocument/2006/relationships/image" Target="../media/image499.wmf"/><Relationship Id="rId27" Type="http://schemas.openxmlformats.org/officeDocument/2006/relationships/oleObject" Target="../embeddings/oleObject529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wmf"/><Relationship Id="rId13" Type="http://schemas.openxmlformats.org/officeDocument/2006/relationships/oleObject" Target="../embeddings/oleObject536.bin"/><Relationship Id="rId3" Type="http://schemas.openxmlformats.org/officeDocument/2006/relationships/oleObject" Target="../embeddings/oleObject530.bin"/><Relationship Id="rId7" Type="http://schemas.openxmlformats.org/officeDocument/2006/relationships/oleObject" Target="../embeddings/oleObject532.bin"/><Relationship Id="rId12" Type="http://schemas.openxmlformats.org/officeDocument/2006/relationships/oleObject" Target="../embeddings/oleObject535.bin"/><Relationship Id="rId17" Type="http://schemas.openxmlformats.org/officeDocument/2006/relationships/image" Target="../media/image50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38.bin"/><Relationship Id="rId1" Type="http://schemas.openxmlformats.org/officeDocument/2006/relationships/vmlDrawing" Target="../drawings/vmlDrawing82.vml"/><Relationship Id="rId6" Type="http://schemas.openxmlformats.org/officeDocument/2006/relationships/image" Target="../media/image504.emf"/><Relationship Id="rId11" Type="http://schemas.openxmlformats.org/officeDocument/2006/relationships/oleObject" Target="../embeddings/oleObject534.bin"/><Relationship Id="rId5" Type="http://schemas.openxmlformats.org/officeDocument/2006/relationships/oleObject" Target="../embeddings/oleObject531.bin"/><Relationship Id="rId15" Type="http://schemas.openxmlformats.org/officeDocument/2006/relationships/image" Target="../media/image506.wmf"/><Relationship Id="rId10" Type="http://schemas.openxmlformats.org/officeDocument/2006/relationships/image" Target="../media/image436.wmf"/><Relationship Id="rId4" Type="http://schemas.openxmlformats.org/officeDocument/2006/relationships/image" Target="../media/image503.emf"/><Relationship Id="rId9" Type="http://schemas.openxmlformats.org/officeDocument/2006/relationships/oleObject" Target="../embeddings/oleObject533.bin"/><Relationship Id="rId14" Type="http://schemas.openxmlformats.org/officeDocument/2006/relationships/oleObject" Target="../embeddings/oleObject537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wmf"/><Relationship Id="rId13" Type="http://schemas.openxmlformats.org/officeDocument/2006/relationships/oleObject" Target="../embeddings/oleObject544.bin"/><Relationship Id="rId18" Type="http://schemas.openxmlformats.org/officeDocument/2006/relationships/image" Target="../media/image515.wmf"/><Relationship Id="rId3" Type="http://schemas.openxmlformats.org/officeDocument/2006/relationships/oleObject" Target="../embeddings/oleObject539.bin"/><Relationship Id="rId21" Type="http://schemas.openxmlformats.org/officeDocument/2006/relationships/oleObject" Target="../embeddings/oleObject548.bin"/><Relationship Id="rId7" Type="http://schemas.openxmlformats.org/officeDocument/2006/relationships/oleObject" Target="../embeddings/oleObject541.bin"/><Relationship Id="rId12" Type="http://schemas.openxmlformats.org/officeDocument/2006/relationships/image" Target="../media/image512.wmf"/><Relationship Id="rId17" Type="http://schemas.openxmlformats.org/officeDocument/2006/relationships/oleObject" Target="../embeddings/oleObject5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4.wmf"/><Relationship Id="rId20" Type="http://schemas.openxmlformats.org/officeDocument/2006/relationships/image" Target="../media/image516.emf"/><Relationship Id="rId1" Type="http://schemas.openxmlformats.org/officeDocument/2006/relationships/vmlDrawing" Target="../drawings/vmlDrawing83.vml"/><Relationship Id="rId6" Type="http://schemas.openxmlformats.org/officeDocument/2006/relationships/image" Target="../media/image509.wmf"/><Relationship Id="rId11" Type="http://schemas.openxmlformats.org/officeDocument/2006/relationships/oleObject" Target="../embeddings/oleObject543.bin"/><Relationship Id="rId24" Type="http://schemas.openxmlformats.org/officeDocument/2006/relationships/image" Target="../media/image518.emf"/><Relationship Id="rId5" Type="http://schemas.openxmlformats.org/officeDocument/2006/relationships/oleObject" Target="../embeddings/oleObject540.bin"/><Relationship Id="rId15" Type="http://schemas.openxmlformats.org/officeDocument/2006/relationships/oleObject" Target="../embeddings/oleObject545.bin"/><Relationship Id="rId23" Type="http://schemas.openxmlformats.org/officeDocument/2006/relationships/oleObject" Target="../embeddings/oleObject549.bin"/><Relationship Id="rId10" Type="http://schemas.openxmlformats.org/officeDocument/2006/relationships/image" Target="../media/image511.wmf"/><Relationship Id="rId19" Type="http://schemas.openxmlformats.org/officeDocument/2006/relationships/oleObject" Target="../embeddings/oleObject547.bin"/><Relationship Id="rId4" Type="http://schemas.openxmlformats.org/officeDocument/2006/relationships/image" Target="../media/image508.wmf"/><Relationship Id="rId9" Type="http://schemas.openxmlformats.org/officeDocument/2006/relationships/oleObject" Target="../embeddings/oleObject542.bin"/><Relationship Id="rId14" Type="http://schemas.openxmlformats.org/officeDocument/2006/relationships/image" Target="../media/image513.wmf"/><Relationship Id="rId22" Type="http://schemas.openxmlformats.org/officeDocument/2006/relationships/image" Target="../media/image517.emf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55.bin"/><Relationship Id="rId18" Type="http://schemas.openxmlformats.org/officeDocument/2006/relationships/image" Target="../media/image526.wmf"/><Relationship Id="rId26" Type="http://schemas.openxmlformats.org/officeDocument/2006/relationships/image" Target="../media/image530.emf"/><Relationship Id="rId39" Type="http://schemas.openxmlformats.org/officeDocument/2006/relationships/oleObject" Target="../embeddings/oleObject568.bin"/><Relationship Id="rId21" Type="http://schemas.openxmlformats.org/officeDocument/2006/relationships/oleObject" Target="../embeddings/oleObject559.bin"/><Relationship Id="rId34" Type="http://schemas.openxmlformats.org/officeDocument/2006/relationships/image" Target="../media/image534.wmf"/><Relationship Id="rId42" Type="http://schemas.openxmlformats.org/officeDocument/2006/relationships/image" Target="../media/image538.wmf"/><Relationship Id="rId47" Type="http://schemas.openxmlformats.org/officeDocument/2006/relationships/oleObject" Target="../embeddings/oleObject572.bin"/><Relationship Id="rId50" Type="http://schemas.openxmlformats.org/officeDocument/2006/relationships/image" Target="../media/image542.wmf"/><Relationship Id="rId7" Type="http://schemas.openxmlformats.org/officeDocument/2006/relationships/oleObject" Target="../embeddings/oleObject5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5.wmf"/><Relationship Id="rId29" Type="http://schemas.openxmlformats.org/officeDocument/2006/relationships/oleObject" Target="../embeddings/oleObject563.bin"/><Relationship Id="rId11" Type="http://schemas.openxmlformats.org/officeDocument/2006/relationships/oleObject" Target="../embeddings/oleObject554.bin"/><Relationship Id="rId24" Type="http://schemas.openxmlformats.org/officeDocument/2006/relationships/image" Target="../media/image529.wmf"/><Relationship Id="rId32" Type="http://schemas.openxmlformats.org/officeDocument/2006/relationships/image" Target="../media/image533.emf"/><Relationship Id="rId37" Type="http://schemas.openxmlformats.org/officeDocument/2006/relationships/oleObject" Target="../embeddings/oleObject567.bin"/><Relationship Id="rId40" Type="http://schemas.openxmlformats.org/officeDocument/2006/relationships/image" Target="../media/image537.wmf"/><Relationship Id="rId45" Type="http://schemas.openxmlformats.org/officeDocument/2006/relationships/oleObject" Target="../embeddings/oleObject571.bin"/><Relationship Id="rId5" Type="http://schemas.openxmlformats.org/officeDocument/2006/relationships/oleObject" Target="../embeddings/oleObject551.bin"/><Relationship Id="rId15" Type="http://schemas.openxmlformats.org/officeDocument/2006/relationships/oleObject" Target="../embeddings/oleObject556.bin"/><Relationship Id="rId23" Type="http://schemas.openxmlformats.org/officeDocument/2006/relationships/oleObject" Target="../embeddings/oleObject560.bin"/><Relationship Id="rId28" Type="http://schemas.openxmlformats.org/officeDocument/2006/relationships/image" Target="../media/image531.emf"/><Relationship Id="rId36" Type="http://schemas.openxmlformats.org/officeDocument/2006/relationships/image" Target="../media/image535.wmf"/><Relationship Id="rId49" Type="http://schemas.openxmlformats.org/officeDocument/2006/relationships/oleObject" Target="../embeddings/oleObject573.bin"/><Relationship Id="rId10" Type="http://schemas.openxmlformats.org/officeDocument/2006/relationships/image" Target="../media/image522.wmf"/><Relationship Id="rId19" Type="http://schemas.openxmlformats.org/officeDocument/2006/relationships/oleObject" Target="../embeddings/oleObject558.bin"/><Relationship Id="rId31" Type="http://schemas.openxmlformats.org/officeDocument/2006/relationships/oleObject" Target="../embeddings/oleObject564.bin"/><Relationship Id="rId44" Type="http://schemas.openxmlformats.org/officeDocument/2006/relationships/image" Target="../media/image539.wmf"/><Relationship Id="rId4" Type="http://schemas.openxmlformats.org/officeDocument/2006/relationships/image" Target="../media/image519.wmf"/><Relationship Id="rId9" Type="http://schemas.openxmlformats.org/officeDocument/2006/relationships/oleObject" Target="../embeddings/oleObject553.bin"/><Relationship Id="rId14" Type="http://schemas.openxmlformats.org/officeDocument/2006/relationships/image" Target="../media/image524.wmf"/><Relationship Id="rId22" Type="http://schemas.openxmlformats.org/officeDocument/2006/relationships/image" Target="../media/image528.wmf"/><Relationship Id="rId27" Type="http://schemas.openxmlformats.org/officeDocument/2006/relationships/oleObject" Target="../embeddings/oleObject562.bin"/><Relationship Id="rId30" Type="http://schemas.openxmlformats.org/officeDocument/2006/relationships/image" Target="../media/image532.emf"/><Relationship Id="rId35" Type="http://schemas.openxmlformats.org/officeDocument/2006/relationships/oleObject" Target="../embeddings/oleObject566.bin"/><Relationship Id="rId43" Type="http://schemas.openxmlformats.org/officeDocument/2006/relationships/oleObject" Target="../embeddings/oleObject570.bin"/><Relationship Id="rId48" Type="http://schemas.openxmlformats.org/officeDocument/2006/relationships/image" Target="../media/image541.wmf"/><Relationship Id="rId8" Type="http://schemas.openxmlformats.org/officeDocument/2006/relationships/image" Target="../media/image521.wmf"/><Relationship Id="rId3" Type="http://schemas.openxmlformats.org/officeDocument/2006/relationships/oleObject" Target="../embeddings/oleObject550.bin"/><Relationship Id="rId12" Type="http://schemas.openxmlformats.org/officeDocument/2006/relationships/image" Target="../media/image523.wmf"/><Relationship Id="rId17" Type="http://schemas.openxmlformats.org/officeDocument/2006/relationships/oleObject" Target="../embeddings/oleObject557.bin"/><Relationship Id="rId25" Type="http://schemas.openxmlformats.org/officeDocument/2006/relationships/oleObject" Target="../embeddings/oleObject561.bin"/><Relationship Id="rId33" Type="http://schemas.openxmlformats.org/officeDocument/2006/relationships/oleObject" Target="../embeddings/oleObject565.bin"/><Relationship Id="rId38" Type="http://schemas.openxmlformats.org/officeDocument/2006/relationships/image" Target="../media/image536.wmf"/><Relationship Id="rId46" Type="http://schemas.openxmlformats.org/officeDocument/2006/relationships/image" Target="../media/image540.wmf"/><Relationship Id="rId20" Type="http://schemas.openxmlformats.org/officeDocument/2006/relationships/image" Target="../media/image527.wmf"/><Relationship Id="rId41" Type="http://schemas.openxmlformats.org/officeDocument/2006/relationships/oleObject" Target="../embeddings/oleObject569.bin"/><Relationship Id="rId1" Type="http://schemas.openxmlformats.org/officeDocument/2006/relationships/vmlDrawing" Target="../drawings/vmlDrawing84.vml"/><Relationship Id="rId6" Type="http://schemas.openxmlformats.org/officeDocument/2006/relationships/image" Target="../media/image520.wmf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5.wmf"/><Relationship Id="rId13" Type="http://schemas.openxmlformats.org/officeDocument/2006/relationships/oleObject" Target="../embeddings/oleObject579.bin"/><Relationship Id="rId3" Type="http://schemas.openxmlformats.org/officeDocument/2006/relationships/oleObject" Target="../embeddings/oleObject574.bin"/><Relationship Id="rId7" Type="http://schemas.openxmlformats.org/officeDocument/2006/relationships/oleObject" Target="../embeddings/oleObject576.bin"/><Relationship Id="rId12" Type="http://schemas.openxmlformats.org/officeDocument/2006/relationships/image" Target="../media/image5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544.emf"/><Relationship Id="rId11" Type="http://schemas.openxmlformats.org/officeDocument/2006/relationships/oleObject" Target="../embeddings/oleObject578.bin"/><Relationship Id="rId5" Type="http://schemas.openxmlformats.org/officeDocument/2006/relationships/oleObject" Target="../embeddings/oleObject575.bin"/><Relationship Id="rId10" Type="http://schemas.openxmlformats.org/officeDocument/2006/relationships/image" Target="../media/image546.wmf"/><Relationship Id="rId4" Type="http://schemas.openxmlformats.org/officeDocument/2006/relationships/image" Target="../media/image543.wmf"/><Relationship Id="rId9" Type="http://schemas.openxmlformats.org/officeDocument/2006/relationships/oleObject" Target="../embeddings/oleObject577.bin"/><Relationship Id="rId14" Type="http://schemas.openxmlformats.org/officeDocument/2006/relationships/image" Target="../media/image548.e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1.wmf"/><Relationship Id="rId13" Type="http://schemas.openxmlformats.org/officeDocument/2006/relationships/oleObject" Target="../embeddings/oleObject585.bin"/><Relationship Id="rId3" Type="http://schemas.openxmlformats.org/officeDocument/2006/relationships/oleObject" Target="../embeddings/oleObject580.bin"/><Relationship Id="rId7" Type="http://schemas.openxmlformats.org/officeDocument/2006/relationships/oleObject" Target="../embeddings/oleObject582.bin"/><Relationship Id="rId12" Type="http://schemas.openxmlformats.org/officeDocument/2006/relationships/image" Target="../media/image55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6.vml"/><Relationship Id="rId6" Type="http://schemas.openxmlformats.org/officeDocument/2006/relationships/image" Target="../media/image550.wmf"/><Relationship Id="rId11" Type="http://schemas.openxmlformats.org/officeDocument/2006/relationships/oleObject" Target="../embeddings/oleObject584.bin"/><Relationship Id="rId5" Type="http://schemas.openxmlformats.org/officeDocument/2006/relationships/oleObject" Target="../embeddings/oleObject581.bin"/><Relationship Id="rId10" Type="http://schemas.openxmlformats.org/officeDocument/2006/relationships/image" Target="../media/image552.wmf"/><Relationship Id="rId4" Type="http://schemas.openxmlformats.org/officeDocument/2006/relationships/image" Target="../media/image549.wmf"/><Relationship Id="rId9" Type="http://schemas.openxmlformats.org/officeDocument/2006/relationships/oleObject" Target="../embeddings/oleObject583.bin"/><Relationship Id="rId14" Type="http://schemas.openxmlformats.org/officeDocument/2006/relationships/image" Target="../media/image554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7.wmf"/><Relationship Id="rId13" Type="http://schemas.openxmlformats.org/officeDocument/2006/relationships/oleObject" Target="../embeddings/oleObject591.bin"/><Relationship Id="rId18" Type="http://schemas.openxmlformats.org/officeDocument/2006/relationships/image" Target="../media/image562.wmf"/><Relationship Id="rId26" Type="http://schemas.openxmlformats.org/officeDocument/2006/relationships/image" Target="../media/image566.wmf"/><Relationship Id="rId3" Type="http://schemas.openxmlformats.org/officeDocument/2006/relationships/oleObject" Target="../embeddings/oleObject586.bin"/><Relationship Id="rId21" Type="http://schemas.openxmlformats.org/officeDocument/2006/relationships/oleObject" Target="../embeddings/oleObject595.bin"/><Relationship Id="rId7" Type="http://schemas.openxmlformats.org/officeDocument/2006/relationships/oleObject" Target="../embeddings/oleObject588.bin"/><Relationship Id="rId12" Type="http://schemas.openxmlformats.org/officeDocument/2006/relationships/image" Target="../media/image559.wmf"/><Relationship Id="rId17" Type="http://schemas.openxmlformats.org/officeDocument/2006/relationships/oleObject" Target="../embeddings/oleObject593.bin"/><Relationship Id="rId25" Type="http://schemas.openxmlformats.org/officeDocument/2006/relationships/oleObject" Target="../embeddings/oleObject5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1.wmf"/><Relationship Id="rId20" Type="http://schemas.openxmlformats.org/officeDocument/2006/relationships/image" Target="../media/image563.wmf"/><Relationship Id="rId1" Type="http://schemas.openxmlformats.org/officeDocument/2006/relationships/vmlDrawing" Target="../drawings/vmlDrawing87.vml"/><Relationship Id="rId6" Type="http://schemas.openxmlformats.org/officeDocument/2006/relationships/image" Target="../media/image556.wmf"/><Relationship Id="rId11" Type="http://schemas.openxmlformats.org/officeDocument/2006/relationships/oleObject" Target="../embeddings/oleObject590.bin"/><Relationship Id="rId24" Type="http://schemas.openxmlformats.org/officeDocument/2006/relationships/image" Target="../media/image565.wmf"/><Relationship Id="rId5" Type="http://schemas.openxmlformats.org/officeDocument/2006/relationships/oleObject" Target="../embeddings/oleObject587.bin"/><Relationship Id="rId15" Type="http://schemas.openxmlformats.org/officeDocument/2006/relationships/oleObject" Target="../embeddings/oleObject592.bin"/><Relationship Id="rId23" Type="http://schemas.openxmlformats.org/officeDocument/2006/relationships/oleObject" Target="../embeddings/oleObject596.bin"/><Relationship Id="rId10" Type="http://schemas.openxmlformats.org/officeDocument/2006/relationships/image" Target="../media/image558.wmf"/><Relationship Id="rId19" Type="http://schemas.openxmlformats.org/officeDocument/2006/relationships/oleObject" Target="../embeddings/oleObject594.bin"/><Relationship Id="rId4" Type="http://schemas.openxmlformats.org/officeDocument/2006/relationships/image" Target="../media/image555.wmf"/><Relationship Id="rId9" Type="http://schemas.openxmlformats.org/officeDocument/2006/relationships/oleObject" Target="../embeddings/oleObject589.bin"/><Relationship Id="rId14" Type="http://schemas.openxmlformats.org/officeDocument/2006/relationships/image" Target="../media/image560.wmf"/><Relationship Id="rId22" Type="http://schemas.openxmlformats.org/officeDocument/2006/relationships/image" Target="../media/image564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9.wmf"/><Relationship Id="rId13" Type="http://schemas.openxmlformats.org/officeDocument/2006/relationships/oleObject" Target="../embeddings/oleObject603.bin"/><Relationship Id="rId18" Type="http://schemas.openxmlformats.org/officeDocument/2006/relationships/image" Target="../media/image574.wmf"/><Relationship Id="rId3" Type="http://schemas.openxmlformats.org/officeDocument/2006/relationships/oleObject" Target="../embeddings/oleObject598.bin"/><Relationship Id="rId7" Type="http://schemas.openxmlformats.org/officeDocument/2006/relationships/oleObject" Target="../embeddings/oleObject600.bin"/><Relationship Id="rId12" Type="http://schemas.openxmlformats.org/officeDocument/2006/relationships/image" Target="../media/image571.wmf"/><Relationship Id="rId17" Type="http://schemas.openxmlformats.org/officeDocument/2006/relationships/oleObject" Target="../embeddings/oleObject6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3.wmf"/><Relationship Id="rId20" Type="http://schemas.openxmlformats.org/officeDocument/2006/relationships/image" Target="../media/image575.wmf"/><Relationship Id="rId1" Type="http://schemas.openxmlformats.org/officeDocument/2006/relationships/vmlDrawing" Target="../drawings/vmlDrawing88.vml"/><Relationship Id="rId6" Type="http://schemas.openxmlformats.org/officeDocument/2006/relationships/image" Target="../media/image568.wmf"/><Relationship Id="rId11" Type="http://schemas.openxmlformats.org/officeDocument/2006/relationships/oleObject" Target="../embeddings/oleObject602.bin"/><Relationship Id="rId5" Type="http://schemas.openxmlformats.org/officeDocument/2006/relationships/oleObject" Target="../embeddings/oleObject599.bin"/><Relationship Id="rId15" Type="http://schemas.openxmlformats.org/officeDocument/2006/relationships/oleObject" Target="../embeddings/oleObject604.bin"/><Relationship Id="rId10" Type="http://schemas.openxmlformats.org/officeDocument/2006/relationships/image" Target="../media/image570.wmf"/><Relationship Id="rId19" Type="http://schemas.openxmlformats.org/officeDocument/2006/relationships/oleObject" Target="../embeddings/oleObject606.bin"/><Relationship Id="rId4" Type="http://schemas.openxmlformats.org/officeDocument/2006/relationships/image" Target="../media/image567.wmf"/><Relationship Id="rId9" Type="http://schemas.openxmlformats.org/officeDocument/2006/relationships/oleObject" Target="../embeddings/oleObject601.bin"/><Relationship Id="rId14" Type="http://schemas.openxmlformats.org/officeDocument/2006/relationships/image" Target="../media/image572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wmf"/><Relationship Id="rId13" Type="http://schemas.openxmlformats.org/officeDocument/2006/relationships/oleObject" Target="../embeddings/oleObject612.bin"/><Relationship Id="rId18" Type="http://schemas.openxmlformats.org/officeDocument/2006/relationships/image" Target="../media/image582.wmf"/><Relationship Id="rId26" Type="http://schemas.openxmlformats.org/officeDocument/2006/relationships/image" Target="../media/image586.wmf"/><Relationship Id="rId3" Type="http://schemas.openxmlformats.org/officeDocument/2006/relationships/oleObject" Target="../embeddings/oleObject607.bin"/><Relationship Id="rId21" Type="http://schemas.openxmlformats.org/officeDocument/2006/relationships/oleObject" Target="../embeddings/oleObject616.bin"/><Relationship Id="rId7" Type="http://schemas.openxmlformats.org/officeDocument/2006/relationships/oleObject" Target="../embeddings/oleObject609.bin"/><Relationship Id="rId12" Type="http://schemas.openxmlformats.org/officeDocument/2006/relationships/image" Target="../media/image579.wmf"/><Relationship Id="rId17" Type="http://schemas.openxmlformats.org/officeDocument/2006/relationships/oleObject" Target="../embeddings/oleObject614.bin"/><Relationship Id="rId25" Type="http://schemas.openxmlformats.org/officeDocument/2006/relationships/oleObject" Target="../embeddings/oleObject6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1.wmf"/><Relationship Id="rId20" Type="http://schemas.openxmlformats.org/officeDocument/2006/relationships/image" Target="../media/image583.wmf"/><Relationship Id="rId1" Type="http://schemas.openxmlformats.org/officeDocument/2006/relationships/vmlDrawing" Target="../drawings/vmlDrawing89.vml"/><Relationship Id="rId6" Type="http://schemas.openxmlformats.org/officeDocument/2006/relationships/image" Target="../media/image577.wmf"/><Relationship Id="rId11" Type="http://schemas.openxmlformats.org/officeDocument/2006/relationships/oleObject" Target="../embeddings/oleObject611.bin"/><Relationship Id="rId24" Type="http://schemas.openxmlformats.org/officeDocument/2006/relationships/image" Target="../media/image585.wmf"/><Relationship Id="rId5" Type="http://schemas.openxmlformats.org/officeDocument/2006/relationships/oleObject" Target="../embeddings/oleObject608.bin"/><Relationship Id="rId15" Type="http://schemas.openxmlformats.org/officeDocument/2006/relationships/oleObject" Target="../embeddings/oleObject613.bin"/><Relationship Id="rId23" Type="http://schemas.openxmlformats.org/officeDocument/2006/relationships/oleObject" Target="../embeddings/oleObject617.bin"/><Relationship Id="rId10" Type="http://schemas.openxmlformats.org/officeDocument/2006/relationships/image" Target="../media/image575.wmf"/><Relationship Id="rId19" Type="http://schemas.openxmlformats.org/officeDocument/2006/relationships/oleObject" Target="../embeddings/oleObject615.bin"/><Relationship Id="rId4" Type="http://schemas.openxmlformats.org/officeDocument/2006/relationships/image" Target="../media/image576.wmf"/><Relationship Id="rId9" Type="http://schemas.openxmlformats.org/officeDocument/2006/relationships/oleObject" Target="../embeddings/oleObject610.bin"/><Relationship Id="rId14" Type="http://schemas.openxmlformats.org/officeDocument/2006/relationships/image" Target="../media/image580.wmf"/><Relationship Id="rId22" Type="http://schemas.openxmlformats.org/officeDocument/2006/relationships/image" Target="../media/image584.wmf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9.wmf"/><Relationship Id="rId13" Type="http://schemas.openxmlformats.org/officeDocument/2006/relationships/oleObject" Target="../embeddings/oleObject624.bin"/><Relationship Id="rId3" Type="http://schemas.openxmlformats.org/officeDocument/2006/relationships/oleObject" Target="../embeddings/oleObject619.bin"/><Relationship Id="rId7" Type="http://schemas.openxmlformats.org/officeDocument/2006/relationships/oleObject" Target="../embeddings/oleObject621.bin"/><Relationship Id="rId12" Type="http://schemas.openxmlformats.org/officeDocument/2006/relationships/image" Target="../media/image59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588.wmf"/><Relationship Id="rId11" Type="http://schemas.openxmlformats.org/officeDocument/2006/relationships/oleObject" Target="../embeddings/oleObject623.bin"/><Relationship Id="rId5" Type="http://schemas.openxmlformats.org/officeDocument/2006/relationships/oleObject" Target="../embeddings/oleObject620.bin"/><Relationship Id="rId10" Type="http://schemas.openxmlformats.org/officeDocument/2006/relationships/image" Target="../media/image590.wmf"/><Relationship Id="rId4" Type="http://schemas.openxmlformats.org/officeDocument/2006/relationships/image" Target="../media/image587.wmf"/><Relationship Id="rId9" Type="http://schemas.openxmlformats.org/officeDocument/2006/relationships/oleObject" Target="../embeddings/oleObject622.bin"/><Relationship Id="rId14" Type="http://schemas.openxmlformats.org/officeDocument/2006/relationships/image" Target="../media/image592.w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13" Type="http://schemas.openxmlformats.org/officeDocument/2006/relationships/image" Target="../media/image595.wmf"/><Relationship Id="rId3" Type="http://schemas.openxmlformats.org/officeDocument/2006/relationships/oleObject" Target="../embeddings/oleObject625.bin"/><Relationship Id="rId7" Type="http://schemas.openxmlformats.org/officeDocument/2006/relationships/oleObject" Target="../embeddings/oleObject627.bin"/><Relationship Id="rId12" Type="http://schemas.openxmlformats.org/officeDocument/2006/relationships/oleObject" Target="../embeddings/oleObject631.bin"/><Relationship Id="rId17" Type="http://schemas.openxmlformats.org/officeDocument/2006/relationships/oleObject" Target="../embeddings/oleObject63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34.bin"/><Relationship Id="rId1" Type="http://schemas.openxmlformats.org/officeDocument/2006/relationships/vmlDrawing" Target="../drawings/vmlDrawing91.vml"/><Relationship Id="rId6" Type="http://schemas.openxmlformats.org/officeDocument/2006/relationships/image" Target="../media/image594.wmf"/><Relationship Id="rId11" Type="http://schemas.openxmlformats.org/officeDocument/2006/relationships/oleObject" Target="../embeddings/oleObject630.bin"/><Relationship Id="rId5" Type="http://schemas.openxmlformats.org/officeDocument/2006/relationships/oleObject" Target="../embeddings/oleObject626.bin"/><Relationship Id="rId15" Type="http://schemas.openxmlformats.org/officeDocument/2006/relationships/oleObject" Target="../embeddings/oleObject633.bin"/><Relationship Id="rId10" Type="http://schemas.openxmlformats.org/officeDocument/2006/relationships/oleObject" Target="../embeddings/oleObject629.bin"/><Relationship Id="rId4" Type="http://schemas.openxmlformats.org/officeDocument/2006/relationships/image" Target="../media/image593.wmf"/><Relationship Id="rId9" Type="http://schemas.openxmlformats.org/officeDocument/2006/relationships/oleObject" Target="../embeddings/oleObject628.bin"/><Relationship Id="rId14" Type="http://schemas.openxmlformats.org/officeDocument/2006/relationships/oleObject" Target="../embeddings/oleObject632.bin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wmf"/><Relationship Id="rId3" Type="http://schemas.openxmlformats.org/officeDocument/2006/relationships/oleObject" Target="../embeddings/oleObject636.bin"/><Relationship Id="rId7" Type="http://schemas.openxmlformats.org/officeDocument/2006/relationships/oleObject" Target="../embeddings/oleObject638.bin"/><Relationship Id="rId12" Type="http://schemas.openxmlformats.org/officeDocument/2006/relationships/image" Target="../media/image59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2.vml"/><Relationship Id="rId6" Type="http://schemas.openxmlformats.org/officeDocument/2006/relationships/image" Target="../media/image596.wmf"/><Relationship Id="rId11" Type="http://schemas.openxmlformats.org/officeDocument/2006/relationships/oleObject" Target="../embeddings/oleObject640.bin"/><Relationship Id="rId5" Type="http://schemas.openxmlformats.org/officeDocument/2006/relationships/oleObject" Target="../embeddings/oleObject637.bin"/><Relationship Id="rId10" Type="http://schemas.openxmlformats.org/officeDocument/2006/relationships/image" Target="../media/image597.wmf"/><Relationship Id="rId4" Type="http://schemas.openxmlformats.org/officeDocument/2006/relationships/image" Target="../media/image369.wmf"/><Relationship Id="rId9" Type="http://schemas.openxmlformats.org/officeDocument/2006/relationships/oleObject" Target="../embeddings/oleObject639.bin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1.wmf"/><Relationship Id="rId3" Type="http://schemas.openxmlformats.org/officeDocument/2006/relationships/oleObject" Target="../embeddings/oleObject641.bin"/><Relationship Id="rId7" Type="http://schemas.openxmlformats.org/officeDocument/2006/relationships/oleObject" Target="../embeddings/oleObject643.bin"/><Relationship Id="rId12" Type="http://schemas.openxmlformats.org/officeDocument/2006/relationships/image" Target="../media/image60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3.vml"/><Relationship Id="rId6" Type="http://schemas.openxmlformats.org/officeDocument/2006/relationships/image" Target="../media/image600.wmf"/><Relationship Id="rId11" Type="http://schemas.openxmlformats.org/officeDocument/2006/relationships/oleObject" Target="../embeddings/oleObject645.bin"/><Relationship Id="rId5" Type="http://schemas.openxmlformats.org/officeDocument/2006/relationships/oleObject" Target="../embeddings/oleObject642.bin"/><Relationship Id="rId10" Type="http://schemas.openxmlformats.org/officeDocument/2006/relationships/image" Target="../media/image602.wmf"/><Relationship Id="rId4" Type="http://schemas.openxmlformats.org/officeDocument/2006/relationships/image" Target="../media/image599.wmf"/><Relationship Id="rId9" Type="http://schemas.openxmlformats.org/officeDocument/2006/relationships/oleObject" Target="../embeddings/oleObject644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6.wmf"/><Relationship Id="rId3" Type="http://schemas.openxmlformats.org/officeDocument/2006/relationships/oleObject" Target="../embeddings/oleObject646.bin"/><Relationship Id="rId7" Type="http://schemas.openxmlformats.org/officeDocument/2006/relationships/oleObject" Target="../embeddings/oleObject6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4.vml"/><Relationship Id="rId6" Type="http://schemas.openxmlformats.org/officeDocument/2006/relationships/image" Target="../media/image605.wmf"/><Relationship Id="rId5" Type="http://schemas.openxmlformats.org/officeDocument/2006/relationships/oleObject" Target="../embeddings/oleObject647.bin"/><Relationship Id="rId10" Type="http://schemas.openxmlformats.org/officeDocument/2006/relationships/image" Target="../media/image607.wmf"/><Relationship Id="rId4" Type="http://schemas.openxmlformats.org/officeDocument/2006/relationships/image" Target="../media/image604.wmf"/><Relationship Id="rId9" Type="http://schemas.openxmlformats.org/officeDocument/2006/relationships/oleObject" Target="../embeddings/oleObject649.bin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wmf"/><Relationship Id="rId13" Type="http://schemas.openxmlformats.org/officeDocument/2006/relationships/oleObject" Target="../embeddings/oleObject655.bin"/><Relationship Id="rId3" Type="http://schemas.openxmlformats.org/officeDocument/2006/relationships/oleObject" Target="../embeddings/oleObject650.bin"/><Relationship Id="rId7" Type="http://schemas.openxmlformats.org/officeDocument/2006/relationships/oleObject" Target="../embeddings/oleObject652.bin"/><Relationship Id="rId12" Type="http://schemas.openxmlformats.org/officeDocument/2006/relationships/image" Target="../media/image6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5.vml"/><Relationship Id="rId6" Type="http://schemas.openxmlformats.org/officeDocument/2006/relationships/image" Target="../media/image609.wmf"/><Relationship Id="rId11" Type="http://schemas.openxmlformats.org/officeDocument/2006/relationships/oleObject" Target="../embeddings/oleObject654.bin"/><Relationship Id="rId5" Type="http://schemas.openxmlformats.org/officeDocument/2006/relationships/oleObject" Target="../embeddings/oleObject651.bin"/><Relationship Id="rId10" Type="http://schemas.openxmlformats.org/officeDocument/2006/relationships/image" Target="../media/image611.wmf"/><Relationship Id="rId4" Type="http://schemas.openxmlformats.org/officeDocument/2006/relationships/image" Target="../media/image608.wmf"/><Relationship Id="rId9" Type="http://schemas.openxmlformats.org/officeDocument/2006/relationships/oleObject" Target="../embeddings/oleObject653.bin"/><Relationship Id="rId14" Type="http://schemas.openxmlformats.org/officeDocument/2006/relationships/image" Target="../media/image613.w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6.vml"/><Relationship Id="rId4" Type="http://schemas.openxmlformats.org/officeDocument/2006/relationships/image" Target="../media/image614.w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7.vml"/><Relationship Id="rId4" Type="http://schemas.openxmlformats.org/officeDocument/2006/relationships/image" Target="../media/image615.w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8.vml"/><Relationship Id="rId4" Type="http://schemas.openxmlformats.org/officeDocument/2006/relationships/image" Target="../media/image616.w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9.wmf"/><Relationship Id="rId3" Type="http://schemas.openxmlformats.org/officeDocument/2006/relationships/oleObject" Target="../embeddings/oleObject659.bin"/><Relationship Id="rId7" Type="http://schemas.openxmlformats.org/officeDocument/2006/relationships/oleObject" Target="../embeddings/oleObject6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9.vml"/><Relationship Id="rId6" Type="http://schemas.openxmlformats.org/officeDocument/2006/relationships/image" Target="../media/image618.wmf"/><Relationship Id="rId5" Type="http://schemas.openxmlformats.org/officeDocument/2006/relationships/oleObject" Target="../embeddings/oleObject660.bin"/><Relationship Id="rId4" Type="http://schemas.openxmlformats.org/officeDocument/2006/relationships/image" Target="../media/image617.w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2.wmf"/><Relationship Id="rId13" Type="http://schemas.openxmlformats.org/officeDocument/2006/relationships/oleObject" Target="../embeddings/oleObject667.bin"/><Relationship Id="rId3" Type="http://schemas.openxmlformats.org/officeDocument/2006/relationships/oleObject" Target="../embeddings/oleObject662.bin"/><Relationship Id="rId7" Type="http://schemas.openxmlformats.org/officeDocument/2006/relationships/oleObject" Target="../embeddings/oleObject664.bin"/><Relationship Id="rId12" Type="http://schemas.openxmlformats.org/officeDocument/2006/relationships/image" Target="../media/image62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6.wmf"/><Relationship Id="rId1" Type="http://schemas.openxmlformats.org/officeDocument/2006/relationships/vmlDrawing" Target="../drawings/vmlDrawing100.vml"/><Relationship Id="rId6" Type="http://schemas.openxmlformats.org/officeDocument/2006/relationships/image" Target="../media/image621.wmf"/><Relationship Id="rId11" Type="http://schemas.openxmlformats.org/officeDocument/2006/relationships/oleObject" Target="../embeddings/oleObject666.bin"/><Relationship Id="rId5" Type="http://schemas.openxmlformats.org/officeDocument/2006/relationships/oleObject" Target="../embeddings/oleObject663.bin"/><Relationship Id="rId15" Type="http://schemas.openxmlformats.org/officeDocument/2006/relationships/oleObject" Target="../embeddings/oleObject668.bin"/><Relationship Id="rId10" Type="http://schemas.openxmlformats.org/officeDocument/2006/relationships/image" Target="../media/image623.wmf"/><Relationship Id="rId4" Type="http://schemas.openxmlformats.org/officeDocument/2006/relationships/image" Target="../media/image620.emf"/><Relationship Id="rId9" Type="http://schemas.openxmlformats.org/officeDocument/2006/relationships/oleObject" Target="../embeddings/oleObject665.bin"/><Relationship Id="rId14" Type="http://schemas.openxmlformats.org/officeDocument/2006/relationships/image" Target="../media/image625.w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9.wmf"/><Relationship Id="rId3" Type="http://schemas.openxmlformats.org/officeDocument/2006/relationships/oleObject" Target="../embeddings/oleObject669.bin"/><Relationship Id="rId7" Type="http://schemas.openxmlformats.org/officeDocument/2006/relationships/oleObject" Target="../embeddings/oleObject6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1.vml"/><Relationship Id="rId6" Type="http://schemas.openxmlformats.org/officeDocument/2006/relationships/image" Target="../media/image628.wmf"/><Relationship Id="rId5" Type="http://schemas.openxmlformats.org/officeDocument/2006/relationships/oleObject" Target="../embeddings/oleObject670.bin"/><Relationship Id="rId10" Type="http://schemas.openxmlformats.org/officeDocument/2006/relationships/image" Target="../media/image630.wmf"/><Relationship Id="rId4" Type="http://schemas.openxmlformats.org/officeDocument/2006/relationships/image" Target="../media/image627.wmf"/><Relationship Id="rId9" Type="http://schemas.openxmlformats.org/officeDocument/2006/relationships/oleObject" Target="../embeddings/oleObject672.bin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3.wmf"/><Relationship Id="rId3" Type="http://schemas.openxmlformats.org/officeDocument/2006/relationships/oleObject" Target="../embeddings/oleObject673.bin"/><Relationship Id="rId7" Type="http://schemas.openxmlformats.org/officeDocument/2006/relationships/oleObject" Target="../embeddings/oleObject6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2.vml"/><Relationship Id="rId6" Type="http://schemas.openxmlformats.org/officeDocument/2006/relationships/image" Target="../media/image632.emf"/><Relationship Id="rId5" Type="http://schemas.openxmlformats.org/officeDocument/2006/relationships/oleObject" Target="../embeddings/oleObject674.bin"/><Relationship Id="rId4" Type="http://schemas.openxmlformats.org/officeDocument/2006/relationships/image" Target="../media/image631.emf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6.wmf"/><Relationship Id="rId13" Type="http://schemas.openxmlformats.org/officeDocument/2006/relationships/oleObject" Target="../embeddings/oleObject681.bin"/><Relationship Id="rId18" Type="http://schemas.openxmlformats.org/officeDocument/2006/relationships/image" Target="../media/image641.emf"/><Relationship Id="rId3" Type="http://schemas.openxmlformats.org/officeDocument/2006/relationships/oleObject" Target="../embeddings/oleObject676.bin"/><Relationship Id="rId7" Type="http://schemas.openxmlformats.org/officeDocument/2006/relationships/oleObject" Target="../embeddings/oleObject678.bin"/><Relationship Id="rId12" Type="http://schemas.openxmlformats.org/officeDocument/2006/relationships/image" Target="../media/image638.wmf"/><Relationship Id="rId17" Type="http://schemas.openxmlformats.org/officeDocument/2006/relationships/oleObject" Target="../embeddings/oleObject6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0.wmf"/><Relationship Id="rId20" Type="http://schemas.openxmlformats.org/officeDocument/2006/relationships/image" Target="../media/image642.emf"/><Relationship Id="rId1" Type="http://schemas.openxmlformats.org/officeDocument/2006/relationships/vmlDrawing" Target="../drawings/vmlDrawing103.vml"/><Relationship Id="rId6" Type="http://schemas.openxmlformats.org/officeDocument/2006/relationships/image" Target="../media/image635.wmf"/><Relationship Id="rId11" Type="http://schemas.openxmlformats.org/officeDocument/2006/relationships/oleObject" Target="../embeddings/oleObject680.bin"/><Relationship Id="rId5" Type="http://schemas.openxmlformats.org/officeDocument/2006/relationships/oleObject" Target="../embeddings/oleObject677.bin"/><Relationship Id="rId15" Type="http://schemas.openxmlformats.org/officeDocument/2006/relationships/oleObject" Target="../embeddings/oleObject682.bin"/><Relationship Id="rId10" Type="http://schemas.openxmlformats.org/officeDocument/2006/relationships/image" Target="../media/image637.wmf"/><Relationship Id="rId19" Type="http://schemas.openxmlformats.org/officeDocument/2006/relationships/oleObject" Target="../embeddings/oleObject684.bin"/><Relationship Id="rId4" Type="http://schemas.openxmlformats.org/officeDocument/2006/relationships/image" Target="../media/image634.wmf"/><Relationship Id="rId9" Type="http://schemas.openxmlformats.org/officeDocument/2006/relationships/oleObject" Target="../embeddings/oleObject679.bin"/><Relationship Id="rId14" Type="http://schemas.openxmlformats.org/officeDocument/2006/relationships/image" Target="../media/image639.wmf"/></Relationships>
</file>

<file path=ppt/slides/_rels/slide10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0.bin"/><Relationship Id="rId18" Type="http://schemas.openxmlformats.org/officeDocument/2006/relationships/image" Target="../media/image650.wmf"/><Relationship Id="rId26" Type="http://schemas.openxmlformats.org/officeDocument/2006/relationships/image" Target="../media/image654.emf"/><Relationship Id="rId3" Type="http://schemas.openxmlformats.org/officeDocument/2006/relationships/oleObject" Target="../embeddings/oleObject685.bin"/><Relationship Id="rId21" Type="http://schemas.openxmlformats.org/officeDocument/2006/relationships/oleObject" Target="../embeddings/oleObject694.bin"/><Relationship Id="rId34" Type="http://schemas.openxmlformats.org/officeDocument/2006/relationships/image" Target="../media/image658.emf"/><Relationship Id="rId7" Type="http://schemas.openxmlformats.org/officeDocument/2006/relationships/oleObject" Target="../embeddings/oleObject687.bin"/><Relationship Id="rId12" Type="http://schemas.openxmlformats.org/officeDocument/2006/relationships/image" Target="../media/image647.emf"/><Relationship Id="rId17" Type="http://schemas.openxmlformats.org/officeDocument/2006/relationships/oleObject" Target="../embeddings/oleObject692.bin"/><Relationship Id="rId25" Type="http://schemas.openxmlformats.org/officeDocument/2006/relationships/oleObject" Target="../embeddings/oleObject696.bin"/><Relationship Id="rId33" Type="http://schemas.openxmlformats.org/officeDocument/2006/relationships/oleObject" Target="../embeddings/oleObject7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9.wmf"/><Relationship Id="rId20" Type="http://schemas.openxmlformats.org/officeDocument/2006/relationships/image" Target="../media/image651.wmf"/><Relationship Id="rId29" Type="http://schemas.openxmlformats.org/officeDocument/2006/relationships/oleObject" Target="../embeddings/oleObject698.bin"/><Relationship Id="rId1" Type="http://schemas.openxmlformats.org/officeDocument/2006/relationships/vmlDrawing" Target="../drawings/vmlDrawing104.vml"/><Relationship Id="rId6" Type="http://schemas.openxmlformats.org/officeDocument/2006/relationships/image" Target="../media/image644.wmf"/><Relationship Id="rId11" Type="http://schemas.openxmlformats.org/officeDocument/2006/relationships/oleObject" Target="../embeddings/oleObject689.bin"/><Relationship Id="rId24" Type="http://schemas.openxmlformats.org/officeDocument/2006/relationships/image" Target="../media/image653.emf"/><Relationship Id="rId32" Type="http://schemas.openxmlformats.org/officeDocument/2006/relationships/image" Target="../media/image657.emf"/><Relationship Id="rId5" Type="http://schemas.openxmlformats.org/officeDocument/2006/relationships/oleObject" Target="../embeddings/oleObject686.bin"/><Relationship Id="rId15" Type="http://schemas.openxmlformats.org/officeDocument/2006/relationships/oleObject" Target="../embeddings/oleObject691.bin"/><Relationship Id="rId23" Type="http://schemas.openxmlformats.org/officeDocument/2006/relationships/oleObject" Target="../embeddings/oleObject695.bin"/><Relationship Id="rId28" Type="http://schemas.openxmlformats.org/officeDocument/2006/relationships/image" Target="../media/image655.emf"/><Relationship Id="rId36" Type="http://schemas.openxmlformats.org/officeDocument/2006/relationships/image" Target="../media/image659.wmf"/><Relationship Id="rId10" Type="http://schemas.openxmlformats.org/officeDocument/2006/relationships/image" Target="../media/image646.wmf"/><Relationship Id="rId19" Type="http://schemas.openxmlformats.org/officeDocument/2006/relationships/oleObject" Target="../embeddings/oleObject693.bin"/><Relationship Id="rId31" Type="http://schemas.openxmlformats.org/officeDocument/2006/relationships/oleObject" Target="../embeddings/oleObject699.bin"/><Relationship Id="rId4" Type="http://schemas.openxmlformats.org/officeDocument/2006/relationships/image" Target="../media/image643.wmf"/><Relationship Id="rId9" Type="http://schemas.openxmlformats.org/officeDocument/2006/relationships/oleObject" Target="../embeddings/oleObject688.bin"/><Relationship Id="rId14" Type="http://schemas.openxmlformats.org/officeDocument/2006/relationships/image" Target="../media/image648.emf"/><Relationship Id="rId22" Type="http://schemas.openxmlformats.org/officeDocument/2006/relationships/image" Target="../media/image652.emf"/><Relationship Id="rId27" Type="http://schemas.openxmlformats.org/officeDocument/2006/relationships/oleObject" Target="../embeddings/oleObject697.bin"/><Relationship Id="rId30" Type="http://schemas.openxmlformats.org/officeDocument/2006/relationships/image" Target="../media/image656.wmf"/><Relationship Id="rId35" Type="http://schemas.openxmlformats.org/officeDocument/2006/relationships/oleObject" Target="../embeddings/oleObject701.bin"/><Relationship Id="rId8" Type="http://schemas.openxmlformats.org/officeDocument/2006/relationships/image" Target="../media/image645.wmf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2.wmf"/><Relationship Id="rId3" Type="http://schemas.openxmlformats.org/officeDocument/2006/relationships/oleObject" Target="../embeddings/oleObject702.bin"/><Relationship Id="rId7" Type="http://schemas.openxmlformats.org/officeDocument/2006/relationships/oleObject" Target="../embeddings/oleObject704.bin"/><Relationship Id="rId12" Type="http://schemas.openxmlformats.org/officeDocument/2006/relationships/image" Target="../media/image6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5.vml"/><Relationship Id="rId6" Type="http://schemas.openxmlformats.org/officeDocument/2006/relationships/image" Target="../media/image661.wmf"/><Relationship Id="rId11" Type="http://schemas.openxmlformats.org/officeDocument/2006/relationships/oleObject" Target="../embeddings/oleObject706.bin"/><Relationship Id="rId5" Type="http://schemas.openxmlformats.org/officeDocument/2006/relationships/oleObject" Target="../embeddings/oleObject703.bin"/><Relationship Id="rId10" Type="http://schemas.openxmlformats.org/officeDocument/2006/relationships/image" Target="../media/image663.wmf"/><Relationship Id="rId4" Type="http://schemas.openxmlformats.org/officeDocument/2006/relationships/image" Target="../media/image660.wmf"/><Relationship Id="rId9" Type="http://schemas.openxmlformats.org/officeDocument/2006/relationships/oleObject" Target="../embeddings/oleObject705.bin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7.wmf"/><Relationship Id="rId3" Type="http://schemas.openxmlformats.org/officeDocument/2006/relationships/oleObject" Target="../embeddings/oleObject707.bin"/><Relationship Id="rId7" Type="http://schemas.openxmlformats.org/officeDocument/2006/relationships/oleObject" Target="../embeddings/oleObject709.bin"/><Relationship Id="rId12" Type="http://schemas.openxmlformats.org/officeDocument/2006/relationships/image" Target="../media/image6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6.vml"/><Relationship Id="rId6" Type="http://schemas.openxmlformats.org/officeDocument/2006/relationships/image" Target="../media/image666.wmf"/><Relationship Id="rId11" Type="http://schemas.openxmlformats.org/officeDocument/2006/relationships/oleObject" Target="../embeddings/oleObject711.bin"/><Relationship Id="rId5" Type="http://schemas.openxmlformats.org/officeDocument/2006/relationships/oleObject" Target="../embeddings/oleObject708.bin"/><Relationship Id="rId10" Type="http://schemas.openxmlformats.org/officeDocument/2006/relationships/image" Target="../media/image668.wmf"/><Relationship Id="rId4" Type="http://schemas.openxmlformats.org/officeDocument/2006/relationships/image" Target="../media/image665.wmf"/><Relationship Id="rId9" Type="http://schemas.openxmlformats.org/officeDocument/2006/relationships/oleObject" Target="../embeddings/oleObject710.bin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2.wmf"/><Relationship Id="rId3" Type="http://schemas.openxmlformats.org/officeDocument/2006/relationships/oleObject" Target="../embeddings/oleObject712.bin"/><Relationship Id="rId7" Type="http://schemas.openxmlformats.org/officeDocument/2006/relationships/oleObject" Target="../embeddings/oleObject7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7.vml"/><Relationship Id="rId6" Type="http://schemas.openxmlformats.org/officeDocument/2006/relationships/image" Target="../media/image671.wmf"/><Relationship Id="rId5" Type="http://schemas.openxmlformats.org/officeDocument/2006/relationships/oleObject" Target="../embeddings/oleObject713.bin"/><Relationship Id="rId10" Type="http://schemas.openxmlformats.org/officeDocument/2006/relationships/image" Target="../media/image673.wmf"/><Relationship Id="rId4" Type="http://schemas.openxmlformats.org/officeDocument/2006/relationships/image" Target="../media/image670.emf"/><Relationship Id="rId9" Type="http://schemas.openxmlformats.org/officeDocument/2006/relationships/oleObject" Target="../embeddings/oleObject715.bin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3.wmf"/><Relationship Id="rId13" Type="http://schemas.openxmlformats.org/officeDocument/2006/relationships/oleObject" Target="../embeddings/oleObject721.bin"/><Relationship Id="rId3" Type="http://schemas.openxmlformats.org/officeDocument/2006/relationships/oleObject" Target="../embeddings/oleObject716.bin"/><Relationship Id="rId7" Type="http://schemas.openxmlformats.org/officeDocument/2006/relationships/oleObject" Target="../embeddings/oleObject718.bin"/><Relationship Id="rId12" Type="http://schemas.openxmlformats.org/officeDocument/2006/relationships/image" Target="../media/image6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8.vml"/><Relationship Id="rId6" Type="http://schemas.openxmlformats.org/officeDocument/2006/relationships/image" Target="../media/image672.wmf"/><Relationship Id="rId11" Type="http://schemas.openxmlformats.org/officeDocument/2006/relationships/oleObject" Target="../embeddings/oleObject720.bin"/><Relationship Id="rId5" Type="http://schemas.openxmlformats.org/officeDocument/2006/relationships/oleObject" Target="../embeddings/oleObject717.bin"/><Relationship Id="rId10" Type="http://schemas.openxmlformats.org/officeDocument/2006/relationships/image" Target="../media/image674.wmf"/><Relationship Id="rId4" Type="http://schemas.openxmlformats.org/officeDocument/2006/relationships/image" Target="../media/image671.wmf"/><Relationship Id="rId9" Type="http://schemas.openxmlformats.org/officeDocument/2006/relationships/oleObject" Target="../embeddings/oleObject719.bin"/><Relationship Id="rId14" Type="http://schemas.openxmlformats.org/officeDocument/2006/relationships/image" Target="../media/image676.wmf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6.wmf"/><Relationship Id="rId13" Type="http://schemas.openxmlformats.org/officeDocument/2006/relationships/oleObject" Target="../embeddings/oleObject727.bin"/><Relationship Id="rId18" Type="http://schemas.openxmlformats.org/officeDocument/2006/relationships/image" Target="../media/image681.wmf"/><Relationship Id="rId3" Type="http://schemas.openxmlformats.org/officeDocument/2006/relationships/oleObject" Target="../embeddings/oleObject722.bin"/><Relationship Id="rId7" Type="http://schemas.openxmlformats.org/officeDocument/2006/relationships/oleObject" Target="../embeddings/oleObject724.bin"/><Relationship Id="rId12" Type="http://schemas.openxmlformats.org/officeDocument/2006/relationships/image" Target="../media/image678.wmf"/><Relationship Id="rId17" Type="http://schemas.openxmlformats.org/officeDocument/2006/relationships/oleObject" Target="../embeddings/oleObject7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0.wmf"/><Relationship Id="rId20" Type="http://schemas.openxmlformats.org/officeDocument/2006/relationships/image" Target="../media/image682.wmf"/><Relationship Id="rId1" Type="http://schemas.openxmlformats.org/officeDocument/2006/relationships/vmlDrawing" Target="../drawings/vmlDrawing109.vml"/><Relationship Id="rId6" Type="http://schemas.openxmlformats.org/officeDocument/2006/relationships/image" Target="../media/image675.wmf"/><Relationship Id="rId11" Type="http://schemas.openxmlformats.org/officeDocument/2006/relationships/oleObject" Target="../embeddings/oleObject726.bin"/><Relationship Id="rId5" Type="http://schemas.openxmlformats.org/officeDocument/2006/relationships/oleObject" Target="../embeddings/oleObject723.bin"/><Relationship Id="rId15" Type="http://schemas.openxmlformats.org/officeDocument/2006/relationships/oleObject" Target="../embeddings/oleObject728.bin"/><Relationship Id="rId10" Type="http://schemas.openxmlformats.org/officeDocument/2006/relationships/image" Target="../media/image677.wmf"/><Relationship Id="rId19" Type="http://schemas.openxmlformats.org/officeDocument/2006/relationships/oleObject" Target="../embeddings/oleObject730.bin"/><Relationship Id="rId4" Type="http://schemas.openxmlformats.org/officeDocument/2006/relationships/image" Target="../media/image674.wmf"/><Relationship Id="rId9" Type="http://schemas.openxmlformats.org/officeDocument/2006/relationships/oleObject" Target="../embeddings/oleObject725.bin"/><Relationship Id="rId14" Type="http://schemas.openxmlformats.org/officeDocument/2006/relationships/image" Target="../media/image679.wmf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5.wmf"/><Relationship Id="rId3" Type="http://schemas.openxmlformats.org/officeDocument/2006/relationships/oleObject" Target="../embeddings/oleObject731.bin"/><Relationship Id="rId7" Type="http://schemas.openxmlformats.org/officeDocument/2006/relationships/oleObject" Target="../embeddings/oleObject733.bin"/><Relationship Id="rId12" Type="http://schemas.openxmlformats.org/officeDocument/2006/relationships/image" Target="../media/image68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0.vml"/><Relationship Id="rId6" Type="http://schemas.openxmlformats.org/officeDocument/2006/relationships/image" Target="../media/image684.wmf"/><Relationship Id="rId11" Type="http://schemas.openxmlformats.org/officeDocument/2006/relationships/oleObject" Target="../embeddings/oleObject735.bin"/><Relationship Id="rId5" Type="http://schemas.openxmlformats.org/officeDocument/2006/relationships/oleObject" Target="../embeddings/oleObject732.bin"/><Relationship Id="rId10" Type="http://schemas.openxmlformats.org/officeDocument/2006/relationships/image" Target="../media/image686.wmf"/><Relationship Id="rId4" Type="http://schemas.openxmlformats.org/officeDocument/2006/relationships/image" Target="../media/image683.wmf"/><Relationship Id="rId9" Type="http://schemas.openxmlformats.org/officeDocument/2006/relationships/oleObject" Target="../embeddings/oleObject734.bin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9.wmf"/><Relationship Id="rId13" Type="http://schemas.openxmlformats.org/officeDocument/2006/relationships/oleObject" Target="../embeddings/oleObject741.bin"/><Relationship Id="rId3" Type="http://schemas.openxmlformats.org/officeDocument/2006/relationships/oleObject" Target="../embeddings/oleObject736.bin"/><Relationship Id="rId7" Type="http://schemas.openxmlformats.org/officeDocument/2006/relationships/oleObject" Target="../embeddings/oleObject738.bin"/><Relationship Id="rId12" Type="http://schemas.openxmlformats.org/officeDocument/2006/relationships/image" Target="../media/image69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3.wmf"/><Relationship Id="rId1" Type="http://schemas.openxmlformats.org/officeDocument/2006/relationships/vmlDrawing" Target="../drawings/vmlDrawing111.vml"/><Relationship Id="rId6" Type="http://schemas.openxmlformats.org/officeDocument/2006/relationships/image" Target="../media/image688.wmf"/><Relationship Id="rId11" Type="http://schemas.openxmlformats.org/officeDocument/2006/relationships/oleObject" Target="../embeddings/oleObject740.bin"/><Relationship Id="rId5" Type="http://schemas.openxmlformats.org/officeDocument/2006/relationships/oleObject" Target="../embeddings/oleObject737.bin"/><Relationship Id="rId15" Type="http://schemas.openxmlformats.org/officeDocument/2006/relationships/oleObject" Target="../embeddings/oleObject742.bin"/><Relationship Id="rId10" Type="http://schemas.openxmlformats.org/officeDocument/2006/relationships/image" Target="../media/image690.wmf"/><Relationship Id="rId4" Type="http://schemas.openxmlformats.org/officeDocument/2006/relationships/image" Target="../media/image686.wmf"/><Relationship Id="rId9" Type="http://schemas.openxmlformats.org/officeDocument/2006/relationships/oleObject" Target="../embeddings/oleObject739.bin"/><Relationship Id="rId14" Type="http://schemas.openxmlformats.org/officeDocument/2006/relationships/image" Target="../media/image692.emf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5.bin"/><Relationship Id="rId13" Type="http://schemas.openxmlformats.org/officeDocument/2006/relationships/image" Target="../media/image697.wmf"/><Relationship Id="rId3" Type="http://schemas.openxmlformats.org/officeDocument/2006/relationships/audio" Target="../media/audio1.wav"/><Relationship Id="rId7" Type="http://schemas.openxmlformats.org/officeDocument/2006/relationships/image" Target="../media/image693.wmf"/><Relationship Id="rId12" Type="http://schemas.openxmlformats.org/officeDocument/2006/relationships/oleObject" Target="../embeddings/oleObject7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2.vml"/><Relationship Id="rId6" Type="http://schemas.openxmlformats.org/officeDocument/2006/relationships/oleObject" Target="../embeddings/oleObject744.bin"/><Relationship Id="rId11" Type="http://schemas.openxmlformats.org/officeDocument/2006/relationships/image" Target="../media/image696.wmf"/><Relationship Id="rId5" Type="http://schemas.openxmlformats.org/officeDocument/2006/relationships/image" Target="../media/image694.wmf"/><Relationship Id="rId15" Type="http://schemas.openxmlformats.org/officeDocument/2006/relationships/image" Target="../media/image698.wmf"/><Relationship Id="rId10" Type="http://schemas.openxmlformats.org/officeDocument/2006/relationships/oleObject" Target="../embeddings/oleObject746.bin"/><Relationship Id="rId4" Type="http://schemas.openxmlformats.org/officeDocument/2006/relationships/oleObject" Target="../embeddings/oleObject743.bin"/><Relationship Id="rId9" Type="http://schemas.openxmlformats.org/officeDocument/2006/relationships/image" Target="../media/image695.wmf"/><Relationship Id="rId14" Type="http://schemas.openxmlformats.org/officeDocument/2006/relationships/oleObject" Target="../embeddings/oleObject748.bin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1.wmf"/><Relationship Id="rId13" Type="http://schemas.openxmlformats.org/officeDocument/2006/relationships/oleObject" Target="../embeddings/oleObject754.bin"/><Relationship Id="rId18" Type="http://schemas.openxmlformats.org/officeDocument/2006/relationships/image" Target="../media/image706.emf"/><Relationship Id="rId26" Type="http://schemas.openxmlformats.org/officeDocument/2006/relationships/image" Target="../media/image710.emf"/><Relationship Id="rId3" Type="http://schemas.openxmlformats.org/officeDocument/2006/relationships/oleObject" Target="../embeddings/oleObject749.bin"/><Relationship Id="rId21" Type="http://schemas.openxmlformats.org/officeDocument/2006/relationships/oleObject" Target="../embeddings/oleObject758.bin"/><Relationship Id="rId7" Type="http://schemas.openxmlformats.org/officeDocument/2006/relationships/oleObject" Target="../embeddings/oleObject751.bin"/><Relationship Id="rId12" Type="http://schemas.openxmlformats.org/officeDocument/2006/relationships/image" Target="../media/image703.wmf"/><Relationship Id="rId17" Type="http://schemas.openxmlformats.org/officeDocument/2006/relationships/oleObject" Target="../embeddings/oleObject756.bin"/><Relationship Id="rId25" Type="http://schemas.openxmlformats.org/officeDocument/2006/relationships/oleObject" Target="../embeddings/oleObject7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5.wmf"/><Relationship Id="rId20" Type="http://schemas.openxmlformats.org/officeDocument/2006/relationships/image" Target="../media/image707.emf"/><Relationship Id="rId1" Type="http://schemas.openxmlformats.org/officeDocument/2006/relationships/vmlDrawing" Target="../drawings/vmlDrawing113.vml"/><Relationship Id="rId6" Type="http://schemas.openxmlformats.org/officeDocument/2006/relationships/image" Target="../media/image700.wmf"/><Relationship Id="rId11" Type="http://schemas.openxmlformats.org/officeDocument/2006/relationships/oleObject" Target="../embeddings/oleObject753.bin"/><Relationship Id="rId24" Type="http://schemas.openxmlformats.org/officeDocument/2006/relationships/image" Target="../media/image709.emf"/><Relationship Id="rId5" Type="http://schemas.openxmlformats.org/officeDocument/2006/relationships/oleObject" Target="../embeddings/oleObject750.bin"/><Relationship Id="rId15" Type="http://schemas.openxmlformats.org/officeDocument/2006/relationships/oleObject" Target="../embeddings/oleObject755.bin"/><Relationship Id="rId23" Type="http://schemas.openxmlformats.org/officeDocument/2006/relationships/oleObject" Target="../embeddings/oleObject759.bin"/><Relationship Id="rId28" Type="http://schemas.openxmlformats.org/officeDocument/2006/relationships/image" Target="../media/image711.emf"/><Relationship Id="rId10" Type="http://schemas.openxmlformats.org/officeDocument/2006/relationships/image" Target="../media/image702.wmf"/><Relationship Id="rId19" Type="http://schemas.openxmlformats.org/officeDocument/2006/relationships/oleObject" Target="../embeddings/oleObject757.bin"/><Relationship Id="rId4" Type="http://schemas.openxmlformats.org/officeDocument/2006/relationships/image" Target="../media/image699.wmf"/><Relationship Id="rId9" Type="http://schemas.openxmlformats.org/officeDocument/2006/relationships/oleObject" Target="../embeddings/oleObject752.bin"/><Relationship Id="rId14" Type="http://schemas.openxmlformats.org/officeDocument/2006/relationships/image" Target="../media/image704.wmf"/><Relationship Id="rId22" Type="http://schemas.openxmlformats.org/officeDocument/2006/relationships/image" Target="../media/image708.emf"/><Relationship Id="rId27" Type="http://schemas.openxmlformats.org/officeDocument/2006/relationships/oleObject" Target="../embeddings/oleObject761.bin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4.emf"/><Relationship Id="rId13" Type="http://schemas.openxmlformats.org/officeDocument/2006/relationships/oleObject" Target="../embeddings/oleObject767.bin"/><Relationship Id="rId18" Type="http://schemas.openxmlformats.org/officeDocument/2006/relationships/image" Target="../media/image719.emf"/><Relationship Id="rId26" Type="http://schemas.openxmlformats.org/officeDocument/2006/relationships/image" Target="../media/image723.wmf"/><Relationship Id="rId3" Type="http://schemas.openxmlformats.org/officeDocument/2006/relationships/oleObject" Target="../embeddings/oleObject762.bin"/><Relationship Id="rId21" Type="http://schemas.openxmlformats.org/officeDocument/2006/relationships/oleObject" Target="../embeddings/oleObject771.bin"/><Relationship Id="rId7" Type="http://schemas.openxmlformats.org/officeDocument/2006/relationships/oleObject" Target="../embeddings/oleObject764.bin"/><Relationship Id="rId12" Type="http://schemas.openxmlformats.org/officeDocument/2006/relationships/image" Target="../media/image716.emf"/><Relationship Id="rId17" Type="http://schemas.openxmlformats.org/officeDocument/2006/relationships/oleObject" Target="../embeddings/oleObject769.bin"/><Relationship Id="rId25" Type="http://schemas.openxmlformats.org/officeDocument/2006/relationships/oleObject" Target="../embeddings/oleObject7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8.wmf"/><Relationship Id="rId20" Type="http://schemas.openxmlformats.org/officeDocument/2006/relationships/image" Target="../media/image720.emf"/><Relationship Id="rId1" Type="http://schemas.openxmlformats.org/officeDocument/2006/relationships/vmlDrawing" Target="../drawings/vmlDrawing114.vml"/><Relationship Id="rId6" Type="http://schemas.openxmlformats.org/officeDocument/2006/relationships/image" Target="../media/image713.emf"/><Relationship Id="rId11" Type="http://schemas.openxmlformats.org/officeDocument/2006/relationships/oleObject" Target="../embeddings/oleObject766.bin"/><Relationship Id="rId24" Type="http://schemas.openxmlformats.org/officeDocument/2006/relationships/image" Target="../media/image722.wmf"/><Relationship Id="rId5" Type="http://schemas.openxmlformats.org/officeDocument/2006/relationships/oleObject" Target="../embeddings/oleObject763.bin"/><Relationship Id="rId15" Type="http://schemas.openxmlformats.org/officeDocument/2006/relationships/oleObject" Target="../embeddings/oleObject768.bin"/><Relationship Id="rId23" Type="http://schemas.openxmlformats.org/officeDocument/2006/relationships/oleObject" Target="../embeddings/oleObject772.bin"/><Relationship Id="rId28" Type="http://schemas.openxmlformats.org/officeDocument/2006/relationships/image" Target="../media/image724.wmf"/><Relationship Id="rId10" Type="http://schemas.openxmlformats.org/officeDocument/2006/relationships/image" Target="../media/image715.wmf"/><Relationship Id="rId19" Type="http://schemas.openxmlformats.org/officeDocument/2006/relationships/oleObject" Target="../embeddings/oleObject770.bin"/><Relationship Id="rId4" Type="http://schemas.openxmlformats.org/officeDocument/2006/relationships/image" Target="../media/image712.wmf"/><Relationship Id="rId9" Type="http://schemas.openxmlformats.org/officeDocument/2006/relationships/oleObject" Target="../embeddings/oleObject765.bin"/><Relationship Id="rId14" Type="http://schemas.openxmlformats.org/officeDocument/2006/relationships/image" Target="../media/image717.emf"/><Relationship Id="rId22" Type="http://schemas.openxmlformats.org/officeDocument/2006/relationships/image" Target="../media/image721.wmf"/><Relationship Id="rId27" Type="http://schemas.openxmlformats.org/officeDocument/2006/relationships/oleObject" Target="../embeddings/oleObject774.bin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7.wmf"/><Relationship Id="rId3" Type="http://schemas.openxmlformats.org/officeDocument/2006/relationships/oleObject" Target="../embeddings/oleObject775.bin"/><Relationship Id="rId7" Type="http://schemas.openxmlformats.org/officeDocument/2006/relationships/oleObject" Target="../embeddings/oleObject777.bin"/><Relationship Id="rId12" Type="http://schemas.openxmlformats.org/officeDocument/2006/relationships/image" Target="../media/image7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5.vml"/><Relationship Id="rId6" Type="http://schemas.openxmlformats.org/officeDocument/2006/relationships/image" Target="../media/image726.wmf"/><Relationship Id="rId11" Type="http://schemas.openxmlformats.org/officeDocument/2006/relationships/oleObject" Target="../embeddings/oleObject779.bin"/><Relationship Id="rId5" Type="http://schemas.openxmlformats.org/officeDocument/2006/relationships/oleObject" Target="../embeddings/oleObject776.bin"/><Relationship Id="rId10" Type="http://schemas.openxmlformats.org/officeDocument/2006/relationships/image" Target="../media/image728.wmf"/><Relationship Id="rId4" Type="http://schemas.openxmlformats.org/officeDocument/2006/relationships/image" Target="../media/image725.wmf"/><Relationship Id="rId9" Type="http://schemas.openxmlformats.org/officeDocument/2006/relationships/oleObject" Target="../embeddings/oleObject778.bin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1.wmf"/><Relationship Id="rId3" Type="http://schemas.openxmlformats.org/officeDocument/2006/relationships/oleObject" Target="../embeddings/oleObject780.bin"/><Relationship Id="rId7" Type="http://schemas.openxmlformats.org/officeDocument/2006/relationships/oleObject" Target="../embeddings/oleObject782.bin"/><Relationship Id="rId12" Type="http://schemas.openxmlformats.org/officeDocument/2006/relationships/image" Target="../media/image7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6.vml"/><Relationship Id="rId6" Type="http://schemas.openxmlformats.org/officeDocument/2006/relationships/image" Target="../media/image730.wmf"/><Relationship Id="rId11" Type="http://schemas.openxmlformats.org/officeDocument/2006/relationships/oleObject" Target="../embeddings/oleObject784.bin"/><Relationship Id="rId5" Type="http://schemas.openxmlformats.org/officeDocument/2006/relationships/oleObject" Target="../embeddings/oleObject781.bin"/><Relationship Id="rId10" Type="http://schemas.openxmlformats.org/officeDocument/2006/relationships/image" Target="../media/image732.wmf"/><Relationship Id="rId4" Type="http://schemas.openxmlformats.org/officeDocument/2006/relationships/image" Target="../media/image729.wmf"/><Relationship Id="rId9" Type="http://schemas.openxmlformats.org/officeDocument/2006/relationships/oleObject" Target="../embeddings/oleObject783.bin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6.wmf"/><Relationship Id="rId13" Type="http://schemas.openxmlformats.org/officeDocument/2006/relationships/oleObject" Target="../embeddings/oleObject790.bin"/><Relationship Id="rId3" Type="http://schemas.openxmlformats.org/officeDocument/2006/relationships/oleObject" Target="../embeddings/oleObject785.bin"/><Relationship Id="rId7" Type="http://schemas.openxmlformats.org/officeDocument/2006/relationships/oleObject" Target="../embeddings/oleObject787.bin"/><Relationship Id="rId12" Type="http://schemas.openxmlformats.org/officeDocument/2006/relationships/image" Target="../media/image73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0.wmf"/><Relationship Id="rId1" Type="http://schemas.openxmlformats.org/officeDocument/2006/relationships/vmlDrawing" Target="../drawings/vmlDrawing117.vml"/><Relationship Id="rId6" Type="http://schemas.openxmlformats.org/officeDocument/2006/relationships/image" Target="../media/image735.wmf"/><Relationship Id="rId11" Type="http://schemas.openxmlformats.org/officeDocument/2006/relationships/oleObject" Target="../embeddings/oleObject789.bin"/><Relationship Id="rId5" Type="http://schemas.openxmlformats.org/officeDocument/2006/relationships/oleObject" Target="../embeddings/oleObject786.bin"/><Relationship Id="rId15" Type="http://schemas.openxmlformats.org/officeDocument/2006/relationships/oleObject" Target="../embeddings/oleObject791.bin"/><Relationship Id="rId10" Type="http://schemas.openxmlformats.org/officeDocument/2006/relationships/image" Target="../media/image737.wmf"/><Relationship Id="rId4" Type="http://schemas.openxmlformats.org/officeDocument/2006/relationships/image" Target="../media/image734.wmf"/><Relationship Id="rId9" Type="http://schemas.openxmlformats.org/officeDocument/2006/relationships/oleObject" Target="../embeddings/oleObject788.bin"/><Relationship Id="rId14" Type="http://schemas.openxmlformats.org/officeDocument/2006/relationships/image" Target="../media/image739.wmf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2.wmf"/><Relationship Id="rId13" Type="http://schemas.openxmlformats.org/officeDocument/2006/relationships/oleObject" Target="../embeddings/oleObject797.bin"/><Relationship Id="rId3" Type="http://schemas.openxmlformats.org/officeDocument/2006/relationships/oleObject" Target="../embeddings/oleObject792.bin"/><Relationship Id="rId7" Type="http://schemas.openxmlformats.org/officeDocument/2006/relationships/oleObject" Target="../embeddings/oleObject794.bin"/><Relationship Id="rId12" Type="http://schemas.openxmlformats.org/officeDocument/2006/relationships/image" Target="../media/image7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8.vml"/><Relationship Id="rId6" Type="http://schemas.openxmlformats.org/officeDocument/2006/relationships/image" Target="../media/image742.wmf"/><Relationship Id="rId11" Type="http://schemas.openxmlformats.org/officeDocument/2006/relationships/oleObject" Target="../embeddings/oleObject796.bin"/><Relationship Id="rId5" Type="http://schemas.openxmlformats.org/officeDocument/2006/relationships/oleObject" Target="../embeddings/oleObject793.bin"/><Relationship Id="rId10" Type="http://schemas.openxmlformats.org/officeDocument/2006/relationships/image" Target="../media/image703.wmf"/><Relationship Id="rId4" Type="http://schemas.openxmlformats.org/officeDocument/2006/relationships/image" Target="../media/image741.wmf"/><Relationship Id="rId9" Type="http://schemas.openxmlformats.org/officeDocument/2006/relationships/oleObject" Target="../embeddings/oleObject795.bin"/><Relationship Id="rId14" Type="http://schemas.openxmlformats.org/officeDocument/2006/relationships/image" Target="../media/image744.wmf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5.wmf"/><Relationship Id="rId13" Type="http://schemas.openxmlformats.org/officeDocument/2006/relationships/oleObject" Target="../embeddings/oleObject803.bin"/><Relationship Id="rId3" Type="http://schemas.openxmlformats.org/officeDocument/2006/relationships/oleObject" Target="../embeddings/oleObject798.bin"/><Relationship Id="rId7" Type="http://schemas.openxmlformats.org/officeDocument/2006/relationships/oleObject" Target="../embeddings/oleObject800.bin"/><Relationship Id="rId12" Type="http://schemas.openxmlformats.org/officeDocument/2006/relationships/image" Target="../media/image7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9.vml"/><Relationship Id="rId6" Type="http://schemas.openxmlformats.org/officeDocument/2006/relationships/image" Target="../media/image704.wmf"/><Relationship Id="rId11" Type="http://schemas.openxmlformats.org/officeDocument/2006/relationships/oleObject" Target="../embeddings/oleObject802.bin"/><Relationship Id="rId5" Type="http://schemas.openxmlformats.org/officeDocument/2006/relationships/oleObject" Target="../embeddings/oleObject799.bin"/><Relationship Id="rId10" Type="http://schemas.openxmlformats.org/officeDocument/2006/relationships/image" Target="../media/image746.wmf"/><Relationship Id="rId4" Type="http://schemas.openxmlformats.org/officeDocument/2006/relationships/image" Target="../media/image744.wmf"/><Relationship Id="rId9" Type="http://schemas.openxmlformats.org/officeDocument/2006/relationships/oleObject" Target="../embeddings/oleObject801.bin"/><Relationship Id="rId14" Type="http://schemas.openxmlformats.org/officeDocument/2006/relationships/image" Target="../media/image748.wmf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3.wmf"/><Relationship Id="rId13" Type="http://schemas.openxmlformats.org/officeDocument/2006/relationships/oleObject" Target="../embeddings/oleObject809.bin"/><Relationship Id="rId3" Type="http://schemas.openxmlformats.org/officeDocument/2006/relationships/oleObject" Target="../embeddings/oleObject804.bin"/><Relationship Id="rId7" Type="http://schemas.openxmlformats.org/officeDocument/2006/relationships/oleObject" Target="../embeddings/oleObject806.bin"/><Relationship Id="rId12" Type="http://schemas.openxmlformats.org/officeDocument/2006/relationships/image" Target="../media/image74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2.wmf"/><Relationship Id="rId1" Type="http://schemas.openxmlformats.org/officeDocument/2006/relationships/vmlDrawing" Target="../drawings/vmlDrawing120.vml"/><Relationship Id="rId6" Type="http://schemas.openxmlformats.org/officeDocument/2006/relationships/image" Target="../media/image750.wmf"/><Relationship Id="rId11" Type="http://schemas.openxmlformats.org/officeDocument/2006/relationships/oleObject" Target="../embeddings/oleObject808.bin"/><Relationship Id="rId5" Type="http://schemas.openxmlformats.org/officeDocument/2006/relationships/oleObject" Target="../embeddings/oleObject805.bin"/><Relationship Id="rId15" Type="http://schemas.openxmlformats.org/officeDocument/2006/relationships/oleObject" Target="../embeddings/oleObject810.bin"/><Relationship Id="rId10" Type="http://schemas.openxmlformats.org/officeDocument/2006/relationships/image" Target="../media/image724.wmf"/><Relationship Id="rId4" Type="http://schemas.openxmlformats.org/officeDocument/2006/relationships/image" Target="../media/image749.wmf"/><Relationship Id="rId9" Type="http://schemas.openxmlformats.org/officeDocument/2006/relationships/oleObject" Target="../embeddings/oleObject807.bin"/><Relationship Id="rId14" Type="http://schemas.openxmlformats.org/officeDocument/2006/relationships/image" Target="../media/image751.wmf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5.wmf"/><Relationship Id="rId13" Type="http://schemas.openxmlformats.org/officeDocument/2006/relationships/oleObject" Target="../embeddings/oleObject816.bin"/><Relationship Id="rId18" Type="http://schemas.openxmlformats.org/officeDocument/2006/relationships/image" Target="../media/image760.wmf"/><Relationship Id="rId3" Type="http://schemas.openxmlformats.org/officeDocument/2006/relationships/oleObject" Target="../embeddings/oleObject811.bin"/><Relationship Id="rId7" Type="http://schemas.openxmlformats.org/officeDocument/2006/relationships/oleObject" Target="../embeddings/oleObject813.bin"/><Relationship Id="rId12" Type="http://schemas.openxmlformats.org/officeDocument/2006/relationships/image" Target="../media/image757.wmf"/><Relationship Id="rId17" Type="http://schemas.openxmlformats.org/officeDocument/2006/relationships/oleObject" Target="../embeddings/oleObject8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59.wmf"/><Relationship Id="rId1" Type="http://schemas.openxmlformats.org/officeDocument/2006/relationships/vmlDrawing" Target="../drawings/vmlDrawing121.vml"/><Relationship Id="rId6" Type="http://schemas.openxmlformats.org/officeDocument/2006/relationships/image" Target="../media/image754.wmf"/><Relationship Id="rId11" Type="http://schemas.openxmlformats.org/officeDocument/2006/relationships/oleObject" Target="../embeddings/oleObject815.bin"/><Relationship Id="rId5" Type="http://schemas.openxmlformats.org/officeDocument/2006/relationships/oleObject" Target="../embeddings/oleObject812.bin"/><Relationship Id="rId15" Type="http://schemas.openxmlformats.org/officeDocument/2006/relationships/oleObject" Target="../embeddings/oleObject817.bin"/><Relationship Id="rId10" Type="http://schemas.openxmlformats.org/officeDocument/2006/relationships/image" Target="../media/image756.wmf"/><Relationship Id="rId4" Type="http://schemas.openxmlformats.org/officeDocument/2006/relationships/image" Target="../media/image753.wmf"/><Relationship Id="rId9" Type="http://schemas.openxmlformats.org/officeDocument/2006/relationships/oleObject" Target="../embeddings/oleObject814.bin"/><Relationship Id="rId14" Type="http://schemas.openxmlformats.org/officeDocument/2006/relationships/image" Target="../media/image758.wmf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3.wmf"/><Relationship Id="rId13" Type="http://schemas.openxmlformats.org/officeDocument/2006/relationships/oleObject" Target="../embeddings/oleObject824.bin"/><Relationship Id="rId18" Type="http://schemas.openxmlformats.org/officeDocument/2006/relationships/image" Target="../media/image768.wmf"/><Relationship Id="rId3" Type="http://schemas.openxmlformats.org/officeDocument/2006/relationships/oleObject" Target="../embeddings/oleObject819.bin"/><Relationship Id="rId7" Type="http://schemas.openxmlformats.org/officeDocument/2006/relationships/oleObject" Target="../embeddings/oleObject821.bin"/><Relationship Id="rId12" Type="http://schemas.openxmlformats.org/officeDocument/2006/relationships/image" Target="../media/image765.wmf"/><Relationship Id="rId17" Type="http://schemas.openxmlformats.org/officeDocument/2006/relationships/oleObject" Target="../embeddings/oleObject8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67.wmf"/><Relationship Id="rId20" Type="http://schemas.openxmlformats.org/officeDocument/2006/relationships/image" Target="../media/image769.wmf"/><Relationship Id="rId1" Type="http://schemas.openxmlformats.org/officeDocument/2006/relationships/vmlDrawing" Target="../drawings/vmlDrawing122.vml"/><Relationship Id="rId6" Type="http://schemas.openxmlformats.org/officeDocument/2006/relationships/image" Target="../media/image762.wmf"/><Relationship Id="rId11" Type="http://schemas.openxmlformats.org/officeDocument/2006/relationships/oleObject" Target="../embeddings/oleObject823.bin"/><Relationship Id="rId5" Type="http://schemas.openxmlformats.org/officeDocument/2006/relationships/oleObject" Target="../embeddings/oleObject820.bin"/><Relationship Id="rId15" Type="http://schemas.openxmlformats.org/officeDocument/2006/relationships/oleObject" Target="../embeddings/oleObject825.bin"/><Relationship Id="rId10" Type="http://schemas.openxmlformats.org/officeDocument/2006/relationships/image" Target="../media/image764.wmf"/><Relationship Id="rId19" Type="http://schemas.openxmlformats.org/officeDocument/2006/relationships/oleObject" Target="../embeddings/oleObject827.bin"/><Relationship Id="rId4" Type="http://schemas.openxmlformats.org/officeDocument/2006/relationships/image" Target="../media/image761.wmf"/><Relationship Id="rId9" Type="http://schemas.openxmlformats.org/officeDocument/2006/relationships/oleObject" Target="../embeddings/oleObject822.bin"/><Relationship Id="rId14" Type="http://schemas.openxmlformats.org/officeDocument/2006/relationships/image" Target="../media/image766.wmf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0.bin"/><Relationship Id="rId13" Type="http://schemas.openxmlformats.org/officeDocument/2006/relationships/image" Target="../media/image774.wmf"/><Relationship Id="rId18" Type="http://schemas.openxmlformats.org/officeDocument/2006/relationships/oleObject" Target="../embeddings/oleObject835.bin"/><Relationship Id="rId3" Type="http://schemas.openxmlformats.org/officeDocument/2006/relationships/audio" Target="../media/audio1.wav"/><Relationship Id="rId21" Type="http://schemas.openxmlformats.org/officeDocument/2006/relationships/image" Target="../media/image778.wmf"/><Relationship Id="rId7" Type="http://schemas.openxmlformats.org/officeDocument/2006/relationships/image" Target="../media/image771.wmf"/><Relationship Id="rId12" Type="http://schemas.openxmlformats.org/officeDocument/2006/relationships/oleObject" Target="../embeddings/oleObject832.bin"/><Relationship Id="rId17" Type="http://schemas.openxmlformats.org/officeDocument/2006/relationships/image" Target="../media/image77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34.bin"/><Relationship Id="rId20" Type="http://schemas.openxmlformats.org/officeDocument/2006/relationships/oleObject" Target="../embeddings/oleObject836.bin"/><Relationship Id="rId1" Type="http://schemas.openxmlformats.org/officeDocument/2006/relationships/vmlDrawing" Target="../drawings/vmlDrawing123.vml"/><Relationship Id="rId6" Type="http://schemas.openxmlformats.org/officeDocument/2006/relationships/oleObject" Target="../embeddings/oleObject829.bin"/><Relationship Id="rId11" Type="http://schemas.openxmlformats.org/officeDocument/2006/relationships/image" Target="../media/image773.wmf"/><Relationship Id="rId5" Type="http://schemas.openxmlformats.org/officeDocument/2006/relationships/image" Target="../media/image770.wmf"/><Relationship Id="rId15" Type="http://schemas.openxmlformats.org/officeDocument/2006/relationships/image" Target="../media/image775.wmf"/><Relationship Id="rId23" Type="http://schemas.openxmlformats.org/officeDocument/2006/relationships/image" Target="../media/image779.wmf"/><Relationship Id="rId10" Type="http://schemas.openxmlformats.org/officeDocument/2006/relationships/oleObject" Target="../embeddings/oleObject831.bin"/><Relationship Id="rId19" Type="http://schemas.openxmlformats.org/officeDocument/2006/relationships/image" Target="../media/image777.wmf"/><Relationship Id="rId4" Type="http://schemas.openxmlformats.org/officeDocument/2006/relationships/oleObject" Target="../embeddings/oleObject828.bin"/><Relationship Id="rId9" Type="http://schemas.openxmlformats.org/officeDocument/2006/relationships/image" Target="../media/image772.wmf"/><Relationship Id="rId14" Type="http://schemas.openxmlformats.org/officeDocument/2006/relationships/oleObject" Target="../embeddings/oleObject833.bin"/><Relationship Id="rId22" Type="http://schemas.openxmlformats.org/officeDocument/2006/relationships/oleObject" Target="../embeddings/oleObject837.bin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2.wmf"/><Relationship Id="rId3" Type="http://schemas.openxmlformats.org/officeDocument/2006/relationships/oleObject" Target="../embeddings/oleObject838.bin"/><Relationship Id="rId7" Type="http://schemas.openxmlformats.org/officeDocument/2006/relationships/oleObject" Target="../embeddings/oleObject840.bin"/><Relationship Id="rId12" Type="http://schemas.openxmlformats.org/officeDocument/2006/relationships/image" Target="../media/image7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4.vml"/><Relationship Id="rId6" Type="http://schemas.openxmlformats.org/officeDocument/2006/relationships/image" Target="../media/image781.wmf"/><Relationship Id="rId11" Type="http://schemas.openxmlformats.org/officeDocument/2006/relationships/oleObject" Target="../embeddings/oleObject842.bin"/><Relationship Id="rId5" Type="http://schemas.openxmlformats.org/officeDocument/2006/relationships/oleObject" Target="../embeddings/oleObject839.bin"/><Relationship Id="rId10" Type="http://schemas.openxmlformats.org/officeDocument/2006/relationships/image" Target="../media/image783.wmf"/><Relationship Id="rId4" Type="http://schemas.openxmlformats.org/officeDocument/2006/relationships/image" Target="../media/image780.wmf"/><Relationship Id="rId9" Type="http://schemas.openxmlformats.org/officeDocument/2006/relationships/oleObject" Target="../embeddings/oleObject841.bin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7.wmf"/><Relationship Id="rId3" Type="http://schemas.openxmlformats.org/officeDocument/2006/relationships/oleObject" Target="../embeddings/oleObject843.bin"/><Relationship Id="rId7" Type="http://schemas.openxmlformats.org/officeDocument/2006/relationships/oleObject" Target="../embeddings/oleObject8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5.vml"/><Relationship Id="rId6" Type="http://schemas.openxmlformats.org/officeDocument/2006/relationships/image" Target="../media/image786.wmf"/><Relationship Id="rId5" Type="http://schemas.openxmlformats.org/officeDocument/2006/relationships/oleObject" Target="../embeddings/oleObject844.bin"/><Relationship Id="rId4" Type="http://schemas.openxmlformats.org/officeDocument/2006/relationships/image" Target="../media/image785.wmf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6.wmf"/><Relationship Id="rId3" Type="http://schemas.openxmlformats.org/officeDocument/2006/relationships/oleObject" Target="../embeddings/oleObject846.bin"/><Relationship Id="rId7" Type="http://schemas.openxmlformats.org/officeDocument/2006/relationships/oleObject" Target="../embeddings/oleObject8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6.vml"/><Relationship Id="rId6" Type="http://schemas.openxmlformats.org/officeDocument/2006/relationships/image" Target="../media/image785.wmf"/><Relationship Id="rId5" Type="http://schemas.openxmlformats.org/officeDocument/2006/relationships/oleObject" Target="../embeddings/oleObject847.bin"/><Relationship Id="rId4" Type="http://schemas.openxmlformats.org/officeDocument/2006/relationships/image" Target="../media/image788.wmf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1.wmf"/><Relationship Id="rId3" Type="http://schemas.openxmlformats.org/officeDocument/2006/relationships/oleObject" Target="../embeddings/oleObject849.bin"/><Relationship Id="rId7" Type="http://schemas.openxmlformats.org/officeDocument/2006/relationships/oleObject" Target="../embeddings/oleObject8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7.vml"/><Relationship Id="rId6" Type="http://schemas.openxmlformats.org/officeDocument/2006/relationships/image" Target="../media/image790.emf"/><Relationship Id="rId5" Type="http://schemas.openxmlformats.org/officeDocument/2006/relationships/oleObject" Target="../embeddings/oleObject850.bin"/><Relationship Id="rId4" Type="http://schemas.openxmlformats.org/officeDocument/2006/relationships/image" Target="../media/image789.wmf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4.wmf"/><Relationship Id="rId13" Type="http://schemas.openxmlformats.org/officeDocument/2006/relationships/oleObject" Target="../embeddings/oleObject857.bin"/><Relationship Id="rId3" Type="http://schemas.openxmlformats.org/officeDocument/2006/relationships/oleObject" Target="../embeddings/oleObject852.bin"/><Relationship Id="rId7" Type="http://schemas.openxmlformats.org/officeDocument/2006/relationships/oleObject" Target="../embeddings/oleObject854.bin"/><Relationship Id="rId12" Type="http://schemas.openxmlformats.org/officeDocument/2006/relationships/image" Target="../media/image79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8.wmf"/><Relationship Id="rId1" Type="http://schemas.openxmlformats.org/officeDocument/2006/relationships/vmlDrawing" Target="../drawings/vmlDrawing128.vml"/><Relationship Id="rId6" Type="http://schemas.openxmlformats.org/officeDocument/2006/relationships/image" Target="../media/image793.wmf"/><Relationship Id="rId11" Type="http://schemas.openxmlformats.org/officeDocument/2006/relationships/oleObject" Target="../embeddings/oleObject856.bin"/><Relationship Id="rId5" Type="http://schemas.openxmlformats.org/officeDocument/2006/relationships/oleObject" Target="../embeddings/oleObject853.bin"/><Relationship Id="rId15" Type="http://schemas.openxmlformats.org/officeDocument/2006/relationships/oleObject" Target="../embeddings/oleObject858.bin"/><Relationship Id="rId10" Type="http://schemas.openxmlformats.org/officeDocument/2006/relationships/image" Target="../media/image795.wmf"/><Relationship Id="rId4" Type="http://schemas.openxmlformats.org/officeDocument/2006/relationships/image" Target="../media/image792.wmf"/><Relationship Id="rId9" Type="http://schemas.openxmlformats.org/officeDocument/2006/relationships/oleObject" Target="../embeddings/oleObject855.bin"/><Relationship Id="rId14" Type="http://schemas.openxmlformats.org/officeDocument/2006/relationships/image" Target="../media/image797.wmf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8.wmf"/><Relationship Id="rId3" Type="http://schemas.openxmlformats.org/officeDocument/2006/relationships/oleObject" Target="../embeddings/oleObject859.bin"/><Relationship Id="rId7" Type="http://schemas.openxmlformats.org/officeDocument/2006/relationships/oleObject" Target="../embeddings/oleObject8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9.vml"/><Relationship Id="rId6" Type="http://schemas.openxmlformats.org/officeDocument/2006/relationships/image" Target="../media/image800.emf"/><Relationship Id="rId5" Type="http://schemas.openxmlformats.org/officeDocument/2006/relationships/oleObject" Target="../embeddings/oleObject860.bin"/><Relationship Id="rId4" Type="http://schemas.openxmlformats.org/officeDocument/2006/relationships/image" Target="../media/image799.wmf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3.wmf"/><Relationship Id="rId13" Type="http://schemas.openxmlformats.org/officeDocument/2006/relationships/oleObject" Target="../embeddings/oleObject867.bin"/><Relationship Id="rId3" Type="http://schemas.openxmlformats.org/officeDocument/2006/relationships/oleObject" Target="../embeddings/oleObject862.bin"/><Relationship Id="rId7" Type="http://schemas.openxmlformats.org/officeDocument/2006/relationships/oleObject" Target="../embeddings/oleObject864.bin"/><Relationship Id="rId12" Type="http://schemas.openxmlformats.org/officeDocument/2006/relationships/image" Target="../media/image8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0.vml"/><Relationship Id="rId6" Type="http://schemas.openxmlformats.org/officeDocument/2006/relationships/image" Target="../media/image802.wmf"/><Relationship Id="rId11" Type="http://schemas.openxmlformats.org/officeDocument/2006/relationships/oleObject" Target="../embeddings/oleObject866.bin"/><Relationship Id="rId5" Type="http://schemas.openxmlformats.org/officeDocument/2006/relationships/oleObject" Target="../embeddings/oleObject863.bin"/><Relationship Id="rId10" Type="http://schemas.openxmlformats.org/officeDocument/2006/relationships/image" Target="../media/image804.wmf"/><Relationship Id="rId4" Type="http://schemas.openxmlformats.org/officeDocument/2006/relationships/image" Target="../media/image801.wmf"/><Relationship Id="rId9" Type="http://schemas.openxmlformats.org/officeDocument/2006/relationships/oleObject" Target="../embeddings/oleObject865.bin"/><Relationship Id="rId14" Type="http://schemas.openxmlformats.org/officeDocument/2006/relationships/image" Target="../media/image806.wmf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9.wmf"/><Relationship Id="rId3" Type="http://schemas.openxmlformats.org/officeDocument/2006/relationships/oleObject" Target="../embeddings/oleObject868.bin"/><Relationship Id="rId7" Type="http://schemas.openxmlformats.org/officeDocument/2006/relationships/oleObject" Target="../embeddings/oleObject870.bin"/><Relationship Id="rId12" Type="http://schemas.openxmlformats.org/officeDocument/2006/relationships/image" Target="../media/image8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1.vml"/><Relationship Id="rId6" Type="http://schemas.openxmlformats.org/officeDocument/2006/relationships/image" Target="../media/image808.wmf"/><Relationship Id="rId11" Type="http://schemas.openxmlformats.org/officeDocument/2006/relationships/oleObject" Target="../embeddings/oleObject872.bin"/><Relationship Id="rId5" Type="http://schemas.openxmlformats.org/officeDocument/2006/relationships/oleObject" Target="../embeddings/oleObject869.bin"/><Relationship Id="rId10" Type="http://schemas.openxmlformats.org/officeDocument/2006/relationships/image" Target="../media/image810.wmf"/><Relationship Id="rId4" Type="http://schemas.openxmlformats.org/officeDocument/2006/relationships/image" Target="../media/image807.wmf"/><Relationship Id="rId9" Type="http://schemas.openxmlformats.org/officeDocument/2006/relationships/oleObject" Target="../embeddings/oleObject871.bin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4.wmf"/><Relationship Id="rId3" Type="http://schemas.openxmlformats.org/officeDocument/2006/relationships/oleObject" Target="../embeddings/oleObject873.bin"/><Relationship Id="rId7" Type="http://schemas.openxmlformats.org/officeDocument/2006/relationships/oleObject" Target="../embeddings/oleObject8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2.vml"/><Relationship Id="rId6" Type="http://schemas.openxmlformats.org/officeDocument/2006/relationships/image" Target="../media/image813.wmf"/><Relationship Id="rId5" Type="http://schemas.openxmlformats.org/officeDocument/2006/relationships/oleObject" Target="../embeddings/oleObject874.bin"/><Relationship Id="rId10" Type="http://schemas.openxmlformats.org/officeDocument/2006/relationships/image" Target="../media/image815.wmf"/><Relationship Id="rId4" Type="http://schemas.openxmlformats.org/officeDocument/2006/relationships/image" Target="../media/image812.wmf"/><Relationship Id="rId9" Type="http://schemas.openxmlformats.org/officeDocument/2006/relationships/oleObject" Target="../embeddings/oleObject876.bin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8.wmf"/><Relationship Id="rId3" Type="http://schemas.openxmlformats.org/officeDocument/2006/relationships/oleObject" Target="../embeddings/oleObject877.bin"/><Relationship Id="rId7" Type="http://schemas.openxmlformats.org/officeDocument/2006/relationships/oleObject" Target="../embeddings/oleObject8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3.vml"/><Relationship Id="rId6" Type="http://schemas.openxmlformats.org/officeDocument/2006/relationships/image" Target="../media/image817.wmf"/><Relationship Id="rId5" Type="http://schemas.openxmlformats.org/officeDocument/2006/relationships/oleObject" Target="../embeddings/oleObject878.bin"/><Relationship Id="rId4" Type="http://schemas.openxmlformats.org/officeDocument/2006/relationships/image" Target="../media/image816.wmf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9.wmf"/><Relationship Id="rId13" Type="http://schemas.openxmlformats.org/officeDocument/2006/relationships/oleObject" Target="../embeddings/oleObject885.bin"/><Relationship Id="rId18" Type="http://schemas.openxmlformats.org/officeDocument/2006/relationships/image" Target="../media/image824.emf"/><Relationship Id="rId3" Type="http://schemas.openxmlformats.org/officeDocument/2006/relationships/oleObject" Target="../embeddings/oleObject880.bin"/><Relationship Id="rId21" Type="http://schemas.openxmlformats.org/officeDocument/2006/relationships/oleObject" Target="../embeddings/oleObject889.bin"/><Relationship Id="rId7" Type="http://schemas.openxmlformats.org/officeDocument/2006/relationships/oleObject" Target="../embeddings/oleObject882.bin"/><Relationship Id="rId12" Type="http://schemas.openxmlformats.org/officeDocument/2006/relationships/image" Target="../media/image821.wmf"/><Relationship Id="rId17" Type="http://schemas.openxmlformats.org/officeDocument/2006/relationships/oleObject" Target="../embeddings/oleObject8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3.emf"/><Relationship Id="rId20" Type="http://schemas.openxmlformats.org/officeDocument/2006/relationships/image" Target="../media/image825.wmf"/><Relationship Id="rId1" Type="http://schemas.openxmlformats.org/officeDocument/2006/relationships/vmlDrawing" Target="../drawings/vmlDrawing134.vml"/><Relationship Id="rId6" Type="http://schemas.openxmlformats.org/officeDocument/2006/relationships/image" Target="../media/image635.wmf"/><Relationship Id="rId11" Type="http://schemas.openxmlformats.org/officeDocument/2006/relationships/oleObject" Target="../embeddings/oleObject884.bin"/><Relationship Id="rId24" Type="http://schemas.openxmlformats.org/officeDocument/2006/relationships/image" Target="../media/image827.wmf"/><Relationship Id="rId5" Type="http://schemas.openxmlformats.org/officeDocument/2006/relationships/oleObject" Target="../embeddings/oleObject881.bin"/><Relationship Id="rId15" Type="http://schemas.openxmlformats.org/officeDocument/2006/relationships/oleObject" Target="../embeddings/oleObject886.bin"/><Relationship Id="rId23" Type="http://schemas.openxmlformats.org/officeDocument/2006/relationships/oleObject" Target="../embeddings/oleObject890.bin"/><Relationship Id="rId10" Type="http://schemas.openxmlformats.org/officeDocument/2006/relationships/image" Target="../media/image820.wmf"/><Relationship Id="rId19" Type="http://schemas.openxmlformats.org/officeDocument/2006/relationships/oleObject" Target="../embeddings/oleObject888.bin"/><Relationship Id="rId4" Type="http://schemas.openxmlformats.org/officeDocument/2006/relationships/image" Target="../media/image819.wmf"/><Relationship Id="rId9" Type="http://schemas.openxmlformats.org/officeDocument/2006/relationships/oleObject" Target="../embeddings/oleObject883.bin"/><Relationship Id="rId14" Type="http://schemas.openxmlformats.org/officeDocument/2006/relationships/image" Target="../media/image822.emf"/><Relationship Id="rId22" Type="http://schemas.openxmlformats.org/officeDocument/2006/relationships/image" Target="../media/image826.wmf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0.wmf"/><Relationship Id="rId13" Type="http://schemas.openxmlformats.org/officeDocument/2006/relationships/oleObject" Target="../embeddings/oleObject896.bin"/><Relationship Id="rId18" Type="http://schemas.openxmlformats.org/officeDocument/2006/relationships/image" Target="../media/image835.emf"/><Relationship Id="rId3" Type="http://schemas.openxmlformats.org/officeDocument/2006/relationships/oleObject" Target="../embeddings/oleObject891.bin"/><Relationship Id="rId21" Type="http://schemas.openxmlformats.org/officeDocument/2006/relationships/oleObject" Target="../embeddings/oleObject900.bin"/><Relationship Id="rId7" Type="http://schemas.openxmlformats.org/officeDocument/2006/relationships/oleObject" Target="../embeddings/oleObject893.bin"/><Relationship Id="rId12" Type="http://schemas.openxmlformats.org/officeDocument/2006/relationships/image" Target="../media/image832.wmf"/><Relationship Id="rId17" Type="http://schemas.openxmlformats.org/officeDocument/2006/relationships/oleObject" Target="../embeddings/oleObject8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4.emf"/><Relationship Id="rId20" Type="http://schemas.openxmlformats.org/officeDocument/2006/relationships/image" Target="../media/image836.emf"/><Relationship Id="rId1" Type="http://schemas.openxmlformats.org/officeDocument/2006/relationships/vmlDrawing" Target="../drawings/vmlDrawing135.vml"/><Relationship Id="rId6" Type="http://schemas.openxmlformats.org/officeDocument/2006/relationships/image" Target="../media/image829.wmf"/><Relationship Id="rId11" Type="http://schemas.openxmlformats.org/officeDocument/2006/relationships/oleObject" Target="../embeddings/oleObject895.bin"/><Relationship Id="rId5" Type="http://schemas.openxmlformats.org/officeDocument/2006/relationships/oleObject" Target="../embeddings/oleObject892.bin"/><Relationship Id="rId15" Type="http://schemas.openxmlformats.org/officeDocument/2006/relationships/oleObject" Target="../embeddings/oleObject897.bin"/><Relationship Id="rId10" Type="http://schemas.openxmlformats.org/officeDocument/2006/relationships/image" Target="../media/image831.wmf"/><Relationship Id="rId19" Type="http://schemas.openxmlformats.org/officeDocument/2006/relationships/oleObject" Target="../embeddings/oleObject899.bin"/><Relationship Id="rId4" Type="http://schemas.openxmlformats.org/officeDocument/2006/relationships/image" Target="../media/image828.wmf"/><Relationship Id="rId9" Type="http://schemas.openxmlformats.org/officeDocument/2006/relationships/oleObject" Target="../embeddings/oleObject894.bin"/><Relationship Id="rId14" Type="http://schemas.openxmlformats.org/officeDocument/2006/relationships/image" Target="../media/image833.wmf"/><Relationship Id="rId22" Type="http://schemas.openxmlformats.org/officeDocument/2006/relationships/image" Target="../media/image837.emf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3.bin"/><Relationship Id="rId3" Type="http://schemas.openxmlformats.org/officeDocument/2006/relationships/audio" Target="../media/audio1.wav"/><Relationship Id="rId7" Type="http://schemas.openxmlformats.org/officeDocument/2006/relationships/image" Target="../media/image8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6.vml"/><Relationship Id="rId6" Type="http://schemas.openxmlformats.org/officeDocument/2006/relationships/oleObject" Target="../embeddings/oleObject902.bin"/><Relationship Id="rId5" Type="http://schemas.openxmlformats.org/officeDocument/2006/relationships/image" Target="../media/image838.wmf"/><Relationship Id="rId4" Type="http://schemas.openxmlformats.org/officeDocument/2006/relationships/oleObject" Target="../embeddings/oleObject901.bin"/><Relationship Id="rId9" Type="http://schemas.openxmlformats.org/officeDocument/2006/relationships/image" Target="../media/image840.wmf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3.wmf"/><Relationship Id="rId3" Type="http://schemas.openxmlformats.org/officeDocument/2006/relationships/oleObject" Target="../embeddings/oleObject904.bin"/><Relationship Id="rId7" Type="http://schemas.openxmlformats.org/officeDocument/2006/relationships/oleObject" Target="../embeddings/oleObject906.bin"/><Relationship Id="rId12" Type="http://schemas.openxmlformats.org/officeDocument/2006/relationships/image" Target="../media/image8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7.vml"/><Relationship Id="rId6" Type="http://schemas.openxmlformats.org/officeDocument/2006/relationships/image" Target="../media/image842.wmf"/><Relationship Id="rId11" Type="http://schemas.openxmlformats.org/officeDocument/2006/relationships/oleObject" Target="../embeddings/oleObject908.bin"/><Relationship Id="rId5" Type="http://schemas.openxmlformats.org/officeDocument/2006/relationships/oleObject" Target="../embeddings/oleObject905.bin"/><Relationship Id="rId10" Type="http://schemas.openxmlformats.org/officeDocument/2006/relationships/image" Target="../media/image844.wmf"/><Relationship Id="rId4" Type="http://schemas.openxmlformats.org/officeDocument/2006/relationships/image" Target="../media/image841.wmf"/><Relationship Id="rId9" Type="http://schemas.openxmlformats.org/officeDocument/2006/relationships/oleObject" Target="../embeddings/oleObject907.bin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7.wmf"/><Relationship Id="rId13" Type="http://schemas.openxmlformats.org/officeDocument/2006/relationships/oleObject" Target="../embeddings/oleObject914.bin"/><Relationship Id="rId3" Type="http://schemas.openxmlformats.org/officeDocument/2006/relationships/oleObject" Target="../embeddings/oleObject909.bin"/><Relationship Id="rId7" Type="http://schemas.openxmlformats.org/officeDocument/2006/relationships/oleObject" Target="../embeddings/oleObject911.bin"/><Relationship Id="rId12" Type="http://schemas.openxmlformats.org/officeDocument/2006/relationships/image" Target="../media/image8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8.vml"/><Relationship Id="rId6" Type="http://schemas.openxmlformats.org/officeDocument/2006/relationships/image" Target="../media/image846.wmf"/><Relationship Id="rId11" Type="http://schemas.openxmlformats.org/officeDocument/2006/relationships/oleObject" Target="../embeddings/oleObject913.bin"/><Relationship Id="rId5" Type="http://schemas.openxmlformats.org/officeDocument/2006/relationships/oleObject" Target="../embeddings/oleObject910.bin"/><Relationship Id="rId10" Type="http://schemas.openxmlformats.org/officeDocument/2006/relationships/image" Target="../media/image848.wmf"/><Relationship Id="rId4" Type="http://schemas.openxmlformats.org/officeDocument/2006/relationships/image" Target="../media/image845.wmf"/><Relationship Id="rId9" Type="http://schemas.openxmlformats.org/officeDocument/2006/relationships/oleObject" Target="../embeddings/oleObject912.bin"/><Relationship Id="rId14" Type="http://schemas.openxmlformats.org/officeDocument/2006/relationships/image" Target="../media/image838.wmf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2.wmf"/><Relationship Id="rId13" Type="http://schemas.openxmlformats.org/officeDocument/2006/relationships/oleObject" Target="../embeddings/oleObject920.bin"/><Relationship Id="rId3" Type="http://schemas.openxmlformats.org/officeDocument/2006/relationships/oleObject" Target="../embeddings/oleObject915.bin"/><Relationship Id="rId7" Type="http://schemas.openxmlformats.org/officeDocument/2006/relationships/oleObject" Target="../embeddings/oleObject917.bin"/><Relationship Id="rId12" Type="http://schemas.openxmlformats.org/officeDocument/2006/relationships/image" Target="../media/image85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8.wmf"/><Relationship Id="rId1" Type="http://schemas.openxmlformats.org/officeDocument/2006/relationships/vmlDrawing" Target="../drawings/vmlDrawing139.vml"/><Relationship Id="rId6" Type="http://schemas.openxmlformats.org/officeDocument/2006/relationships/image" Target="../media/image851.wmf"/><Relationship Id="rId11" Type="http://schemas.openxmlformats.org/officeDocument/2006/relationships/oleObject" Target="../embeddings/oleObject919.bin"/><Relationship Id="rId5" Type="http://schemas.openxmlformats.org/officeDocument/2006/relationships/oleObject" Target="../embeddings/oleObject916.bin"/><Relationship Id="rId15" Type="http://schemas.openxmlformats.org/officeDocument/2006/relationships/oleObject" Target="../embeddings/oleObject921.bin"/><Relationship Id="rId10" Type="http://schemas.openxmlformats.org/officeDocument/2006/relationships/image" Target="../media/image853.wmf"/><Relationship Id="rId4" Type="http://schemas.openxmlformats.org/officeDocument/2006/relationships/image" Target="../media/image850.wmf"/><Relationship Id="rId9" Type="http://schemas.openxmlformats.org/officeDocument/2006/relationships/oleObject" Target="../embeddings/oleObject918.bin"/><Relationship Id="rId14" Type="http://schemas.openxmlformats.org/officeDocument/2006/relationships/image" Target="../media/image845.wmf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5.jpe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6.jpe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927.bin"/><Relationship Id="rId3" Type="http://schemas.openxmlformats.org/officeDocument/2006/relationships/oleObject" Target="../embeddings/oleObject922.bin"/><Relationship Id="rId7" Type="http://schemas.openxmlformats.org/officeDocument/2006/relationships/oleObject" Target="../embeddings/oleObject924.bin"/><Relationship Id="rId12" Type="http://schemas.openxmlformats.org/officeDocument/2006/relationships/image" Target="../media/image14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59.wmf"/><Relationship Id="rId1" Type="http://schemas.openxmlformats.org/officeDocument/2006/relationships/vmlDrawing" Target="../drawings/vmlDrawing140.vml"/><Relationship Id="rId6" Type="http://schemas.openxmlformats.org/officeDocument/2006/relationships/image" Target="../media/image858.wmf"/><Relationship Id="rId11" Type="http://schemas.openxmlformats.org/officeDocument/2006/relationships/oleObject" Target="../embeddings/oleObject926.bin"/><Relationship Id="rId5" Type="http://schemas.openxmlformats.org/officeDocument/2006/relationships/oleObject" Target="../embeddings/oleObject923.bin"/><Relationship Id="rId15" Type="http://schemas.openxmlformats.org/officeDocument/2006/relationships/oleObject" Target="../embeddings/oleObject928.bin"/><Relationship Id="rId10" Type="http://schemas.openxmlformats.org/officeDocument/2006/relationships/image" Target="../media/image146.wmf"/><Relationship Id="rId4" Type="http://schemas.openxmlformats.org/officeDocument/2006/relationships/image" Target="../media/image857.wmf"/><Relationship Id="rId9" Type="http://schemas.openxmlformats.org/officeDocument/2006/relationships/oleObject" Target="../embeddings/oleObject925.bin"/><Relationship Id="rId14" Type="http://schemas.openxmlformats.org/officeDocument/2006/relationships/image" Target="../media/image148.wmf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2.wmf"/><Relationship Id="rId13" Type="http://schemas.openxmlformats.org/officeDocument/2006/relationships/oleObject" Target="../embeddings/oleObject934.bin"/><Relationship Id="rId18" Type="http://schemas.openxmlformats.org/officeDocument/2006/relationships/image" Target="../media/image867.wmf"/><Relationship Id="rId26" Type="http://schemas.openxmlformats.org/officeDocument/2006/relationships/image" Target="../media/image871.wmf"/><Relationship Id="rId3" Type="http://schemas.openxmlformats.org/officeDocument/2006/relationships/oleObject" Target="../embeddings/oleObject929.bin"/><Relationship Id="rId21" Type="http://schemas.openxmlformats.org/officeDocument/2006/relationships/oleObject" Target="../embeddings/oleObject938.bin"/><Relationship Id="rId7" Type="http://schemas.openxmlformats.org/officeDocument/2006/relationships/oleObject" Target="../embeddings/oleObject931.bin"/><Relationship Id="rId12" Type="http://schemas.openxmlformats.org/officeDocument/2006/relationships/image" Target="../media/image864.wmf"/><Relationship Id="rId17" Type="http://schemas.openxmlformats.org/officeDocument/2006/relationships/oleObject" Target="../embeddings/oleObject936.bin"/><Relationship Id="rId25" Type="http://schemas.openxmlformats.org/officeDocument/2006/relationships/oleObject" Target="../embeddings/oleObject9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66.wmf"/><Relationship Id="rId20" Type="http://schemas.openxmlformats.org/officeDocument/2006/relationships/image" Target="../media/image868.wmf"/><Relationship Id="rId1" Type="http://schemas.openxmlformats.org/officeDocument/2006/relationships/vmlDrawing" Target="../drawings/vmlDrawing141.vml"/><Relationship Id="rId6" Type="http://schemas.openxmlformats.org/officeDocument/2006/relationships/image" Target="../media/image861.wmf"/><Relationship Id="rId11" Type="http://schemas.openxmlformats.org/officeDocument/2006/relationships/oleObject" Target="../embeddings/oleObject933.bin"/><Relationship Id="rId24" Type="http://schemas.openxmlformats.org/officeDocument/2006/relationships/image" Target="../media/image870.wmf"/><Relationship Id="rId5" Type="http://schemas.openxmlformats.org/officeDocument/2006/relationships/oleObject" Target="../embeddings/oleObject930.bin"/><Relationship Id="rId15" Type="http://schemas.openxmlformats.org/officeDocument/2006/relationships/oleObject" Target="../embeddings/oleObject935.bin"/><Relationship Id="rId23" Type="http://schemas.openxmlformats.org/officeDocument/2006/relationships/oleObject" Target="../embeddings/oleObject939.bin"/><Relationship Id="rId10" Type="http://schemas.openxmlformats.org/officeDocument/2006/relationships/image" Target="../media/image863.wmf"/><Relationship Id="rId19" Type="http://schemas.openxmlformats.org/officeDocument/2006/relationships/oleObject" Target="../embeddings/oleObject937.bin"/><Relationship Id="rId4" Type="http://schemas.openxmlformats.org/officeDocument/2006/relationships/image" Target="../media/image860.wmf"/><Relationship Id="rId9" Type="http://schemas.openxmlformats.org/officeDocument/2006/relationships/oleObject" Target="../embeddings/oleObject932.bin"/><Relationship Id="rId14" Type="http://schemas.openxmlformats.org/officeDocument/2006/relationships/image" Target="../media/image865.wmf"/><Relationship Id="rId22" Type="http://schemas.openxmlformats.org/officeDocument/2006/relationships/image" Target="../media/image869.wmf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2.wmf"/><Relationship Id="rId13" Type="http://schemas.openxmlformats.org/officeDocument/2006/relationships/oleObject" Target="../embeddings/oleObject946.bin"/><Relationship Id="rId18" Type="http://schemas.openxmlformats.org/officeDocument/2006/relationships/image" Target="../media/image497.wmf"/><Relationship Id="rId26" Type="http://schemas.openxmlformats.org/officeDocument/2006/relationships/image" Target="../media/image501.wmf"/><Relationship Id="rId3" Type="http://schemas.openxmlformats.org/officeDocument/2006/relationships/oleObject" Target="../embeddings/oleObject941.bin"/><Relationship Id="rId21" Type="http://schemas.openxmlformats.org/officeDocument/2006/relationships/oleObject" Target="../embeddings/oleObject950.bin"/><Relationship Id="rId7" Type="http://schemas.openxmlformats.org/officeDocument/2006/relationships/oleObject" Target="../embeddings/oleObject943.bin"/><Relationship Id="rId12" Type="http://schemas.openxmlformats.org/officeDocument/2006/relationships/image" Target="../media/image494.wmf"/><Relationship Id="rId17" Type="http://schemas.openxmlformats.org/officeDocument/2006/relationships/oleObject" Target="../embeddings/oleObject948.bin"/><Relationship Id="rId25" Type="http://schemas.openxmlformats.org/officeDocument/2006/relationships/oleObject" Target="../embeddings/oleObject95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6.wmf"/><Relationship Id="rId20" Type="http://schemas.openxmlformats.org/officeDocument/2006/relationships/image" Target="../media/image498.wmf"/><Relationship Id="rId1" Type="http://schemas.openxmlformats.org/officeDocument/2006/relationships/vmlDrawing" Target="../drawings/vmlDrawing142.vml"/><Relationship Id="rId6" Type="http://schemas.openxmlformats.org/officeDocument/2006/relationships/image" Target="../media/image491.wmf"/><Relationship Id="rId11" Type="http://schemas.openxmlformats.org/officeDocument/2006/relationships/oleObject" Target="../embeddings/oleObject945.bin"/><Relationship Id="rId24" Type="http://schemas.openxmlformats.org/officeDocument/2006/relationships/image" Target="../media/image500.wmf"/><Relationship Id="rId5" Type="http://schemas.openxmlformats.org/officeDocument/2006/relationships/oleObject" Target="../embeddings/oleObject942.bin"/><Relationship Id="rId15" Type="http://schemas.openxmlformats.org/officeDocument/2006/relationships/oleObject" Target="../embeddings/oleObject947.bin"/><Relationship Id="rId23" Type="http://schemas.openxmlformats.org/officeDocument/2006/relationships/oleObject" Target="../embeddings/oleObject951.bin"/><Relationship Id="rId28" Type="http://schemas.openxmlformats.org/officeDocument/2006/relationships/image" Target="../media/image502.wmf"/><Relationship Id="rId10" Type="http://schemas.openxmlformats.org/officeDocument/2006/relationships/image" Target="../media/image493.wmf"/><Relationship Id="rId19" Type="http://schemas.openxmlformats.org/officeDocument/2006/relationships/oleObject" Target="../embeddings/oleObject949.bin"/><Relationship Id="rId4" Type="http://schemas.openxmlformats.org/officeDocument/2006/relationships/image" Target="../media/image490.wmf"/><Relationship Id="rId9" Type="http://schemas.openxmlformats.org/officeDocument/2006/relationships/oleObject" Target="../embeddings/oleObject944.bin"/><Relationship Id="rId14" Type="http://schemas.openxmlformats.org/officeDocument/2006/relationships/image" Target="../media/image495.wmf"/><Relationship Id="rId22" Type="http://schemas.openxmlformats.org/officeDocument/2006/relationships/image" Target="../media/image499.wmf"/><Relationship Id="rId27" Type="http://schemas.openxmlformats.org/officeDocument/2006/relationships/oleObject" Target="../embeddings/oleObject953.bin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4.wmf"/><Relationship Id="rId13" Type="http://schemas.openxmlformats.org/officeDocument/2006/relationships/oleObject" Target="../embeddings/oleObject959.bin"/><Relationship Id="rId18" Type="http://schemas.openxmlformats.org/officeDocument/2006/relationships/image" Target="../media/image879.wmf"/><Relationship Id="rId3" Type="http://schemas.openxmlformats.org/officeDocument/2006/relationships/oleObject" Target="../embeddings/oleObject954.bin"/><Relationship Id="rId7" Type="http://schemas.openxmlformats.org/officeDocument/2006/relationships/oleObject" Target="../embeddings/oleObject956.bin"/><Relationship Id="rId12" Type="http://schemas.openxmlformats.org/officeDocument/2006/relationships/image" Target="../media/image876.wmf"/><Relationship Id="rId17" Type="http://schemas.openxmlformats.org/officeDocument/2006/relationships/oleObject" Target="../embeddings/oleObject9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78.wmf"/><Relationship Id="rId1" Type="http://schemas.openxmlformats.org/officeDocument/2006/relationships/vmlDrawing" Target="../drawings/vmlDrawing143.vml"/><Relationship Id="rId6" Type="http://schemas.openxmlformats.org/officeDocument/2006/relationships/image" Target="../media/image873.wmf"/><Relationship Id="rId11" Type="http://schemas.openxmlformats.org/officeDocument/2006/relationships/oleObject" Target="../embeddings/oleObject958.bin"/><Relationship Id="rId5" Type="http://schemas.openxmlformats.org/officeDocument/2006/relationships/oleObject" Target="../embeddings/oleObject955.bin"/><Relationship Id="rId15" Type="http://schemas.openxmlformats.org/officeDocument/2006/relationships/oleObject" Target="../embeddings/oleObject960.bin"/><Relationship Id="rId10" Type="http://schemas.openxmlformats.org/officeDocument/2006/relationships/image" Target="../media/image875.wmf"/><Relationship Id="rId4" Type="http://schemas.openxmlformats.org/officeDocument/2006/relationships/image" Target="../media/image872.wmf"/><Relationship Id="rId9" Type="http://schemas.openxmlformats.org/officeDocument/2006/relationships/oleObject" Target="../embeddings/oleObject957.bin"/><Relationship Id="rId14" Type="http://schemas.openxmlformats.org/officeDocument/2006/relationships/image" Target="../media/image877.wmf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2.wmf"/><Relationship Id="rId13" Type="http://schemas.openxmlformats.org/officeDocument/2006/relationships/oleObject" Target="../embeddings/oleObject967.bin"/><Relationship Id="rId18" Type="http://schemas.openxmlformats.org/officeDocument/2006/relationships/oleObject" Target="../embeddings/oleObject970.bin"/><Relationship Id="rId3" Type="http://schemas.openxmlformats.org/officeDocument/2006/relationships/oleObject" Target="../embeddings/oleObject962.bin"/><Relationship Id="rId7" Type="http://schemas.openxmlformats.org/officeDocument/2006/relationships/oleObject" Target="../embeddings/oleObject964.bin"/><Relationship Id="rId12" Type="http://schemas.openxmlformats.org/officeDocument/2006/relationships/image" Target="../media/image884.wmf"/><Relationship Id="rId17" Type="http://schemas.openxmlformats.org/officeDocument/2006/relationships/image" Target="../media/image88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69.bin"/><Relationship Id="rId1" Type="http://schemas.openxmlformats.org/officeDocument/2006/relationships/vmlDrawing" Target="../drawings/vmlDrawing144.vml"/><Relationship Id="rId6" Type="http://schemas.openxmlformats.org/officeDocument/2006/relationships/image" Target="../media/image881.wmf"/><Relationship Id="rId11" Type="http://schemas.openxmlformats.org/officeDocument/2006/relationships/oleObject" Target="../embeddings/oleObject966.bin"/><Relationship Id="rId5" Type="http://schemas.openxmlformats.org/officeDocument/2006/relationships/oleObject" Target="../embeddings/oleObject963.bin"/><Relationship Id="rId15" Type="http://schemas.openxmlformats.org/officeDocument/2006/relationships/image" Target="../media/image885.wmf"/><Relationship Id="rId10" Type="http://schemas.openxmlformats.org/officeDocument/2006/relationships/image" Target="../media/image883.wmf"/><Relationship Id="rId19" Type="http://schemas.openxmlformats.org/officeDocument/2006/relationships/image" Target="../media/image887.wmf"/><Relationship Id="rId4" Type="http://schemas.openxmlformats.org/officeDocument/2006/relationships/image" Target="../media/image880.wmf"/><Relationship Id="rId9" Type="http://schemas.openxmlformats.org/officeDocument/2006/relationships/oleObject" Target="../embeddings/oleObject965.bin"/><Relationship Id="rId14" Type="http://schemas.openxmlformats.org/officeDocument/2006/relationships/oleObject" Target="../embeddings/oleObject968.bin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7.wmf"/><Relationship Id="rId13" Type="http://schemas.openxmlformats.org/officeDocument/2006/relationships/oleObject" Target="../embeddings/oleObject976.bin"/><Relationship Id="rId18" Type="http://schemas.openxmlformats.org/officeDocument/2006/relationships/image" Target="../media/image562.wmf"/><Relationship Id="rId26" Type="http://schemas.openxmlformats.org/officeDocument/2006/relationships/image" Target="../media/image566.wmf"/><Relationship Id="rId3" Type="http://schemas.openxmlformats.org/officeDocument/2006/relationships/oleObject" Target="../embeddings/oleObject971.bin"/><Relationship Id="rId21" Type="http://schemas.openxmlformats.org/officeDocument/2006/relationships/oleObject" Target="../embeddings/oleObject980.bin"/><Relationship Id="rId7" Type="http://schemas.openxmlformats.org/officeDocument/2006/relationships/oleObject" Target="../embeddings/oleObject973.bin"/><Relationship Id="rId12" Type="http://schemas.openxmlformats.org/officeDocument/2006/relationships/image" Target="../media/image559.wmf"/><Relationship Id="rId17" Type="http://schemas.openxmlformats.org/officeDocument/2006/relationships/oleObject" Target="../embeddings/oleObject978.bin"/><Relationship Id="rId25" Type="http://schemas.openxmlformats.org/officeDocument/2006/relationships/oleObject" Target="../embeddings/oleObject98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61.wmf"/><Relationship Id="rId20" Type="http://schemas.openxmlformats.org/officeDocument/2006/relationships/image" Target="../media/image563.wmf"/><Relationship Id="rId1" Type="http://schemas.openxmlformats.org/officeDocument/2006/relationships/vmlDrawing" Target="../drawings/vmlDrawing145.vml"/><Relationship Id="rId6" Type="http://schemas.openxmlformats.org/officeDocument/2006/relationships/image" Target="../media/image556.wmf"/><Relationship Id="rId11" Type="http://schemas.openxmlformats.org/officeDocument/2006/relationships/oleObject" Target="../embeddings/oleObject975.bin"/><Relationship Id="rId24" Type="http://schemas.openxmlformats.org/officeDocument/2006/relationships/image" Target="../media/image565.wmf"/><Relationship Id="rId5" Type="http://schemas.openxmlformats.org/officeDocument/2006/relationships/oleObject" Target="../embeddings/oleObject972.bin"/><Relationship Id="rId15" Type="http://schemas.openxmlformats.org/officeDocument/2006/relationships/oleObject" Target="../embeddings/oleObject977.bin"/><Relationship Id="rId23" Type="http://schemas.openxmlformats.org/officeDocument/2006/relationships/oleObject" Target="../embeddings/oleObject981.bin"/><Relationship Id="rId10" Type="http://schemas.openxmlformats.org/officeDocument/2006/relationships/image" Target="../media/image558.wmf"/><Relationship Id="rId19" Type="http://schemas.openxmlformats.org/officeDocument/2006/relationships/oleObject" Target="../embeddings/oleObject979.bin"/><Relationship Id="rId4" Type="http://schemas.openxmlformats.org/officeDocument/2006/relationships/image" Target="../media/image555.wmf"/><Relationship Id="rId9" Type="http://schemas.openxmlformats.org/officeDocument/2006/relationships/oleObject" Target="../embeddings/oleObject974.bin"/><Relationship Id="rId14" Type="http://schemas.openxmlformats.org/officeDocument/2006/relationships/image" Target="../media/image560.wmf"/><Relationship Id="rId22" Type="http://schemas.openxmlformats.org/officeDocument/2006/relationships/image" Target="../media/image564.wmf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1.wmf"/><Relationship Id="rId3" Type="http://schemas.openxmlformats.org/officeDocument/2006/relationships/oleObject" Target="../embeddings/oleObject983.bin"/><Relationship Id="rId7" Type="http://schemas.openxmlformats.org/officeDocument/2006/relationships/oleObject" Target="../embeddings/oleObject985.bin"/><Relationship Id="rId12" Type="http://schemas.openxmlformats.org/officeDocument/2006/relationships/image" Target="../media/image60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6.vml"/><Relationship Id="rId6" Type="http://schemas.openxmlformats.org/officeDocument/2006/relationships/image" Target="../media/image600.wmf"/><Relationship Id="rId11" Type="http://schemas.openxmlformats.org/officeDocument/2006/relationships/oleObject" Target="../embeddings/oleObject987.bin"/><Relationship Id="rId5" Type="http://schemas.openxmlformats.org/officeDocument/2006/relationships/oleObject" Target="../embeddings/oleObject984.bin"/><Relationship Id="rId10" Type="http://schemas.openxmlformats.org/officeDocument/2006/relationships/image" Target="../media/image602.wmf"/><Relationship Id="rId4" Type="http://schemas.openxmlformats.org/officeDocument/2006/relationships/image" Target="../media/image888.wmf"/><Relationship Id="rId9" Type="http://schemas.openxmlformats.org/officeDocument/2006/relationships/oleObject" Target="../embeddings/oleObject986.bin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1.wmf"/><Relationship Id="rId3" Type="http://schemas.openxmlformats.org/officeDocument/2006/relationships/oleObject" Target="../embeddings/oleObject988.bin"/><Relationship Id="rId7" Type="http://schemas.openxmlformats.org/officeDocument/2006/relationships/oleObject" Target="../embeddings/oleObject990.bin"/><Relationship Id="rId12" Type="http://schemas.openxmlformats.org/officeDocument/2006/relationships/image" Target="../media/image89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7.vml"/><Relationship Id="rId6" Type="http://schemas.openxmlformats.org/officeDocument/2006/relationships/image" Target="../media/image890.wmf"/><Relationship Id="rId11" Type="http://schemas.openxmlformats.org/officeDocument/2006/relationships/oleObject" Target="../embeddings/oleObject992.bin"/><Relationship Id="rId5" Type="http://schemas.openxmlformats.org/officeDocument/2006/relationships/oleObject" Target="../embeddings/oleObject989.bin"/><Relationship Id="rId10" Type="http://schemas.openxmlformats.org/officeDocument/2006/relationships/image" Target="../media/image892.wmf"/><Relationship Id="rId4" Type="http://schemas.openxmlformats.org/officeDocument/2006/relationships/image" Target="../media/image889.wmf"/><Relationship Id="rId9" Type="http://schemas.openxmlformats.org/officeDocument/2006/relationships/oleObject" Target="../embeddings/oleObject99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931B-7709-48B1-A6F2-93FB43CDC98D}" type="slidenum">
              <a:rPr lang="zh-CN" altLang="en-US"/>
              <a:pPr/>
              <a:t>1</a:t>
            </a:fld>
            <a:endParaRPr lang="zh-CN" altLang="en-US"/>
          </a:p>
        </p:txBody>
      </p:sp>
      <p:sp>
        <p:nvSpPr>
          <p:cNvPr id="943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152400"/>
            <a:ext cx="21336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12000" b="1">
                <a:solidFill>
                  <a:srgbClr val="FFFF00"/>
                </a:solidFill>
                <a:ea typeface="隶书" panose="02010509060101010101" pitchFamily="49" charset="-122"/>
              </a:rPr>
              <a:t>第2章</a:t>
            </a:r>
          </a:p>
        </p:txBody>
      </p:sp>
      <p:sp>
        <p:nvSpPr>
          <p:cNvPr id="943107" name="WordArt 3"/>
          <p:cNvSpPr>
            <a:spLocks noChangeArrowheads="1" noChangeShapeType="1" noTextEdit="1"/>
          </p:cNvSpPr>
          <p:nvPr/>
        </p:nvSpPr>
        <p:spPr bwMode="auto">
          <a:xfrm rot="5400000">
            <a:off x="4457700" y="1562100"/>
            <a:ext cx="4267200" cy="17526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vert="eaVert" wrap="none" fromWordArt="1">
            <a:prstTxWarp prst="textPlain">
              <a:avLst>
                <a:gd name="adj" fmla="val 50000"/>
              </a:avLst>
            </a:prstTxWarp>
            <a:scene3d>
              <a:camera prst="legacyPerspectiveFront">
                <a:rot lat="20639999" lon="20699999" rev="0"/>
              </a:camera>
              <a:lightRig rig="legacyNormal3" dir="l"/>
            </a:scene3d>
            <a:sp3d extrusionH="201600" prstMaterial="legacyPlastic">
              <a:extrusionClr>
                <a:srgbClr val="FF9966"/>
              </a:extrusionClr>
              <a:contourClr>
                <a:srgbClr val="FFFFFF"/>
              </a:contourClr>
            </a:sp3d>
          </a:bodyPr>
          <a:lstStyle/>
          <a:p>
            <a:pPr algn="ctr" fontAlgn="auto"/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1"/>
                </a:gradFill>
                <a:latin typeface="宋体" panose="02010600030101010101" pitchFamily="2" charset="-122"/>
              </a:rPr>
              <a:t>矩阵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551E1-0C62-4194-9F8D-6314ECE4219F}" type="slidenum">
              <a:rPr lang="zh-CN" altLang="en-US"/>
              <a:pPr/>
              <a:t>2</a:t>
            </a:fld>
            <a:endParaRPr lang="zh-CN" altLang="en-US"/>
          </a:p>
        </p:txBody>
      </p:sp>
      <p:sp>
        <p:nvSpPr>
          <p:cNvPr id="100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第一节  矩阵的概念</a:t>
            </a:r>
          </a:p>
        </p:txBody>
      </p:sp>
      <p:graphicFrame>
        <p:nvGraphicFramePr>
          <p:cNvPr id="1000461" name="Object 13"/>
          <p:cNvGraphicFramePr>
            <a:graphicFrameLocks noChangeAspect="1"/>
          </p:cNvGraphicFramePr>
          <p:nvPr/>
        </p:nvGraphicFramePr>
        <p:xfrm>
          <a:off x="2438400" y="2266950"/>
          <a:ext cx="34290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620" name="Equation" r:id="rId3" imgW="1409400" imgH="939600" progId="Equation.3">
                  <p:embed/>
                </p:oleObj>
              </mc:Choice>
              <mc:Fallback>
                <p:oleObj name="Equation" r:id="rId3" imgW="1409400" imgH="939600" progId="Equation.3">
                  <p:embed/>
                  <p:pic>
                    <p:nvPicPr>
                      <p:cNvPr id="0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66950"/>
                        <a:ext cx="34290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0462" name="Object 14"/>
          <p:cNvGraphicFramePr>
            <a:graphicFrameLocks noChangeAspect="1"/>
          </p:cNvGraphicFramePr>
          <p:nvPr/>
        </p:nvGraphicFramePr>
        <p:xfrm>
          <a:off x="301625" y="1123950"/>
          <a:ext cx="846137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621" name="Document" r:id="rId5" imgW="3605400" imgH="455760" progId="Word.Document.8">
                  <p:embed/>
                </p:oleObj>
              </mc:Choice>
              <mc:Fallback>
                <p:oleObj name="Document" r:id="rId5" imgW="3605400" imgH="45576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" y="1123950"/>
                        <a:ext cx="846137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0463" name="Text Box 15"/>
          <p:cNvSpPr txBox="1">
            <a:spLocks noChangeArrowheads="1"/>
          </p:cNvSpPr>
          <p:nvPr/>
        </p:nvSpPr>
        <p:spPr bwMode="auto">
          <a:xfrm>
            <a:off x="228600" y="1128713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1000464" name="Object 16"/>
          <p:cNvGraphicFramePr>
            <a:graphicFrameLocks noChangeAspect="1"/>
          </p:cNvGraphicFramePr>
          <p:nvPr/>
        </p:nvGraphicFramePr>
        <p:xfrm>
          <a:off x="228600" y="4705350"/>
          <a:ext cx="59436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622" name="Document" r:id="rId7" imgW="2373120" imgH="241200" progId="Word.Document.8">
                  <p:embed/>
                </p:oleObj>
              </mc:Choice>
              <mc:Fallback>
                <p:oleObj name="Document" r:id="rId7" imgW="2373120" imgH="24120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705350"/>
                        <a:ext cx="59436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0465" name="Object 17"/>
          <p:cNvGraphicFramePr>
            <a:graphicFrameLocks noChangeAspect="1"/>
          </p:cNvGraphicFramePr>
          <p:nvPr/>
        </p:nvGraphicFramePr>
        <p:xfrm>
          <a:off x="228600" y="5391150"/>
          <a:ext cx="47196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623" name="Document" r:id="rId9" imgW="1807200" imgH="241200" progId="Word.Document.8">
                  <p:embed/>
                </p:oleObj>
              </mc:Choice>
              <mc:Fallback>
                <p:oleObj name="Document" r:id="rId9" imgW="1807200" imgH="24120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91150"/>
                        <a:ext cx="471963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0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450" grpId="0" autoUpdateAnimBg="0"/>
      <p:bldP spid="100046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88BB-992C-4099-A054-DFC856475676}" type="slidenum">
              <a:rPr lang="zh-CN" altLang="en-US"/>
              <a:pPr/>
              <a:t>3</a:t>
            </a:fld>
            <a:endParaRPr lang="zh-CN" altLang="en-US"/>
          </a:p>
        </p:txBody>
      </p:sp>
      <p:sp>
        <p:nvSpPr>
          <p:cNvPr id="945154" name="Text Box 2"/>
          <p:cNvSpPr txBox="1">
            <a:spLocks noChangeArrowheads="1"/>
          </p:cNvSpPr>
          <p:nvPr/>
        </p:nvSpPr>
        <p:spPr bwMode="auto">
          <a:xfrm>
            <a:off x="533400" y="3733800"/>
            <a:ext cx="80010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>
                <a:sym typeface="Euclid Extra" pitchFamily="18" charset="2"/>
              </a:rPr>
              <a:t>为了标明矩阵的行数</a:t>
            </a:r>
            <a:r>
              <a:rPr kumimoji="0" lang="en-US" altLang="zh-CN" i="1">
                <a:sym typeface="Euclid Extra" pitchFamily="18" charset="2"/>
              </a:rPr>
              <a:t>m</a:t>
            </a:r>
            <a:r>
              <a:rPr kumimoji="0" lang="zh-CN" altLang="en-US">
                <a:sym typeface="Euclid Extra" pitchFamily="18" charset="2"/>
              </a:rPr>
              <a:t>和列数</a:t>
            </a:r>
            <a:r>
              <a:rPr kumimoji="0" lang="en-US" altLang="zh-CN" i="1">
                <a:sym typeface="Euclid Extra" pitchFamily="18" charset="2"/>
              </a:rPr>
              <a:t>n</a:t>
            </a:r>
            <a:r>
              <a:rPr kumimoji="0" lang="en-US" altLang="zh-CN">
                <a:sym typeface="Euclid Extra" pitchFamily="18" charset="2"/>
              </a:rPr>
              <a:t>, </a:t>
            </a:r>
            <a:r>
              <a:rPr kumimoji="0" lang="zh-CN" altLang="en-US">
                <a:sym typeface="Euclid Extra" pitchFamily="18" charset="2"/>
              </a:rPr>
              <a:t>可用</a:t>
            </a:r>
            <a:r>
              <a:rPr kumimoji="0" lang="en-US" altLang="zh-CN" i="1">
                <a:sym typeface="Euclid Extra" pitchFamily="18" charset="2"/>
              </a:rPr>
              <a:t>A</a:t>
            </a:r>
            <a:r>
              <a:rPr kumimoji="0" lang="en-US" altLang="zh-CN" i="1" baseline="-25000">
                <a:sym typeface="Euclid Extra" pitchFamily="18" charset="2"/>
              </a:rPr>
              <a:t>m</a:t>
            </a:r>
            <a:r>
              <a:rPr kumimoji="0" lang="en-US" altLang="zh-CN" baseline="-25000">
                <a:sym typeface="Symbol" panose="05050102010706020507" pitchFamily="18" charset="2"/>
              </a:rPr>
              <a:t></a:t>
            </a:r>
            <a:r>
              <a:rPr kumimoji="0" lang="en-US" altLang="zh-CN" i="1" baseline="-25000">
                <a:sym typeface="Symbol" panose="05050102010706020507" pitchFamily="18" charset="2"/>
              </a:rPr>
              <a:t>n</a:t>
            </a:r>
            <a:r>
              <a:rPr kumimoji="0" lang="zh-CN" altLang="en-US">
                <a:sym typeface="Symbol" panose="05050102010706020507" pitchFamily="18" charset="2"/>
              </a:rPr>
              <a:t>表示, </a:t>
            </a:r>
          </a:p>
        </p:txBody>
      </p:sp>
      <p:graphicFrame>
        <p:nvGraphicFramePr>
          <p:cNvPr id="945155" name="Object 3"/>
          <p:cNvGraphicFramePr>
            <a:graphicFrameLocks noChangeAspect="1"/>
          </p:cNvGraphicFramePr>
          <p:nvPr/>
        </p:nvGraphicFramePr>
        <p:xfrm>
          <a:off x="1752600" y="457200"/>
          <a:ext cx="3962400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162" name="Equation" r:id="rId3" imgW="1676160" imgH="939600" progId="Equation.3">
                  <p:embed/>
                </p:oleObj>
              </mc:Choice>
              <mc:Fallback>
                <p:oleObj name="Equation" r:id="rId3" imgW="1676160" imgH="93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57200"/>
                        <a:ext cx="3962400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5156" name="Text Box 4"/>
          <p:cNvSpPr txBox="1">
            <a:spLocks noChangeArrowheads="1"/>
          </p:cNvSpPr>
          <p:nvPr/>
        </p:nvSpPr>
        <p:spPr bwMode="auto">
          <a:xfrm>
            <a:off x="457200" y="2971800"/>
            <a:ext cx="83058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/>
              <a:t>一般情形下, 用大写黑体字母 </a:t>
            </a:r>
            <a:r>
              <a:rPr kumimoji="0" lang="en-US" altLang="zh-CN" i="1"/>
              <a:t>A</a:t>
            </a:r>
            <a:r>
              <a:rPr kumimoji="0" lang="en-US" altLang="zh-CN"/>
              <a:t>,</a:t>
            </a:r>
            <a:r>
              <a:rPr kumimoji="0" lang="en-US" altLang="zh-CN" i="1"/>
              <a:t>B</a:t>
            </a:r>
            <a:r>
              <a:rPr kumimoji="0" lang="en-US" altLang="zh-CN"/>
              <a:t>,</a:t>
            </a:r>
            <a:r>
              <a:rPr kumimoji="0" lang="en-US" altLang="zh-CN" i="1"/>
              <a:t>C </a:t>
            </a:r>
            <a:r>
              <a:rPr kumimoji="0" lang="zh-CN" altLang="en-US"/>
              <a:t>等</a:t>
            </a:r>
            <a:r>
              <a:rPr kumimoji="0" lang="zh-CN" altLang="en-US">
                <a:sym typeface="Euclid Extra" pitchFamily="18" charset="2"/>
              </a:rPr>
              <a:t>表示矩阵. </a:t>
            </a:r>
            <a:endParaRPr kumimoji="0" lang="zh-CN" altLang="en-US">
              <a:sym typeface="Symbol" panose="05050102010706020507" pitchFamily="18" charset="2"/>
            </a:endParaRPr>
          </a:p>
        </p:txBody>
      </p:sp>
      <p:grpSp>
        <p:nvGrpSpPr>
          <p:cNvPr id="945157" name="Group 5"/>
          <p:cNvGrpSpPr>
            <a:grpSpLocks/>
          </p:cNvGrpSpPr>
          <p:nvPr/>
        </p:nvGrpSpPr>
        <p:grpSpPr bwMode="auto">
          <a:xfrm>
            <a:off x="533400" y="4419600"/>
            <a:ext cx="3435350" cy="688975"/>
            <a:chOff x="336" y="2784"/>
            <a:chExt cx="2164" cy="434"/>
          </a:xfrm>
        </p:grpSpPr>
        <p:graphicFrame>
          <p:nvGraphicFramePr>
            <p:cNvPr id="945158" name="Object 6"/>
            <p:cNvGraphicFramePr>
              <a:graphicFrameLocks noChangeAspect="1"/>
            </p:cNvGraphicFramePr>
            <p:nvPr/>
          </p:nvGraphicFramePr>
          <p:xfrm>
            <a:off x="1104" y="2832"/>
            <a:ext cx="1396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5163" name="Equation" r:id="rId5" imgW="876240" imgH="241200" progId="Equation.3">
                    <p:embed/>
                  </p:oleObj>
                </mc:Choice>
                <mc:Fallback>
                  <p:oleObj name="Equation" r:id="rId5" imgW="87624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832"/>
                          <a:ext cx="1396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5159" name="Text Box 7"/>
            <p:cNvSpPr txBox="1">
              <a:spLocks noChangeArrowheads="1"/>
            </p:cNvSpPr>
            <p:nvPr/>
          </p:nvSpPr>
          <p:spPr bwMode="auto">
            <a:xfrm>
              <a:off x="336" y="2784"/>
              <a:ext cx="816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CC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zh-CN" altLang="en-US">
                  <a:sym typeface="Symbol" panose="05050102010706020507" pitchFamily="18" charset="2"/>
                </a:rPr>
                <a:t>或记作</a:t>
              </a: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4" grpId="0" autoUpdateAnimBg="0"/>
      <p:bldP spid="94515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F2-422F-472D-ADBC-7E7324169B51}" type="slidenum">
              <a:rPr lang="zh-CN" altLang="en-US"/>
              <a:pPr/>
              <a:t>4</a:t>
            </a:fld>
            <a:endParaRPr lang="zh-CN" altLang="en-US"/>
          </a:p>
        </p:txBody>
      </p:sp>
      <p:sp>
        <p:nvSpPr>
          <p:cNvPr id="946178" name="Text Box 2"/>
          <p:cNvSpPr txBox="1">
            <a:spLocks noChangeArrowheads="1"/>
          </p:cNvSpPr>
          <p:nvPr/>
        </p:nvSpPr>
        <p:spPr bwMode="auto">
          <a:xfrm>
            <a:off x="609600" y="623888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例如</a:t>
            </a:r>
          </a:p>
        </p:txBody>
      </p:sp>
      <p:graphicFrame>
        <p:nvGraphicFramePr>
          <p:cNvPr id="946179" name="Object 3"/>
          <p:cNvGraphicFramePr>
            <a:graphicFrameLocks noChangeAspect="1"/>
          </p:cNvGraphicFramePr>
          <p:nvPr/>
        </p:nvGraphicFramePr>
        <p:xfrm>
          <a:off x="1828800" y="457200"/>
          <a:ext cx="2362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48" name="Equation" r:id="rId3" imgW="2361960" imgH="977760" progId="Equation.3">
                  <p:embed/>
                </p:oleObj>
              </mc:Choice>
              <mc:Fallback>
                <p:oleObj name="Equation" r:id="rId3" imgW="2361960" imgH="977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57200"/>
                        <a:ext cx="2362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6180" name="Group 4"/>
          <p:cNvGrpSpPr>
            <a:grpSpLocks/>
          </p:cNvGrpSpPr>
          <p:nvPr/>
        </p:nvGrpSpPr>
        <p:grpSpPr bwMode="auto">
          <a:xfrm>
            <a:off x="4495800" y="644525"/>
            <a:ext cx="3036888" cy="519113"/>
            <a:chOff x="3295" y="816"/>
            <a:chExt cx="1913" cy="327"/>
          </a:xfrm>
        </p:grpSpPr>
        <p:sp>
          <p:nvSpPr>
            <p:cNvPr id="946181" name="Text Box 5"/>
            <p:cNvSpPr txBox="1">
              <a:spLocks noChangeArrowheads="1"/>
            </p:cNvSpPr>
            <p:nvPr/>
          </p:nvSpPr>
          <p:spPr bwMode="auto">
            <a:xfrm>
              <a:off x="3295" y="816"/>
              <a:ext cx="191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是一个           矩阵,</a:t>
              </a:r>
            </a:p>
          </p:txBody>
        </p:sp>
        <p:graphicFrame>
          <p:nvGraphicFramePr>
            <p:cNvPr id="946182" name="Object 6"/>
            <p:cNvGraphicFramePr>
              <a:graphicFrameLocks noChangeAspect="1"/>
            </p:cNvGraphicFramePr>
            <p:nvPr/>
          </p:nvGraphicFramePr>
          <p:xfrm>
            <a:off x="4133" y="874"/>
            <a:ext cx="424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649" name="Equation" r:id="rId5" imgW="672840" imgH="304560" progId="Equation.3">
                    <p:embed/>
                  </p:oleObj>
                </mc:Choice>
                <mc:Fallback>
                  <p:oleObj name="Equation" r:id="rId5" imgW="672840" imgH="30456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3" y="874"/>
                          <a:ext cx="424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46183" name="Object 7"/>
          <p:cNvGraphicFramePr>
            <a:graphicFrameLocks noChangeAspect="1"/>
          </p:cNvGraphicFramePr>
          <p:nvPr/>
        </p:nvGraphicFramePr>
        <p:xfrm>
          <a:off x="1295400" y="2408238"/>
          <a:ext cx="5715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50" name="Equation" r:id="rId7" imgW="571320" imgH="1511280" progId="Equation.3">
                  <p:embed/>
                </p:oleObj>
              </mc:Choice>
              <mc:Fallback>
                <p:oleObj name="Equation" r:id="rId7" imgW="571320" imgH="15112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408238"/>
                        <a:ext cx="5715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6184" name="Group 8"/>
          <p:cNvGrpSpPr>
            <a:grpSpLocks/>
          </p:cNvGrpSpPr>
          <p:nvPr/>
        </p:nvGrpSpPr>
        <p:grpSpPr bwMode="auto">
          <a:xfrm>
            <a:off x="2133600" y="2789238"/>
            <a:ext cx="3127375" cy="519112"/>
            <a:chOff x="1056" y="3120"/>
            <a:chExt cx="1970" cy="327"/>
          </a:xfrm>
        </p:grpSpPr>
        <p:sp>
          <p:nvSpPr>
            <p:cNvPr id="946185" name="Rectangle 9"/>
            <p:cNvSpPr>
              <a:spLocks noChangeArrowheads="1"/>
            </p:cNvSpPr>
            <p:nvPr/>
          </p:nvSpPr>
          <p:spPr bwMode="auto">
            <a:xfrm>
              <a:off x="1056" y="3120"/>
              <a:ext cx="19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是一个         矩阵。</a:t>
              </a:r>
            </a:p>
          </p:txBody>
        </p:sp>
        <p:graphicFrame>
          <p:nvGraphicFramePr>
            <p:cNvPr id="946186" name="Object 10"/>
            <p:cNvGraphicFramePr>
              <a:graphicFrameLocks noChangeAspect="1"/>
            </p:cNvGraphicFramePr>
            <p:nvPr/>
          </p:nvGraphicFramePr>
          <p:xfrm>
            <a:off x="1824" y="3168"/>
            <a:ext cx="40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651" name="Equation" r:id="rId9" imgW="647640" imgH="317160" progId="Equation.3">
                    <p:embed/>
                  </p:oleObj>
                </mc:Choice>
                <mc:Fallback>
                  <p:oleObj name="Equation" r:id="rId9" imgW="647640" imgH="31716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168"/>
                          <a:ext cx="407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46187" name="Object 11"/>
          <p:cNvGraphicFramePr>
            <a:graphicFrameLocks noChangeAspect="1"/>
          </p:cNvGraphicFramePr>
          <p:nvPr/>
        </p:nvGraphicFramePr>
        <p:xfrm>
          <a:off x="1308100" y="1798638"/>
          <a:ext cx="196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52" name="Equation" r:id="rId11" imgW="1968480" imgH="419040" progId="Equation.3">
                  <p:embed/>
                </p:oleObj>
              </mc:Choice>
              <mc:Fallback>
                <p:oleObj name="Equation" r:id="rId11" imgW="1968480" imgH="419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1798638"/>
                        <a:ext cx="1968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6188" name="Group 12"/>
          <p:cNvGrpSpPr>
            <a:grpSpLocks/>
          </p:cNvGrpSpPr>
          <p:nvPr/>
        </p:nvGrpSpPr>
        <p:grpSpPr bwMode="auto">
          <a:xfrm>
            <a:off x="3505200" y="1722438"/>
            <a:ext cx="2859088" cy="519112"/>
            <a:chOff x="3168" y="3312"/>
            <a:chExt cx="1801" cy="327"/>
          </a:xfrm>
        </p:grpSpPr>
        <p:sp>
          <p:nvSpPr>
            <p:cNvPr id="946189" name="Rectangle 13"/>
            <p:cNvSpPr>
              <a:spLocks noChangeArrowheads="1"/>
            </p:cNvSpPr>
            <p:nvPr/>
          </p:nvSpPr>
          <p:spPr bwMode="auto">
            <a:xfrm>
              <a:off x="3168" y="3312"/>
              <a:ext cx="18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是一个         矩阵,</a:t>
              </a:r>
            </a:p>
          </p:txBody>
        </p:sp>
        <p:graphicFrame>
          <p:nvGraphicFramePr>
            <p:cNvPr id="946190" name="Object 14"/>
            <p:cNvGraphicFramePr>
              <a:graphicFrameLocks noChangeAspect="1"/>
            </p:cNvGraphicFramePr>
            <p:nvPr/>
          </p:nvGraphicFramePr>
          <p:xfrm>
            <a:off x="3940" y="3364"/>
            <a:ext cx="399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653" name="Equation" r:id="rId13" imgW="634680" imgH="304560" progId="Equation.3">
                    <p:embed/>
                  </p:oleObj>
                </mc:Choice>
                <mc:Fallback>
                  <p:oleObj name="Equation" r:id="rId13" imgW="634680" imgH="3045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0" y="3364"/>
                          <a:ext cx="399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46191" name="Object 15"/>
          <p:cNvGraphicFramePr>
            <a:graphicFrameLocks noChangeAspect="1"/>
          </p:cNvGraphicFramePr>
          <p:nvPr/>
        </p:nvGraphicFramePr>
        <p:xfrm>
          <a:off x="1255713" y="4200525"/>
          <a:ext cx="2173287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54" name="Equation" r:id="rId15" imgW="927000" imgH="711000" progId="Equation.3">
                  <p:embed/>
                </p:oleObj>
              </mc:Choice>
              <mc:Fallback>
                <p:oleObj name="Equation" r:id="rId15" imgW="927000" imgH="711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713" y="4200525"/>
                        <a:ext cx="2173287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6192" name="Group 16"/>
          <p:cNvGrpSpPr>
            <a:grpSpLocks/>
          </p:cNvGrpSpPr>
          <p:nvPr/>
        </p:nvGrpSpPr>
        <p:grpSpPr bwMode="auto">
          <a:xfrm>
            <a:off x="3675063" y="4733925"/>
            <a:ext cx="3127375" cy="519113"/>
            <a:chOff x="1824" y="2832"/>
            <a:chExt cx="1970" cy="327"/>
          </a:xfrm>
        </p:grpSpPr>
        <p:sp>
          <p:nvSpPr>
            <p:cNvPr id="946193" name="Rectangle 17"/>
            <p:cNvSpPr>
              <a:spLocks noChangeArrowheads="1"/>
            </p:cNvSpPr>
            <p:nvPr/>
          </p:nvSpPr>
          <p:spPr bwMode="auto">
            <a:xfrm>
              <a:off x="1824" y="2832"/>
              <a:ext cx="19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是一个         矩阵。</a:t>
              </a:r>
            </a:p>
          </p:txBody>
        </p:sp>
        <p:graphicFrame>
          <p:nvGraphicFramePr>
            <p:cNvPr id="946194" name="Object 18"/>
            <p:cNvGraphicFramePr>
              <a:graphicFrameLocks noChangeAspect="1"/>
            </p:cNvGraphicFramePr>
            <p:nvPr/>
          </p:nvGraphicFramePr>
          <p:xfrm>
            <a:off x="2565" y="2859"/>
            <a:ext cx="48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6655" name="Equation" r:id="rId17" imgW="317160" imgH="177480" progId="Equation.3">
                    <p:embed/>
                  </p:oleObj>
                </mc:Choice>
                <mc:Fallback>
                  <p:oleObj name="Equation" r:id="rId17" imgW="317160" imgH="1774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" y="2859"/>
                          <a:ext cx="48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4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4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4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4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7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4D7C-D212-4439-A454-926C1360C1B7}" type="slidenum">
              <a:rPr lang="zh-CN" altLang="en-US"/>
              <a:pPr/>
              <a:t>5</a:t>
            </a:fld>
            <a:endParaRPr lang="zh-CN" altLang="en-US"/>
          </a:p>
        </p:txBody>
      </p:sp>
      <p:sp>
        <p:nvSpPr>
          <p:cNvPr id="947202" name="Text Box 2"/>
          <p:cNvSpPr txBox="1">
            <a:spLocks noChangeArrowheads="1"/>
          </p:cNvSpPr>
          <p:nvPr/>
        </p:nvSpPr>
        <p:spPr bwMode="auto">
          <a:xfrm>
            <a:off x="228600" y="90488"/>
            <a:ext cx="8610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>
                <a:sym typeface="Symbol" panose="05050102010706020507" pitchFamily="18" charset="2"/>
              </a:rPr>
              <a:t>如果矩阵</a:t>
            </a:r>
            <a:r>
              <a:rPr kumimoji="0" lang="en-US" altLang="zh-CN" i="1"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=(</a:t>
            </a:r>
            <a:r>
              <a:rPr kumimoji="0" lang="en-US" altLang="zh-CN" i="1">
                <a:sym typeface="Symbol" panose="05050102010706020507" pitchFamily="18" charset="2"/>
              </a:rPr>
              <a:t>a</a:t>
            </a:r>
            <a:r>
              <a:rPr kumimoji="0" lang="en-US" altLang="zh-CN" i="1" baseline="-25000">
                <a:sym typeface="Symbol" panose="05050102010706020507" pitchFamily="18" charset="2"/>
              </a:rPr>
              <a:t>ij</a:t>
            </a:r>
            <a:r>
              <a:rPr kumimoji="0" lang="en-US" altLang="zh-CN">
                <a:sym typeface="Symbol" panose="05050102010706020507" pitchFamily="18" charset="2"/>
              </a:rPr>
              <a:t>)</a:t>
            </a:r>
            <a:r>
              <a:rPr kumimoji="0" lang="zh-CN" altLang="en-US">
                <a:sym typeface="Symbol" panose="05050102010706020507" pitchFamily="18" charset="2"/>
              </a:rPr>
              <a:t>的行数与列数都等于</a:t>
            </a:r>
            <a:r>
              <a:rPr kumimoji="0" lang="en-US" altLang="zh-CN" i="1">
                <a:sym typeface="Symbol" panose="05050102010706020507" pitchFamily="18" charset="2"/>
              </a:rPr>
              <a:t>n</a:t>
            </a:r>
            <a:r>
              <a:rPr kumimoji="0" lang="en-US" altLang="zh-CN">
                <a:sym typeface="Symbol" panose="05050102010706020507" pitchFamily="18" charset="2"/>
              </a:rPr>
              <a:t>，</a:t>
            </a:r>
            <a:r>
              <a:rPr kumimoji="0" lang="zh-CN" altLang="en-US">
                <a:sym typeface="Symbol" panose="05050102010706020507" pitchFamily="18" charset="2"/>
              </a:rPr>
              <a:t>则称</a:t>
            </a:r>
            <a:r>
              <a:rPr kumimoji="0" lang="en-US" altLang="zh-CN" i="1">
                <a:sym typeface="Symbol" panose="05050102010706020507" pitchFamily="18" charset="2"/>
              </a:rPr>
              <a:t>A</a:t>
            </a:r>
            <a:r>
              <a:rPr kumimoji="0" lang="zh-CN" altLang="en-US">
                <a:sym typeface="Symbol" panose="05050102010706020507" pitchFamily="18" charset="2"/>
              </a:rPr>
              <a:t>为 </a:t>
            </a:r>
            <a:r>
              <a:rPr kumimoji="0" lang="en-US" altLang="zh-CN" i="1" u="sng">
                <a:solidFill>
                  <a:srgbClr val="0033CC"/>
                </a:solidFill>
                <a:sym typeface="Symbol" panose="05050102010706020507" pitchFamily="18" charset="2"/>
              </a:rPr>
              <a:t>n </a:t>
            </a:r>
            <a:r>
              <a:rPr kumimoji="0" lang="zh-CN" altLang="en-US" u="sng">
                <a:solidFill>
                  <a:srgbClr val="00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阶矩阵 </a:t>
            </a:r>
            <a:r>
              <a:rPr kumimoji="0" lang="zh-CN" altLang="en-US">
                <a:sym typeface="Symbol" panose="05050102010706020507" pitchFamily="18" charset="2"/>
              </a:rPr>
              <a:t>(或称 </a:t>
            </a:r>
            <a:r>
              <a:rPr kumimoji="0" lang="en-US" altLang="zh-CN" i="1" u="sng">
                <a:solidFill>
                  <a:srgbClr val="0033CC"/>
                </a:solidFill>
                <a:sym typeface="Symbol" panose="05050102010706020507" pitchFamily="18" charset="2"/>
              </a:rPr>
              <a:t>n </a:t>
            </a:r>
            <a:r>
              <a:rPr kumimoji="0" lang="zh-CN" altLang="en-US" u="sng">
                <a:solidFill>
                  <a:srgbClr val="00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阶方阵 </a:t>
            </a:r>
            <a:r>
              <a:rPr kumimoji="0" lang="zh-CN" altLang="en-US">
                <a:sym typeface="Symbol" panose="05050102010706020507" pitchFamily="18" charset="2"/>
              </a:rPr>
              <a:t>) 。</a:t>
            </a:r>
          </a:p>
        </p:txBody>
      </p:sp>
      <p:graphicFrame>
        <p:nvGraphicFramePr>
          <p:cNvPr id="947203" name="Object 3"/>
          <p:cNvGraphicFramePr>
            <a:graphicFrameLocks noChangeAspect="1"/>
          </p:cNvGraphicFramePr>
          <p:nvPr/>
        </p:nvGraphicFramePr>
        <p:xfrm>
          <a:off x="671513" y="1677988"/>
          <a:ext cx="3763962" cy="220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66" name="Equation" r:id="rId3" imgW="1600200" imgH="939600" progId="Equation.3">
                  <p:embed/>
                </p:oleObj>
              </mc:Choice>
              <mc:Fallback>
                <p:oleObj name="Equation" r:id="rId3" imgW="1600200" imgH="93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1677988"/>
                        <a:ext cx="3763962" cy="220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7204" name="Line 4"/>
          <p:cNvSpPr>
            <a:spLocks noChangeShapeType="1"/>
          </p:cNvSpPr>
          <p:nvPr/>
        </p:nvSpPr>
        <p:spPr bwMode="auto">
          <a:xfrm>
            <a:off x="1676400" y="1981200"/>
            <a:ext cx="2286000" cy="1676400"/>
          </a:xfrm>
          <a:prstGeom prst="line">
            <a:avLst/>
          </a:prstGeom>
          <a:noFill/>
          <a:ln w="53975">
            <a:solidFill>
              <a:srgbClr val="CC66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947205" name="Text Box 5"/>
          <p:cNvSpPr txBox="1">
            <a:spLocks noChangeArrowheads="1"/>
          </p:cNvSpPr>
          <p:nvPr/>
        </p:nvSpPr>
        <p:spPr bwMode="auto">
          <a:xfrm>
            <a:off x="381000" y="11430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u="sng">
                <a:solidFill>
                  <a:srgbClr val="CC6600"/>
                </a:solidFill>
                <a:ea typeface="黑体" panose="02010609060101010101" pitchFamily="49" charset="-122"/>
              </a:rPr>
              <a:t>主对角线</a:t>
            </a:r>
          </a:p>
        </p:txBody>
      </p:sp>
      <p:graphicFrame>
        <p:nvGraphicFramePr>
          <p:cNvPr id="947206" name="Object 6"/>
          <p:cNvGraphicFramePr>
            <a:graphicFrameLocks noChangeAspect="1"/>
          </p:cNvGraphicFramePr>
          <p:nvPr/>
        </p:nvGraphicFramePr>
        <p:xfrm>
          <a:off x="4618038" y="1677988"/>
          <a:ext cx="3763962" cy="220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67" name="Equation" r:id="rId5" imgW="1600200" imgH="939600" progId="Equation.3">
                  <p:embed/>
                </p:oleObj>
              </mc:Choice>
              <mc:Fallback>
                <p:oleObj name="Equation" r:id="rId5" imgW="1600200" imgH="939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038" y="1677988"/>
                        <a:ext cx="3763962" cy="220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7207" name="Text Box 7"/>
          <p:cNvSpPr txBox="1">
            <a:spLocks noChangeArrowheads="1"/>
          </p:cNvSpPr>
          <p:nvPr/>
        </p:nvSpPr>
        <p:spPr bwMode="auto">
          <a:xfrm>
            <a:off x="228600" y="3886200"/>
            <a:ext cx="87630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/>
              <a:t>对于 </a:t>
            </a:r>
            <a:r>
              <a:rPr lang="en-US" altLang="zh-CN" i="1"/>
              <a:t>n </a:t>
            </a:r>
            <a:r>
              <a:rPr lang="zh-CN" altLang="en-US"/>
              <a:t>阶方阵 </a:t>
            </a:r>
            <a:r>
              <a:rPr lang="en-US" altLang="zh-CN" i="1"/>
              <a:t>A</a:t>
            </a:r>
            <a:r>
              <a:rPr lang="zh-CN" altLang="en-US"/>
              <a:t>，对应一个行列式，记作 |</a:t>
            </a:r>
            <a:r>
              <a:rPr lang="en-US" altLang="zh-CN" i="1"/>
              <a:t>A</a:t>
            </a:r>
            <a:r>
              <a:rPr lang="en-US" altLang="zh-CN"/>
              <a:t>| </a:t>
            </a:r>
            <a:r>
              <a:rPr lang="zh-CN" altLang="en-US"/>
              <a:t>或 </a:t>
            </a:r>
            <a:r>
              <a:rPr lang="en-US" altLang="zh-CN"/>
              <a:t>det </a:t>
            </a:r>
            <a:r>
              <a:rPr lang="en-US" altLang="zh-CN" i="1"/>
              <a:t>A</a:t>
            </a:r>
            <a:r>
              <a:rPr lang="en-US" altLang="zh-CN"/>
              <a:t>。</a:t>
            </a:r>
            <a:endParaRPr lang="zh-CN" altLang="en-US"/>
          </a:p>
        </p:txBody>
      </p:sp>
      <p:sp>
        <p:nvSpPr>
          <p:cNvPr id="947208" name="Text Box 8"/>
          <p:cNvSpPr txBox="1">
            <a:spLocks noChangeArrowheads="1"/>
          </p:cNvSpPr>
          <p:nvPr/>
        </p:nvSpPr>
        <p:spPr bwMode="auto">
          <a:xfrm>
            <a:off x="228600" y="4495800"/>
            <a:ext cx="85344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 u="sng">
                <a:solidFill>
                  <a:srgbClr val="CC6600"/>
                </a:solidFill>
                <a:ea typeface="黑体" panose="02010609060101010101" pitchFamily="49" charset="-122"/>
              </a:rPr>
              <a:t>注意</a:t>
            </a:r>
            <a:r>
              <a:rPr lang="zh-CN" altLang="en-US"/>
              <a:t>   矩阵与行列式有本质区别：行列式是一个算式, 一个数字行列式表示一个</a:t>
            </a:r>
            <a:r>
              <a:rPr kumimoji="0" lang="zh-CN" altLang="en-US" u="sng">
                <a:solidFill>
                  <a:srgbClr val="0033CC"/>
                </a:solidFill>
                <a:ea typeface="黑体" panose="02010609060101010101" pitchFamily="49" charset="-122"/>
              </a:rPr>
              <a:t>数值</a:t>
            </a:r>
            <a:r>
              <a:rPr lang="zh-CN" altLang="en-US"/>
              <a:t>, 而矩阵是一个</a:t>
            </a:r>
            <a:r>
              <a:rPr kumimoji="0" lang="zh-CN" altLang="en-US" u="sng">
                <a:solidFill>
                  <a:srgbClr val="0033CC"/>
                </a:solidFill>
                <a:ea typeface="黑体" panose="02010609060101010101" pitchFamily="49" charset="-122"/>
              </a:rPr>
              <a:t>数表</a:t>
            </a:r>
            <a:r>
              <a:rPr lang="zh-CN" altLang="en-US"/>
              <a:t>, 它的行数和列数可以不同.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  <a:r>
              <a:rPr lang="zh-CN" altLang="en-US"/>
              <a:t>对于方阵</a:t>
            </a:r>
            <a:r>
              <a:rPr lang="en-US" altLang="zh-CN" i="1"/>
              <a:t>A</a:t>
            </a:r>
            <a:r>
              <a:rPr lang="zh-CN" altLang="en-US"/>
              <a:t>, 虽有行列式|</a:t>
            </a:r>
            <a:r>
              <a:rPr lang="en-US" altLang="zh-CN" i="1"/>
              <a:t>A</a:t>
            </a:r>
            <a:r>
              <a:rPr lang="en-US" altLang="zh-CN"/>
              <a:t>|</a:t>
            </a:r>
            <a:r>
              <a:rPr lang="zh-CN" altLang="en-US"/>
              <a:t>, 但</a:t>
            </a:r>
            <a:r>
              <a:rPr lang="en-US" altLang="zh-CN" i="1"/>
              <a:t>A</a:t>
            </a:r>
            <a:r>
              <a:rPr lang="zh-CN" altLang="en-US"/>
              <a:t>和|</a:t>
            </a:r>
            <a:r>
              <a:rPr lang="en-US" altLang="zh-CN" i="1"/>
              <a:t>A</a:t>
            </a:r>
            <a:r>
              <a:rPr lang="en-US" altLang="zh-CN"/>
              <a:t>|</a:t>
            </a:r>
            <a:r>
              <a:rPr lang="zh-CN" altLang="en-US"/>
              <a:t>是不同的概念, 不能混为一谈。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4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4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2" grpId="0" autoUpdateAnimBg="0"/>
      <p:bldP spid="947205" grpId="0" autoUpdateAnimBg="0"/>
      <p:bldP spid="947207" grpId="0" autoUpdateAnimBg="0"/>
      <p:bldP spid="94720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4B163-B4B0-431F-BBA2-12C7208CF3CA}" type="slidenum">
              <a:rPr lang="zh-CN" altLang="en-US"/>
              <a:pPr/>
              <a:t>6</a:t>
            </a:fld>
            <a:endParaRPr lang="zh-CN" altLang="en-US"/>
          </a:p>
        </p:txBody>
      </p:sp>
      <p:sp>
        <p:nvSpPr>
          <p:cNvPr id="948226" name="Rectangle 2"/>
          <p:cNvSpPr>
            <a:spLocks noChangeArrowheads="1"/>
          </p:cNvSpPr>
          <p:nvPr/>
        </p:nvSpPr>
        <p:spPr bwMode="auto">
          <a:xfrm>
            <a:off x="228600" y="304800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黑体" panose="02010609060101010101" pitchFamily="49" charset="-122"/>
              </a:rPr>
              <a:t>同型矩阵与矩阵相等的概念</a:t>
            </a:r>
            <a:endParaRPr lang="zh-CN" altLang="en-US" b="0"/>
          </a:p>
        </p:txBody>
      </p:sp>
      <p:sp>
        <p:nvSpPr>
          <p:cNvPr id="948227" name="Rectangle 3"/>
          <p:cNvSpPr>
            <a:spLocks noChangeArrowheads="1"/>
          </p:cNvSpPr>
          <p:nvPr/>
        </p:nvSpPr>
        <p:spPr bwMode="auto">
          <a:xfrm>
            <a:off x="228600" y="1004888"/>
            <a:ext cx="876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1、两个矩阵的行数相等,列数相等时,称为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同型矩阵</a:t>
            </a:r>
            <a:r>
              <a:rPr lang="zh-CN" altLang="en-US" b="0"/>
              <a:t>。</a:t>
            </a:r>
          </a:p>
        </p:txBody>
      </p:sp>
      <p:sp>
        <p:nvSpPr>
          <p:cNvPr id="948228" name="Rectangle 4"/>
          <p:cNvSpPr>
            <a:spLocks noChangeArrowheads="1"/>
          </p:cNvSpPr>
          <p:nvPr/>
        </p:nvSpPr>
        <p:spPr bwMode="auto">
          <a:xfrm>
            <a:off x="533400" y="22018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例如</a:t>
            </a:r>
          </a:p>
        </p:txBody>
      </p:sp>
      <p:graphicFrame>
        <p:nvGraphicFramePr>
          <p:cNvPr id="948229" name="Object 5"/>
          <p:cNvGraphicFramePr>
            <a:graphicFrameLocks noChangeAspect="1"/>
          </p:cNvGraphicFramePr>
          <p:nvPr/>
        </p:nvGraphicFramePr>
        <p:xfrm>
          <a:off x="1524000" y="1666875"/>
          <a:ext cx="3048000" cy="169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93" name="Equation" r:id="rId3" imgW="1257120" imgH="698400" progId="Equation.3">
                  <p:embed/>
                </p:oleObj>
              </mc:Choice>
              <mc:Fallback>
                <p:oleObj name="Equation" r:id="rId3" imgW="125712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66875"/>
                        <a:ext cx="3048000" cy="169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8230" name="Rectangle 6"/>
          <p:cNvSpPr>
            <a:spLocks noChangeArrowheads="1"/>
          </p:cNvSpPr>
          <p:nvPr/>
        </p:nvSpPr>
        <p:spPr bwMode="auto">
          <a:xfrm>
            <a:off x="4648200" y="22098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黑体" panose="02010609060101010101" pitchFamily="49" charset="-122"/>
              </a:rPr>
              <a:t>为</a:t>
            </a:r>
            <a:r>
              <a:rPr lang="zh-CN" altLang="en-US"/>
              <a:t>同型矩阵.</a:t>
            </a:r>
          </a:p>
        </p:txBody>
      </p:sp>
      <p:grpSp>
        <p:nvGrpSpPr>
          <p:cNvPr id="948231" name="Group 7"/>
          <p:cNvGrpSpPr>
            <a:grpSpLocks/>
          </p:cNvGrpSpPr>
          <p:nvPr/>
        </p:nvGrpSpPr>
        <p:grpSpPr bwMode="auto">
          <a:xfrm>
            <a:off x="228600" y="3367088"/>
            <a:ext cx="8610600" cy="1117600"/>
            <a:chOff x="144" y="2217"/>
            <a:chExt cx="5424" cy="704"/>
          </a:xfrm>
        </p:grpSpPr>
        <p:sp>
          <p:nvSpPr>
            <p:cNvPr id="948232" name="Rectangle 8"/>
            <p:cNvSpPr>
              <a:spLocks noChangeArrowheads="1"/>
            </p:cNvSpPr>
            <p:nvPr/>
          </p:nvSpPr>
          <p:spPr bwMode="auto">
            <a:xfrm>
              <a:off x="144" y="2217"/>
              <a:ext cx="5424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2、两个矩阵                 为</a:t>
              </a:r>
              <a:r>
                <a:rPr lang="zh-CN" altLang="en-US">
                  <a:ea typeface="黑体" panose="02010609060101010101" pitchFamily="49" charset="-122"/>
                </a:rPr>
                <a:t>同型矩阵，并且对应元素相等，即</a:t>
              </a:r>
            </a:p>
          </p:txBody>
        </p:sp>
        <p:graphicFrame>
          <p:nvGraphicFramePr>
            <p:cNvPr id="948233" name="Object 9"/>
            <p:cNvGraphicFramePr>
              <a:graphicFrameLocks noChangeAspect="1"/>
            </p:cNvGraphicFramePr>
            <p:nvPr/>
          </p:nvGraphicFramePr>
          <p:xfrm>
            <a:off x="1443" y="2272"/>
            <a:ext cx="1917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694" name="Equation" r:id="rId5" imgW="1231560" imgH="241200" progId="Equation.3">
                    <p:embed/>
                  </p:oleObj>
                </mc:Choice>
                <mc:Fallback>
                  <p:oleObj name="Equation" r:id="rId5" imgW="1231560" imgH="241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3" y="2272"/>
                          <a:ext cx="1917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48234" name="Object 10"/>
          <p:cNvGraphicFramePr>
            <a:graphicFrameLocks noChangeAspect="1"/>
          </p:cNvGraphicFramePr>
          <p:nvPr/>
        </p:nvGraphicFramePr>
        <p:xfrm>
          <a:off x="1143000" y="4662488"/>
          <a:ext cx="5562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95" name="Equation" r:id="rId7" imgW="5155920" imgH="469800" progId="Equation.3">
                  <p:embed/>
                </p:oleObj>
              </mc:Choice>
              <mc:Fallback>
                <p:oleObj name="Equation" r:id="rId7" imgW="515592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662488"/>
                        <a:ext cx="5562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8235" name="Group 11"/>
          <p:cNvGrpSpPr>
            <a:grpSpLocks/>
          </p:cNvGrpSpPr>
          <p:nvPr/>
        </p:nvGrpSpPr>
        <p:grpSpPr bwMode="auto">
          <a:xfrm>
            <a:off x="196850" y="5272088"/>
            <a:ext cx="5410200" cy="519112"/>
            <a:chOff x="96" y="3168"/>
            <a:chExt cx="3408" cy="327"/>
          </a:xfrm>
        </p:grpSpPr>
        <p:sp>
          <p:nvSpPr>
            <p:cNvPr id="948236" name="Rectangle 12"/>
            <p:cNvSpPr>
              <a:spLocks noChangeArrowheads="1"/>
            </p:cNvSpPr>
            <p:nvPr/>
          </p:nvSpPr>
          <p:spPr bwMode="auto">
            <a:xfrm>
              <a:off x="96" y="3168"/>
              <a:ext cx="3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黑体" panose="02010609060101010101" pitchFamily="49" charset="-122"/>
                  <a:ea typeface="黑体" panose="02010609060101010101" pitchFamily="49" charset="-122"/>
                </a:rPr>
                <a:t>则称</a:t>
              </a:r>
              <a:r>
                <a:rPr lang="zh-CN" altLang="en-US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矩阵     </a:t>
              </a:r>
              <a:r>
                <a:rPr lang="zh-CN" altLang="en-US">
                  <a:solidFill>
                    <a:srgbClr val="0000FF"/>
                  </a:solidFill>
                  <a:ea typeface="黑体" panose="02010609060101010101" pitchFamily="49" charset="-122"/>
                </a:rPr>
                <a:t>相等</a:t>
              </a:r>
              <a:r>
                <a:rPr lang="zh-CN" altLang="en-US">
                  <a:ea typeface="黑体" panose="02010609060101010101" pitchFamily="49" charset="-122"/>
                </a:rPr>
                <a:t>, 记作</a:t>
              </a:r>
            </a:p>
          </p:txBody>
        </p:sp>
        <p:graphicFrame>
          <p:nvGraphicFramePr>
            <p:cNvPr id="948237" name="Object 13"/>
            <p:cNvGraphicFramePr>
              <a:graphicFrameLocks noChangeAspect="1"/>
            </p:cNvGraphicFramePr>
            <p:nvPr/>
          </p:nvGraphicFramePr>
          <p:xfrm>
            <a:off x="1056" y="3216"/>
            <a:ext cx="5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696" name="Equation" r:id="rId9" imgW="901440" imgH="380880" progId="Equation.3">
                    <p:embed/>
                  </p:oleObj>
                </mc:Choice>
                <mc:Fallback>
                  <p:oleObj name="Equation" r:id="rId9" imgW="901440" imgH="3808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216"/>
                          <a:ext cx="56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8238" name="Object 14"/>
            <p:cNvGraphicFramePr>
              <a:graphicFrameLocks noChangeAspect="1"/>
            </p:cNvGraphicFramePr>
            <p:nvPr/>
          </p:nvGraphicFramePr>
          <p:xfrm>
            <a:off x="2640" y="3216"/>
            <a:ext cx="72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697" name="Equation" r:id="rId11" imgW="1002960" imgH="317160" progId="Equation.3">
                    <p:embed/>
                  </p:oleObj>
                </mc:Choice>
                <mc:Fallback>
                  <p:oleObj name="Equation" r:id="rId11" imgW="1002960" imgH="3171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216"/>
                          <a:ext cx="720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94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94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6" grpId="0" autoUpdateAnimBg="0"/>
      <p:bldP spid="948227" grpId="0" autoUpdateAnimBg="0"/>
      <p:bldP spid="948228" grpId="0" autoUpdateAnimBg="0"/>
      <p:bldP spid="94823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B78B5-5B80-4512-83ED-181DA1D9BC25}" type="slidenum">
              <a:rPr lang="zh-CN" altLang="en-US"/>
              <a:pPr/>
              <a:t>7</a:t>
            </a:fld>
            <a:endParaRPr lang="zh-CN" altLang="en-US"/>
          </a:p>
        </p:txBody>
      </p:sp>
      <p:sp>
        <p:nvSpPr>
          <p:cNvPr id="949250" name="Rectangle 2"/>
          <p:cNvSpPr>
            <a:spLocks noChangeArrowheads="1"/>
          </p:cNvSpPr>
          <p:nvPr/>
        </p:nvSpPr>
        <p:spPr bwMode="auto">
          <a:xfrm>
            <a:off x="533400" y="68580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  <a:r>
              <a:rPr lang="zh-CN" altLang="en-US">
                <a:ea typeface="黑体" panose="02010609060101010101" pitchFamily="49" charset="-122"/>
              </a:rPr>
              <a:t>   </a:t>
            </a:r>
            <a:r>
              <a:rPr lang="zh-CN" altLang="en-US"/>
              <a:t>设</a:t>
            </a:r>
          </a:p>
        </p:txBody>
      </p:sp>
      <p:graphicFrame>
        <p:nvGraphicFramePr>
          <p:cNvPr id="949251" name="Object 3"/>
          <p:cNvGraphicFramePr>
            <a:graphicFrameLocks noChangeAspect="1"/>
          </p:cNvGraphicFramePr>
          <p:nvPr/>
        </p:nvGraphicFramePr>
        <p:xfrm>
          <a:off x="1371600" y="1447800"/>
          <a:ext cx="5359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16" name="Equation" r:id="rId3" imgW="5359320" imgH="977760" progId="Equation.3">
                  <p:embed/>
                </p:oleObj>
              </mc:Choice>
              <mc:Fallback>
                <p:oleObj name="Equation" r:id="rId3" imgW="5359320" imgH="977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53594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52" name="Object 4"/>
          <p:cNvGraphicFramePr>
            <a:graphicFrameLocks noChangeAspect="1"/>
          </p:cNvGraphicFramePr>
          <p:nvPr/>
        </p:nvGraphicFramePr>
        <p:xfrm>
          <a:off x="533400" y="2971800"/>
          <a:ext cx="3429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17" name="Equation" r:id="rId5" imgW="1485720" imgH="215640" progId="Equation.3">
                  <p:embed/>
                </p:oleObj>
              </mc:Choice>
              <mc:Fallback>
                <p:oleObj name="Equation" r:id="rId5" imgW="148572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971800"/>
                        <a:ext cx="34290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3" name="Text Box 5"/>
          <p:cNvSpPr txBox="1">
            <a:spLocks noChangeArrowheads="1"/>
          </p:cNvSpPr>
          <p:nvPr/>
        </p:nvSpPr>
        <p:spPr bwMode="auto">
          <a:xfrm>
            <a:off x="533400" y="40386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49254" name="Object 6"/>
          <p:cNvGraphicFramePr>
            <a:graphicFrameLocks noChangeAspect="1"/>
          </p:cNvGraphicFramePr>
          <p:nvPr/>
        </p:nvGraphicFramePr>
        <p:xfrm>
          <a:off x="1524000" y="4191000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18" name="Equation" r:id="rId7" imgW="1396800" imgH="393480" progId="Equation.3">
                  <p:embed/>
                </p:oleObj>
              </mc:Choice>
              <mc:Fallback>
                <p:oleObj name="Equation" r:id="rId7" imgW="139680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191000"/>
                        <a:ext cx="1397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9255" name="Object 7"/>
          <p:cNvGraphicFramePr>
            <a:graphicFrameLocks noChangeAspect="1"/>
          </p:cNvGraphicFramePr>
          <p:nvPr/>
        </p:nvGraphicFramePr>
        <p:xfrm>
          <a:off x="1524000" y="4953000"/>
          <a:ext cx="318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19" name="Equation" r:id="rId9" imgW="3187440" imgH="393480" progId="Equation.3">
                  <p:embed/>
                </p:oleObj>
              </mc:Choice>
              <mc:Fallback>
                <p:oleObj name="Equation" r:id="rId9" imgW="318744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953000"/>
                        <a:ext cx="3187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6" name="Freeform 8"/>
          <p:cNvSpPr>
            <a:spLocks/>
          </p:cNvSpPr>
          <p:nvPr/>
        </p:nvSpPr>
        <p:spPr bwMode="auto">
          <a:xfrm>
            <a:off x="2895600" y="1143000"/>
            <a:ext cx="2895600" cy="558800"/>
          </a:xfrm>
          <a:custGeom>
            <a:avLst/>
            <a:gdLst>
              <a:gd name="T0" fmla="*/ 0 w 1824"/>
              <a:gd name="T1" fmla="*/ 256 h 352"/>
              <a:gd name="T2" fmla="*/ 864 w 1824"/>
              <a:gd name="T3" fmla="*/ 16 h 352"/>
              <a:gd name="T4" fmla="*/ 1824 w 1824"/>
              <a:gd name="T5" fmla="*/ 352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24" h="352">
                <a:moveTo>
                  <a:pt x="0" y="256"/>
                </a:moveTo>
                <a:cubicBezTo>
                  <a:pt x="280" y="128"/>
                  <a:pt x="560" y="0"/>
                  <a:pt x="864" y="16"/>
                </a:cubicBezTo>
                <a:cubicBezTo>
                  <a:pt x="1168" y="32"/>
                  <a:pt x="1656" y="296"/>
                  <a:pt x="1824" y="352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49257" name="Freeform 9"/>
          <p:cNvSpPr>
            <a:spLocks/>
          </p:cNvSpPr>
          <p:nvPr/>
        </p:nvSpPr>
        <p:spPr bwMode="auto">
          <a:xfrm>
            <a:off x="2209800" y="2209800"/>
            <a:ext cx="3048000" cy="711200"/>
          </a:xfrm>
          <a:custGeom>
            <a:avLst/>
            <a:gdLst>
              <a:gd name="T0" fmla="*/ 0 w 1920"/>
              <a:gd name="T1" fmla="*/ 0 h 448"/>
              <a:gd name="T2" fmla="*/ 1056 w 1920"/>
              <a:gd name="T3" fmla="*/ 432 h 448"/>
              <a:gd name="T4" fmla="*/ 1920 w 1920"/>
              <a:gd name="T5" fmla="*/ 96 h 4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0" h="448">
                <a:moveTo>
                  <a:pt x="0" y="0"/>
                </a:moveTo>
                <a:cubicBezTo>
                  <a:pt x="368" y="208"/>
                  <a:pt x="736" y="416"/>
                  <a:pt x="1056" y="432"/>
                </a:cubicBezTo>
                <a:cubicBezTo>
                  <a:pt x="1376" y="448"/>
                  <a:pt x="1776" y="152"/>
                  <a:pt x="1920" y="96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49258" name="Freeform 10"/>
          <p:cNvSpPr>
            <a:spLocks/>
          </p:cNvSpPr>
          <p:nvPr/>
        </p:nvSpPr>
        <p:spPr bwMode="auto">
          <a:xfrm>
            <a:off x="3352800" y="2286000"/>
            <a:ext cx="3048000" cy="622300"/>
          </a:xfrm>
          <a:custGeom>
            <a:avLst/>
            <a:gdLst>
              <a:gd name="T0" fmla="*/ 0 w 1920"/>
              <a:gd name="T1" fmla="*/ 0 h 392"/>
              <a:gd name="T2" fmla="*/ 1200 w 1920"/>
              <a:gd name="T3" fmla="*/ 384 h 392"/>
              <a:gd name="T4" fmla="*/ 1920 w 1920"/>
              <a:gd name="T5" fmla="*/ 48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0" h="392">
                <a:moveTo>
                  <a:pt x="0" y="0"/>
                </a:moveTo>
                <a:cubicBezTo>
                  <a:pt x="440" y="188"/>
                  <a:pt x="880" y="376"/>
                  <a:pt x="1200" y="384"/>
                </a:cubicBezTo>
                <a:cubicBezTo>
                  <a:pt x="1520" y="392"/>
                  <a:pt x="1800" y="104"/>
                  <a:pt x="1920" y="48"/>
                </a:cubicBezTo>
              </a:path>
            </a:pathLst>
          </a:custGeom>
          <a:noFill/>
          <a:ln w="1905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4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4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4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4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4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4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0" grpId="0" autoUpdateAnimBg="0"/>
      <p:bldP spid="94925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378FB-4F95-4269-B2EE-97112585DA25}" type="slidenum">
              <a:rPr lang="zh-CN" altLang="en-US"/>
              <a:pPr/>
              <a:t>8</a:t>
            </a:fld>
            <a:endParaRPr lang="zh-CN" altLang="en-US"/>
          </a:p>
        </p:txBody>
      </p:sp>
      <p:grpSp>
        <p:nvGrpSpPr>
          <p:cNvPr id="1001484" name="Group 12"/>
          <p:cNvGrpSpPr>
            <a:grpSpLocks/>
          </p:cNvGrpSpPr>
          <p:nvPr/>
        </p:nvGrpSpPr>
        <p:grpSpPr bwMode="auto">
          <a:xfrm>
            <a:off x="457200" y="304800"/>
            <a:ext cx="7696200" cy="1149350"/>
            <a:chOff x="288" y="192"/>
            <a:chExt cx="4848" cy="724"/>
          </a:xfrm>
        </p:grpSpPr>
        <p:sp>
          <p:nvSpPr>
            <p:cNvPr id="1001476" name="Rectangle 4"/>
            <p:cNvSpPr>
              <a:spLocks noChangeArrowheads="1"/>
            </p:cNvSpPr>
            <p:nvPr/>
          </p:nvSpPr>
          <p:spPr bwMode="auto">
            <a:xfrm>
              <a:off x="288" y="192"/>
              <a:ext cx="4848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元素全为零的矩阵称为</a:t>
              </a:r>
              <a:r>
                <a:rPr lang="zh-CN" altLang="en-US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零矩阵</a:t>
              </a:r>
              <a:r>
                <a:rPr lang="zh-CN" altLang="en-US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     </a:t>
              </a:r>
              <a:r>
                <a:rPr lang="zh-CN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零矩阵记作</a:t>
              </a:r>
              <a:r>
                <a:rPr lang="zh-CN" altLang="en-US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</a:t>
              </a:r>
              <a:r>
                <a:rPr lang="zh-CN" altLang="en-US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或</a:t>
              </a:r>
              <a:r>
                <a:rPr lang="zh-CN" altLang="en-US" sz="140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i="1">
                  <a:solidFill>
                    <a:srgbClr val="000000"/>
                  </a:solidFill>
                  <a:ea typeface="黑体" panose="02010609060101010101" pitchFamily="49" charset="-122"/>
                </a:rPr>
                <a:t>O</a:t>
              </a:r>
              <a:r>
                <a:rPr lang="en-US" altLang="zh-CN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</a:p>
          </p:txBody>
        </p:sp>
        <p:graphicFrame>
          <p:nvGraphicFramePr>
            <p:cNvPr id="1001477" name="Object 5"/>
            <p:cNvGraphicFramePr>
              <a:graphicFrameLocks noChangeAspect="1"/>
            </p:cNvGraphicFramePr>
            <p:nvPr/>
          </p:nvGraphicFramePr>
          <p:xfrm>
            <a:off x="3408" y="350"/>
            <a:ext cx="552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0739" name="公式" r:id="rId3" imgW="876240" imgH="253800" progId="Equation.3">
                    <p:embed/>
                  </p:oleObj>
                </mc:Choice>
                <mc:Fallback>
                  <p:oleObj name="公式" r:id="rId3" imgW="876240" imgH="253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350"/>
                          <a:ext cx="552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1478" name="Object 6"/>
            <p:cNvGraphicFramePr>
              <a:graphicFrameLocks noChangeAspect="1"/>
            </p:cNvGraphicFramePr>
            <p:nvPr/>
          </p:nvGraphicFramePr>
          <p:xfrm>
            <a:off x="624" y="576"/>
            <a:ext cx="49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0740" name="Equation" r:id="rId5" imgW="330120" imgH="228600" progId="Equation.3">
                    <p:embed/>
                  </p:oleObj>
                </mc:Choice>
                <mc:Fallback>
                  <p:oleObj name="Equation" r:id="rId5" imgW="33012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576"/>
                          <a:ext cx="492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1480" name="Object 8"/>
          <p:cNvGraphicFramePr>
            <a:graphicFrameLocks noChangeAspect="1"/>
          </p:cNvGraphicFramePr>
          <p:nvPr/>
        </p:nvGraphicFramePr>
        <p:xfrm>
          <a:off x="1828800" y="2527300"/>
          <a:ext cx="44577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741" name="Equation" r:id="rId7" imgW="4457520" imgH="2044440" progId="Equation.3">
                  <p:embed/>
                </p:oleObj>
              </mc:Choice>
              <mc:Fallback>
                <p:oleObj name="Equation" r:id="rId7" imgW="4457520" imgH="2044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527300"/>
                        <a:ext cx="44577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1481" name="Rectangle 9"/>
          <p:cNvSpPr>
            <a:spLocks noChangeArrowheads="1"/>
          </p:cNvSpPr>
          <p:nvPr/>
        </p:nvSpPr>
        <p:spPr bwMode="auto">
          <a:xfrm>
            <a:off x="457200" y="1676400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注意：</a:t>
            </a:r>
            <a:r>
              <a:rPr lang="zh-CN" altLang="en-US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不同阶数的零矩阵是不相等的</a:t>
            </a:r>
            <a:r>
              <a:rPr lang="zh-CN" altLang="en-US">
                <a:solidFill>
                  <a:srgbClr val="9966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001482" name="Rectangle 10"/>
          <p:cNvSpPr>
            <a:spLocks noChangeArrowheads="1"/>
          </p:cNvSpPr>
          <p:nvPr/>
        </p:nvSpPr>
        <p:spPr bwMode="auto">
          <a:xfrm>
            <a:off x="457200" y="32131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例如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00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481" grpId="0" autoUpdateAnimBg="0"/>
      <p:bldP spid="100148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FC693-9429-4E45-832A-9F0EDDF8F3CD}" type="slidenum">
              <a:rPr lang="zh-CN" altLang="en-US"/>
              <a:pPr/>
              <a:t>9</a:t>
            </a:fld>
            <a:endParaRPr lang="zh-CN" altLang="en-US"/>
          </a:p>
        </p:txBody>
      </p:sp>
      <p:sp>
        <p:nvSpPr>
          <p:cNvPr id="100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第二节  矩阵的运算</a:t>
            </a:r>
          </a:p>
        </p:txBody>
      </p:sp>
      <p:graphicFrame>
        <p:nvGraphicFramePr>
          <p:cNvPr id="1002504" name="Object 8"/>
          <p:cNvGraphicFramePr>
            <a:graphicFrameLocks noChangeAspect="1"/>
          </p:cNvGraphicFramePr>
          <p:nvPr/>
        </p:nvGraphicFramePr>
        <p:xfrm>
          <a:off x="685800" y="2895600"/>
          <a:ext cx="6934200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11" name="公式" r:id="rId3" imgW="7162560" imgH="2209680" progId="Equation.3">
                  <p:embed/>
                </p:oleObj>
              </mc:Choice>
              <mc:Fallback>
                <p:oleObj name="公式" r:id="rId3" imgW="7162560" imgH="2209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95600"/>
                        <a:ext cx="6934200" cy="213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5" name="Rectangle 9"/>
          <p:cNvSpPr>
            <a:spLocks noChangeArrowheads="1"/>
          </p:cNvSpPr>
          <p:nvPr/>
        </p:nvSpPr>
        <p:spPr bwMode="auto">
          <a:xfrm>
            <a:off x="228600" y="990600"/>
            <a:ext cx="7162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矩阵的加法、矩阵的数乘</a:t>
            </a:r>
          </a:p>
        </p:txBody>
      </p:sp>
      <p:graphicFrame>
        <p:nvGraphicFramePr>
          <p:cNvPr id="1002506" name="Object 10"/>
          <p:cNvGraphicFramePr>
            <a:graphicFrameLocks noChangeAspect="1"/>
          </p:cNvGraphicFramePr>
          <p:nvPr/>
        </p:nvGraphicFramePr>
        <p:xfrm>
          <a:off x="461963" y="1692275"/>
          <a:ext cx="8301037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2512" name="Document" r:id="rId5" imgW="3248640" imgH="466920" progId="Word.Document.8">
                  <p:embed/>
                </p:oleObj>
              </mc:Choice>
              <mc:Fallback>
                <p:oleObj name="Document" r:id="rId5" imgW="3248640" imgH="46692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1692275"/>
                        <a:ext cx="8301037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2507" name="Text Box 11"/>
          <p:cNvSpPr txBox="1">
            <a:spLocks noChangeArrowheads="1"/>
          </p:cNvSpPr>
          <p:nvPr/>
        </p:nvSpPr>
        <p:spPr bwMode="auto">
          <a:xfrm>
            <a:off x="307975" y="167640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002508" name="Rectangle 12"/>
          <p:cNvSpPr>
            <a:spLocks noChangeArrowheads="1"/>
          </p:cNvSpPr>
          <p:nvPr/>
        </p:nvSpPr>
        <p:spPr bwMode="auto">
          <a:xfrm>
            <a:off x="381000" y="5181600"/>
            <a:ext cx="8229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注：</a:t>
            </a:r>
            <a:r>
              <a:rPr lang="zh-CN" altLang="en-US">
                <a:solidFill>
                  <a:schemeClr val="tx2"/>
                </a:solidFill>
              </a:rPr>
              <a:t>只有当两个矩阵是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同型</a:t>
            </a:r>
            <a:r>
              <a:rPr lang="zh-CN" altLang="en-US">
                <a:solidFill>
                  <a:schemeClr val="tx2"/>
                </a:solidFill>
              </a:rPr>
              <a:t>矩阵时，才能进行加法运算</a:t>
            </a:r>
            <a:r>
              <a:rPr lang="zh-CN" altLang="en-US">
                <a:solidFill>
                  <a:schemeClr val="bg2"/>
                </a:solidFill>
              </a:rPr>
              <a:t>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498" grpId="0" autoUpdateAnimBg="0"/>
      <p:bldP spid="1002505" grpId="0" autoUpdateAnimBg="0"/>
      <p:bldP spid="1002507" grpId="0" autoUpdateAnimBg="0"/>
      <p:bldP spid="100250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EA655-E13E-49EB-B212-0CB3E4014606}" type="slidenum">
              <a:rPr lang="zh-CN" altLang="en-US"/>
              <a:pPr/>
              <a:t>10</a:t>
            </a:fld>
            <a:endParaRPr lang="zh-CN" altLang="en-US"/>
          </a:p>
        </p:txBody>
      </p:sp>
      <p:sp>
        <p:nvSpPr>
          <p:cNvPr id="956418" name="Text Box 2"/>
          <p:cNvSpPr txBox="1">
            <a:spLocks noChangeArrowheads="1"/>
          </p:cNvSpPr>
          <p:nvPr/>
        </p:nvSpPr>
        <p:spPr bwMode="auto">
          <a:xfrm>
            <a:off x="431800" y="806450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例如</a:t>
            </a:r>
          </a:p>
        </p:txBody>
      </p:sp>
      <p:graphicFrame>
        <p:nvGraphicFramePr>
          <p:cNvPr id="956419" name="Object 3"/>
          <p:cNvGraphicFramePr>
            <a:graphicFrameLocks noChangeAspect="1"/>
          </p:cNvGraphicFramePr>
          <p:nvPr/>
        </p:nvGraphicFramePr>
        <p:xfrm>
          <a:off x="1727200" y="393700"/>
          <a:ext cx="41148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25" name="Equation" r:id="rId3" imgW="4444920" imgH="1625400" progId="Equation.3">
                  <p:embed/>
                </p:oleObj>
              </mc:Choice>
              <mc:Fallback>
                <p:oleObj name="Equation" r:id="rId3" imgW="4444920" imgH="1625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393700"/>
                        <a:ext cx="41148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20" name="Object 4"/>
          <p:cNvGraphicFramePr>
            <a:graphicFrameLocks noChangeAspect="1"/>
          </p:cNvGraphicFramePr>
          <p:nvPr/>
        </p:nvGraphicFramePr>
        <p:xfrm>
          <a:off x="736600" y="2222500"/>
          <a:ext cx="4038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26" name="Equation" r:id="rId5" imgW="4330440" imgH="1625400" progId="Equation.3">
                  <p:embed/>
                </p:oleObj>
              </mc:Choice>
              <mc:Fallback>
                <p:oleObj name="Equation" r:id="rId5" imgW="4330440" imgH="1625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2222500"/>
                        <a:ext cx="4038600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6421" name="Object 5"/>
          <p:cNvGraphicFramePr>
            <a:graphicFrameLocks noChangeAspect="1"/>
          </p:cNvGraphicFramePr>
          <p:nvPr/>
        </p:nvGraphicFramePr>
        <p:xfrm>
          <a:off x="4800600" y="2209800"/>
          <a:ext cx="2266950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27" name="Equation" r:id="rId7" imgW="1041120" imgH="698400" progId="Equation.3">
                  <p:embed/>
                </p:oleObj>
              </mc:Choice>
              <mc:Fallback>
                <p:oleObj name="Equation" r:id="rId7" imgW="104112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209800"/>
                        <a:ext cx="2266950" cy="152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641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8597F-CBF1-40BE-BE52-F0DA4117FB4C}" type="slidenum">
              <a:rPr lang="zh-CN" altLang="en-US"/>
              <a:pPr/>
              <a:t>11</a:t>
            </a:fld>
            <a:endParaRPr lang="zh-CN" altLang="en-US"/>
          </a:p>
        </p:txBody>
      </p:sp>
      <p:sp>
        <p:nvSpPr>
          <p:cNvPr id="957442" name="Rectangle 2"/>
          <p:cNvSpPr>
            <a:spLocks noChangeArrowheads="1"/>
          </p:cNvSpPr>
          <p:nvPr/>
        </p:nvSpPr>
        <p:spPr bwMode="auto">
          <a:xfrm>
            <a:off x="381000" y="228600"/>
            <a:ext cx="541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矩阵加法的运算规律：</a:t>
            </a:r>
          </a:p>
        </p:txBody>
      </p:sp>
      <p:graphicFrame>
        <p:nvGraphicFramePr>
          <p:cNvPr id="957443" name="Object 3"/>
          <p:cNvGraphicFramePr>
            <a:graphicFrameLocks noChangeAspect="1"/>
          </p:cNvGraphicFramePr>
          <p:nvPr/>
        </p:nvGraphicFramePr>
        <p:xfrm>
          <a:off x="685800" y="990600"/>
          <a:ext cx="2971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63" name="Equation" r:id="rId3" imgW="1244520" imgH="203040" progId="Equation.3">
                  <p:embed/>
                </p:oleObj>
              </mc:Choice>
              <mc:Fallback>
                <p:oleObj name="Equation" r:id="rId3" imgW="124452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90600"/>
                        <a:ext cx="29718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4" name="Object 4"/>
          <p:cNvGraphicFramePr>
            <a:graphicFrameLocks noChangeAspect="1"/>
          </p:cNvGraphicFramePr>
          <p:nvPr/>
        </p:nvGraphicFramePr>
        <p:xfrm>
          <a:off x="685800" y="1577975"/>
          <a:ext cx="46863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64" name="Equation" r:id="rId5" imgW="1968480" imgH="203040" progId="Equation.3">
                  <p:embed/>
                </p:oleObj>
              </mc:Choice>
              <mc:Fallback>
                <p:oleObj name="Equation" r:id="rId5" imgW="19684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77975"/>
                        <a:ext cx="46863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5" name="Object 5"/>
          <p:cNvGraphicFramePr>
            <a:graphicFrameLocks noChangeAspect="1"/>
          </p:cNvGraphicFramePr>
          <p:nvPr/>
        </p:nvGraphicFramePr>
        <p:xfrm>
          <a:off x="609600" y="2779713"/>
          <a:ext cx="4267200" cy="232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65" name="Equation" r:id="rId7" imgW="1726920" imgH="939600" progId="Equation.3">
                  <p:embed/>
                </p:oleObj>
              </mc:Choice>
              <mc:Fallback>
                <p:oleObj name="Equation" r:id="rId7" imgW="172692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779713"/>
                        <a:ext cx="4267200" cy="232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6" name="Object 6"/>
          <p:cNvGraphicFramePr>
            <a:graphicFrameLocks noChangeAspect="1"/>
          </p:cNvGraphicFramePr>
          <p:nvPr/>
        </p:nvGraphicFramePr>
        <p:xfrm>
          <a:off x="4953000" y="3286125"/>
          <a:ext cx="35052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66" name="Equation" r:id="rId9" imgW="1460160" imgH="215640" progId="Equation.3">
                  <p:embed/>
                </p:oleObj>
              </mc:Choice>
              <mc:Fallback>
                <p:oleObj name="Equation" r:id="rId9" imgW="146016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286125"/>
                        <a:ext cx="35052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7447" name="Object 7"/>
          <p:cNvGraphicFramePr>
            <a:graphicFrameLocks noChangeAspect="1"/>
          </p:cNvGraphicFramePr>
          <p:nvPr/>
        </p:nvGraphicFramePr>
        <p:xfrm>
          <a:off x="4953000" y="3879850"/>
          <a:ext cx="15240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67" name="Equation" r:id="rId11" imgW="736560" imgH="241200" progId="Equation.3">
                  <p:embed/>
                </p:oleObj>
              </mc:Choice>
              <mc:Fallback>
                <p:oleObj name="Equation" r:id="rId11" imgW="73656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879850"/>
                        <a:ext cx="15240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7448" name="Group 8"/>
          <p:cNvGrpSpPr>
            <a:grpSpLocks/>
          </p:cNvGrpSpPr>
          <p:nvPr/>
        </p:nvGrpSpPr>
        <p:grpSpPr bwMode="auto">
          <a:xfrm>
            <a:off x="609600" y="5218113"/>
            <a:ext cx="3708400" cy="538162"/>
            <a:chOff x="384" y="3287"/>
            <a:chExt cx="2336" cy="339"/>
          </a:xfrm>
        </p:grpSpPr>
        <p:graphicFrame>
          <p:nvGraphicFramePr>
            <p:cNvPr id="957449" name="Object 9"/>
            <p:cNvGraphicFramePr>
              <a:graphicFrameLocks noChangeAspect="1"/>
            </p:cNvGraphicFramePr>
            <p:nvPr/>
          </p:nvGraphicFramePr>
          <p:xfrm>
            <a:off x="1160" y="3321"/>
            <a:ext cx="1560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7468" name="Equation" r:id="rId13" imgW="939600" imgH="203040" progId="Equation.3">
                    <p:embed/>
                  </p:oleObj>
                </mc:Choice>
                <mc:Fallback>
                  <p:oleObj name="Equation" r:id="rId13" imgW="939600" imgH="2030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3321"/>
                          <a:ext cx="1560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7450" name="Text Box 10"/>
            <p:cNvSpPr txBox="1">
              <a:spLocks noChangeArrowheads="1"/>
            </p:cNvSpPr>
            <p:nvPr/>
          </p:nvSpPr>
          <p:spPr bwMode="auto">
            <a:xfrm>
              <a:off x="384" y="3287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CC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显然有</a:t>
              </a:r>
            </a:p>
          </p:txBody>
        </p:sp>
      </p:grpSp>
      <p:grpSp>
        <p:nvGrpSpPr>
          <p:cNvPr id="957451" name="Group 11"/>
          <p:cNvGrpSpPr>
            <a:grpSpLocks/>
          </p:cNvGrpSpPr>
          <p:nvPr/>
        </p:nvGrpSpPr>
        <p:grpSpPr bwMode="auto">
          <a:xfrm>
            <a:off x="609600" y="5827713"/>
            <a:ext cx="5638800" cy="573087"/>
            <a:chOff x="384" y="3431"/>
            <a:chExt cx="3552" cy="361"/>
          </a:xfrm>
        </p:grpSpPr>
        <p:graphicFrame>
          <p:nvGraphicFramePr>
            <p:cNvPr id="957452" name="Object 12"/>
            <p:cNvGraphicFramePr>
              <a:graphicFrameLocks noChangeAspect="1"/>
            </p:cNvGraphicFramePr>
            <p:nvPr/>
          </p:nvGraphicFramePr>
          <p:xfrm>
            <a:off x="2160" y="3478"/>
            <a:ext cx="177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7469" name="Equation" r:id="rId15" imgW="1155600" imgH="203040" progId="Equation.3">
                    <p:embed/>
                  </p:oleObj>
                </mc:Choice>
                <mc:Fallback>
                  <p:oleObj name="Equation" r:id="rId15" imgW="1155600" imgH="2030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478"/>
                          <a:ext cx="1776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7453" name="Text Box 13"/>
            <p:cNvSpPr txBox="1">
              <a:spLocks noChangeArrowheads="1"/>
            </p:cNvSpPr>
            <p:nvPr/>
          </p:nvSpPr>
          <p:spPr bwMode="auto">
            <a:xfrm>
              <a:off x="384" y="3431"/>
              <a:ext cx="19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CC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定义矩阵的</a:t>
              </a: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减法</a:t>
              </a:r>
              <a:r>
                <a:rPr lang="zh-CN" altLang="en-US"/>
                <a:t>：</a:t>
              </a:r>
            </a:p>
          </p:txBody>
        </p:sp>
      </p:grpSp>
      <p:graphicFrame>
        <p:nvGraphicFramePr>
          <p:cNvPr id="957454" name="Object 14"/>
          <p:cNvGraphicFramePr>
            <a:graphicFrameLocks noChangeAspect="1"/>
          </p:cNvGraphicFramePr>
          <p:nvPr/>
        </p:nvGraphicFramePr>
        <p:xfrm>
          <a:off x="685800" y="2182813"/>
          <a:ext cx="36290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470" name="Equation" r:id="rId17" imgW="1523880" imgH="203040" progId="Equation.3">
                  <p:embed/>
                </p:oleObj>
              </mc:Choice>
              <mc:Fallback>
                <p:oleObj name="Equation" r:id="rId17" imgW="152388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82813"/>
                        <a:ext cx="36290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5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D9960-995F-4093-8AE3-5F8FF6B4B152}" type="slidenum">
              <a:rPr lang="zh-CN" altLang="en-US"/>
              <a:pPr/>
              <a:t>12</a:t>
            </a:fld>
            <a:endParaRPr lang="zh-CN" altLang="en-US"/>
          </a:p>
        </p:txBody>
      </p:sp>
      <p:sp>
        <p:nvSpPr>
          <p:cNvPr id="958466" name="Rectangle 2"/>
          <p:cNvSpPr>
            <a:spLocks noChangeArrowheads="1"/>
          </p:cNvSpPr>
          <p:nvPr/>
        </p:nvSpPr>
        <p:spPr bwMode="auto">
          <a:xfrm>
            <a:off x="304800" y="465138"/>
            <a:ext cx="8382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说明</a:t>
            </a:r>
            <a:r>
              <a:rPr lang="zh-CN" altLang="en-US"/>
              <a:t>：</a:t>
            </a:r>
            <a:r>
              <a:rPr lang="zh-CN" altLang="en-US">
                <a:solidFill>
                  <a:schemeClr val="tx2"/>
                </a:solidFill>
              </a:rPr>
              <a:t>只有当两个矩阵是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同型</a:t>
            </a:r>
            <a:r>
              <a:rPr lang="zh-CN" altLang="en-US">
                <a:solidFill>
                  <a:schemeClr val="tx2"/>
                </a:solidFill>
              </a:rPr>
              <a:t>矩阵时，才能进行减法运算</a:t>
            </a:r>
            <a:r>
              <a:rPr lang="zh-CN" altLang="en-US">
                <a:solidFill>
                  <a:schemeClr val="bg2"/>
                </a:solidFill>
              </a:rPr>
              <a:t>。</a:t>
            </a:r>
          </a:p>
        </p:txBody>
      </p:sp>
      <p:sp>
        <p:nvSpPr>
          <p:cNvPr id="958467" name="Text Box 3"/>
          <p:cNvSpPr txBox="1">
            <a:spLocks noChangeArrowheads="1"/>
          </p:cNvSpPr>
          <p:nvPr/>
        </p:nvSpPr>
        <p:spPr bwMode="auto">
          <a:xfrm>
            <a:off x="304800" y="231775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例如</a:t>
            </a:r>
          </a:p>
        </p:txBody>
      </p:sp>
      <p:graphicFrame>
        <p:nvGraphicFramePr>
          <p:cNvPr id="958468" name="Object 4"/>
          <p:cNvGraphicFramePr>
            <a:graphicFrameLocks noChangeAspect="1"/>
          </p:cNvGraphicFramePr>
          <p:nvPr/>
        </p:nvGraphicFramePr>
        <p:xfrm>
          <a:off x="1524000" y="1828800"/>
          <a:ext cx="4114800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474" name="Equation" r:id="rId3" imgW="1803240" imgH="698400" progId="Equation.3">
                  <p:embed/>
                </p:oleObj>
              </mc:Choice>
              <mc:Fallback>
                <p:oleObj name="Equation" r:id="rId3" imgW="180324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28800"/>
                        <a:ext cx="4114800" cy="159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8469" name="Object 5"/>
          <p:cNvGraphicFramePr>
            <a:graphicFrameLocks noChangeAspect="1"/>
          </p:cNvGraphicFramePr>
          <p:nvPr/>
        </p:nvGraphicFramePr>
        <p:xfrm>
          <a:off x="533400" y="3581400"/>
          <a:ext cx="4191000" cy="166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475" name="Equation" r:id="rId5" imgW="1752480" imgH="698400" progId="Equation.3">
                  <p:embed/>
                </p:oleObj>
              </mc:Choice>
              <mc:Fallback>
                <p:oleObj name="Equation" r:id="rId5" imgW="175248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581400"/>
                        <a:ext cx="4191000" cy="166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8470" name="Object 6"/>
          <p:cNvGraphicFramePr>
            <a:graphicFrameLocks noChangeAspect="1"/>
          </p:cNvGraphicFramePr>
          <p:nvPr/>
        </p:nvGraphicFramePr>
        <p:xfrm>
          <a:off x="4724400" y="3590925"/>
          <a:ext cx="3124200" cy="166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476" name="Equation" r:id="rId7" imgW="1307880" imgH="698400" progId="Equation.3">
                  <p:embed/>
                </p:oleObj>
              </mc:Choice>
              <mc:Fallback>
                <p:oleObj name="Equation" r:id="rId7" imgW="130788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590925"/>
                        <a:ext cx="3124200" cy="166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466" grpId="0" autoUpdateAnimBg="0"/>
      <p:bldP spid="95846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49F-BFDF-4E7B-A80F-5D0D9FDF888D}" type="slidenum">
              <a:rPr lang="zh-CN" altLang="en-US"/>
              <a:pPr/>
              <a:t>13</a:t>
            </a:fld>
            <a:endParaRPr lang="zh-CN" altLang="en-US"/>
          </a:p>
        </p:txBody>
      </p:sp>
      <p:graphicFrame>
        <p:nvGraphicFramePr>
          <p:cNvPr id="959490" name="Object 2"/>
          <p:cNvGraphicFramePr>
            <a:graphicFrameLocks noChangeAspect="1"/>
          </p:cNvGraphicFramePr>
          <p:nvPr/>
        </p:nvGraphicFramePr>
        <p:xfrm>
          <a:off x="1524000" y="2133600"/>
          <a:ext cx="4922838" cy="226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9494" name="Equation" r:id="rId3" imgW="2044440" imgH="939600" progId="Equation.3">
                  <p:embed/>
                </p:oleObj>
              </mc:Choice>
              <mc:Fallback>
                <p:oleObj name="Equation" r:id="rId3" imgW="2044440" imgH="93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133600"/>
                        <a:ext cx="4922838" cy="226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949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38100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矩阵的数量乘法：</a:t>
            </a:r>
            <a:endParaRPr lang="zh-CN" altLang="en-US"/>
          </a:p>
        </p:txBody>
      </p:sp>
      <p:sp>
        <p:nvSpPr>
          <p:cNvPr id="959492" name="Text Box 4"/>
          <p:cNvSpPr txBox="1">
            <a:spLocks noChangeArrowheads="1"/>
          </p:cNvSpPr>
          <p:nvPr/>
        </p:nvSpPr>
        <p:spPr bwMode="auto">
          <a:xfrm>
            <a:off x="533400" y="1371600"/>
            <a:ext cx="731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定义</a:t>
            </a:r>
            <a:r>
              <a:rPr lang="zh-CN" altLang="en-US"/>
              <a:t>  数 </a:t>
            </a:r>
            <a:r>
              <a:rPr lang="en-US" altLang="zh-CN" i="1"/>
              <a:t>k </a:t>
            </a:r>
            <a:r>
              <a:rPr lang="zh-CN" altLang="en-US"/>
              <a:t>与矩阵 </a:t>
            </a:r>
            <a:r>
              <a:rPr lang="en-US" altLang="zh-CN" i="1"/>
              <a:t>A </a:t>
            </a:r>
            <a:r>
              <a:rPr lang="zh-CN" altLang="en-US"/>
              <a:t>的乘积记作 </a:t>
            </a:r>
            <a:r>
              <a:rPr lang="en-US" altLang="zh-CN" i="1"/>
              <a:t>kA</a:t>
            </a:r>
            <a:r>
              <a:rPr lang="en-US" altLang="zh-CN"/>
              <a:t>，</a:t>
            </a:r>
            <a:r>
              <a:rPr lang="zh-CN" altLang="en-US"/>
              <a:t>规定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1" grpId="0" autoUpdateAnimBg="0"/>
      <p:bldP spid="95949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2FE69-F015-485E-AC58-9A527E7C8B3C}" type="slidenum">
              <a:rPr lang="zh-CN" altLang="en-US"/>
              <a:pPr/>
              <a:t>14</a:t>
            </a:fld>
            <a:endParaRPr lang="zh-CN" altLang="en-US"/>
          </a:p>
        </p:txBody>
      </p:sp>
      <p:graphicFrame>
        <p:nvGraphicFramePr>
          <p:cNvPr id="960514" name="Object 2"/>
          <p:cNvGraphicFramePr>
            <a:graphicFrameLocks noChangeAspect="1"/>
          </p:cNvGraphicFramePr>
          <p:nvPr/>
        </p:nvGraphicFramePr>
        <p:xfrm>
          <a:off x="685800" y="1905000"/>
          <a:ext cx="381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32" name="Equation" r:id="rId3" imgW="1574640" imgH="203040" progId="Equation.3">
                  <p:embed/>
                </p:oleObj>
              </mc:Choice>
              <mc:Fallback>
                <p:oleObj name="Equation" r:id="rId3" imgW="157464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05000"/>
                        <a:ext cx="3810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5" name="Object 3"/>
          <p:cNvGraphicFramePr>
            <a:graphicFrameLocks noChangeAspect="1"/>
          </p:cNvGraphicFramePr>
          <p:nvPr/>
        </p:nvGraphicFramePr>
        <p:xfrm>
          <a:off x="685800" y="2590800"/>
          <a:ext cx="3733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33" name="Equation" r:id="rId5" imgW="1485720" imgH="203040" progId="Equation.3">
                  <p:embed/>
                </p:oleObj>
              </mc:Choice>
              <mc:Fallback>
                <p:oleObj name="Equation" r:id="rId5" imgW="148572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90800"/>
                        <a:ext cx="37338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0516" name="Object 4"/>
          <p:cNvGraphicFramePr>
            <a:graphicFrameLocks noChangeAspect="1"/>
          </p:cNvGraphicFramePr>
          <p:nvPr/>
        </p:nvGraphicFramePr>
        <p:xfrm>
          <a:off x="685800" y="3276600"/>
          <a:ext cx="29956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34" name="Equation" r:id="rId7" imgW="1218960" imgH="203040" progId="Equation.3">
                  <p:embed/>
                </p:oleObj>
              </mc:Choice>
              <mc:Fallback>
                <p:oleObj name="Equation" r:id="rId7" imgW="121896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29956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0517" name="Text Box 5"/>
          <p:cNvSpPr txBox="1">
            <a:spLocks noChangeArrowheads="1"/>
          </p:cNvSpPr>
          <p:nvPr/>
        </p:nvSpPr>
        <p:spPr bwMode="auto">
          <a:xfrm>
            <a:off x="609600" y="471488"/>
            <a:ext cx="5486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数乘矩阵的运算规律：</a:t>
            </a:r>
          </a:p>
        </p:txBody>
      </p:sp>
      <p:sp>
        <p:nvSpPr>
          <p:cNvPr id="960518" name="Rectangle 6"/>
          <p:cNvSpPr>
            <a:spLocks noChangeArrowheads="1"/>
          </p:cNvSpPr>
          <p:nvPr/>
        </p:nvSpPr>
        <p:spPr bwMode="auto">
          <a:xfrm>
            <a:off x="685800" y="4800600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加法和数乘合称为矩阵的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线性运算。</a:t>
            </a:r>
          </a:p>
        </p:txBody>
      </p:sp>
      <p:grpSp>
        <p:nvGrpSpPr>
          <p:cNvPr id="960519" name="Group 7"/>
          <p:cNvGrpSpPr>
            <a:grpSpLocks/>
          </p:cNvGrpSpPr>
          <p:nvPr/>
        </p:nvGrpSpPr>
        <p:grpSpPr bwMode="auto">
          <a:xfrm>
            <a:off x="533400" y="1233488"/>
            <a:ext cx="5888038" cy="560387"/>
            <a:chOff x="336" y="777"/>
            <a:chExt cx="3709" cy="353"/>
          </a:xfrm>
        </p:grpSpPr>
        <p:sp>
          <p:nvSpPr>
            <p:cNvPr id="960520" name="Text Box 8"/>
            <p:cNvSpPr txBox="1">
              <a:spLocks noChangeArrowheads="1"/>
            </p:cNvSpPr>
            <p:nvPr/>
          </p:nvSpPr>
          <p:spPr bwMode="auto">
            <a:xfrm>
              <a:off x="336" y="777"/>
              <a:ext cx="37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</a:rPr>
                <a:t>（设          为           矩阵，       为数）</a:t>
              </a:r>
            </a:p>
          </p:txBody>
        </p:sp>
        <p:graphicFrame>
          <p:nvGraphicFramePr>
            <p:cNvPr id="960521" name="Object 9"/>
            <p:cNvGraphicFramePr>
              <a:graphicFrameLocks noChangeAspect="1"/>
            </p:cNvGraphicFramePr>
            <p:nvPr/>
          </p:nvGraphicFramePr>
          <p:xfrm>
            <a:off x="2820" y="792"/>
            <a:ext cx="444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0535" name="Equation" r:id="rId9" imgW="266400" imgH="203040" progId="Equation.3">
                    <p:embed/>
                  </p:oleObj>
                </mc:Choice>
                <mc:Fallback>
                  <p:oleObj name="Equation" r:id="rId9" imgW="266400" imgH="2030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792"/>
                          <a:ext cx="444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0522" name="Object 10"/>
            <p:cNvGraphicFramePr>
              <a:graphicFrameLocks noChangeAspect="1"/>
            </p:cNvGraphicFramePr>
            <p:nvPr/>
          </p:nvGraphicFramePr>
          <p:xfrm>
            <a:off x="1680" y="880"/>
            <a:ext cx="552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0536" name="公式" r:id="rId11" imgW="876240" imgH="253800" progId="Equation.3">
                    <p:embed/>
                  </p:oleObj>
                </mc:Choice>
                <mc:Fallback>
                  <p:oleObj name="公式" r:id="rId11" imgW="876240" imgH="253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880"/>
                          <a:ext cx="552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0523" name="Object 11"/>
            <p:cNvGraphicFramePr>
              <a:graphicFrameLocks noChangeAspect="1"/>
            </p:cNvGraphicFramePr>
            <p:nvPr/>
          </p:nvGraphicFramePr>
          <p:xfrm>
            <a:off x="816" y="845"/>
            <a:ext cx="57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0537" name="Equation" r:id="rId13" imgW="914400" imgH="317160" progId="Equation.3">
                    <p:embed/>
                  </p:oleObj>
                </mc:Choice>
                <mc:Fallback>
                  <p:oleObj name="Equation" r:id="rId13" imgW="914400" imgH="31716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845"/>
                          <a:ext cx="57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0524" name="Object 12"/>
          <p:cNvGraphicFramePr>
            <a:graphicFrameLocks noChangeAspect="1"/>
          </p:cNvGraphicFramePr>
          <p:nvPr/>
        </p:nvGraphicFramePr>
        <p:xfrm>
          <a:off x="685800" y="3962400"/>
          <a:ext cx="33385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0538" name="Equation" r:id="rId15" imgW="1358640" imgH="203040" progId="Equation.3">
                  <p:embed/>
                </p:oleObj>
              </mc:Choice>
              <mc:Fallback>
                <p:oleObj name="Equation" r:id="rId15" imgW="135864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62400"/>
                        <a:ext cx="33385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0517" grpId="0" autoUpdateAnimBg="0"/>
      <p:bldP spid="96051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08702-4463-4FEA-A10E-AE52366B2C18}" type="slidenum">
              <a:rPr lang="zh-CN" altLang="en-US"/>
              <a:pPr/>
              <a:t>15</a:t>
            </a:fld>
            <a:endParaRPr lang="zh-CN" altLang="en-US"/>
          </a:p>
        </p:txBody>
      </p:sp>
      <p:graphicFrame>
        <p:nvGraphicFramePr>
          <p:cNvPr id="1008642" name="Object 2"/>
          <p:cNvGraphicFramePr>
            <a:graphicFrameLocks noChangeAspect="1"/>
          </p:cNvGraphicFramePr>
          <p:nvPr/>
        </p:nvGraphicFramePr>
        <p:xfrm>
          <a:off x="381000" y="71438"/>
          <a:ext cx="8763000" cy="206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4" name="Document" r:id="rId3" imgW="3692520" imgH="876240" progId="Word.Document.8">
                  <p:embed/>
                </p:oleObj>
              </mc:Choice>
              <mc:Fallback>
                <p:oleObj name="Document" r:id="rId3" imgW="3692520" imgH="8762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71438"/>
                        <a:ext cx="8763000" cy="206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8643" name="Text Box 3"/>
          <p:cNvSpPr txBox="1">
            <a:spLocks noChangeArrowheads="1"/>
          </p:cNvSpPr>
          <p:nvPr/>
        </p:nvSpPr>
        <p:spPr bwMode="auto">
          <a:xfrm>
            <a:off x="228600" y="5969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08644" name="Text Box 4"/>
          <p:cNvSpPr txBox="1">
            <a:spLocks noChangeArrowheads="1"/>
          </p:cNvSpPr>
          <p:nvPr/>
        </p:nvSpPr>
        <p:spPr bwMode="auto">
          <a:xfrm>
            <a:off x="228600" y="23241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08657" name="Object 17"/>
          <p:cNvGraphicFramePr>
            <a:graphicFrameLocks noChangeAspect="1"/>
          </p:cNvGraphicFramePr>
          <p:nvPr/>
        </p:nvGraphicFramePr>
        <p:xfrm>
          <a:off x="914400" y="2374900"/>
          <a:ext cx="13716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5" r:id="rId5" imgW="571004" imgH="177646" progId="Equation.3">
                  <p:embed/>
                </p:oleObj>
              </mc:Choice>
              <mc:Fallback>
                <p:oleObj r:id="rId5" imgW="571004" imgH="1776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74900"/>
                        <a:ext cx="137160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56" name="Object 16"/>
          <p:cNvGraphicFramePr>
            <a:graphicFrameLocks noChangeAspect="1"/>
          </p:cNvGraphicFramePr>
          <p:nvPr/>
        </p:nvGraphicFramePr>
        <p:xfrm>
          <a:off x="2286000" y="1803400"/>
          <a:ext cx="6477000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6" r:id="rId7" imgW="2806700" imgH="698500" progId="Equation.3">
                  <p:embed/>
                </p:oleObj>
              </mc:Choice>
              <mc:Fallback>
                <p:oleObj r:id="rId7" imgW="2806700" imgH="6985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803400"/>
                        <a:ext cx="6477000" cy="160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55" name="Object 15"/>
          <p:cNvGraphicFramePr>
            <a:graphicFrameLocks noChangeAspect="1"/>
          </p:cNvGraphicFramePr>
          <p:nvPr/>
        </p:nvGraphicFramePr>
        <p:xfrm>
          <a:off x="685800" y="3441700"/>
          <a:ext cx="6324600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7" r:id="rId9" imgW="2806700" imgH="698500" progId="Equation.3">
                  <p:embed/>
                </p:oleObj>
              </mc:Choice>
              <mc:Fallback>
                <p:oleObj r:id="rId9" imgW="2806700" imgH="6985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441700"/>
                        <a:ext cx="6324600" cy="156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8654" name="Object 14"/>
          <p:cNvGraphicFramePr>
            <a:graphicFrameLocks noChangeAspect="1"/>
          </p:cNvGraphicFramePr>
          <p:nvPr/>
        </p:nvGraphicFramePr>
        <p:xfrm>
          <a:off x="666750" y="5105400"/>
          <a:ext cx="362585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668" name="Equation" r:id="rId11" imgW="1523880" imgH="698400" progId="Equation.3">
                  <p:embed/>
                </p:oleObj>
              </mc:Choice>
              <mc:Fallback>
                <p:oleObj name="Equation" r:id="rId11" imgW="1523880" imgH="698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5105400"/>
                        <a:ext cx="362585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0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8643" grpId="0" autoUpdateAnimBg="0"/>
      <p:bldP spid="100864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7FF50-A1F0-4941-8916-BE1E8B56B5C1}" type="slidenum">
              <a:rPr lang="zh-CN" altLang="en-US"/>
              <a:pPr/>
              <a:t>16</a:t>
            </a:fld>
            <a:endParaRPr lang="zh-CN" altLang="en-US"/>
          </a:p>
        </p:txBody>
      </p:sp>
      <p:sp>
        <p:nvSpPr>
          <p:cNvPr id="961538" name="Text Box 2"/>
          <p:cNvSpPr txBox="1">
            <a:spLocks noChangeArrowheads="1"/>
          </p:cNvSpPr>
          <p:nvPr/>
        </p:nvSpPr>
        <p:spPr bwMode="auto">
          <a:xfrm>
            <a:off x="381000" y="161290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/>
              <a:t>求 2</a:t>
            </a:r>
            <a:r>
              <a:rPr kumimoji="0" lang="en-US" altLang="zh-CN" i="1"/>
              <a:t>A</a:t>
            </a:r>
            <a:r>
              <a:rPr kumimoji="0" lang="en-US" altLang="zh-CN">
                <a:latin typeface="Symbol" panose="05050102010706020507" pitchFamily="18" charset="2"/>
              </a:rPr>
              <a:t>-</a:t>
            </a:r>
            <a:r>
              <a:rPr kumimoji="0" lang="en-US" altLang="zh-CN" i="1"/>
              <a:t>B </a:t>
            </a:r>
            <a:r>
              <a:rPr kumimoji="0" lang="zh-CN" altLang="en-US"/>
              <a:t>.</a:t>
            </a:r>
            <a:endParaRPr kumimoji="0" lang="en-US" altLang="zh-CN"/>
          </a:p>
        </p:txBody>
      </p:sp>
      <p:sp>
        <p:nvSpPr>
          <p:cNvPr id="961539" name="Text Box 3"/>
          <p:cNvSpPr txBox="1">
            <a:spLocks noChangeArrowheads="1"/>
          </p:cNvSpPr>
          <p:nvPr/>
        </p:nvSpPr>
        <p:spPr bwMode="auto">
          <a:xfrm>
            <a:off x="381000" y="6223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 已知</a:t>
            </a:r>
          </a:p>
        </p:txBody>
      </p:sp>
      <p:sp>
        <p:nvSpPr>
          <p:cNvPr id="961540" name="Text Box 4"/>
          <p:cNvSpPr txBox="1">
            <a:spLocks noChangeArrowheads="1"/>
          </p:cNvSpPr>
          <p:nvPr/>
        </p:nvSpPr>
        <p:spPr bwMode="auto">
          <a:xfrm>
            <a:off x="419100" y="24907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61541" name="Object 5"/>
          <p:cNvGraphicFramePr>
            <a:graphicFrameLocks noChangeAspect="1"/>
          </p:cNvGraphicFramePr>
          <p:nvPr/>
        </p:nvGraphicFramePr>
        <p:xfrm>
          <a:off x="2171700" y="355600"/>
          <a:ext cx="27432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66" name="Equation" r:id="rId3" imgW="1143000" imgH="469800" progId="Equation.3">
                  <p:embed/>
                </p:oleObj>
              </mc:Choice>
              <mc:Fallback>
                <p:oleObj name="Equation" r:id="rId3" imgW="114300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55600"/>
                        <a:ext cx="2743200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2" name="Object 6"/>
          <p:cNvGraphicFramePr>
            <a:graphicFrameLocks noChangeAspect="1"/>
          </p:cNvGraphicFramePr>
          <p:nvPr/>
        </p:nvGraphicFramePr>
        <p:xfrm>
          <a:off x="5029200" y="368300"/>
          <a:ext cx="28194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67" name="Equation" r:id="rId5" imgW="1168200" imgH="469800" progId="Equation.3">
                  <p:embed/>
                </p:oleObj>
              </mc:Choice>
              <mc:Fallback>
                <p:oleObj name="Equation" r:id="rId5" imgW="116820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68300"/>
                        <a:ext cx="2819400" cy="1135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3" name="Object 7"/>
          <p:cNvGraphicFramePr>
            <a:graphicFrameLocks noChangeAspect="1"/>
          </p:cNvGraphicFramePr>
          <p:nvPr/>
        </p:nvGraphicFramePr>
        <p:xfrm>
          <a:off x="1219200" y="2565400"/>
          <a:ext cx="11430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68" name="Equation" r:id="rId7" imgW="482400" imgH="164880" progId="Equation.3">
                  <p:embed/>
                </p:oleObj>
              </mc:Choice>
              <mc:Fallback>
                <p:oleObj name="Equation" r:id="rId7" imgW="482400" imgH="1648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65400"/>
                        <a:ext cx="114300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4" name="Object 8"/>
          <p:cNvGraphicFramePr>
            <a:graphicFrameLocks noChangeAspect="1"/>
          </p:cNvGraphicFramePr>
          <p:nvPr/>
        </p:nvGraphicFramePr>
        <p:xfrm>
          <a:off x="2362200" y="2222500"/>
          <a:ext cx="46482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69" name="Equation" r:id="rId9" imgW="1930320" imgH="469800" progId="Equation.3">
                  <p:embed/>
                </p:oleObj>
              </mc:Choice>
              <mc:Fallback>
                <p:oleObj name="Equation" r:id="rId9" imgW="193032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22500"/>
                        <a:ext cx="4648200" cy="112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5" name="Object 9"/>
          <p:cNvGraphicFramePr>
            <a:graphicFrameLocks noChangeAspect="1"/>
          </p:cNvGraphicFramePr>
          <p:nvPr/>
        </p:nvGraphicFramePr>
        <p:xfrm>
          <a:off x="1265238" y="3657600"/>
          <a:ext cx="4479925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70" name="Equation" r:id="rId11" imgW="1866600" imgH="469800" progId="Equation.3">
                  <p:embed/>
                </p:oleObj>
              </mc:Choice>
              <mc:Fallback>
                <p:oleObj name="Equation" r:id="rId11" imgW="186660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3657600"/>
                        <a:ext cx="4479925" cy="112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1546" name="Object 10"/>
          <p:cNvGraphicFramePr>
            <a:graphicFrameLocks noChangeAspect="1"/>
          </p:cNvGraphicFramePr>
          <p:nvPr/>
        </p:nvGraphicFramePr>
        <p:xfrm>
          <a:off x="1273175" y="5105400"/>
          <a:ext cx="26670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71" name="Equation" r:id="rId13" imgW="1117440" imgH="469800" progId="Equation.3">
                  <p:embed/>
                </p:oleObj>
              </mc:Choice>
              <mc:Fallback>
                <p:oleObj name="Equation" r:id="rId13" imgW="111744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5105400"/>
                        <a:ext cx="2667000" cy="112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6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6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6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6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6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6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6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1538" grpId="0" autoUpdateAnimBg="0"/>
      <p:bldP spid="961539" grpId="0" autoUpdateAnimBg="0"/>
      <p:bldP spid="96154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2C33-B6E1-4710-84BE-1A8B315DC84F}" type="slidenum">
              <a:rPr lang="zh-CN" altLang="en-US"/>
              <a:pPr/>
              <a:t>17</a:t>
            </a:fld>
            <a:endParaRPr lang="zh-CN" altLang="en-US"/>
          </a:p>
        </p:txBody>
      </p:sp>
      <p:sp>
        <p:nvSpPr>
          <p:cNvPr id="962562" name="Text Box 2050"/>
          <p:cNvSpPr txBox="1">
            <a:spLocks noChangeArrowheads="1"/>
          </p:cNvSpPr>
          <p:nvPr/>
        </p:nvSpPr>
        <p:spPr bwMode="auto">
          <a:xfrm>
            <a:off x="381000" y="2428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已知</a:t>
            </a:r>
          </a:p>
        </p:txBody>
      </p:sp>
      <p:sp>
        <p:nvSpPr>
          <p:cNvPr id="962563" name="Text Box 2051"/>
          <p:cNvSpPr txBox="1">
            <a:spLocks noChangeArrowheads="1"/>
          </p:cNvSpPr>
          <p:nvPr/>
        </p:nvSpPr>
        <p:spPr bwMode="auto">
          <a:xfrm>
            <a:off x="381000" y="2590800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/>
              <a:t>且</a:t>
            </a:r>
            <a:r>
              <a:rPr kumimoji="0" lang="en-US" altLang="zh-CN" i="1"/>
              <a:t>A</a:t>
            </a:r>
            <a:r>
              <a:rPr kumimoji="0" lang="en-US" altLang="zh-CN" sz="1600" i="1"/>
              <a:t> </a:t>
            </a:r>
            <a:r>
              <a:rPr kumimoji="0" lang="en-US" altLang="zh-CN"/>
              <a:t>+</a:t>
            </a:r>
            <a:r>
              <a:rPr kumimoji="0" lang="en-US" altLang="zh-CN" sz="1600" i="1"/>
              <a:t> </a:t>
            </a:r>
            <a:r>
              <a:rPr kumimoji="0" lang="en-US" altLang="zh-CN"/>
              <a:t>2</a:t>
            </a:r>
            <a:r>
              <a:rPr kumimoji="0" lang="en-US" altLang="zh-CN" i="1"/>
              <a:t>X</a:t>
            </a:r>
            <a:r>
              <a:rPr kumimoji="0" lang="en-US" altLang="zh-CN" sz="1600" i="1"/>
              <a:t> </a:t>
            </a:r>
            <a:r>
              <a:rPr kumimoji="0" lang="en-US" altLang="zh-CN"/>
              <a:t>=</a:t>
            </a:r>
            <a:r>
              <a:rPr kumimoji="0" lang="en-US" altLang="zh-CN" sz="1600" i="1"/>
              <a:t> </a:t>
            </a:r>
            <a:r>
              <a:rPr kumimoji="0" lang="en-US" altLang="zh-CN" i="1"/>
              <a:t>B</a:t>
            </a:r>
            <a:r>
              <a:rPr kumimoji="0" lang="en-US" altLang="zh-CN"/>
              <a:t>，</a:t>
            </a:r>
            <a:r>
              <a:rPr kumimoji="0" lang="zh-CN" altLang="en-US"/>
              <a:t>求</a:t>
            </a:r>
            <a:r>
              <a:rPr kumimoji="0" lang="en-US" altLang="zh-CN" i="1"/>
              <a:t>X</a:t>
            </a:r>
            <a:r>
              <a:rPr kumimoji="0" lang="en-US" altLang="zh-CN"/>
              <a:t>。</a:t>
            </a:r>
          </a:p>
        </p:txBody>
      </p:sp>
      <p:sp>
        <p:nvSpPr>
          <p:cNvPr id="962564" name="Text Box 2052"/>
          <p:cNvSpPr txBox="1">
            <a:spLocks noChangeArrowheads="1"/>
          </p:cNvSpPr>
          <p:nvPr/>
        </p:nvSpPr>
        <p:spPr bwMode="auto">
          <a:xfrm>
            <a:off x="381000" y="3481388"/>
            <a:ext cx="538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62565" name="Object 2053"/>
          <p:cNvGraphicFramePr>
            <a:graphicFrameLocks noChangeAspect="1"/>
          </p:cNvGraphicFramePr>
          <p:nvPr/>
        </p:nvGraphicFramePr>
        <p:xfrm>
          <a:off x="838200" y="838200"/>
          <a:ext cx="3429000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89" name="Equation" r:id="rId3" imgW="1371600" imgH="698400" progId="Equation.3">
                  <p:embed/>
                </p:oleObj>
              </mc:Choice>
              <mc:Fallback>
                <p:oleObj name="Equation" r:id="rId3" imgW="1371600" imgH="698400" progId="Equation.3">
                  <p:embed/>
                  <p:pic>
                    <p:nvPicPr>
                      <p:cNvPr id="0" name="Object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838200"/>
                        <a:ext cx="3429000" cy="173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6" name="Object 2054"/>
          <p:cNvGraphicFramePr>
            <a:graphicFrameLocks noChangeAspect="1"/>
          </p:cNvGraphicFramePr>
          <p:nvPr/>
        </p:nvGraphicFramePr>
        <p:xfrm>
          <a:off x="4495800" y="838200"/>
          <a:ext cx="3398838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90" name="Equation" r:id="rId5" imgW="1384200" imgH="698400" progId="Equation.3">
                  <p:embed/>
                </p:oleObj>
              </mc:Choice>
              <mc:Fallback>
                <p:oleObj name="Equation" r:id="rId5" imgW="1384200" imgH="698400" progId="Equation.3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838200"/>
                        <a:ext cx="3398838" cy="170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7" name="Object 2055"/>
          <p:cNvGraphicFramePr>
            <a:graphicFrameLocks noChangeAspect="1"/>
          </p:cNvGraphicFramePr>
          <p:nvPr/>
        </p:nvGraphicFramePr>
        <p:xfrm>
          <a:off x="1295400" y="3276600"/>
          <a:ext cx="22764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91" name="Equation" r:id="rId7" imgW="927000" imgH="406080" progId="Equation.3">
                  <p:embed/>
                </p:oleObj>
              </mc:Choice>
              <mc:Fallback>
                <p:oleObj name="Equation" r:id="rId7" imgW="927000" imgH="406080" progId="Equation.3">
                  <p:embed/>
                  <p:pic>
                    <p:nvPicPr>
                      <p:cNvPr id="0" name="Object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276600"/>
                        <a:ext cx="2276475" cy="992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8" name="Object 2056"/>
          <p:cNvGraphicFramePr>
            <a:graphicFrameLocks noChangeAspect="1"/>
          </p:cNvGraphicFramePr>
          <p:nvPr/>
        </p:nvGraphicFramePr>
        <p:xfrm>
          <a:off x="3505200" y="2895600"/>
          <a:ext cx="3709988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92" name="Equation" r:id="rId9" imgW="1511280" imgH="698400" progId="Equation.3">
                  <p:embed/>
                </p:oleObj>
              </mc:Choice>
              <mc:Fallback>
                <p:oleObj name="Equation" r:id="rId9" imgW="1511280" imgH="698400" progId="Equation.3">
                  <p:embed/>
                  <p:pic>
                    <p:nvPicPr>
                      <p:cNvPr id="0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95600"/>
                        <a:ext cx="3709988" cy="170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69" name="Object 2057"/>
          <p:cNvGraphicFramePr>
            <a:graphicFrameLocks noChangeAspect="1"/>
          </p:cNvGraphicFramePr>
          <p:nvPr/>
        </p:nvGraphicFramePr>
        <p:xfrm>
          <a:off x="609600" y="4419600"/>
          <a:ext cx="3679825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93" name="Equation" r:id="rId11" imgW="1498320" imgH="888840" progId="Equation.3">
                  <p:embed/>
                </p:oleObj>
              </mc:Choice>
              <mc:Fallback>
                <p:oleObj name="Equation" r:id="rId11" imgW="1498320" imgH="888840" progId="Equation.3">
                  <p:embed/>
                  <p:pic>
                    <p:nvPicPr>
                      <p:cNvPr id="0" name="Object 2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419600"/>
                        <a:ext cx="3679825" cy="217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6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6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6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6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6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6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62" grpId="0" autoUpdateAnimBg="0"/>
      <p:bldP spid="962563" grpId="0" autoUpdateAnimBg="0"/>
      <p:bldP spid="96256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AD1FC-132A-4036-849C-95F15AD2EB1A}" type="slidenum">
              <a:rPr lang="zh-CN" altLang="en-US"/>
              <a:pPr/>
              <a:t>18</a:t>
            </a:fld>
            <a:endParaRPr lang="zh-CN" altLang="en-US"/>
          </a:p>
        </p:txBody>
      </p:sp>
      <p:sp>
        <p:nvSpPr>
          <p:cNvPr id="100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0386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 矩阵的乘法</a:t>
            </a:r>
          </a:p>
        </p:txBody>
      </p:sp>
      <p:graphicFrame>
        <p:nvGraphicFramePr>
          <p:cNvPr id="1009677" name="Object 13"/>
          <p:cNvGraphicFramePr>
            <a:graphicFrameLocks noChangeAspect="1"/>
          </p:cNvGraphicFramePr>
          <p:nvPr/>
        </p:nvGraphicFramePr>
        <p:xfrm>
          <a:off x="762000" y="2757488"/>
          <a:ext cx="63246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689" name="Equation" r:id="rId3" imgW="2539800" imgH="431640" progId="Equation.3">
                  <p:embed/>
                </p:oleObj>
              </mc:Choice>
              <mc:Fallback>
                <p:oleObj name="Equation" r:id="rId3" imgW="2539800" imgH="431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757488"/>
                        <a:ext cx="632460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78" name="Object 14"/>
          <p:cNvGraphicFramePr>
            <a:graphicFrameLocks noChangeAspect="1"/>
          </p:cNvGraphicFramePr>
          <p:nvPr/>
        </p:nvGraphicFramePr>
        <p:xfrm>
          <a:off x="1524000" y="3900488"/>
          <a:ext cx="39243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690" name="Equation" r:id="rId5" imgW="3924000" imgH="419040" progId="Equation.3">
                  <p:embed/>
                </p:oleObj>
              </mc:Choice>
              <mc:Fallback>
                <p:oleObj name="Equation" r:id="rId5" imgW="3924000" imgH="419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900488"/>
                        <a:ext cx="39243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9679" name="Text Box 15"/>
          <p:cNvSpPr txBox="1">
            <a:spLocks noChangeArrowheads="1"/>
          </p:cNvSpPr>
          <p:nvPr/>
        </p:nvSpPr>
        <p:spPr bwMode="auto">
          <a:xfrm>
            <a:off x="509588" y="4586288"/>
            <a:ext cx="3452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并把此乘积记作</a:t>
            </a:r>
          </a:p>
        </p:txBody>
      </p:sp>
      <p:graphicFrame>
        <p:nvGraphicFramePr>
          <p:cNvPr id="1009680" name="Object 16"/>
          <p:cNvGraphicFramePr>
            <a:graphicFrameLocks noChangeAspect="1"/>
          </p:cNvGraphicFramePr>
          <p:nvPr/>
        </p:nvGraphicFramePr>
        <p:xfrm>
          <a:off x="3276600" y="4691063"/>
          <a:ext cx="1333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691" name="公式" r:id="rId7" imgW="1333440" imgH="330120" progId="Equation.3">
                  <p:embed/>
                </p:oleObj>
              </mc:Choice>
              <mc:Fallback>
                <p:oleObj name="公式" r:id="rId7" imgW="1333440" imgH="33012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691063"/>
                        <a:ext cx="1333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81" name="Object 17"/>
          <p:cNvGraphicFramePr>
            <a:graphicFrameLocks noChangeAspect="1"/>
          </p:cNvGraphicFramePr>
          <p:nvPr/>
        </p:nvGraphicFramePr>
        <p:xfrm>
          <a:off x="381000" y="1157288"/>
          <a:ext cx="8151813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692" name="Document" r:id="rId9" imgW="3070800" imgH="655560" progId="Word.Document.8">
                  <p:embed/>
                </p:oleObj>
              </mc:Choice>
              <mc:Fallback>
                <p:oleObj name="Document" r:id="rId9" imgW="3070800" imgH="65556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57288"/>
                        <a:ext cx="8151813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9682" name="Text Box 18"/>
          <p:cNvSpPr txBox="1">
            <a:spLocks noChangeArrowheads="1"/>
          </p:cNvSpPr>
          <p:nvPr/>
        </p:nvSpPr>
        <p:spPr bwMode="auto">
          <a:xfrm>
            <a:off x="381000" y="11572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009683" name="Oval 19"/>
          <p:cNvSpPr>
            <a:spLocks noChangeArrowheads="1"/>
          </p:cNvSpPr>
          <p:nvPr/>
        </p:nvSpPr>
        <p:spPr bwMode="auto">
          <a:xfrm>
            <a:off x="4648200" y="1081088"/>
            <a:ext cx="990600" cy="6858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09684" name="Oval 20"/>
          <p:cNvSpPr>
            <a:spLocks noChangeArrowheads="1"/>
          </p:cNvSpPr>
          <p:nvPr/>
        </p:nvSpPr>
        <p:spPr bwMode="auto">
          <a:xfrm>
            <a:off x="1066800" y="1712913"/>
            <a:ext cx="914400" cy="6096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00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9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09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09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09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09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9666" grpId="0" autoUpdateAnimBg="0"/>
      <p:bldP spid="1009679" grpId="0" autoUpdateAnimBg="0"/>
      <p:bldP spid="100968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160A-A5DD-44F9-A20E-64461657C09C}" type="slidenum">
              <a:rPr lang="zh-CN" altLang="en-US"/>
              <a:pPr/>
              <a:t>19</a:t>
            </a:fld>
            <a:endParaRPr lang="zh-CN" altLang="en-US"/>
          </a:p>
        </p:txBody>
      </p:sp>
      <p:graphicFrame>
        <p:nvGraphicFramePr>
          <p:cNvPr id="964610" name="Object 2050"/>
          <p:cNvGraphicFramePr>
            <a:graphicFrameLocks noChangeAspect="1"/>
          </p:cNvGraphicFramePr>
          <p:nvPr/>
        </p:nvGraphicFramePr>
        <p:xfrm>
          <a:off x="1143000" y="0"/>
          <a:ext cx="63246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15" name="Equation" r:id="rId3" imgW="2539800" imgH="431640" progId="Equation.3">
                  <p:embed/>
                </p:oleObj>
              </mc:Choice>
              <mc:Fallback>
                <p:oleObj name="Equation" r:id="rId3" imgW="2539800" imgH="431640" progId="Equation.3">
                  <p:embed/>
                  <p:pic>
                    <p:nvPicPr>
                      <p:cNvPr id="0" name="Object 2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0"/>
                        <a:ext cx="632460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1" name="Object 2051"/>
          <p:cNvGraphicFramePr>
            <a:graphicFrameLocks noChangeAspect="1"/>
          </p:cNvGraphicFramePr>
          <p:nvPr/>
        </p:nvGraphicFramePr>
        <p:xfrm>
          <a:off x="152400" y="2205038"/>
          <a:ext cx="914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16" name="公式" r:id="rId5" imgW="825480" imgH="253800" progId="Equation.3">
                  <p:embed/>
                </p:oleObj>
              </mc:Choice>
              <mc:Fallback>
                <p:oleObj name="公式" r:id="rId5" imgW="825480" imgH="253800" progId="Equation.3">
                  <p:embed/>
                  <p:pic>
                    <p:nvPicPr>
                      <p:cNvPr id="0" name="Object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05038"/>
                        <a:ext cx="914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2" name="Object 2052"/>
          <p:cNvGraphicFramePr>
            <a:graphicFrameLocks noChangeAspect="1"/>
          </p:cNvGraphicFramePr>
          <p:nvPr/>
        </p:nvGraphicFramePr>
        <p:xfrm>
          <a:off x="8077200" y="2146300"/>
          <a:ext cx="8382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17" name="公式" r:id="rId7" imgW="723600" imgH="253800" progId="Equation.3">
                  <p:embed/>
                </p:oleObj>
              </mc:Choice>
              <mc:Fallback>
                <p:oleObj name="公式" r:id="rId7" imgW="723600" imgH="253800" progId="Equation.3">
                  <p:embed/>
                  <p:pic>
                    <p:nvPicPr>
                      <p:cNvPr id="0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146300"/>
                        <a:ext cx="8382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3" name="Object 2053"/>
          <p:cNvGraphicFramePr>
            <a:graphicFrameLocks noChangeAspect="1"/>
          </p:cNvGraphicFramePr>
          <p:nvPr/>
        </p:nvGraphicFramePr>
        <p:xfrm>
          <a:off x="5257800" y="4964113"/>
          <a:ext cx="10668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18" name="Equation" r:id="rId9" imgW="380880" imgH="139680" progId="Equation.3">
                  <p:embed/>
                </p:oleObj>
              </mc:Choice>
              <mc:Fallback>
                <p:oleObj name="Equation" r:id="rId9" imgW="380880" imgH="139680" progId="Equation.3">
                  <p:embed/>
                  <p:pic>
                    <p:nvPicPr>
                      <p:cNvPr id="0" name="Object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964113"/>
                        <a:ext cx="10668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4614" name="Object 2054"/>
          <p:cNvGraphicFramePr>
            <a:graphicFrameLocks noChangeAspect="1"/>
          </p:cNvGraphicFramePr>
          <p:nvPr/>
        </p:nvGraphicFramePr>
        <p:xfrm>
          <a:off x="1143000" y="990600"/>
          <a:ext cx="3200400" cy="270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19" name="Equation" r:id="rId11" imgW="1384200" imgH="1168200" progId="Equation.3">
                  <p:embed/>
                </p:oleObj>
              </mc:Choice>
              <mc:Fallback>
                <p:oleObj name="Equation" r:id="rId11" imgW="1384200" imgH="1168200" progId="Equation.3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990600"/>
                        <a:ext cx="3200400" cy="270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4615" name="Rectangle 2055"/>
          <p:cNvSpPr>
            <a:spLocks noChangeArrowheads="1"/>
          </p:cNvSpPr>
          <p:nvPr/>
        </p:nvSpPr>
        <p:spPr bwMode="auto">
          <a:xfrm>
            <a:off x="1293813" y="2090738"/>
            <a:ext cx="2897187" cy="5334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964616" name="Object 2056"/>
          <p:cNvGraphicFramePr>
            <a:graphicFrameLocks noChangeAspect="1"/>
          </p:cNvGraphicFramePr>
          <p:nvPr/>
        </p:nvGraphicFramePr>
        <p:xfrm>
          <a:off x="4343400" y="1201738"/>
          <a:ext cx="3733800" cy="224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20" name="Equation" r:id="rId13" imgW="1562040" imgH="939600" progId="Equation.3">
                  <p:embed/>
                </p:oleObj>
              </mc:Choice>
              <mc:Fallback>
                <p:oleObj name="Equation" r:id="rId13" imgW="1562040" imgH="939600" progId="Equation.3">
                  <p:embed/>
                  <p:pic>
                    <p:nvPicPr>
                      <p:cNvPr id="0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201738"/>
                        <a:ext cx="3733800" cy="224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4617" name="Rectangle 2057"/>
          <p:cNvSpPr>
            <a:spLocks noChangeArrowheads="1"/>
          </p:cNvSpPr>
          <p:nvPr/>
        </p:nvSpPr>
        <p:spPr bwMode="auto">
          <a:xfrm>
            <a:off x="5867400" y="1136650"/>
            <a:ext cx="609600" cy="22860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964618" name="Object 2058"/>
          <p:cNvGraphicFramePr>
            <a:graphicFrameLocks noChangeAspect="1"/>
          </p:cNvGraphicFramePr>
          <p:nvPr/>
        </p:nvGraphicFramePr>
        <p:xfrm>
          <a:off x="1143000" y="3657600"/>
          <a:ext cx="3816350" cy="306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821" name="Equation" r:id="rId15" imgW="1739880" imgH="1168200" progId="Equation.3">
                  <p:embed/>
                </p:oleObj>
              </mc:Choice>
              <mc:Fallback>
                <p:oleObj name="Equation" r:id="rId15" imgW="1739880" imgH="1168200" progId="Equation.3">
                  <p:embed/>
                  <p:pic>
                    <p:nvPicPr>
                      <p:cNvPr id="0" name="Object 2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657600"/>
                        <a:ext cx="3816350" cy="306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4619" name="Rectangle 2059"/>
          <p:cNvSpPr>
            <a:spLocks noChangeArrowheads="1"/>
          </p:cNvSpPr>
          <p:nvPr/>
        </p:nvSpPr>
        <p:spPr bwMode="auto">
          <a:xfrm>
            <a:off x="2895600" y="4908550"/>
            <a:ext cx="609600" cy="6096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6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64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64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6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6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6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FECB-9698-42EF-9B30-D5B9241DC7BB}" type="slidenum">
              <a:rPr lang="zh-CN" altLang="en-US"/>
              <a:pPr/>
              <a:t>20</a:t>
            </a:fld>
            <a:endParaRPr lang="zh-CN" altLang="en-US"/>
          </a:p>
        </p:txBody>
      </p:sp>
      <p:sp>
        <p:nvSpPr>
          <p:cNvPr id="965634" name="Rectangle 2"/>
          <p:cNvSpPr>
            <a:spLocks noChangeArrowheads="1"/>
          </p:cNvSpPr>
          <p:nvPr/>
        </p:nvSpPr>
        <p:spPr bwMode="auto">
          <a:xfrm>
            <a:off x="228600" y="304800"/>
            <a:ext cx="84582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注意</a:t>
            </a:r>
            <a:r>
              <a:rPr lang="zh-CN" altLang="en-US"/>
              <a:t>　</a:t>
            </a:r>
            <a:r>
              <a:rPr lang="zh-CN" altLang="en-US">
                <a:solidFill>
                  <a:schemeClr val="tx2"/>
                </a:solidFill>
              </a:rPr>
              <a:t>只有当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左边矩阵的</a:t>
            </a:r>
            <a:r>
              <a:rPr lang="zh-CN" altLang="en-US" u="sng">
                <a:solidFill>
                  <a:srgbClr val="0033CC"/>
                </a:solidFill>
                <a:ea typeface="黑体" panose="02010609060101010101" pitchFamily="49" charset="-122"/>
              </a:rPr>
              <a:t>列数</a:t>
            </a:r>
            <a:r>
              <a:rPr lang="zh-CN" altLang="en-US">
                <a:solidFill>
                  <a:schemeClr val="tx2"/>
                </a:solidFill>
              </a:rPr>
              <a:t>等于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右边矩阵的</a:t>
            </a:r>
            <a:r>
              <a:rPr lang="zh-CN" altLang="en-US" u="sng">
                <a:solidFill>
                  <a:srgbClr val="0033CC"/>
                </a:solidFill>
                <a:ea typeface="黑体" panose="02010609060101010101" pitchFamily="49" charset="-122"/>
              </a:rPr>
              <a:t>行数</a:t>
            </a:r>
            <a:r>
              <a:rPr lang="zh-CN" altLang="en-US">
                <a:solidFill>
                  <a:schemeClr val="tx2"/>
                </a:solidFill>
              </a:rPr>
              <a:t>时，两个矩阵才能相乘.</a:t>
            </a:r>
          </a:p>
        </p:txBody>
      </p:sp>
      <p:sp>
        <p:nvSpPr>
          <p:cNvPr id="965635" name="Text Box 3"/>
          <p:cNvSpPr txBox="1">
            <a:spLocks noChangeArrowheads="1"/>
          </p:cNvSpPr>
          <p:nvPr/>
        </p:nvSpPr>
        <p:spPr bwMode="auto">
          <a:xfrm>
            <a:off x="457200" y="2057400"/>
            <a:ext cx="1255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例如，</a:t>
            </a:r>
          </a:p>
        </p:txBody>
      </p:sp>
      <p:grpSp>
        <p:nvGrpSpPr>
          <p:cNvPr id="965636" name="Group 4"/>
          <p:cNvGrpSpPr>
            <a:grpSpLocks/>
          </p:cNvGrpSpPr>
          <p:nvPr/>
        </p:nvGrpSpPr>
        <p:grpSpPr bwMode="auto">
          <a:xfrm>
            <a:off x="1600200" y="1524000"/>
            <a:ext cx="5346700" cy="1752600"/>
            <a:chOff x="1104" y="1104"/>
            <a:chExt cx="3368" cy="1104"/>
          </a:xfrm>
        </p:grpSpPr>
        <p:graphicFrame>
          <p:nvGraphicFramePr>
            <p:cNvPr id="965637" name="Object 5"/>
            <p:cNvGraphicFramePr>
              <a:graphicFrameLocks noChangeAspect="1"/>
            </p:cNvGraphicFramePr>
            <p:nvPr/>
          </p:nvGraphicFramePr>
          <p:xfrm>
            <a:off x="1104" y="1104"/>
            <a:ext cx="2208" cy="1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834" name="Equation" r:id="rId3" imgW="1422360" imgH="711000" progId="Equation.3">
                    <p:embed/>
                  </p:oleObj>
                </mc:Choice>
                <mc:Fallback>
                  <p:oleObj name="Equation" r:id="rId3" imgW="1422360" imgH="711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104"/>
                          <a:ext cx="2208" cy="1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5638" name="Text Box 6"/>
            <p:cNvSpPr txBox="1">
              <a:spLocks noChangeArrowheads="1"/>
            </p:cNvSpPr>
            <p:nvPr/>
          </p:nvSpPr>
          <p:spPr bwMode="auto">
            <a:xfrm>
              <a:off x="3456" y="1488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有意义，</a:t>
              </a:r>
            </a:p>
          </p:txBody>
        </p:sp>
      </p:grpSp>
      <p:grpSp>
        <p:nvGrpSpPr>
          <p:cNvPr id="965639" name="Group 7"/>
          <p:cNvGrpSpPr>
            <a:grpSpLocks/>
          </p:cNvGrpSpPr>
          <p:nvPr/>
        </p:nvGrpSpPr>
        <p:grpSpPr bwMode="auto">
          <a:xfrm>
            <a:off x="533400" y="3505200"/>
            <a:ext cx="6059488" cy="1625600"/>
            <a:chOff x="432" y="2544"/>
            <a:chExt cx="3817" cy="1024"/>
          </a:xfrm>
        </p:grpSpPr>
        <p:graphicFrame>
          <p:nvGraphicFramePr>
            <p:cNvPr id="965640" name="Object 8"/>
            <p:cNvGraphicFramePr>
              <a:graphicFrameLocks noChangeAspect="1"/>
            </p:cNvGraphicFramePr>
            <p:nvPr/>
          </p:nvGraphicFramePr>
          <p:xfrm>
            <a:off x="977" y="2544"/>
            <a:ext cx="2136" cy="1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835" name="Equation" r:id="rId5" imgW="3390840" imgH="1625400" progId="Equation.3">
                    <p:embed/>
                  </p:oleObj>
                </mc:Choice>
                <mc:Fallback>
                  <p:oleObj name="Equation" r:id="rId5" imgW="3390840" imgH="1625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7" y="2544"/>
                          <a:ext cx="2136" cy="10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5641" name="Text Box 9"/>
            <p:cNvSpPr txBox="1">
              <a:spLocks noChangeArrowheads="1"/>
            </p:cNvSpPr>
            <p:nvPr/>
          </p:nvSpPr>
          <p:spPr bwMode="auto">
            <a:xfrm>
              <a:off x="3233" y="2866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无意义。</a:t>
              </a:r>
            </a:p>
          </p:txBody>
        </p:sp>
        <p:sp>
          <p:nvSpPr>
            <p:cNvPr id="965642" name="Text Box 10"/>
            <p:cNvSpPr txBox="1">
              <a:spLocks noChangeArrowheads="1"/>
            </p:cNvSpPr>
            <p:nvPr/>
          </p:nvSpPr>
          <p:spPr bwMode="auto">
            <a:xfrm>
              <a:off x="432" y="2832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而</a:t>
              </a: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4" grpId="0" autoUpdateAnimBg="0"/>
      <p:bldP spid="96563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2402A-3C27-468C-A665-436F70984F2A}" type="slidenum">
              <a:rPr lang="zh-CN" altLang="en-US"/>
              <a:pPr/>
              <a:t>21</a:t>
            </a:fld>
            <a:endParaRPr lang="zh-CN" altLang="en-US"/>
          </a:p>
        </p:txBody>
      </p:sp>
      <p:graphicFrame>
        <p:nvGraphicFramePr>
          <p:cNvPr id="966658" name="Object 2"/>
          <p:cNvGraphicFramePr>
            <a:graphicFrameLocks noChangeAspect="1"/>
          </p:cNvGraphicFramePr>
          <p:nvPr/>
        </p:nvGraphicFramePr>
        <p:xfrm>
          <a:off x="1143000" y="2041525"/>
          <a:ext cx="524192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73" name="Equation" r:id="rId3" imgW="2031840" imgH="927000" progId="Equation.3">
                  <p:embed/>
                </p:oleObj>
              </mc:Choice>
              <mc:Fallback>
                <p:oleObj name="Equation" r:id="rId3" imgW="203184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041525"/>
                        <a:ext cx="5241925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6659" name="Text Box 3"/>
          <p:cNvSpPr txBox="1">
            <a:spLocks noChangeArrowheads="1"/>
          </p:cNvSpPr>
          <p:nvPr/>
        </p:nvSpPr>
        <p:spPr bwMode="auto">
          <a:xfrm>
            <a:off x="344488" y="762000"/>
            <a:ext cx="569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66660" name="Object 4"/>
          <p:cNvGraphicFramePr>
            <a:graphicFrameLocks noChangeAspect="1"/>
          </p:cNvGraphicFramePr>
          <p:nvPr/>
        </p:nvGraphicFramePr>
        <p:xfrm>
          <a:off x="1143000" y="500063"/>
          <a:ext cx="4495800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74" name="Equation" r:id="rId5" imgW="1688760" imgH="469800" progId="Equation.3">
                  <p:embed/>
                </p:oleObj>
              </mc:Choice>
              <mc:Fallback>
                <p:oleObj name="Equation" r:id="rId5" imgW="168876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0063"/>
                        <a:ext cx="4495800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61" name="Object 5"/>
          <p:cNvGraphicFramePr>
            <a:graphicFrameLocks noChangeAspect="1"/>
          </p:cNvGraphicFramePr>
          <p:nvPr/>
        </p:nvGraphicFramePr>
        <p:xfrm>
          <a:off x="5321300" y="533400"/>
          <a:ext cx="298450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75" name="Equation" r:id="rId7" imgW="1104840" imgH="469800" progId="Equation.3">
                  <p:embed/>
                </p:oleObj>
              </mc:Choice>
              <mc:Fallback>
                <p:oleObj name="Equation" r:id="rId7" imgW="110484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533400"/>
                        <a:ext cx="298450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62" name="Object 6"/>
          <p:cNvGraphicFramePr>
            <a:graphicFrameLocks noChangeAspect="1"/>
          </p:cNvGraphicFramePr>
          <p:nvPr/>
        </p:nvGraphicFramePr>
        <p:xfrm>
          <a:off x="5943600" y="631825"/>
          <a:ext cx="6715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76" name="Equation" r:id="rId9" imgW="672840" imgH="330120" progId="Equation.3">
                  <p:embed/>
                </p:oleObj>
              </mc:Choice>
              <mc:Fallback>
                <p:oleObj name="Equation" r:id="rId9" imgW="672840" imgH="3301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631825"/>
                        <a:ext cx="6715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63" name="Object 7"/>
          <p:cNvGraphicFramePr>
            <a:graphicFrameLocks noChangeAspect="1"/>
          </p:cNvGraphicFramePr>
          <p:nvPr/>
        </p:nvGraphicFramePr>
        <p:xfrm>
          <a:off x="6875463" y="588963"/>
          <a:ext cx="7445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77" name="Equation" r:id="rId11" imgW="317160" imgH="177480" progId="Equation.3">
                  <p:embed/>
                </p:oleObj>
              </mc:Choice>
              <mc:Fallback>
                <p:oleObj name="Equation" r:id="rId11" imgW="31716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588963"/>
                        <a:ext cx="74453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64" name="Object 8"/>
          <p:cNvGraphicFramePr>
            <a:graphicFrameLocks noChangeAspect="1"/>
          </p:cNvGraphicFramePr>
          <p:nvPr/>
        </p:nvGraphicFramePr>
        <p:xfrm>
          <a:off x="6215063" y="1165225"/>
          <a:ext cx="4143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78" name="Equation" r:id="rId13" imgW="126720" imgH="177480" progId="Equation.3">
                  <p:embed/>
                </p:oleObj>
              </mc:Choice>
              <mc:Fallback>
                <p:oleObj name="Equation" r:id="rId13" imgW="12672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1165225"/>
                        <a:ext cx="41433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65" name="Object 9"/>
          <p:cNvGraphicFramePr>
            <a:graphicFrameLocks noChangeAspect="1"/>
          </p:cNvGraphicFramePr>
          <p:nvPr/>
        </p:nvGraphicFramePr>
        <p:xfrm>
          <a:off x="7092950" y="1231900"/>
          <a:ext cx="3921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79" name="公式" r:id="rId15" imgW="393480" imgH="330120" progId="Equation.3">
                  <p:embed/>
                </p:oleObj>
              </mc:Choice>
              <mc:Fallback>
                <p:oleObj name="公式" r:id="rId15" imgW="393480" imgH="330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1231900"/>
                        <a:ext cx="3921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6666" name="Line 10"/>
          <p:cNvSpPr>
            <a:spLocks noChangeShapeType="1"/>
          </p:cNvSpPr>
          <p:nvPr/>
        </p:nvSpPr>
        <p:spPr bwMode="auto">
          <a:xfrm>
            <a:off x="1295400" y="762000"/>
            <a:ext cx="1676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67" name="Line 11"/>
          <p:cNvSpPr>
            <a:spLocks noChangeShapeType="1"/>
          </p:cNvSpPr>
          <p:nvPr/>
        </p:nvSpPr>
        <p:spPr bwMode="auto">
          <a:xfrm>
            <a:off x="3886200" y="457200"/>
            <a:ext cx="0" cy="1219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68" name="Line 12"/>
          <p:cNvSpPr>
            <a:spLocks noChangeShapeType="1"/>
          </p:cNvSpPr>
          <p:nvPr/>
        </p:nvSpPr>
        <p:spPr bwMode="auto">
          <a:xfrm>
            <a:off x="1295400" y="1371600"/>
            <a:ext cx="16764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69" name="Line 13"/>
          <p:cNvSpPr>
            <a:spLocks noChangeShapeType="1"/>
          </p:cNvSpPr>
          <p:nvPr/>
        </p:nvSpPr>
        <p:spPr bwMode="auto">
          <a:xfrm>
            <a:off x="3886200" y="457200"/>
            <a:ext cx="0" cy="1219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70" name="Line 14"/>
          <p:cNvSpPr>
            <a:spLocks noChangeShapeType="1"/>
          </p:cNvSpPr>
          <p:nvPr/>
        </p:nvSpPr>
        <p:spPr bwMode="auto">
          <a:xfrm>
            <a:off x="4800600" y="533400"/>
            <a:ext cx="0" cy="1219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71" name="Line 15"/>
          <p:cNvSpPr>
            <a:spLocks noChangeShapeType="1"/>
          </p:cNvSpPr>
          <p:nvPr/>
        </p:nvSpPr>
        <p:spPr bwMode="auto">
          <a:xfrm>
            <a:off x="4800600" y="533400"/>
            <a:ext cx="0" cy="1219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72" name="Text Box 16"/>
          <p:cNvSpPr txBox="1">
            <a:spLocks noChangeArrowheads="1"/>
          </p:cNvSpPr>
          <p:nvPr/>
        </p:nvSpPr>
        <p:spPr bwMode="auto">
          <a:xfrm>
            <a:off x="304800" y="28956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66673" name="Object 17"/>
          <p:cNvGraphicFramePr>
            <a:graphicFrameLocks noChangeAspect="1"/>
          </p:cNvGraphicFramePr>
          <p:nvPr/>
        </p:nvGraphicFramePr>
        <p:xfrm>
          <a:off x="1143000" y="4419600"/>
          <a:ext cx="2895600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0" name="Equation" r:id="rId17" imgW="1117440" imgH="711000" progId="Equation.3">
                  <p:embed/>
                </p:oleObj>
              </mc:Choice>
              <mc:Fallback>
                <p:oleObj name="Equation" r:id="rId17" imgW="1117440" imgH="711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19600"/>
                        <a:ext cx="2895600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6674" name="Line 18"/>
          <p:cNvSpPr>
            <a:spLocks noChangeShapeType="1"/>
          </p:cNvSpPr>
          <p:nvPr/>
        </p:nvSpPr>
        <p:spPr bwMode="auto">
          <a:xfrm>
            <a:off x="1371600" y="2616200"/>
            <a:ext cx="25908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66675" name="Object 19"/>
          <p:cNvGraphicFramePr>
            <a:graphicFrameLocks noChangeAspect="1"/>
          </p:cNvGraphicFramePr>
          <p:nvPr/>
        </p:nvGraphicFramePr>
        <p:xfrm>
          <a:off x="1752600" y="4518025"/>
          <a:ext cx="482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1" name="Equation" r:id="rId19" imgW="482400" imgH="304560" progId="Equation.3">
                  <p:embed/>
                </p:oleObj>
              </mc:Choice>
              <mc:Fallback>
                <p:oleObj name="Equation" r:id="rId19" imgW="482400" imgH="3045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518025"/>
                        <a:ext cx="482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76" name="Object 20"/>
          <p:cNvGraphicFramePr>
            <a:graphicFrameLocks noChangeAspect="1"/>
          </p:cNvGraphicFramePr>
          <p:nvPr/>
        </p:nvGraphicFramePr>
        <p:xfrm>
          <a:off x="2590800" y="4506913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2" name="Equation" r:id="rId21" imgW="203040" imgH="317160" progId="Equation.3">
                  <p:embed/>
                </p:oleObj>
              </mc:Choice>
              <mc:Fallback>
                <p:oleObj name="Equation" r:id="rId21" imgW="203040" imgH="3171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506913"/>
                        <a:ext cx="203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6677" name="Line 21"/>
          <p:cNvSpPr>
            <a:spLocks noChangeShapeType="1"/>
          </p:cNvSpPr>
          <p:nvPr/>
        </p:nvSpPr>
        <p:spPr bwMode="auto">
          <a:xfrm>
            <a:off x="4800600" y="4267200"/>
            <a:ext cx="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66678" name="Object 22"/>
          <p:cNvGraphicFramePr>
            <a:graphicFrameLocks noChangeAspect="1"/>
          </p:cNvGraphicFramePr>
          <p:nvPr/>
        </p:nvGraphicFramePr>
        <p:xfrm>
          <a:off x="3200400" y="4529138"/>
          <a:ext cx="215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3" name="Equation" r:id="rId23" imgW="215640" imgH="291960" progId="Equation.3">
                  <p:embed/>
                </p:oleObj>
              </mc:Choice>
              <mc:Fallback>
                <p:oleObj name="Equation" r:id="rId23" imgW="215640" imgH="2919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529138"/>
                        <a:ext cx="2159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79" name="Object 23"/>
          <p:cNvGraphicFramePr>
            <a:graphicFrameLocks noChangeAspect="1"/>
          </p:cNvGraphicFramePr>
          <p:nvPr/>
        </p:nvGraphicFramePr>
        <p:xfrm>
          <a:off x="1828800" y="5084763"/>
          <a:ext cx="368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4" name="Equation" r:id="rId25" imgW="368280" imgH="317160" progId="Equation.3">
                  <p:embed/>
                </p:oleObj>
              </mc:Choice>
              <mc:Fallback>
                <p:oleObj name="Equation" r:id="rId25" imgW="368280" imgH="3171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084763"/>
                        <a:ext cx="368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80" name="Object 24"/>
          <p:cNvGraphicFramePr>
            <a:graphicFrameLocks noChangeAspect="1"/>
          </p:cNvGraphicFramePr>
          <p:nvPr/>
        </p:nvGraphicFramePr>
        <p:xfrm>
          <a:off x="2590800" y="5084763"/>
          <a:ext cx="215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5" name="Equation" r:id="rId27" imgW="215640" imgH="304560" progId="Equation.3">
                  <p:embed/>
                </p:oleObj>
              </mc:Choice>
              <mc:Fallback>
                <p:oleObj name="Equation" r:id="rId27" imgW="215640" imgH="30456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084763"/>
                        <a:ext cx="2159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6681" name="Line 25"/>
          <p:cNvSpPr>
            <a:spLocks noChangeShapeType="1"/>
          </p:cNvSpPr>
          <p:nvPr/>
        </p:nvSpPr>
        <p:spPr bwMode="auto">
          <a:xfrm>
            <a:off x="44958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66682" name="Object 26"/>
          <p:cNvGraphicFramePr>
            <a:graphicFrameLocks noChangeAspect="1"/>
          </p:cNvGraphicFramePr>
          <p:nvPr/>
        </p:nvGraphicFramePr>
        <p:xfrm>
          <a:off x="3048000" y="5084763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6" name="Equation" r:id="rId29" imgW="482400" imgH="317160" progId="Equation.3">
                  <p:embed/>
                </p:oleObj>
              </mc:Choice>
              <mc:Fallback>
                <p:oleObj name="Equation" r:id="rId29" imgW="482400" imgH="31716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084763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83" name="Object 27"/>
          <p:cNvGraphicFramePr>
            <a:graphicFrameLocks noChangeAspect="1"/>
          </p:cNvGraphicFramePr>
          <p:nvPr/>
        </p:nvGraphicFramePr>
        <p:xfrm>
          <a:off x="1752600" y="5661025"/>
          <a:ext cx="482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7" name="Equation" r:id="rId31" imgW="482400" imgH="304560" progId="Equation.3">
                  <p:embed/>
                </p:oleObj>
              </mc:Choice>
              <mc:Fallback>
                <p:oleObj name="Equation" r:id="rId31" imgW="482400" imgH="30456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661025"/>
                        <a:ext cx="482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84" name="Object 28"/>
          <p:cNvGraphicFramePr>
            <a:graphicFrameLocks noChangeAspect="1"/>
          </p:cNvGraphicFramePr>
          <p:nvPr/>
        </p:nvGraphicFramePr>
        <p:xfrm>
          <a:off x="2514600" y="5661025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8" name="Equation" r:id="rId33" imgW="368280" imgH="304560" progId="Equation.3">
                  <p:embed/>
                </p:oleObj>
              </mc:Choice>
              <mc:Fallback>
                <p:oleObj name="Equation" r:id="rId33" imgW="368280" imgH="3045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661025"/>
                        <a:ext cx="368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6685" name="Object 29"/>
          <p:cNvGraphicFramePr>
            <a:graphicFrameLocks noChangeAspect="1"/>
          </p:cNvGraphicFramePr>
          <p:nvPr/>
        </p:nvGraphicFramePr>
        <p:xfrm>
          <a:off x="3124200" y="5661025"/>
          <a:ext cx="368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889" name="Equation" r:id="rId35" imgW="368280" imgH="317160" progId="Equation.3">
                  <p:embed/>
                </p:oleObj>
              </mc:Choice>
              <mc:Fallback>
                <p:oleObj name="Equation" r:id="rId35" imgW="368280" imgH="3171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661025"/>
                        <a:ext cx="368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6686" name="Line 30"/>
          <p:cNvSpPr>
            <a:spLocks noChangeShapeType="1"/>
          </p:cNvSpPr>
          <p:nvPr/>
        </p:nvSpPr>
        <p:spPr bwMode="auto">
          <a:xfrm>
            <a:off x="51816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87" name="Line 31"/>
          <p:cNvSpPr>
            <a:spLocks noChangeShapeType="1"/>
          </p:cNvSpPr>
          <p:nvPr/>
        </p:nvSpPr>
        <p:spPr bwMode="auto">
          <a:xfrm>
            <a:off x="59182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88" name="Line 32"/>
          <p:cNvSpPr>
            <a:spLocks noChangeShapeType="1"/>
          </p:cNvSpPr>
          <p:nvPr/>
        </p:nvSpPr>
        <p:spPr bwMode="auto">
          <a:xfrm>
            <a:off x="1371600" y="3225800"/>
            <a:ext cx="25908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89" name="Line 33"/>
          <p:cNvSpPr>
            <a:spLocks noChangeShapeType="1"/>
          </p:cNvSpPr>
          <p:nvPr/>
        </p:nvSpPr>
        <p:spPr bwMode="auto">
          <a:xfrm>
            <a:off x="44958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90" name="Line 34"/>
          <p:cNvSpPr>
            <a:spLocks noChangeShapeType="1"/>
          </p:cNvSpPr>
          <p:nvPr/>
        </p:nvSpPr>
        <p:spPr bwMode="auto">
          <a:xfrm>
            <a:off x="51816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91" name="Line 35"/>
          <p:cNvSpPr>
            <a:spLocks noChangeShapeType="1"/>
          </p:cNvSpPr>
          <p:nvPr/>
        </p:nvSpPr>
        <p:spPr bwMode="auto">
          <a:xfrm>
            <a:off x="59182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92" name="Line 36"/>
          <p:cNvSpPr>
            <a:spLocks noChangeShapeType="1"/>
          </p:cNvSpPr>
          <p:nvPr/>
        </p:nvSpPr>
        <p:spPr bwMode="auto">
          <a:xfrm>
            <a:off x="1371600" y="3835400"/>
            <a:ext cx="25908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93" name="Line 37"/>
          <p:cNvSpPr>
            <a:spLocks noChangeShapeType="1"/>
          </p:cNvSpPr>
          <p:nvPr/>
        </p:nvSpPr>
        <p:spPr bwMode="auto">
          <a:xfrm>
            <a:off x="44958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94" name="Line 38"/>
          <p:cNvSpPr>
            <a:spLocks noChangeShapeType="1"/>
          </p:cNvSpPr>
          <p:nvPr/>
        </p:nvSpPr>
        <p:spPr bwMode="auto">
          <a:xfrm>
            <a:off x="51816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6695" name="Line 39"/>
          <p:cNvSpPr>
            <a:spLocks noChangeShapeType="1"/>
          </p:cNvSpPr>
          <p:nvPr/>
        </p:nvSpPr>
        <p:spPr bwMode="auto">
          <a:xfrm>
            <a:off x="5918200" y="1981200"/>
            <a:ext cx="0" cy="23622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6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6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666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666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666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666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6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666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666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6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666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666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66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6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6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6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666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666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7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9666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66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7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666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666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7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96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9666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9666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7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9666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666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9666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9666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96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9666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9666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9666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9666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666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9666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668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6659" grpId="0" autoUpdateAnimBg="0"/>
      <p:bldP spid="96667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A28A6-BBD1-47FC-B54B-F3AA7613820A}" type="slidenum">
              <a:rPr lang="zh-CN" altLang="en-US"/>
              <a:pPr/>
              <a:t>22</a:t>
            </a:fld>
            <a:endParaRPr lang="zh-CN" altLang="en-US"/>
          </a:p>
        </p:txBody>
      </p:sp>
      <p:graphicFrame>
        <p:nvGraphicFramePr>
          <p:cNvPr id="1011714" name="Object 2"/>
          <p:cNvGraphicFramePr>
            <a:graphicFrameLocks noChangeAspect="1"/>
          </p:cNvGraphicFramePr>
          <p:nvPr/>
        </p:nvGraphicFramePr>
        <p:xfrm>
          <a:off x="1033463" y="109538"/>
          <a:ext cx="8034337" cy="170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86" name="Document" r:id="rId3" imgW="3222000" imgH="698400" progId="Word.Document.8">
                  <p:embed/>
                </p:oleObj>
              </mc:Choice>
              <mc:Fallback>
                <p:oleObj name="Document" r:id="rId3" imgW="3222000" imgH="6984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463" y="109538"/>
                        <a:ext cx="8034337" cy="170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1715" name="Text Box 3"/>
          <p:cNvSpPr txBox="1">
            <a:spLocks noChangeArrowheads="1"/>
          </p:cNvSpPr>
          <p:nvPr/>
        </p:nvSpPr>
        <p:spPr bwMode="auto">
          <a:xfrm>
            <a:off x="152400" y="669925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1011716" name="Text Box 4"/>
          <p:cNvSpPr txBox="1">
            <a:spLocks noChangeArrowheads="1"/>
          </p:cNvSpPr>
          <p:nvPr/>
        </p:nvSpPr>
        <p:spPr bwMode="auto">
          <a:xfrm>
            <a:off x="152400" y="240982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11726" name="Object 14"/>
          <p:cNvGraphicFramePr>
            <a:graphicFrameLocks noChangeAspect="1"/>
          </p:cNvGraphicFramePr>
          <p:nvPr/>
        </p:nvGraphicFramePr>
        <p:xfrm>
          <a:off x="838200" y="1851025"/>
          <a:ext cx="4572000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87" r:id="rId5" imgW="1917700" imgH="698500" progId="Equation.3">
                  <p:embed/>
                </p:oleObj>
              </mc:Choice>
              <mc:Fallback>
                <p:oleObj r:id="rId5" imgW="1917700" imgH="6985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51025"/>
                        <a:ext cx="4572000" cy="166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25" name="Object 13"/>
          <p:cNvGraphicFramePr>
            <a:graphicFrameLocks noChangeAspect="1"/>
          </p:cNvGraphicFramePr>
          <p:nvPr/>
        </p:nvGraphicFramePr>
        <p:xfrm>
          <a:off x="5410200" y="1762125"/>
          <a:ext cx="312420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88" name="Equation" r:id="rId7" imgW="1244520" imgH="698400" progId="Equation.3">
                  <p:embed/>
                </p:oleObj>
              </mc:Choice>
              <mc:Fallback>
                <p:oleObj name="Equation" r:id="rId7" imgW="1244520" imgH="69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762125"/>
                        <a:ext cx="3124200" cy="174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28" name="Object 16"/>
          <p:cNvGraphicFramePr>
            <a:graphicFrameLocks noChangeAspect="1"/>
          </p:cNvGraphicFramePr>
          <p:nvPr/>
        </p:nvGraphicFramePr>
        <p:xfrm>
          <a:off x="685800" y="3667125"/>
          <a:ext cx="4303713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89" name="Equation" r:id="rId9" imgW="1879560" imgH="698400" progId="Equation.3">
                  <p:embed/>
                </p:oleObj>
              </mc:Choice>
              <mc:Fallback>
                <p:oleObj name="Equation" r:id="rId9" imgW="1879560" imgH="698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667125"/>
                        <a:ext cx="4303713" cy="159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30" name="Object 18"/>
          <p:cNvGraphicFramePr>
            <a:graphicFrameLocks noChangeAspect="1"/>
          </p:cNvGraphicFramePr>
          <p:nvPr/>
        </p:nvGraphicFramePr>
        <p:xfrm>
          <a:off x="4991100" y="3844925"/>
          <a:ext cx="19812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90" name="Equation" r:id="rId11" imgW="799920" imgH="469800" progId="Equation.3">
                  <p:embed/>
                </p:oleObj>
              </mc:Choice>
              <mc:Fallback>
                <p:oleObj name="Equation" r:id="rId11" imgW="799920" imgH="4698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3844925"/>
                        <a:ext cx="1981200" cy="1158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1731" name="Object 19"/>
          <p:cNvGraphicFramePr>
            <a:graphicFrameLocks noChangeAspect="1"/>
          </p:cNvGraphicFramePr>
          <p:nvPr/>
        </p:nvGraphicFramePr>
        <p:xfrm>
          <a:off x="304800" y="5267325"/>
          <a:ext cx="28194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91" name="Document" r:id="rId13" imgW="1127880" imgH="178920" progId="Word.Document.8">
                  <p:embed/>
                </p:oleObj>
              </mc:Choice>
              <mc:Fallback>
                <p:oleObj name="Document" r:id="rId13" imgW="1127880" imgH="178920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267325"/>
                        <a:ext cx="28194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1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1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1715" grpId="0" autoUpdateAnimBg="0"/>
      <p:bldP spid="101171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EE016-2B16-41EB-8751-7D2F11E07991}" type="slidenum">
              <a:rPr lang="zh-CN" altLang="en-US"/>
              <a:pPr/>
              <a:t>23</a:t>
            </a:fld>
            <a:endParaRPr lang="zh-CN" altLang="en-US"/>
          </a:p>
        </p:txBody>
      </p:sp>
      <p:graphicFrame>
        <p:nvGraphicFramePr>
          <p:cNvPr id="606340" name="Object 132"/>
          <p:cNvGraphicFramePr>
            <a:graphicFrameLocks noChangeAspect="1"/>
          </p:cNvGraphicFramePr>
          <p:nvPr/>
        </p:nvGraphicFramePr>
        <p:xfrm>
          <a:off x="230188" y="800100"/>
          <a:ext cx="33369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11" name="Equation" r:id="rId3" imgW="1396800" imgH="203040" progId="Equation.3">
                  <p:embed/>
                </p:oleObj>
              </mc:Choice>
              <mc:Fallback>
                <p:oleObj name="Equation" r:id="rId3" imgW="1396800" imgH="203040" progId="Equation.3">
                  <p:embed/>
                  <p:pic>
                    <p:nvPicPr>
                      <p:cNvPr id="0" name="Object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800100"/>
                        <a:ext cx="333692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341" name="Object 133"/>
          <p:cNvGraphicFramePr>
            <a:graphicFrameLocks noChangeAspect="1"/>
          </p:cNvGraphicFramePr>
          <p:nvPr/>
        </p:nvGraphicFramePr>
        <p:xfrm>
          <a:off x="230188" y="1333500"/>
          <a:ext cx="3886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12" name="Equation" r:id="rId5" imgW="1701720" imgH="203040" progId="Equation.3">
                  <p:embed/>
                </p:oleObj>
              </mc:Choice>
              <mc:Fallback>
                <p:oleObj name="Equation" r:id="rId5" imgW="1701720" imgH="203040" progId="Equation.3">
                  <p:embed/>
                  <p:pic>
                    <p:nvPicPr>
                      <p:cNvPr id="0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1333500"/>
                        <a:ext cx="3886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342" name="Object 134"/>
          <p:cNvGraphicFramePr>
            <a:graphicFrameLocks noChangeAspect="1"/>
          </p:cNvGraphicFramePr>
          <p:nvPr/>
        </p:nvGraphicFramePr>
        <p:xfrm>
          <a:off x="4192588" y="1333500"/>
          <a:ext cx="32004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13" name="Equation" r:id="rId7" imgW="1396800" imgH="203040" progId="Equation.3">
                  <p:embed/>
                </p:oleObj>
              </mc:Choice>
              <mc:Fallback>
                <p:oleObj name="Equation" r:id="rId7" imgW="1396800" imgH="203040" progId="Equation.3">
                  <p:embed/>
                  <p:pic>
                    <p:nvPicPr>
                      <p:cNvPr id="0" name="Object 1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1333500"/>
                        <a:ext cx="32004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344" name="Object 136"/>
          <p:cNvGraphicFramePr>
            <a:graphicFrameLocks noChangeAspect="1"/>
          </p:cNvGraphicFramePr>
          <p:nvPr/>
        </p:nvGraphicFramePr>
        <p:xfrm>
          <a:off x="230188" y="1931988"/>
          <a:ext cx="43592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14" name="Equation" r:id="rId9" imgW="1828800" imgH="203040" progId="Equation.3">
                  <p:embed/>
                </p:oleObj>
              </mc:Choice>
              <mc:Fallback>
                <p:oleObj name="Equation" r:id="rId9" imgW="1828800" imgH="203040" progId="Equation.3">
                  <p:embed/>
                  <p:pic>
                    <p:nvPicPr>
                      <p:cNvPr id="0" name="Object 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1931988"/>
                        <a:ext cx="43592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6346" name="Text Box 138"/>
          <p:cNvSpPr txBox="1">
            <a:spLocks noChangeArrowheads="1"/>
          </p:cNvSpPr>
          <p:nvPr/>
        </p:nvSpPr>
        <p:spPr bwMode="auto">
          <a:xfrm>
            <a:off x="4725988" y="1822450"/>
            <a:ext cx="320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(其中</a:t>
            </a:r>
            <a:r>
              <a:rPr lang="en-US" altLang="zh-CN" sz="3200" i="1">
                <a:solidFill>
                  <a:schemeClr val="tx2"/>
                </a:solidFill>
              </a:rPr>
              <a:t>k</a:t>
            </a:r>
            <a:r>
              <a:rPr lang="zh-CN" altLang="en-US">
                <a:solidFill>
                  <a:schemeClr val="tx2"/>
                </a:solidFill>
              </a:rPr>
              <a:t>为数);</a:t>
            </a:r>
          </a:p>
        </p:txBody>
      </p:sp>
      <p:graphicFrame>
        <p:nvGraphicFramePr>
          <p:cNvPr id="606348" name="Object 140"/>
          <p:cNvGraphicFramePr>
            <a:graphicFrameLocks noChangeAspect="1"/>
          </p:cNvGraphicFramePr>
          <p:nvPr/>
        </p:nvGraphicFramePr>
        <p:xfrm>
          <a:off x="228600" y="2514600"/>
          <a:ext cx="34305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15" name="Equation" r:id="rId11" imgW="1422360" imgH="203040" progId="Equation.3">
                  <p:embed/>
                </p:oleObj>
              </mc:Choice>
              <mc:Fallback>
                <p:oleObj name="Equation" r:id="rId11" imgW="1422360" imgH="203040" progId="Equation.3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34305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6360" name="Text Box 152"/>
          <p:cNvSpPr txBox="1">
            <a:spLocks noChangeArrowheads="1"/>
          </p:cNvSpPr>
          <p:nvPr/>
        </p:nvSpPr>
        <p:spPr bwMode="auto">
          <a:xfrm>
            <a:off x="77788" y="3581400"/>
            <a:ext cx="3752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CC6600"/>
                </a:solidFill>
                <a:ea typeface="黑体" panose="02010609060101010101" pitchFamily="49" charset="-122"/>
              </a:rPr>
              <a:t>注意</a:t>
            </a:r>
            <a:r>
              <a:rPr lang="zh-CN" altLang="en-US"/>
              <a:t>：交换律不成立。</a:t>
            </a:r>
          </a:p>
        </p:txBody>
      </p:sp>
      <p:pic>
        <p:nvPicPr>
          <p:cNvPr id="606361" name="Picture 153" descr="E:\GIF动画\eyeblue.gif"/>
          <p:cNvPicPr>
            <a:picLocks noChangeAspect="1" noChangeArrowheads="1" noCrop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188" y="3581400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6363" name="Text Box 155"/>
          <p:cNvSpPr txBox="1">
            <a:spLocks noChangeArrowheads="1"/>
          </p:cNvSpPr>
          <p:nvPr/>
        </p:nvSpPr>
        <p:spPr bwMode="auto">
          <a:xfrm>
            <a:off x="76200" y="4170363"/>
            <a:ext cx="71643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首先，</a:t>
            </a:r>
            <a:r>
              <a:rPr lang="en-US" altLang="zh-CN" sz="3000" i="1"/>
              <a:t>AB</a:t>
            </a:r>
            <a:r>
              <a:rPr lang="zh-CN" altLang="en-US"/>
              <a:t>有意义， </a:t>
            </a:r>
            <a:r>
              <a:rPr lang="en-US" altLang="zh-CN" sz="3000" i="1"/>
              <a:t>BA</a:t>
            </a:r>
            <a:r>
              <a:rPr lang="zh-CN" altLang="en-US"/>
              <a:t>不一定有意义；</a:t>
            </a:r>
          </a:p>
        </p:txBody>
      </p:sp>
      <p:graphicFrame>
        <p:nvGraphicFramePr>
          <p:cNvPr id="606379" name="Object 171"/>
          <p:cNvGraphicFramePr>
            <a:graphicFrameLocks noChangeAspect="1"/>
          </p:cNvGraphicFramePr>
          <p:nvPr/>
        </p:nvGraphicFramePr>
        <p:xfrm>
          <a:off x="1177925" y="4824413"/>
          <a:ext cx="484187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16" name="Equation" r:id="rId14" imgW="2044440" imgH="711000" progId="Equation.3">
                  <p:embed/>
                </p:oleObj>
              </mc:Choice>
              <mc:Fallback>
                <p:oleObj name="Equation" r:id="rId14" imgW="2044440" imgH="711000" progId="Equation.3">
                  <p:embed/>
                  <p:pic>
                    <p:nvPicPr>
                      <p:cNvPr id="0" name="Object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4824413"/>
                        <a:ext cx="484187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6381" name="Text Box 173"/>
          <p:cNvSpPr txBox="1">
            <a:spLocks noChangeArrowheads="1"/>
          </p:cNvSpPr>
          <p:nvPr/>
        </p:nvSpPr>
        <p:spPr bwMode="auto">
          <a:xfrm>
            <a:off x="111125" y="5354638"/>
            <a:ext cx="1252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例如，</a:t>
            </a:r>
          </a:p>
        </p:txBody>
      </p:sp>
      <p:graphicFrame>
        <p:nvGraphicFramePr>
          <p:cNvPr id="606382" name="Object 174"/>
          <p:cNvGraphicFramePr>
            <a:graphicFrameLocks noChangeAspect="1"/>
          </p:cNvGraphicFramePr>
          <p:nvPr/>
        </p:nvGraphicFramePr>
        <p:xfrm>
          <a:off x="230188" y="3048000"/>
          <a:ext cx="2971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17" name="Equation" r:id="rId16" imgW="1231560" imgH="203040" progId="Equation.3">
                  <p:embed/>
                </p:oleObj>
              </mc:Choice>
              <mc:Fallback>
                <p:oleObj name="Equation" r:id="rId16" imgW="1231560" imgH="203040" progId="Equation.3">
                  <p:embed/>
                  <p:pic>
                    <p:nvPicPr>
                      <p:cNvPr id="0" name="Object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3048000"/>
                        <a:ext cx="2971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6383" name="Text Box 175"/>
          <p:cNvSpPr txBox="1">
            <a:spLocks noChangeArrowheads="1"/>
          </p:cNvSpPr>
          <p:nvPr/>
        </p:nvSpPr>
        <p:spPr bwMode="auto">
          <a:xfrm>
            <a:off x="3886200" y="741363"/>
            <a:ext cx="4570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CC6600"/>
                </a:solidFill>
                <a:ea typeface="黑体" panose="02010609060101010101" pitchFamily="49" charset="-122"/>
              </a:rPr>
              <a:t>矩阵乘法满足结合律！</a:t>
            </a:r>
          </a:p>
        </p:txBody>
      </p:sp>
      <p:sp>
        <p:nvSpPr>
          <p:cNvPr id="606384" name="Text Box 176"/>
          <p:cNvSpPr txBox="1">
            <a:spLocks noChangeArrowheads="1"/>
          </p:cNvSpPr>
          <p:nvPr/>
        </p:nvSpPr>
        <p:spPr bwMode="auto">
          <a:xfrm>
            <a:off x="7391400" y="1252538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分配律</a:t>
            </a:r>
          </a:p>
        </p:txBody>
      </p:sp>
      <p:sp>
        <p:nvSpPr>
          <p:cNvPr id="606385" name="Rectangle 177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4648200" cy="5334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矩阵乘法的运算规律：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6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0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063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0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0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0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346" grpId="0" autoUpdateAnimBg="0"/>
      <p:bldP spid="606360" grpId="0" autoUpdateAnimBg="0"/>
      <p:bldP spid="606363" grpId="0" autoUpdateAnimBg="0"/>
      <p:bldP spid="606381" grpId="0" autoUpdateAnimBg="0"/>
      <p:bldP spid="606383" grpId="0" autoUpdateAnimBg="0"/>
      <p:bldP spid="606384" grpId="0" autoUpdateAnimBg="0"/>
      <p:bldP spid="60638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E4144-1D05-4B1D-9A1B-7067907A30B5}" type="slidenum">
              <a:rPr lang="zh-CN" altLang="en-US"/>
              <a:pPr/>
              <a:t>24</a:t>
            </a:fld>
            <a:endParaRPr lang="zh-CN" altLang="en-US"/>
          </a:p>
        </p:txBody>
      </p:sp>
      <p:graphicFrame>
        <p:nvGraphicFramePr>
          <p:cNvPr id="626708" name="Object 2068"/>
          <p:cNvGraphicFramePr>
            <a:graphicFrameLocks noChangeAspect="1"/>
          </p:cNvGraphicFramePr>
          <p:nvPr/>
        </p:nvGraphicFramePr>
        <p:xfrm>
          <a:off x="228600" y="152400"/>
          <a:ext cx="85344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1" name="Equation" r:id="rId3" imgW="3543120" imgH="203040" progId="Equation.3">
                  <p:embed/>
                </p:oleObj>
              </mc:Choice>
              <mc:Fallback>
                <p:oleObj name="Equation" r:id="rId3" imgW="3543120" imgH="203040" progId="Equation.3">
                  <p:embed/>
                  <p:pic>
                    <p:nvPicPr>
                      <p:cNvPr id="0" name="Object 20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"/>
                        <a:ext cx="85344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09" name="Object 2069"/>
          <p:cNvGraphicFramePr>
            <a:graphicFrameLocks noChangeAspect="1"/>
          </p:cNvGraphicFramePr>
          <p:nvPr/>
        </p:nvGraphicFramePr>
        <p:xfrm>
          <a:off x="247650" y="738188"/>
          <a:ext cx="54752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2" name="Equation" r:id="rId5" imgW="2273040" imgH="215640" progId="Equation.3">
                  <p:embed/>
                </p:oleObj>
              </mc:Choice>
              <mc:Fallback>
                <p:oleObj name="Equation" r:id="rId5" imgW="2273040" imgH="215640" progId="Equation.3">
                  <p:embed/>
                  <p:pic>
                    <p:nvPicPr>
                      <p:cNvPr id="0" name="Object 20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738188"/>
                        <a:ext cx="54752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10" name="Object 2070"/>
          <p:cNvGraphicFramePr>
            <a:graphicFrameLocks noChangeAspect="1"/>
          </p:cNvGraphicFramePr>
          <p:nvPr/>
        </p:nvGraphicFramePr>
        <p:xfrm>
          <a:off x="1319213" y="1219200"/>
          <a:ext cx="19843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3" name="Equation" r:id="rId7" imgW="850680" imgH="939600" progId="Equation.3">
                  <p:embed/>
                </p:oleObj>
              </mc:Choice>
              <mc:Fallback>
                <p:oleObj name="Equation" r:id="rId7" imgW="850680" imgH="939600" progId="Equation.3">
                  <p:embed/>
                  <p:pic>
                    <p:nvPicPr>
                      <p:cNvPr id="0" name="Object 2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1219200"/>
                        <a:ext cx="1984375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11" name="Object 2071"/>
          <p:cNvGraphicFramePr>
            <a:graphicFrameLocks noChangeAspect="1"/>
          </p:cNvGraphicFramePr>
          <p:nvPr/>
        </p:nvGraphicFramePr>
        <p:xfrm>
          <a:off x="3429000" y="2057400"/>
          <a:ext cx="29194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4" name="Equation" r:id="rId9" imgW="1231560" imgH="228600" progId="Equation.3">
                  <p:embed/>
                </p:oleObj>
              </mc:Choice>
              <mc:Fallback>
                <p:oleObj name="Equation" r:id="rId9" imgW="1231560" imgH="228600" progId="Equation.3">
                  <p:embed/>
                  <p:pic>
                    <p:nvPicPr>
                      <p:cNvPr id="0" name="Object 20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057400"/>
                        <a:ext cx="2919413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6712" name="Text Box 2072"/>
          <p:cNvSpPr txBox="1">
            <a:spLocks noChangeArrowheads="1"/>
          </p:cNvSpPr>
          <p:nvPr/>
        </p:nvSpPr>
        <p:spPr bwMode="auto">
          <a:xfrm>
            <a:off x="328613" y="1981200"/>
            <a:ext cx="1252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例如，</a:t>
            </a:r>
          </a:p>
        </p:txBody>
      </p:sp>
      <p:graphicFrame>
        <p:nvGraphicFramePr>
          <p:cNvPr id="626714" name="Object 2074"/>
          <p:cNvGraphicFramePr>
            <a:graphicFrameLocks noChangeAspect="1"/>
          </p:cNvGraphicFramePr>
          <p:nvPr/>
        </p:nvGraphicFramePr>
        <p:xfrm>
          <a:off x="457200" y="2743200"/>
          <a:ext cx="3581400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5" name="Equation" r:id="rId11" imgW="1562040" imgH="939600" progId="Equation.3">
                  <p:embed/>
                </p:oleObj>
              </mc:Choice>
              <mc:Fallback>
                <p:oleObj name="Equation" r:id="rId11" imgW="1562040" imgH="939600" progId="Equation.3">
                  <p:embed/>
                  <p:pic>
                    <p:nvPicPr>
                      <p:cNvPr id="0" name="Object 2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43200"/>
                        <a:ext cx="3581400" cy="216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13" name="Object 2073"/>
          <p:cNvGraphicFramePr>
            <a:graphicFrameLocks noChangeAspect="1"/>
          </p:cNvGraphicFramePr>
          <p:nvPr/>
        </p:nvGraphicFramePr>
        <p:xfrm>
          <a:off x="457200" y="4495800"/>
          <a:ext cx="3614738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6" name="Equation" r:id="rId13" imgW="1549080" imgH="939600" progId="Equation.3">
                  <p:embed/>
                </p:oleObj>
              </mc:Choice>
              <mc:Fallback>
                <p:oleObj name="Equation" r:id="rId13" imgW="1549080" imgH="939600" progId="Equation.3">
                  <p:embed/>
                  <p:pic>
                    <p:nvPicPr>
                      <p:cNvPr id="0" name="Object 2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95800"/>
                        <a:ext cx="3614738" cy="220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16" name="Object 2076"/>
          <p:cNvGraphicFramePr>
            <a:graphicFrameLocks noChangeAspect="1"/>
          </p:cNvGraphicFramePr>
          <p:nvPr/>
        </p:nvGraphicFramePr>
        <p:xfrm>
          <a:off x="4038600" y="2667000"/>
          <a:ext cx="3990975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7" name="Equation" r:id="rId15" imgW="1739880" imgH="939600" progId="Equation.3">
                  <p:embed/>
                </p:oleObj>
              </mc:Choice>
              <mc:Fallback>
                <p:oleObj name="Equation" r:id="rId15" imgW="1739880" imgH="939600" progId="Equation.3">
                  <p:embed/>
                  <p:pic>
                    <p:nvPicPr>
                      <p:cNvPr id="0" name="Object 20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667000"/>
                        <a:ext cx="3990975" cy="216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18" name="Object 2078"/>
          <p:cNvGraphicFramePr>
            <a:graphicFrameLocks noChangeAspect="1"/>
          </p:cNvGraphicFramePr>
          <p:nvPr/>
        </p:nvGraphicFramePr>
        <p:xfrm>
          <a:off x="8153400" y="3581400"/>
          <a:ext cx="7874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8" name="Equation" r:id="rId17" imgW="342720" imgH="139680" progId="Equation.3">
                  <p:embed/>
                </p:oleObj>
              </mc:Choice>
              <mc:Fallback>
                <p:oleObj name="Equation" r:id="rId17" imgW="342720" imgH="139680" progId="Equation.3">
                  <p:embed/>
                  <p:pic>
                    <p:nvPicPr>
                      <p:cNvPr id="0" name="Object 2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581400"/>
                        <a:ext cx="78740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19" name="Object 2079"/>
          <p:cNvGraphicFramePr>
            <a:graphicFrameLocks noChangeAspect="1"/>
          </p:cNvGraphicFramePr>
          <p:nvPr/>
        </p:nvGraphicFramePr>
        <p:xfrm>
          <a:off x="8134350" y="5432425"/>
          <a:ext cx="6715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39" name="Equation" r:id="rId19" imgW="291960" imgH="164880" progId="Equation.3">
                  <p:embed/>
                </p:oleObj>
              </mc:Choice>
              <mc:Fallback>
                <p:oleObj name="Equation" r:id="rId19" imgW="291960" imgH="164880" progId="Equation.3">
                  <p:embed/>
                  <p:pic>
                    <p:nvPicPr>
                      <p:cNvPr id="0" name="Object 20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350" y="5432425"/>
                        <a:ext cx="671513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20" name="Object 2080"/>
          <p:cNvGraphicFramePr>
            <a:graphicFrameLocks noChangeAspect="1"/>
          </p:cNvGraphicFramePr>
          <p:nvPr/>
        </p:nvGraphicFramePr>
        <p:xfrm>
          <a:off x="4038600" y="5359400"/>
          <a:ext cx="367506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40" name="Equation" r:id="rId21" imgW="1574640" imgH="228600" progId="Equation.3">
                  <p:embed/>
                </p:oleObj>
              </mc:Choice>
              <mc:Fallback>
                <p:oleObj name="Equation" r:id="rId21" imgW="1574640" imgH="228600" progId="Equation.3">
                  <p:embed/>
                  <p:pic>
                    <p:nvPicPr>
                      <p:cNvPr id="0" name="Object 2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359400"/>
                        <a:ext cx="3675063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2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6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26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2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2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6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2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71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8CC10-8C44-4112-B436-BD85BDD3CD7B}" type="slidenum">
              <a:rPr lang="zh-CN" altLang="en-US"/>
              <a:pPr/>
              <a:t>25</a:t>
            </a:fld>
            <a:endParaRPr lang="zh-CN" altLang="en-US"/>
          </a:p>
        </p:txBody>
      </p:sp>
      <p:graphicFrame>
        <p:nvGraphicFramePr>
          <p:cNvPr id="622594" name="Object 1026"/>
          <p:cNvGraphicFramePr>
            <a:graphicFrameLocks noChangeAspect="1"/>
          </p:cNvGraphicFramePr>
          <p:nvPr/>
        </p:nvGraphicFramePr>
        <p:xfrm>
          <a:off x="1295400" y="1501775"/>
          <a:ext cx="24384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44" name="Equation" r:id="rId3" imgW="1041120" imgH="457200" progId="Equation.3">
                  <p:embed/>
                </p:oleObj>
              </mc:Choice>
              <mc:Fallback>
                <p:oleObj name="Equation" r:id="rId3" imgW="1041120" imgH="4572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501775"/>
                        <a:ext cx="24384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595" name="Object 1027"/>
          <p:cNvGraphicFramePr>
            <a:graphicFrameLocks noChangeAspect="1"/>
          </p:cNvGraphicFramePr>
          <p:nvPr/>
        </p:nvGraphicFramePr>
        <p:xfrm>
          <a:off x="769938" y="2895600"/>
          <a:ext cx="281146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45" name="Equation" r:id="rId5" imgW="1257120" imgH="457200" progId="Equation.3">
                  <p:embed/>
                </p:oleObj>
              </mc:Choice>
              <mc:Fallback>
                <p:oleObj name="Equation" r:id="rId5" imgW="1257120" imgH="45720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2895600"/>
                        <a:ext cx="281146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596" name="Object 1028"/>
          <p:cNvGraphicFramePr>
            <a:graphicFrameLocks noChangeAspect="1"/>
          </p:cNvGraphicFramePr>
          <p:nvPr/>
        </p:nvGraphicFramePr>
        <p:xfrm>
          <a:off x="3810000" y="1501775"/>
          <a:ext cx="24384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46" name="Equation" r:id="rId7" imgW="1041120" imgH="457200" progId="Equation.3">
                  <p:embed/>
                </p:oleObj>
              </mc:Choice>
              <mc:Fallback>
                <p:oleObj name="Equation" r:id="rId7" imgW="1041120" imgH="4572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501775"/>
                        <a:ext cx="24384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598" name="Text Box 1030"/>
          <p:cNvSpPr txBox="1">
            <a:spLocks noChangeArrowheads="1"/>
          </p:cNvSpPr>
          <p:nvPr/>
        </p:nvSpPr>
        <p:spPr bwMode="auto">
          <a:xfrm>
            <a:off x="228600" y="1730375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例如，</a:t>
            </a:r>
          </a:p>
        </p:txBody>
      </p:sp>
      <p:grpSp>
        <p:nvGrpSpPr>
          <p:cNvPr id="622603" name="Group 1035"/>
          <p:cNvGrpSpPr>
            <a:grpSpLocks/>
          </p:cNvGrpSpPr>
          <p:nvPr/>
        </p:nvGrpSpPr>
        <p:grpSpPr bwMode="auto">
          <a:xfrm>
            <a:off x="317500" y="4098925"/>
            <a:ext cx="7531100" cy="533400"/>
            <a:chOff x="240" y="2016"/>
            <a:chExt cx="4744" cy="336"/>
          </a:xfrm>
        </p:grpSpPr>
        <p:sp>
          <p:nvSpPr>
            <p:cNvPr id="622599" name="Text Box 1031"/>
            <p:cNvSpPr txBox="1">
              <a:spLocks noChangeArrowheads="1"/>
            </p:cNvSpPr>
            <p:nvPr/>
          </p:nvSpPr>
          <p:spPr bwMode="auto">
            <a:xfrm>
              <a:off x="240" y="2016"/>
              <a:ext cx="37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结论：矩阵乘法交换律不成立，一般</a:t>
              </a:r>
            </a:p>
          </p:txBody>
        </p:sp>
        <p:graphicFrame>
          <p:nvGraphicFramePr>
            <p:cNvPr id="622602" name="Object 1034"/>
            <p:cNvGraphicFramePr>
              <a:graphicFrameLocks noChangeAspect="1"/>
            </p:cNvGraphicFramePr>
            <p:nvPr/>
          </p:nvGraphicFramePr>
          <p:xfrm>
            <a:off x="3922" y="2044"/>
            <a:ext cx="106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947" name="Equation" r:id="rId9" imgW="698400" imgH="203040" progId="Equation.3">
                    <p:embed/>
                  </p:oleObj>
                </mc:Choice>
                <mc:Fallback>
                  <p:oleObj name="Equation" r:id="rId9" imgW="698400" imgH="203040" progId="Equation.3">
                    <p:embed/>
                    <p:pic>
                      <p:nvPicPr>
                        <p:cNvPr id="0" name="Object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2" y="2044"/>
                          <a:ext cx="106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2609" name="Group 1041"/>
          <p:cNvGrpSpPr>
            <a:grpSpLocks/>
          </p:cNvGrpSpPr>
          <p:nvPr/>
        </p:nvGrpSpPr>
        <p:grpSpPr bwMode="auto">
          <a:xfrm>
            <a:off x="304800" y="4752975"/>
            <a:ext cx="4845050" cy="581025"/>
            <a:chOff x="288" y="2428"/>
            <a:chExt cx="3052" cy="366"/>
          </a:xfrm>
        </p:grpSpPr>
        <p:sp>
          <p:nvSpPr>
            <p:cNvPr id="622605" name="Text Box 1037"/>
            <p:cNvSpPr txBox="1">
              <a:spLocks noChangeArrowheads="1"/>
            </p:cNvSpPr>
            <p:nvPr/>
          </p:nvSpPr>
          <p:spPr bwMode="auto">
            <a:xfrm>
              <a:off x="288" y="2428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若</a:t>
              </a:r>
            </a:p>
          </p:txBody>
        </p:sp>
        <p:graphicFrame>
          <p:nvGraphicFramePr>
            <p:cNvPr id="622606" name="Object 1038"/>
            <p:cNvGraphicFramePr>
              <a:graphicFrameLocks noChangeAspect="1"/>
            </p:cNvGraphicFramePr>
            <p:nvPr/>
          </p:nvGraphicFramePr>
          <p:xfrm>
            <a:off x="548" y="2476"/>
            <a:ext cx="106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948" name="Equation" r:id="rId11" imgW="698400" imgH="203040" progId="Equation.3">
                    <p:embed/>
                  </p:oleObj>
                </mc:Choice>
                <mc:Fallback>
                  <p:oleObj name="Equation" r:id="rId11" imgW="698400" imgH="203040" progId="Equation.3">
                    <p:embed/>
                    <p:pic>
                      <p:nvPicPr>
                        <p:cNvPr id="0" name="Object 1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" y="2476"/>
                          <a:ext cx="106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2607" name="Text Box 1039"/>
            <p:cNvSpPr txBox="1">
              <a:spLocks noChangeArrowheads="1"/>
            </p:cNvSpPr>
            <p:nvPr/>
          </p:nvSpPr>
          <p:spPr bwMode="auto">
            <a:xfrm>
              <a:off x="1556" y="2448"/>
              <a:ext cx="17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称</a:t>
              </a:r>
              <a:r>
                <a:rPr lang="en-US" altLang="zh-CN" sz="3000" i="1"/>
                <a:t>A</a:t>
              </a:r>
              <a:r>
                <a:rPr lang="en-US" altLang="zh-CN"/>
                <a:t>、</a:t>
              </a:r>
              <a:r>
                <a:rPr lang="en-US" altLang="zh-CN" sz="3000" i="1"/>
                <a:t>B</a:t>
              </a: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可交换</a:t>
              </a:r>
              <a:r>
                <a:rPr lang="zh-CN" altLang="en-US"/>
                <a:t>，</a:t>
              </a:r>
            </a:p>
          </p:txBody>
        </p:sp>
      </p:grpSp>
      <p:sp>
        <p:nvSpPr>
          <p:cNvPr id="622608" name="Text Box 1040"/>
          <p:cNvSpPr txBox="1">
            <a:spLocks noChangeArrowheads="1"/>
          </p:cNvSpPr>
          <p:nvPr/>
        </p:nvSpPr>
        <p:spPr bwMode="auto">
          <a:xfrm>
            <a:off x="304800" y="5394325"/>
            <a:ext cx="5638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(前提是</a:t>
            </a:r>
            <a:r>
              <a:rPr lang="en-US" altLang="zh-CN" sz="3000" i="1"/>
              <a:t>A</a:t>
            </a:r>
            <a:r>
              <a:rPr lang="en-US" altLang="zh-CN"/>
              <a:t>、</a:t>
            </a:r>
            <a:r>
              <a:rPr lang="en-US" altLang="zh-CN" sz="3000" i="1"/>
              <a:t>B</a:t>
            </a:r>
            <a:r>
              <a:rPr lang="zh-CN" altLang="en-US"/>
              <a:t>为同阶方阵).</a:t>
            </a:r>
          </a:p>
        </p:txBody>
      </p:sp>
      <p:grpSp>
        <p:nvGrpSpPr>
          <p:cNvPr id="622610" name="Group 1042"/>
          <p:cNvGrpSpPr>
            <a:grpSpLocks/>
          </p:cNvGrpSpPr>
          <p:nvPr/>
        </p:nvGrpSpPr>
        <p:grpSpPr bwMode="auto">
          <a:xfrm>
            <a:off x="304800" y="425450"/>
            <a:ext cx="8534400" cy="557213"/>
            <a:chOff x="213" y="3353"/>
            <a:chExt cx="5376" cy="351"/>
          </a:xfrm>
        </p:grpSpPr>
        <p:graphicFrame>
          <p:nvGraphicFramePr>
            <p:cNvPr id="622611" name="Object 1043"/>
            <p:cNvGraphicFramePr>
              <a:graphicFrameLocks noChangeAspect="1"/>
            </p:cNvGraphicFramePr>
            <p:nvPr/>
          </p:nvGraphicFramePr>
          <p:xfrm>
            <a:off x="213" y="3395"/>
            <a:ext cx="4586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949" name="Equation" r:id="rId13" imgW="3022560" imgH="203040" progId="Equation.3">
                    <p:embed/>
                  </p:oleObj>
                </mc:Choice>
                <mc:Fallback>
                  <p:oleObj name="Equation" r:id="rId13" imgW="3022560" imgH="203040" progId="Equation.3">
                    <p:embed/>
                    <p:pic>
                      <p:nvPicPr>
                        <p:cNvPr id="0" name="Object 10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" y="3395"/>
                          <a:ext cx="4586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2612" name="Text Box 1044"/>
            <p:cNvSpPr txBox="1">
              <a:spLocks noChangeArrowheads="1"/>
            </p:cNvSpPr>
            <p:nvPr/>
          </p:nvSpPr>
          <p:spPr bwMode="auto">
            <a:xfrm>
              <a:off x="4800" y="3353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但仍不</a:t>
              </a:r>
            </a:p>
          </p:txBody>
        </p:sp>
      </p:grpSp>
      <p:grpSp>
        <p:nvGrpSpPr>
          <p:cNvPr id="622613" name="Group 1045"/>
          <p:cNvGrpSpPr>
            <a:grpSpLocks/>
          </p:cNvGrpSpPr>
          <p:nvPr/>
        </p:nvGrpSpPr>
        <p:grpSpPr bwMode="auto">
          <a:xfrm>
            <a:off x="228600" y="981075"/>
            <a:ext cx="2828925" cy="542925"/>
            <a:chOff x="192" y="3696"/>
            <a:chExt cx="1782" cy="342"/>
          </a:xfrm>
        </p:grpSpPr>
        <p:sp>
          <p:nvSpPr>
            <p:cNvPr id="622614" name="Text Box 1046"/>
            <p:cNvSpPr txBox="1">
              <a:spLocks noChangeArrowheads="1"/>
            </p:cNvSpPr>
            <p:nvPr/>
          </p:nvSpPr>
          <p:spPr bwMode="auto">
            <a:xfrm>
              <a:off x="192" y="3696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一定有</a:t>
              </a:r>
            </a:p>
          </p:txBody>
        </p:sp>
        <p:graphicFrame>
          <p:nvGraphicFramePr>
            <p:cNvPr id="622615" name="Object 1047"/>
            <p:cNvGraphicFramePr>
              <a:graphicFrameLocks noChangeAspect="1"/>
            </p:cNvGraphicFramePr>
            <p:nvPr/>
          </p:nvGraphicFramePr>
          <p:xfrm>
            <a:off x="912" y="3730"/>
            <a:ext cx="106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950" name="Equation" r:id="rId15" imgW="698400" imgH="203040" progId="Equation.3">
                    <p:embed/>
                  </p:oleObj>
                </mc:Choice>
                <mc:Fallback>
                  <p:oleObj name="Equation" r:id="rId15" imgW="698400" imgH="203040" progId="Equation.3">
                    <p:embed/>
                    <p:pic>
                      <p:nvPicPr>
                        <p:cNvPr id="0" name="Object 10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730"/>
                          <a:ext cx="106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2617" name="Object 1049"/>
          <p:cNvGraphicFramePr>
            <a:graphicFrameLocks noChangeAspect="1"/>
          </p:cNvGraphicFramePr>
          <p:nvPr/>
        </p:nvGraphicFramePr>
        <p:xfrm>
          <a:off x="1752600" y="2819400"/>
          <a:ext cx="6826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1" name="Equation" r:id="rId17" imgW="304560" imgH="177480" progId="Equation.3">
                  <p:embed/>
                </p:oleObj>
              </mc:Choice>
              <mc:Fallback>
                <p:oleObj name="Equation" r:id="rId17" imgW="304560" imgH="177480" progId="Equation.3">
                  <p:embed/>
                  <p:pic>
                    <p:nvPicPr>
                      <p:cNvPr id="0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819400"/>
                        <a:ext cx="68262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18" name="Object 1050"/>
          <p:cNvGraphicFramePr>
            <a:graphicFrameLocks noChangeAspect="1"/>
          </p:cNvGraphicFramePr>
          <p:nvPr/>
        </p:nvGraphicFramePr>
        <p:xfrm>
          <a:off x="2557463" y="2819400"/>
          <a:ext cx="7112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2" name="Equation" r:id="rId19" imgW="317160" imgH="177480" progId="Equation.3">
                  <p:embed/>
                </p:oleObj>
              </mc:Choice>
              <mc:Fallback>
                <p:oleObj name="Equation" r:id="rId19" imgW="317160" imgH="177480" progId="Equation.3">
                  <p:embed/>
                  <p:pic>
                    <p:nvPicPr>
                      <p:cNvPr id="0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2819400"/>
                        <a:ext cx="7112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19" name="Object 1051"/>
          <p:cNvGraphicFramePr>
            <a:graphicFrameLocks noChangeAspect="1"/>
          </p:cNvGraphicFramePr>
          <p:nvPr/>
        </p:nvGraphicFramePr>
        <p:xfrm>
          <a:off x="2041525" y="3429000"/>
          <a:ext cx="2841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3" name="Equation" r:id="rId21" imgW="126720" imgH="177480" progId="Equation.3">
                  <p:embed/>
                </p:oleObj>
              </mc:Choice>
              <mc:Fallback>
                <p:oleObj name="Equation" r:id="rId21" imgW="126720" imgH="177480" progId="Equation.3">
                  <p:embed/>
                  <p:pic>
                    <p:nvPicPr>
                      <p:cNvPr id="0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25" y="3429000"/>
                        <a:ext cx="28416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20" name="Object 1052"/>
          <p:cNvGraphicFramePr>
            <a:graphicFrameLocks noChangeAspect="1"/>
          </p:cNvGraphicFramePr>
          <p:nvPr/>
        </p:nvGraphicFramePr>
        <p:xfrm>
          <a:off x="2747963" y="3429000"/>
          <a:ext cx="427037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4" name="Equation" r:id="rId23" imgW="190440" imgH="177480" progId="Equation.3">
                  <p:embed/>
                </p:oleObj>
              </mc:Choice>
              <mc:Fallback>
                <p:oleObj name="Equation" r:id="rId23" imgW="190440" imgH="177480" progId="Equation.3">
                  <p:embed/>
                  <p:pic>
                    <p:nvPicPr>
                      <p:cNvPr id="0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3429000"/>
                        <a:ext cx="427037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21" name="Object 1053"/>
          <p:cNvGraphicFramePr>
            <a:graphicFrameLocks noChangeAspect="1"/>
          </p:cNvGraphicFramePr>
          <p:nvPr/>
        </p:nvGraphicFramePr>
        <p:xfrm>
          <a:off x="3824288" y="2840038"/>
          <a:ext cx="278288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5" name="Equation" r:id="rId25" imgW="1244520" imgH="457200" progId="Equation.3">
                  <p:embed/>
                </p:oleObj>
              </mc:Choice>
              <mc:Fallback>
                <p:oleObj name="Equation" r:id="rId25" imgW="1244520" imgH="457200" progId="Equation.3">
                  <p:embed/>
                  <p:pic>
                    <p:nvPicPr>
                      <p:cNvPr id="0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2840038"/>
                        <a:ext cx="2782887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22" name="Object 1054"/>
          <p:cNvGraphicFramePr>
            <a:graphicFrameLocks noChangeAspect="1"/>
          </p:cNvGraphicFramePr>
          <p:nvPr/>
        </p:nvGraphicFramePr>
        <p:xfrm>
          <a:off x="5029200" y="2743200"/>
          <a:ext cx="3254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6" name="Equation" r:id="rId27" imgW="126720" imgH="177480" progId="Equation.3">
                  <p:embed/>
                </p:oleObj>
              </mc:Choice>
              <mc:Fallback>
                <p:oleObj name="Equation" r:id="rId27" imgW="126720" imgH="177480" progId="Equation.3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743200"/>
                        <a:ext cx="3254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23" name="Object 1055"/>
          <p:cNvGraphicFramePr>
            <a:graphicFrameLocks noChangeAspect="1"/>
          </p:cNvGraphicFramePr>
          <p:nvPr/>
        </p:nvGraphicFramePr>
        <p:xfrm>
          <a:off x="5715000" y="2743200"/>
          <a:ext cx="3254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7" name="Equation" r:id="rId29" imgW="126720" imgH="177480" progId="Equation.3">
                  <p:embed/>
                </p:oleObj>
              </mc:Choice>
              <mc:Fallback>
                <p:oleObj name="Equation" r:id="rId29" imgW="126720" imgH="177480" progId="Equation.3">
                  <p:embed/>
                  <p:pic>
                    <p:nvPicPr>
                      <p:cNvPr id="0" name="Object 1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743200"/>
                        <a:ext cx="3254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24" name="Object 1056"/>
          <p:cNvGraphicFramePr>
            <a:graphicFrameLocks noChangeAspect="1"/>
          </p:cNvGraphicFramePr>
          <p:nvPr/>
        </p:nvGraphicFramePr>
        <p:xfrm>
          <a:off x="5029200" y="3352800"/>
          <a:ext cx="3254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8" name="Equation" r:id="rId31" imgW="126720" imgH="177480" progId="Equation.3">
                  <p:embed/>
                </p:oleObj>
              </mc:Choice>
              <mc:Fallback>
                <p:oleObj name="Equation" r:id="rId31" imgW="126720" imgH="177480" progId="Equation.3">
                  <p:embed/>
                  <p:pic>
                    <p:nvPicPr>
                      <p:cNvPr id="0" name="Object 1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352800"/>
                        <a:ext cx="3254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25" name="Object 1057"/>
          <p:cNvGraphicFramePr>
            <a:graphicFrameLocks noChangeAspect="1"/>
          </p:cNvGraphicFramePr>
          <p:nvPr/>
        </p:nvGraphicFramePr>
        <p:xfrm>
          <a:off x="5703888" y="3341688"/>
          <a:ext cx="3254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959" name="Equation" r:id="rId33" imgW="126720" imgH="177480" progId="Equation.3">
                  <p:embed/>
                </p:oleObj>
              </mc:Choice>
              <mc:Fallback>
                <p:oleObj name="Equation" r:id="rId33" imgW="126720" imgH="177480" progId="Equation.3">
                  <p:embed/>
                  <p:pic>
                    <p:nvPicPr>
                      <p:cNvPr id="0" name="Object 1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888" y="3341688"/>
                        <a:ext cx="3254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2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2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2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26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226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26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26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26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226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26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22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226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26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22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26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22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26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226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26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2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2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22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8" grpId="0" autoUpdateAnimBg="0"/>
      <p:bldP spid="62260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CDA0-F206-4CCC-92FA-0A492E2837E7}" type="slidenum">
              <a:rPr lang="zh-CN" altLang="en-US"/>
              <a:pPr/>
              <a:t>26</a:t>
            </a:fld>
            <a:endParaRPr lang="zh-CN" altLang="en-US"/>
          </a:p>
        </p:txBody>
      </p:sp>
      <p:graphicFrame>
        <p:nvGraphicFramePr>
          <p:cNvPr id="1013762" name="Object 2"/>
          <p:cNvGraphicFramePr>
            <a:graphicFrameLocks noChangeAspect="1"/>
          </p:cNvGraphicFramePr>
          <p:nvPr/>
        </p:nvGraphicFramePr>
        <p:xfrm>
          <a:off x="838200" y="381000"/>
          <a:ext cx="7315200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58" name="Document" r:id="rId3" imgW="2880360" imgH="469800" progId="Word.Document.8">
                  <p:embed/>
                </p:oleObj>
              </mc:Choice>
              <mc:Fallback>
                <p:oleObj name="Document" r:id="rId3" imgW="2880360" imgH="4698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1000"/>
                        <a:ext cx="7315200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763" name="Text Box 3"/>
          <p:cNvSpPr txBox="1">
            <a:spLocks noChangeArrowheads="1"/>
          </p:cNvSpPr>
          <p:nvPr/>
        </p:nvSpPr>
        <p:spPr bwMode="auto">
          <a:xfrm>
            <a:off x="152400" y="66992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13764" name="Text Box 4"/>
          <p:cNvSpPr txBox="1">
            <a:spLocks noChangeArrowheads="1"/>
          </p:cNvSpPr>
          <p:nvPr/>
        </p:nvSpPr>
        <p:spPr bwMode="auto">
          <a:xfrm>
            <a:off x="152400" y="20574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13769" name="Object 9"/>
          <p:cNvGraphicFramePr>
            <a:graphicFrameLocks noChangeAspect="1"/>
          </p:cNvGraphicFramePr>
          <p:nvPr/>
        </p:nvGraphicFramePr>
        <p:xfrm>
          <a:off x="228600" y="4648200"/>
          <a:ext cx="28194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59" name="Document" r:id="rId5" imgW="1127880" imgH="179280" progId="Word.Document.8">
                  <p:embed/>
                </p:oleObj>
              </mc:Choice>
              <mc:Fallback>
                <p:oleObj name="Document" r:id="rId5" imgW="1127880" imgH="17928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648200"/>
                        <a:ext cx="28194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73" name="Object 13"/>
          <p:cNvGraphicFramePr>
            <a:graphicFrameLocks noChangeAspect="1"/>
          </p:cNvGraphicFramePr>
          <p:nvPr/>
        </p:nvGraphicFramePr>
        <p:xfrm>
          <a:off x="838200" y="1778000"/>
          <a:ext cx="32766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60" name="Equation" r:id="rId7" imgW="1320480" imgH="469800" progId="Equation.3">
                  <p:embed/>
                </p:oleObj>
              </mc:Choice>
              <mc:Fallback>
                <p:oleObj name="Equation" r:id="rId7" imgW="1320480" imgH="469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778000"/>
                        <a:ext cx="3276600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72" name="Object 12"/>
          <p:cNvGraphicFramePr>
            <a:graphicFrameLocks noChangeAspect="1"/>
          </p:cNvGraphicFramePr>
          <p:nvPr/>
        </p:nvGraphicFramePr>
        <p:xfrm>
          <a:off x="4083050" y="1752600"/>
          <a:ext cx="170815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61" name="Equation" r:id="rId9" imgW="685800" imgH="469800" progId="Equation.3">
                  <p:embed/>
                </p:oleObj>
              </mc:Choice>
              <mc:Fallback>
                <p:oleObj name="Equation" r:id="rId9" imgW="685800" imgH="469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1752600"/>
                        <a:ext cx="170815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71" name="Object 11"/>
          <p:cNvGraphicFramePr>
            <a:graphicFrameLocks noChangeAspect="1"/>
          </p:cNvGraphicFramePr>
          <p:nvPr/>
        </p:nvGraphicFramePr>
        <p:xfrm>
          <a:off x="914400" y="3200400"/>
          <a:ext cx="33528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62" r:id="rId11" imgW="1308100" imgH="469900" progId="Equation.3">
                  <p:embed/>
                </p:oleObj>
              </mc:Choice>
              <mc:Fallback>
                <p:oleObj r:id="rId11" imgW="1308100" imgH="469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00400"/>
                        <a:ext cx="3352800" cy="1198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770" name="Object 10"/>
          <p:cNvGraphicFramePr>
            <a:graphicFrameLocks noChangeAspect="1"/>
          </p:cNvGraphicFramePr>
          <p:nvPr/>
        </p:nvGraphicFramePr>
        <p:xfrm>
          <a:off x="4254500" y="3263900"/>
          <a:ext cx="163195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63" name="Equation" r:id="rId13" imgW="685800" imgH="469800" progId="Equation.3">
                  <p:embed/>
                </p:oleObj>
              </mc:Choice>
              <mc:Fallback>
                <p:oleObj name="Equation" r:id="rId13" imgW="68580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3263900"/>
                        <a:ext cx="1631950" cy="1116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3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1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3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63" grpId="0" autoUpdateAnimBg="0"/>
      <p:bldP spid="101376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36EA-22FA-4F1B-A6F5-9C880D4D611B}" type="slidenum">
              <a:rPr lang="zh-CN" altLang="en-US"/>
              <a:pPr/>
              <a:t>27</a:t>
            </a:fld>
            <a:endParaRPr lang="zh-CN" altLang="en-US"/>
          </a:p>
        </p:txBody>
      </p:sp>
      <p:sp>
        <p:nvSpPr>
          <p:cNvPr id="623636" name="Text Box 20"/>
          <p:cNvSpPr txBox="1">
            <a:spLocks noChangeArrowheads="1"/>
          </p:cNvSpPr>
          <p:nvPr/>
        </p:nvSpPr>
        <p:spPr bwMode="auto">
          <a:xfrm>
            <a:off x="304800" y="47942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623640" name="Text Box 24"/>
          <p:cNvSpPr txBox="1">
            <a:spLocks noChangeArrowheads="1"/>
          </p:cNvSpPr>
          <p:nvPr/>
        </p:nvSpPr>
        <p:spPr bwMode="auto">
          <a:xfrm>
            <a:off x="304800" y="18034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23641" name="Object 25"/>
          <p:cNvGraphicFramePr>
            <a:graphicFrameLocks noChangeAspect="1"/>
          </p:cNvGraphicFramePr>
          <p:nvPr/>
        </p:nvGraphicFramePr>
        <p:xfrm>
          <a:off x="990600" y="1530350"/>
          <a:ext cx="25019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983" name="Equation" r:id="rId3" imgW="1015920" imgH="469800" progId="Equation.3">
                  <p:embed/>
                </p:oleObj>
              </mc:Choice>
              <mc:Fallback>
                <p:oleObj name="Equation" r:id="rId3" imgW="1015920" imgH="4698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30350"/>
                        <a:ext cx="2501900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2" name="Object 26"/>
          <p:cNvGraphicFramePr>
            <a:graphicFrameLocks noChangeAspect="1"/>
          </p:cNvGraphicFramePr>
          <p:nvPr/>
        </p:nvGraphicFramePr>
        <p:xfrm>
          <a:off x="762000" y="2917825"/>
          <a:ext cx="3376613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984" name="Equation" r:id="rId5" imgW="1371600" imgH="457200" progId="Equation.3">
                  <p:embed/>
                </p:oleObj>
              </mc:Choice>
              <mc:Fallback>
                <p:oleObj name="Equation" r:id="rId5" imgW="1371600" imgH="4572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917825"/>
                        <a:ext cx="3376613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3" name="Object 27"/>
          <p:cNvGraphicFramePr>
            <a:graphicFrameLocks noChangeAspect="1"/>
          </p:cNvGraphicFramePr>
          <p:nvPr/>
        </p:nvGraphicFramePr>
        <p:xfrm>
          <a:off x="4343400" y="2917825"/>
          <a:ext cx="2814638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985" name="Equation" r:id="rId7" imgW="1143000" imgH="457200" progId="Equation.3">
                  <p:embed/>
                </p:oleObj>
              </mc:Choice>
              <mc:Fallback>
                <p:oleObj name="Equation" r:id="rId7" imgW="1143000" imgH="4572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917825"/>
                        <a:ext cx="2814638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3644" name="Text Box 28"/>
          <p:cNvSpPr txBox="1">
            <a:spLocks noChangeArrowheads="1"/>
          </p:cNvSpPr>
          <p:nvPr/>
        </p:nvSpPr>
        <p:spPr bwMode="auto">
          <a:xfrm>
            <a:off x="3689350" y="1774825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则</a:t>
            </a:r>
          </a:p>
        </p:txBody>
      </p:sp>
      <p:graphicFrame>
        <p:nvGraphicFramePr>
          <p:cNvPr id="623645" name="Object 29"/>
          <p:cNvGraphicFramePr>
            <a:graphicFrameLocks noChangeAspect="1"/>
          </p:cNvGraphicFramePr>
          <p:nvPr/>
        </p:nvGraphicFramePr>
        <p:xfrm>
          <a:off x="762000" y="4289425"/>
          <a:ext cx="21891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986" name="Equation" r:id="rId9" imgW="888840" imgH="215640" progId="Equation.3">
                  <p:embed/>
                </p:oleObj>
              </mc:Choice>
              <mc:Fallback>
                <p:oleObj name="Equation" r:id="rId9" imgW="888840" imgH="2156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289425"/>
                        <a:ext cx="2189163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6" name="Object 30"/>
          <p:cNvGraphicFramePr>
            <a:graphicFrameLocks noChangeAspect="1"/>
          </p:cNvGraphicFramePr>
          <p:nvPr/>
        </p:nvGraphicFramePr>
        <p:xfrm>
          <a:off x="3200400" y="4289425"/>
          <a:ext cx="27209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987" name="Equation" r:id="rId11" imgW="1104840" imgH="215640" progId="Equation.3">
                  <p:embed/>
                </p:oleObj>
              </mc:Choice>
              <mc:Fallback>
                <p:oleObj name="Equation" r:id="rId11" imgW="1104840" imgH="2156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289425"/>
                        <a:ext cx="2720975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7" name="Object 31"/>
          <p:cNvGraphicFramePr>
            <a:graphicFrameLocks noChangeAspect="1"/>
          </p:cNvGraphicFramePr>
          <p:nvPr/>
        </p:nvGraphicFramePr>
        <p:xfrm>
          <a:off x="654050" y="5035550"/>
          <a:ext cx="40640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988" name="Equation" r:id="rId13" imgW="1650960" imgH="469800" progId="Equation.3">
                  <p:embed/>
                </p:oleObj>
              </mc:Choice>
              <mc:Fallback>
                <p:oleObj name="Equation" r:id="rId13" imgW="1650960" imgH="4698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5035550"/>
                        <a:ext cx="4064000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9" name="Object 33"/>
          <p:cNvGraphicFramePr>
            <a:graphicFrameLocks noChangeAspect="1"/>
          </p:cNvGraphicFramePr>
          <p:nvPr/>
        </p:nvGraphicFramePr>
        <p:xfrm>
          <a:off x="989013" y="190500"/>
          <a:ext cx="6107112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989" name="Document" r:id="rId15" imgW="2489760" imgH="483120" progId="Word.Document.8">
                  <p:embed/>
                </p:oleObj>
              </mc:Choice>
              <mc:Fallback>
                <p:oleObj name="Document" r:id="rId15" imgW="2489760" imgH="483120" progId="Word.Document.8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190500"/>
                        <a:ext cx="6107112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3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3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3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3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36" grpId="0" autoUpdateAnimBg="0"/>
      <p:bldP spid="623640" grpId="0" autoUpdateAnimBg="0"/>
      <p:bldP spid="62364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825DE-B98F-4FC9-9C3D-0F8926921008}" type="slidenum">
              <a:rPr lang="zh-CN" altLang="en-US"/>
              <a:pPr/>
              <a:t>28</a:t>
            </a:fld>
            <a:endParaRPr lang="zh-CN" altLang="en-US"/>
          </a:p>
        </p:txBody>
      </p:sp>
      <p:sp>
        <p:nvSpPr>
          <p:cNvPr id="1014786" name="Text Box 2"/>
          <p:cNvSpPr txBox="1">
            <a:spLocks noChangeArrowheads="1"/>
          </p:cNvSpPr>
          <p:nvPr/>
        </p:nvSpPr>
        <p:spPr bwMode="auto">
          <a:xfrm>
            <a:off x="228600" y="97155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014790" name="Text Box 6"/>
          <p:cNvSpPr txBox="1">
            <a:spLocks noChangeArrowheads="1"/>
          </p:cNvSpPr>
          <p:nvPr/>
        </p:nvSpPr>
        <p:spPr bwMode="auto">
          <a:xfrm>
            <a:off x="228600" y="34544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14798" name="Object 14"/>
          <p:cNvGraphicFramePr>
            <a:graphicFrameLocks noChangeAspect="1"/>
          </p:cNvGraphicFramePr>
          <p:nvPr/>
        </p:nvGraphicFramePr>
        <p:xfrm>
          <a:off x="1219200" y="127000"/>
          <a:ext cx="7620000" cy="227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804" name="Document" r:id="rId3" imgW="3091680" imgH="927000" progId="Word.Document.8">
                  <p:embed/>
                </p:oleObj>
              </mc:Choice>
              <mc:Fallback>
                <p:oleObj name="Document" r:id="rId3" imgW="3091680" imgH="9270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27000"/>
                        <a:ext cx="7620000" cy="227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800" name="Object 16"/>
          <p:cNvGraphicFramePr>
            <a:graphicFrameLocks noChangeAspect="1"/>
          </p:cNvGraphicFramePr>
          <p:nvPr/>
        </p:nvGraphicFramePr>
        <p:xfrm>
          <a:off x="914400" y="2601913"/>
          <a:ext cx="4572000" cy="227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805" name="Document" r:id="rId5" imgW="1858680" imgH="927000" progId="Word.Document.8">
                  <p:embed/>
                </p:oleObj>
              </mc:Choice>
              <mc:Fallback>
                <p:oleObj name="Document" r:id="rId5" imgW="1858680" imgH="92700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01913"/>
                        <a:ext cx="4572000" cy="227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4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4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6" grpId="0" autoUpdateAnimBg="0"/>
      <p:bldP spid="101479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71DAA-8B25-4C16-95C5-E2F01BAA138C}" type="slidenum">
              <a:rPr lang="zh-CN" altLang="en-US"/>
              <a:pPr/>
              <a:t>29</a:t>
            </a:fld>
            <a:endParaRPr lang="zh-CN" altLang="en-US"/>
          </a:p>
        </p:txBody>
      </p:sp>
      <p:graphicFrame>
        <p:nvGraphicFramePr>
          <p:cNvPr id="624688" name="Object 48"/>
          <p:cNvGraphicFramePr>
            <a:graphicFrameLocks noChangeAspect="1"/>
          </p:cNvGraphicFramePr>
          <p:nvPr/>
        </p:nvGraphicFramePr>
        <p:xfrm>
          <a:off x="228600" y="152400"/>
          <a:ext cx="533400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06" r:id="rId3" imgW="2336800" imgH="927100" progId="Equation.3">
                  <p:embed/>
                </p:oleObj>
              </mc:Choice>
              <mc:Fallback>
                <p:oleObj r:id="rId3" imgW="2336800" imgH="9271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"/>
                        <a:ext cx="5334000" cy="211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7" name="Object 47"/>
          <p:cNvGraphicFramePr>
            <a:graphicFrameLocks noChangeAspect="1"/>
          </p:cNvGraphicFramePr>
          <p:nvPr/>
        </p:nvGraphicFramePr>
        <p:xfrm>
          <a:off x="5543550" y="152400"/>
          <a:ext cx="2667000" cy="208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07" r:id="rId5" imgW="1181100" imgH="927100" progId="Equation.3">
                  <p:embed/>
                </p:oleObj>
              </mc:Choice>
              <mc:Fallback>
                <p:oleObj r:id="rId5" imgW="1181100" imgH="9271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152400"/>
                        <a:ext cx="2667000" cy="208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1" name="Object 51"/>
          <p:cNvGraphicFramePr>
            <a:graphicFrameLocks noChangeAspect="1"/>
          </p:cNvGraphicFramePr>
          <p:nvPr/>
        </p:nvGraphicFramePr>
        <p:xfrm>
          <a:off x="304800" y="2362200"/>
          <a:ext cx="5181600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08" r:id="rId7" imgW="2324100" imgH="927100" progId="Equation.3">
                  <p:embed/>
                </p:oleObj>
              </mc:Choice>
              <mc:Fallback>
                <p:oleObj r:id="rId7" imgW="2324100" imgH="9271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62200"/>
                        <a:ext cx="5181600" cy="205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0" name="Object 50"/>
          <p:cNvGraphicFramePr>
            <a:graphicFrameLocks noChangeAspect="1"/>
          </p:cNvGraphicFramePr>
          <p:nvPr/>
        </p:nvGraphicFramePr>
        <p:xfrm>
          <a:off x="5467350" y="2362200"/>
          <a:ext cx="259080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09" r:id="rId9" imgW="1168400" imgH="927100" progId="Equation.3">
                  <p:embed/>
                </p:oleObj>
              </mc:Choice>
              <mc:Fallback>
                <p:oleObj r:id="rId9" imgW="1168400" imgH="92710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350" y="2362200"/>
                        <a:ext cx="2590800" cy="204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3" name="Object 53"/>
          <p:cNvGraphicFramePr>
            <a:graphicFrameLocks noChangeAspect="1"/>
          </p:cNvGraphicFramePr>
          <p:nvPr/>
        </p:nvGraphicFramePr>
        <p:xfrm>
          <a:off x="304800" y="4572000"/>
          <a:ext cx="26114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10" name="Document" r:id="rId11" imgW="1071720" imgH="178200" progId="Word.Document.8">
                  <p:embed/>
                </p:oleObj>
              </mc:Choice>
              <mc:Fallback>
                <p:oleObj name="Document" r:id="rId11" imgW="1071720" imgH="178200" progId="Word.Document.8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72000"/>
                        <a:ext cx="26114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5" name="Object 65"/>
          <p:cNvGraphicFramePr>
            <a:graphicFrameLocks noChangeAspect="1"/>
          </p:cNvGraphicFramePr>
          <p:nvPr/>
        </p:nvGraphicFramePr>
        <p:xfrm>
          <a:off x="228600" y="5029200"/>
          <a:ext cx="83820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011" name="Document" r:id="rId13" imgW="3372480" imgH="425880" progId="Word.Document.8">
                  <p:embed/>
                </p:oleObj>
              </mc:Choice>
              <mc:Fallback>
                <p:oleObj name="Document" r:id="rId13" imgW="3372480" imgH="425880" progId="Word.Document.8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029200"/>
                        <a:ext cx="83820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DF1A1-A3B7-48A8-B4AE-BE76B2C9B319}" type="slidenum">
              <a:rPr lang="zh-CN" altLang="en-US"/>
              <a:pPr/>
              <a:t>30</a:t>
            </a:fld>
            <a:endParaRPr lang="zh-CN" altLang="en-US"/>
          </a:p>
        </p:txBody>
      </p:sp>
      <p:graphicFrame>
        <p:nvGraphicFramePr>
          <p:cNvPr id="1016834" name="Object 2"/>
          <p:cNvGraphicFramePr>
            <a:graphicFrameLocks noChangeAspect="1"/>
          </p:cNvGraphicFramePr>
          <p:nvPr/>
        </p:nvGraphicFramePr>
        <p:xfrm>
          <a:off x="381000" y="304800"/>
          <a:ext cx="8208963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837" name="Document" r:id="rId3" imgW="3363120" imgH="927000" progId="Word.Document.8">
                  <p:embed/>
                </p:oleObj>
              </mc:Choice>
              <mc:Fallback>
                <p:oleObj name="Document" r:id="rId3" imgW="3363120" imgH="9270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04800"/>
                        <a:ext cx="8208963" cy="225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B9C03-555F-4EF2-9120-FF5B5DB482CE}" type="slidenum">
              <a:rPr lang="zh-CN" altLang="en-US"/>
              <a:pPr/>
              <a:t>31</a:t>
            </a:fld>
            <a:endParaRPr lang="zh-CN" altLang="en-US"/>
          </a:p>
        </p:txBody>
      </p:sp>
      <p:graphicFrame>
        <p:nvGraphicFramePr>
          <p:cNvPr id="1015810" name="Object 2"/>
          <p:cNvGraphicFramePr>
            <a:graphicFrameLocks noChangeAspect="1"/>
          </p:cNvGraphicFramePr>
          <p:nvPr/>
        </p:nvGraphicFramePr>
        <p:xfrm>
          <a:off x="1676400" y="228600"/>
          <a:ext cx="48196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61" name="Equation" r:id="rId3" imgW="2057400" imgH="457200" progId="Equation.3">
                  <p:embed/>
                </p:oleObj>
              </mc:Choice>
              <mc:Fallback>
                <p:oleObj name="Equation" r:id="rId3" imgW="20574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28600"/>
                        <a:ext cx="48196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811" name="Text Box 3"/>
          <p:cNvSpPr txBox="1">
            <a:spLocks noChangeArrowheads="1"/>
          </p:cNvSpPr>
          <p:nvPr/>
        </p:nvSpPr>
        <p:spPr bwMode="auto">
          <a:xfrm>
            <a:off x="304800" y="4572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从前例</a:t>
            </a:r>
          </a:p>
        </p:txBody>
      </p:sp>
      <p:sp>
        <p:nvSpPr>
          <p:cNvPr id="1015812" name="Text Box 4"/>
          <p:cNvSpPr txBox="1">
            <a:spLocks noChangeArrowheads="1"/>
          </p:cNvSpPr>
          <p:nvPr/>
        </p:nvSpPr>
        <p:spPr bwMode="auto">
          <a:xfrm>
            <a:off x="304800" y="1377950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还可看出，矩阵乘法不满足消去律：</a:t>
            </a:r>
          </a:p>
        </p:txBody>
      </p:sp>
      <p:graphicFrame>
        <p:nvGraphicFramePr>
          <p:cNvPr id="1015813" name="Object 5"/>
          <p:cNvGraphicFramePr>
            <a:graphicFrameLocks noChangeAspect="1"/>
          </p:cNvGraphicFramePr>
          <p:nvPr/>
        </p:nvGraphicFramePr>
        <p:xfrm>
          <a:off x="304800" y="2097088"/>
          <a:ext cx="13144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62" name="Equation" r:id="rId5" imgW="533160" imgH="177480" progId="Equation.3">
                  <p:embed/>
                </p:oleObj>
              </mc:Choice>
              <mc:Fallback>
                <p:oleObj name="Equation" r:id="rId5" imgW="53316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097088"/>
                        <a:ext cx="131445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5814" name="Group 6"/>
          <p:cNvGrpSpPr>
            <a:grpSpLocks/>
          </p:cNvGrpSpPr>
          <p:nvPr/>
        </p:nvGrpSpPr>
        <p:grpSpPr bwMode="auto">
          <a:xfrm>
            <a:off x="1676400" y="2108200"/>
            <a:ext cx="500063" cy="457200"/>
            <a:chOff x="1360" y="3120"/>
            <a:chExt cx="315" cy="288"/>
          </a:xfrm>
        </p:grpSpPr>
        <p:graphicFrame>
          <p:nvGraphicFramePr>
            <p:cNvPr id="1015815" name="Object 7"/>
            <p:cNvGraphicFramePr>
              <a:graphicFrameLocks noChangeAspect="1"/>
            </p:cNvGraphicFramePr>
            <p:nvPr/>
          </p:nvGraphicFramePr>
          <p:xfrm>
            <a:off x="1360" y="3139"/>
            <a:ext cx="31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863" name="Equation" r:id="rId7" imgW="203040" imgH="152280" progId="Equation.3">
                    <p:embed/>
                  </p:oleObj>
                </mc:Choice>
                <mc:Fallback>
                  <p:oleObj name="Equation" r:id="rId7" imgW="203040" imgH="1522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0" y="3139"/>
                          <a:ext cx="315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5816" name="Line 8"/>
            <p:cNvSpPr>
              <a:spLocks noChangeShapeType="1"/>
            </p:cNvSpPr>
            <p:nvPr/>
          </p:nvSpPr>
          <p:spPr bwMode="auto">
            <a:xfrm>
              <a:off x="1440" y="3120"/>
              <a:ext cx="96" cy="288"/>
            </a:xfrm>
            <a:prstGeom prst="line">
              <a:avLst/>
            </a:prstGeom>
            <a:noFill/>
            <a:ln w="3175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15817" name="Group 9"/>
          <p:cNvGrpSpPr>
            <a:grpSpLocks/>
          </p:cNvGrpSpPr>
          <p:nvPr/>
        </p:nvGrpSpPr>
        <p:grpSpPr bwMode="auto">
          <a:xfrm>
            <a:off x="2163763" y="2020888"/>
            <a:ext cx="2819400" cy="574675"/>
            <a:chOff x="1507" y="1365"/>
            <a:chExt cx="1776" cy="362"/>
          </a:xfrm>
        </p:grpSpPr>
        <p:graphicFrame>
          <p:nvGraphicFramePr>
            <p:cNvPr id="1015818" name="Object 10"/>
            <p:cNvGraphicFramePr>
              <a:graphicFrameLocks noChangeAspect="1"/>
            </p:cNvGraphicFramePr>
            <p:nvPr/>
          </p:nvGraphicFramePr>
          <p:xfrm>
            <a:off x="1507" y="1413"/>
            <a:ext cx="66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864" name="Equation" r:id="rId9" imgW="431640" imgH="177480" progId="Equation.3">
                    <p:embed/>
                  </p:oleObj>
                </mc:Choice>
                <mc:Fallback>
                  <p:oleObj name="Equation" r:id="rId9" imgW="431640" imgH="1774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7" y="1413"/>
                          <a:ext cx="669" cy="2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5819" name="Text Box 11"/>
            <p:cNvSpPr txBox="1">
              <a:spLocks noChangeArrowheads="1"/>
            </p:cNvSpPr>
            <p:nvPr/>
          </p:nvSpPr>
          <p:spPr bwMode="auto">
            <a:xfrm>
              <a:off x="2160" y="1365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或</a:t>
              </a:r>
            </a:p>
          </p:txBody>
        </p:sp>
        <p:graphicFrame>
          <p:nvGraphicFramePr>
            <p:cNvPr id="1015820" name="Object 12"/>
            <p:cNvGraphicFramePr>
              <a:graphicFrameLocks noChangeAspect="1"/>
            </p:cNvGraphicFramePr>
            <p:nvPr/>
          </p:nvGraphicFramePr>
          <p:xfrm>
            <a:off x="2515" y="1413"/>
            <a:ext cx="76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865" name="Equation" r:id="rId11" imgW="495000" imgH="203040" progId="Equation.3">
                    <p:embed/>
                  </p:oleObj>
                </mc:Choice>
                <mc:Fallback>
                  <p:oleObj name="Equation" r:id="rId11" imgW="495000" imgH="2030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5" y="1413"/>
                          <a:ext cx="768" cy="3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5821" name="Group 13"/>
          <p:cNvGrpSpPr>
            <a:grpSpLocks/>
          </p:cNvGrpSpPr>
          <p:nvPr/>
        </p:nvGrpSpPr>
        <p:grpSpPr bwMode="auto">
          <a:xfrm>
            <a:off x="304800" y="2728913"/>
            <a:ext cx="4724400" cy="527050"/>
            <a:chOff x="336" y="1811"/>
            <a:chExt cx="2976" cy="332"/>
          </a:xfrm>
        </p:grpSpPr>
        <p:graphicFrame>
          <p:nvGraphicFramePr>
            <p:cNvPr id="1015822" name="Object 14"/>
            <p:cNvGraphicFramePr>
              <a:graphicFrameLocks noChangeAspect="1"/>
            </p:cNvGraphicFramePr>
            <p:nvPr/>
          </p:nvGraphicFramePr>
          <p:xfrm>
            <a:off x="336" y="1824"/>
            <a:ext cx="177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866" name="Equation" r:id="rId13" imgW="1143000" imgH="203040" progId="Equation.3">
                    <p:embed/>
                  </p:oleObj>
                </mc:Choice>
                <mc:Fallback>
                  <p:oleObj name="Equation" r:id="rId13" imgW="1143000" imgH="2030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824"/>
                          <a:ext cx="1776" cy="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5823" name="Group 15"/>
            <p:cNvGrpSpPr>
              <a:grpSpLocks/>
            </p:cNvGrpSpPr>
            <p:nvPr/>
          </p:nvGrpSpPr>
          <p:grpSpPr bwMode="auto">
            <a:xfrm>
              <a:off x="2160" y="1824"/>
              <a:ext cx="315" cy="288"/>
              <a:chOff x="1360" y="3120"/>
              <a:chExt cx="315" cy="288"/>
            </a:xfrm>
          </p:grpSpPr>
          <p:graphicFrame>
            <p:nvGraphicFramePr>
              <p:cNvPr id="1015824" name="Object 16"/>
              <p:cNvGraphicFramePr>
                <a:graphicFrameLocks noChangeAspect="1"/>
              </p:cNvGraphicFramePr>
              <p:nvPr/>
            </p:nvGraphicFramePr>
            <p:xfrm>
              <a:off x="1360" y="3139"/>
              <a:ext cx="315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867" name="Equation" r:id="rId15" imgW="203040" imgH="152280" progId="Equation.3">
                      <p:embed/>
                    </p:oleObj>
                  </mc:Choice>
                  <mc:Fallback>
                    <p:oleObj name="Equation" r:id="rId15" imgW="203040" imgH="15228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60" y="3139"/>
                            <a:ext cx="315" cy="23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25" name="Line 17"/>
              <p:cNvSpPr>
                <a:spLocks noChangeShapeType="1"/>
              </p:cNvSpPr>
              <p:nvPr/>
            </p:nvSpPr>
            <p:spPr bwMode="auto">
              <a:xfrm>
                <a:off x="1440" y="3120"/>
                <a:ext cx="96" cy="288"/>
              </a:xfrm>
              <a:prstGeom prst="line">
                <a:avLst/>
              </a:prstGeom>
              <a:noFill/>
              <a:ln w="31750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</p:grpSp>
        <p:graphicFrame>
          <p:nvGraphicFramePr>
            <p:cNvPr id="1015826" name="Object 18"/>
            <p:cNvGraphicFramePr>
              <a:graphicFrameLocks noChangeAspect="1"/>
            </p:cNvGraphicFramePr>
            <p:nvPr/>
          </p:nvGraphicFramePr>
          <p:xfrm>
            <a:off x="2496" y="1811"/>
            <a:ext cx="81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868" name="Equation" r:id="rId17" imgW="495000" imgH="203040" progId="Equation.3">
                    <p:embed/>
                  </p:oleObj>
                </mc:Choice>
                <mc:Fallback>
                  <p:oleObj name="Equation" r:id="rId17" imgW="495000" imgH="2030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811"/>
                          <a:ext cx="816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15834" name="Object 26"/>
          <p:cNvGraphicFramePr>
            <a:graphicFrameLocks noChangeAspect="1"/>
          </p:cNvGraphicFramePr>
          <p:nvPr/>
        </p:nvGraphicFramePr>
        <p:xfrm>
          <a:off x="6096000" y="1911350"/>
          <a:ext cx="21907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69" name="Equation" r:id="rId19" imgW="888840" imgH="203040" progId="Equation.3">
                  <p:embed/>
                </p:oleObj>
              </mc:Choice>
              <mc:Fallback>
                <p:oleObj name="Equation" r:id="rId19" imgW="888840" imgH="2030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11350"/>
                        <a:ext cx="2190750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835" name="Text Box 27"/>
          <p:cNvSpPr txBox="1">
            <a:spLocks noChangeArrowheads="1"/>
          </p:cNvSpPr>
          <p:nvPr/>
        </p:nvSpPr>
        <p:spPr bwMode="auto">
          <a:xfrm>
            <a:off x="5181600" y="2687638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左消去律不成立；</a:t>
            </a:r>
          </a:p>
        </p:txBody>
      </p:sp>
      <p:sp>
        <p:nvSpPr>
          <p:cNvPr id="1015836" name="Text Box 28"/>
          <p:cNvSpPr txBox="1">
            <a:spLocks noChangeArrowheads="1"/>
          </p:cNvSpPr>
          <p:nvPr/>
        </p:nvSpPr>
        <p:spPr bwMode="auto">
          <a:xfrm>
            <a:off x="152400" y="5645150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同理没有右消去律：</a:t>
            </a:r>
          </a:p>
        </p:txBody>
      </p:sp>
      <p:grpSp>
        <p:nvGrpSpPr>
          <p:cNvPr id="1015837" name="Group 29"/>
          <p:cNvGrpSpPr>
            <a:grpSpLocks/>
          </p:cNvGrpSpPr>
          <p:nvPr/>
        </p:nvGrpSpPr>
        <p:grpSpPr bwMode="auto">
          <a:xfrm>
            <a:off x="3432175" y="5703888"/>
            <a:ext cx="4679950" cy="503237"/>
            <a:chOff x="2306" y="3685"/>
            <a:chExt cx="2948" cy="317"/>
          </a:xfrm>
        </p:grpSpPr>
        <p:graphicFrame>
          <p:nvGraphicFramePr>
            <p:cNvPr id="1015838" name="Object 30"/>
            <p:cNvGraphicFramePr>
              <a:graphicFrameLocks noChangeAspect="1"/>
            </p:cNvGraphicFramePr>
            <p:nvPr/>
          </p:nvGraphicFramePr>
          <p:xfrm>
            <a:off x="2306" y="3689"/>
            <a:ext cx="1774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870" name="Equation" r:id="rId21" imgW="1143000" imgH="203040" progId="Equation.3">
                    <p:embed/>
                  </p:oleObj>
                </mc:Choice>
                <mc:Fallback>
                  <p:oleObj name="Equation" r:id="rId21" imgW="1143000" imgH="20304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6" y="3689"/>
                          <a:ext cx="1774" cy="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5839" name="Group 31"/>
            <p:cNvGrpSpPr>
              <a:grpSpLocks/>
            </p:cNvGrpSpPr>
            <p:nvPr/>
          </p:nvGrpSpPr>
          <p:grpSpPr bwMode="auto">
            <a:xfrm>
              <a:off x="4128" y="3710"/>
              <a:ext cx="315" cy="288"/>
              <a:chOff x="1360" y="3120"/>
              <a:chExt cx="315" cy="288"/>
            </a:xfrm>
          </p:grpSpPr>
          <p:graphicFrame>
            <p:nvGraphicFramePr>
              <p:cNvPr id="1015840" name="Object 32"/>
              <p:cNvGraphicFramePr>
                <a:graphicFrameLocks noChangeAspect="1"/>
              </p:cNvGraphicFramePr>
              <p:nvPr/>
            </p:nvGraphicFramePr>
            <p:xfrm>
              <a:off x="1360" y="3139"/>
              <a:ext cx="315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15871" name="Equation" r:id="rId23" imgW="203040" imgH="152280" progId="Equation.3">
                      <p:embed/>
                    </p:oleObj>
                  </mc:Choice>
                  <mc:Fallback>
                    <p:oleObj name="Equation" r:id="rId23" imgW="203040" imgH="15228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60" y="3139"/>
                            <a:ext cx="315" cy="23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5841" name="Line 33"/>
              <p:cNvSpPr>
                <a:spLocks noChangeShapeType="1"/>
              </p:cNvSpPr>
              <p:nvPr/>
            </p:nvSpPr>
            <p:spPr bwMode="auto">
              <a:xfrm>
                <a:off x="1440" y="3120"/>
                <a:ext cx="96" cy="288"/>
              </a:xfrm>
              <a:prstGeom prst="line">
                <a:avLst/>
              </a:prstGeom>
              <a:noFill/>
              <a:ln w="31750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</p:grpSp>
        <p:graphicFrame>
          <p:nvGraphicFramePr>
            <p:cNvPr id="1015842" name="Object 34"/>
            <p:cNvGraphicFramePr>
              <a:graphicFrameLocks noChangeAspect="1"/>
            </p:cNvGraphicFramePr>
            <p:nvPr/>
          </p:nvGraphicFramePr>
          <p:xfrm>
            <a:off x="4485" y="3685"/>
            <a:ext cx="769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5872" name="Equation" r:id="rId24" imgW="495000" imgH="203040" progId="Equation.3">
                    <p:embed/>
                  </p:oleObj>
                </mc:Choice>
                <mc:Fallback>
                  <p:oleObj name="Equation" r:id="rId24" imgW="495000" imgH="20304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5" y="3685"/>
                          <a:ext cx="769" cy="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15843" name="Object 35"/>
          <p:cNvGraphicFramePr>
            <a:graphicFrameLocks noChangeAspect="1"/>
          </p:cNvGraphicFramePr>
          <p:nvPr/>
        </p:nvGraphicFramePr>
        <p:xfrm>
          <a:off x="304800" y="3282950"/>
          <a:ext cx="777240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73" name="Document" r:id="rId26" imgW="3037320" imgH="475920" progId="Word.Document.8">
                  <p:embed/>
                </p:oleObj>
              </mc:Choice>
              <mc:Fallback>
                <p:oleObj name="Document" r:id="rId26" imgW="3037320" imgH="475920" progId="Word.Document.8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282950"/>
                        <a:ext cx="777240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844" name="Object 36"/>
          <p:cNvGraphicFramePr>
            <a:graphicFrameLocks noChangeAspect="1"/>
          </p:cNvGraphicFramePr>
          <p:nvPr/>
        </p:nvGraphicFramePr>
        <p:xfrm>
          <a:off x="152400" y="4502150"/>
          <a:ext cx="4300538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74" name="Document" r:id="rId28" imgW="1926000" imgH="504360" progId="Word.Document.8">
                  <p:embed/>
                </p:oleObj>
              </mc:Choice>
              <mc:Fallback>
                <p:oleObj name="Document" r:id="rId28" imgW="1926000" imgH="504360" progId="Word.Document.8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502150"/>
                        <a:ext cx="4300538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5845" name="Object 37"/>
          <p:cNvGraphicFramePr>
            <a:graphicFrameLocks noChangeAspect="1"/>
          </p:cNvGraphicFramePr>
          <p:nvPr/>
        </p:nvGraphicFramePr>
        <p:xfrm>
          <a:off x="4651375" y="4830763"/>
          <a:ext cx="3959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875" name="Document" r:id="rId30" imgW="1583640" imgH="193680" progId="Word.Document.8">
                  <p:embed/>
                </p:oleObj>
              </mc:Choice>
              <mc:Fallback>
                <p:oleObj name="Document" r:id="rId30" imgW="1583640" imgH="193680" progId="Word.Document.8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75" y="4830763"/>
                        <a:ext cx="3959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1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5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1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1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1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1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1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1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811" grpId="0" autoUpdateAnimBg="0"/>
      <p:bldP spid="1015812" grpId="0" autoUpdateAnimBg="0"/>
      <p:bldP spid="1015835" grpId="0" autoUpdateAnimBg="0"/>
      <p:bldP spid="101583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E8C83-22BE-4EA5-9DAD-8D9FC5939C9C}" type="slidenum">
              <a:rPr lang="zh-CN" altLang="en-US"/>
              <a:pPr/>
              <a:t>32</a:t>
            </a:fld>
            <a:endParaRPr lang="zh-CN" altLang="en-US"/>
          </a:p>
        </p:txBody>
      </p:sp>
      <p:sp>
        <p:nvSpPr>
          <p:cNvPr id="1018882" name="Text Box 2"/>
          <p:cNvSpPr txBox="1">
            <a:spLocks noChangeArrowheads="1"/>
          </p:cNvSpPr>
          <p:nvPr/>
        </p:nvSpPr>
        <p:spPr bwMode="auto">
          <a:xfrm>
            <a:off x="533400" y="152400"/>
            <a:ext cx="640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>
                <a:solidFill>
                  <a:srgbClr val="0033CC"/>
                </a:solidFill>
                <a:ea typeface="黑体" panose="02010609060101010101" pitchFamily="49" charset="-122"/>
              </a:rPr>
              <a:t>线性方程组的矩阵形式</a:t>
            </a:r>
          </a:p>
        </p:txBody>
      </p:sp>
      <p:graphicFrame>
        <p:nvGraphicFramePr>
          <p:cNvPr id="1018883" name="Object 3"/>
          <p:cNvGraphicFramePr>
            <a:graphicFrameLocks noChangeAspect="1"/>
          </p:cNvGraphicFramePr>
          <p:nvPr/>
        </p:nvGraphicFramePr>
        <p:xfrm>
          <a:off x="1524000" y="838200"/>
          <a:ext cx="480060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29" name="Equation" r:id="rId3" imgW="2120760" imgH="939600" progId="Equation.3">
                  <p:embed/>
                </p:oleObj>
              </mc:Choice>
              <mc:Fallback>
                <p:oleObj name="Equation" r:id="rId3" imgW="2120760" imgH="93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838200"/>
                        <a:ext cx="4800600" cy="213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884" name="Text Box 4"/>
          <p:cNvSpPr txBox="1">
            <a:spLocks noChangeArrowheads="1"/>
          </p:cNvSpPr>
          <p:nvPr/>
        </p:nvSpPr>
        <p:spPr bwMode="auto">
          <a:xfrm>
            <a:off x="166688" y="3860800"/>
            <a:ext cx="2500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记系数矩阵</a:t>
            </a:r>
          </a:p>
        </p:txBody>
      </p:sp>
      <p:graphicFrame>
        <p:nvGraphicFramePr>
          <p:cNvPr id="1018885" name="Object 5"/>
          <p:cNvGraphicFramePr>
            <a:graphicFrameLocks noChangeAspect="1"/>
          </p:cNvGraphicFramePr>
          <p:nvPr/>
        </p:nvGraphicFramePr>
        <p:xfrm>
          <a:off x="2057400" y="3124200"/>
          <a:ext cx="3505200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30" name="Equation" r:id="rId5" imgW="1739880" imgH="939600" progId="Equation.3">
                  <p:embed/>
                </p:oleObj>
              </mc:Choice>
              <mc:Fallback>
                <p:oleObj name="Equation" r:id="rId5" imgW="173988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124200"/>
                        <a:ext cx="3505200" cy="212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86" name="Object 6"/>
          <p:cNvGraphicFramePr>
            <a:graphicFrameLocks noChangeAspect="1"/>
          </p:cNvGraphicFramePr>
          <p:nvPr/>
        </p:nvGraphicFramePr>
        <p:xfrm>
          <a:off x="5715000" y="3048000"/>
          <a:ext cx="1579563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31" name="Equation" r:id="rId7" imgW="672840" imgH="939600" progId="Equation.3">
                  <p:embed/>
                </p:oleObj>
              </mc:Choice>
              <mc:Fallback>
                <p:oleObj name="Equation" r:id="rId7" imgW="672840" imgH="939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048000"/>
                        <a:ext cx="1579563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8887" name="Object 7"/>
          <p:cNvGraphicFramePr>
            <a:graphicFrameLocks noChangeAspect="1"/>
          </p:cNvGraphicFramePr>
          <p:nvPr/>
        </p:nvGraphicFramePr>
        <p:xfrm>
          <a:off x="7377113" y="3048000"/>
          <a:ext cx="1509712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32" name="Equation" r:id="rId9" imgW="647640" imgH="939600" progId="Equation.3">
                  <p:embed/>
                </p:oleObj>
              </mc:Choice>
              <mc:Fallback>
                <p:oleObj name="Equation" r:id="rId9" imgW="647640" imgH="939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7113" y="3048000"/>
                        <a:ext cx="1509712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8888" name="Text Box 8"/>
          <p:cNvSpPr txBox="1">
            <a:spLocks noChangeArrowheads="1"/>
          </p:cNvSpPr>
          <p:nvPr/>
        </p:nvSpPr>
        <p:spPr bwMode="auto">
          <a:xfrm>
            <a:off x="228600" y="5486400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则上述方程组可写为</a:t>
            </a:r>
          </a:p>
        </p:txBody>
      </p:sp>
      <p:graphicFrame>
        <p:nvGraphicFramePr>
          <p:cNvPr id="1018889" name="Object 9"/>
          <p:cNvGraphicFramePr>
            <a:graphicFrameLocks noChangeAspect="1"/>
          </p:cNvGraphicFramePr>
          <p:nvPr/>
        </p:nvGraphicFramePr>
        <p:xfrm>
          <a:off x="3733800" y="5486400"/>
          <a:ext cx="16764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033" name="Equation" r:id="rId11" imgW="545760" imgH="203040" progId="Equation.3">
                  <p:embed/>
                </p:oleObj>
              </mc:Choice>
              <mc:Fallback>
                <p:oleObj name="Equation" r:id="rId11" imgW="54576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486400"/>
                        <a:ext cx="1676400" cy="630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8882" grpId="0" autoUpdateAnimBg="0"/>
      <p:bldP spid="1018884" grpId="0" autoUpdateAnimBg="0"/>
      <p:bldP spid="101888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FA95-3234-476F-8656-D266F5E97D3B}" type="slidenum">
              <a:rPr lang="zh-CN" altLang="en-US"/>
              <a:pPr/>
              <a:t>33</a:t>
            </a:fld>
            <a:endParaRPr lang="zh-CN" altLang="en-US"/>
          </a:p>
        </p:txBody>
      </p:sp>
      <p:sp>
        <p:nvSpPr>
          <p:cNvPr id="1019906" name="Text Box 2"/>
          <p:cNvSpPr txBox="1">
            <a:spLocks noChangeArrowheads="1"/>
          </p:cNvSpPr>
          <p:nvPr/>
        </p:nvSpPr>
        <p:spPr bwMode="auto">
          <a:xfrm>
            <a:off x="304800" y="4572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019907" name="Text Box 3"/>
          <p:cNvSpPr txBox="1">
            <a:spLocks noChangeArrowheads="1"/>
          </p:cNvSpPr>
          <p:nvPr/>
        </p:nvSpPr>
        <p:spPr bwMode="auto">
          <a:xfrm>
            <a:off x="304800" y="177165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19908" name="Object 4"/>
          <p:cNvGraphicFramePr>
            <a:graphicFrameLocks noChangeAspect="1"/>
          </p:cNvGraphicFramePr>
          <p:nvPr/>
        </p:nvGraphicFramePr>
        <p:xfrm>
          <a:off x="923925" y="180975"/>
          <a:ext cx="540067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27" name="Document" r:id="rId3" imgW="2201040" imgH="469800" progId="Word.Document.8">
                  <p:embed/>
                </p:oleObj>
              </mc:Choice>
              <mc:Fallback>
                <p:oleObj name="Document" r:id="rId3" imgW="2201040" imgH="4698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180975"/>
                        <a:ext cx="540067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09" name="Object 5"/>
          <p:cNvGraphicFramePr>
            <a:graphicFrameLocks noChangeAspect="1"/>
          </p:cNvGraphicFramePr>
          <p:nvPr/>
        </p:nvGraphicFramePr>
        <p:xfrm>
          <a:off x="914400" y="1495425"/>
          <a:ext cx="2700338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28" name="Document" r:id="rId5" imgW="1108080" imgH="480240" progId="Word.Document.8">
                  <p:embed/>
                </p:oleObj>
              </mc:Choice>
              <mc:Fallback>
                <p:oleObj name="Document" r:id="rId5" imgW="1108080" imgH="4802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95425"/>
                        <a:ext cx="2700338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9910" name="Text Box 6"/>
          <p:cNvSpPr txBox="1">
            <a:spLocks noChangeArrowheads="1"/>
          </p:cNvSpPr>
          <p:nvPr/>
        </p:nvSpPr>
        <p:spPr bwMode="auto">
          <a:xfrm>
            <a:off x="3657600" y="177165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由题意，</a:t>
            </a:r>
            <a:endParaRPr lang="zh-CN" altLang="en-US"/>
          </a:p>
        </p:txBody>
      </p:sp>
      <p:graphicFrame>
        <p:nvGraphicFramePr>
          <p:cNvPr id="1019911" name="Object 7"/>
          <p:cNvGraphicFramePr>
            <a:graphicFrameLocks noChangeAspect="1"/>
          </p:cNvGraphicFramePr>
          <p:nvPr/>
        </p:nvGraphicFramePr>
        <p:xfrm>
          <a:off x="533400" y="2743200"/>
          <a:ext cx="24384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29" name="Equation" r:id="rId7" imgW="977760" imgH="469800" progId="Equation.3">
                  <p:embed/>
                </p:oleObj>
              </mc:Choice>
              <mc:Fallback>
                <p:oleObj name="Equation" r:id="rId7" imgW="977760" imgH="46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743200"/>
                        <a:ext cx="2438400" cy="116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3" name="Object 9"/>
          <p:cNvGraphicFramePr>
            <a:graphicFrameLocks noChangeAspect="1"/>
          </p:cNvGraphicFramePr>
          <p:nvPr/>
        </p:nvGraphicFramePr>
        <p:xfrm>
          <a:off x="2895600" y="2743200"/>
          <a:ext cx="29718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0" name="Equation" r:id="rId9" imgW="1218960" imgH="469800" progId="Equation.3">
                  <p:embed/>
                </p:oleObj>
              </mc:Choice>
              <mc:Fallback>
                <p:oleObj name="Equation" r:id="rId9" imgW="121896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743200"/>
                        <a:ext cx="2971800" cy="1136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4" name="Object 10"/>
          <p:cNvGraphicFramePr>
            <a:graphicFrameLocks noChangeAspect="1"/>
          </p:cNvGraphicFramePr>
          <p:nvPr/>
        </p:nvGraphicFramePr>
        <p:xfrm>
          <a:off x="5848350" y="2751138"/>
          <a:ext cx="189865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1" name="Equation" r:id="rId11" imgW="787320" imgH="469800" progId="Equation.3">
                  <p:embed/>
                </p:oleObj>
              </mc:Choice>
              <mc:Fallback>
                <p:oleObj name="Equation" r:id="rId11" imgW="78732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350" y="2751138"/>
                        <a:ext cx="1898650" cy="1125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5" name="Object 11"/>
          <p:cNvGraphicFramePr>
            <a:graphicFrameLocks noChangeAspect="1"/>
          </p:cNvGraphicFramePr>
          <p:nvPr/>
        </p:nvGraphicFramePr>
        <p:xfrm>
          <a:off x="533400" y="4114800"/>
          <a:ext cx="19812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2" r:id="rId13" imgW="838200" imgH="838200" progId="Equation.3">
                  <p:embed/>
                </p:oleObj>
              </mc:Choice>
              <mc:Fallback>
                <p:oleObj r:id="rId13" imgW="838200" imgH="838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14800"/>
                        <a:ext cx="1981200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7" name="Object 13"/>
          <p:cNvGraphicFramePr>
            <a:graphicFrameLocks noChangeAspect="1"/>
          </p:cNvGraphicFramePr>
          <p:nvPr/>
        </p:nvGraphicFramePr>
        <p:xfrm>
          <a:off x="2819400" y="4267200"/>
          <a:ext cx="50879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3" name="Document" r:id="rId15" imgW="2082240" imgH="212760" progId="Word.Document.8">
                  <p:embed/>
                </p:oleObj>
              </mc:Choice>
              <mc:Fallback>
                <p:oleObj name="Document" r:id="rId15" imgW="2082240" imgH="21276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267200"/>
                        <a:ext cx="50879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9918" name="Object 14"/>
          <p:cNvGraphicFramePr>
            <a:graphicFrameLocks noChangeAspect="1"/>
          </p:cNvGraphicFramePr>
          <p:nvPr/>
        </p:nvGraphicFramePr>
        <p:xfrm>
          <a:off x="2819400" y="4810125"/>
          <a:ext cx="29845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9934" name="Document" r:id="rId17" imgW="1221840" imgH="469800" progId="Word.Document.8">
                  <p:embed/>
                </p:oleObj>
              </mc:Choice>
              <mc:Fallback>
                <p:oleObj name="Document" r:id="rId17" imgW="1221840" imgH="4698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810125"/>
                        <a:ext cx="29845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1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9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1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19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19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19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19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1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6" grpId="0" autoUpdateAnimBg="0"/>
      <p:bldP spid="1019907" grpId="0" autoUpdateAnimBg="0"/>
      <p:bldP spid="101991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24C4C-18D8-4CF1-8321-EC2AE1818E97}" type="slidenum">
              <a:rPr lang="zh-CN" altLang="en-US"/>
              <a:pPr/>
              <a:t>34</a:t>
            </a:fld>
            <a:endParaRPr lang="zh-CN" altLang="en-US"/>
          </a:p>
        </p:txBody>
      </p:sp>
      <p:sp>
        <p:nvSpPr>
          <p:cNvPr id="102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0386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(三) 矩阵的转置</a:t>
            </a:r>
          </a:p>
        </p:txBody>
      </p:sp>
      <p:grpSp>
        <p:nvGrpSpPr>
          <p:cNvPr id="1021963" name="Group 11"/>
          <p:cNvGrpSpPr>
            <a:grpSpLocks/>
          </p:cNvGrpSpPr>
          <p:nvPr/>
        </p:nvGrpSpPr>
        <p:grpSpPr bwMode="auto">
          <a:xfrm>
            <a:off x="304800" y="1046163"/>
            <a:ext cx="7924800" cy="1154112"/>
            <a:chOff x="336" y="755"/>
            <a:chExt cx="4992" cy="727"/>
          </a:xfrm>
        </p:grpSpPr>
        <p:sp>
          <p:nvSpPr>
            <p:cNvPr id="1021964" name="Text Box 12"/>
            <p:cNvSpPr txBox="1">
              <a:spLocks noChangeArrowheads="1"/>
            </p:cNvSpPr>
            <p:nvPr/>
          </p:nvSpPr>
          <p:spPr bwMode="auto">
            <a:xfrm>
              <a:off x="336" y="755"/>
              <a:ext cx="4992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定义</a:t>
              </a:r>
              <a:r>
                <a:rPr lang="zh-CN" altLang="en-US">
                  <a:solidFill>
                    <a:srgbClr val="0000FF"/>
                  </a:solidFill>
                </a:rPr>
                <a:t> </a:t>
              </a:r>
              <a:r>
                <a:rPr lang="zh-CN" altLang="en-US"/>
                <a:t>    </a:t>
              </a:r>
              <a:r>
                <a:rPr lang="zh-CN" altLang="en-US">
                  <a:solidFill>
                    <a:schemeClr val="tx2"/>
                  </a:solidFill>
                </a:rPr>
                <a:t>把矩阵</a:t>
              </a:r>
              <a:r>
                <a:rPr lang="en-US" altLang="zh-CN" sz="3000" i="1">
                  <a:solidFill>
                    <a:schemeClr val="tx2"/>
                  </a:solidFill>
                </a:rPr>
                <a:t>A</a:t>
              </a:r>
              <a:r>
                <a:rPr lang="zh-CN" altLang="en-US">
                  <a:solidFill>
                    <a:schemeClr val="tx2"/>
                  </a:solidFill>
                </a:rPr>
                <a:t>的</a:t>
              </a:r>
              <a:r>
                <a:rPr lang="zh-CN" altLang="en-US">
                  <a:solidFill>
                    <a:srgbClr val="333399"/>
                  </a:solidFill>
                  <a:ea typeface="黑体" panose="02010609060101010101" pitchFamily="49" charset="-122"/>
                </a:rPr>
                <a:t>行列互换</a:t>
              </a:r>
              <a:r>
                <a:rPr lang="zh-CN" altLang="en-US">
                  <a:solidFill>
                    <a:schemeClr val="tx2"/>
                  </a:solidFill>
                </a:rPr>
                <a:t>得到的新矩阵，叫做</a:t>
              </a:r>
              <a:r>
                <a:rPr lang="en-US" altLang="zh-CN" sz="3000" i="1">
                  <a:solidFill>
                    <a:schemeClr val="tx2"/>
                  </a:solidFill>
                </a:rPr>
                <a:t>A</a:t>
              </a:r>
              <a:r>
                <a:rPr lang="zh-CN" altLang="en-US">
                  <a:solidFill>
                    <a:schemeClr val="tx2"/>
                  </a:solidFill>
                </a:rPr>
                <a:t>的转置矩阵，记作      .</a:t>
              </a:r>
            </a:p>
          </p:txBody>
        </p:sp>
        <p:graphicFrame>
          <p:nvGraphicFramePr>
            <p:cNvPr id="1021965" name="Object 13"/>
            <p:cNvGraphicFramePr>
              <a:graphicFrameLocks noChangeAspect="1"/>
            </p:cNvGraphicFramePr>
            <p:nvPr/>
          </p:nvGraphicFramePr>
          <p:xfrm>
            <a:off x="2208" y="1166"/>
            <a:ext cx="29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055" name="公式" r:id="rId3" imgW="469800" imgH="380880" progId="Equation.3">
                    <p:embed/>
                  </p:oleObj>
                </mc:Choice>
                <mc:Fallback>
                  <p:oleObj name="公式" r:id="rId3" imgW="469800" imgH="3808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1166"/>
                          <a:ext cx="29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1966" name="Text Box 14"/>
          <p:cNvSpPr txBox="1">
            <a:spLocks noChangeArrowheads="1"/>
          </p:cNvSpPr>
          <p:nvPr/>
        </p:nvSpPr>
        <p:spPr bwMode="auto">
          <a:xfrm>
            <a:off x="381000" y="262572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1021967" name="Object 15"/>
          <p:cNvGraphicFramePr>
            <a:graphicFrameLocks noChangeAspect="1"/>
          </p:cNvGraphicFramePr>
          <p:nvPr/>
        </p:nvGraphicFramePr>
        <p:xfrm>
          <a:off x="1143000" y="2444750"/>
          <a:ext cx="2298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56" name="Equation" r:id="rId5" imgW="2298600" imgH="977760" progId="Equation.3">
                  <p:embed/>
                </p:oleObj>
              </mc:Choice>
              <mc:Fallback>
                <p:oleObj name="Equation" r:id="rId5" imgW="2298600" imgH="9777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444750"/>
                        <a:ext cx="2298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68" name="Object 16"/>
          <p:cNvGraphicFramePr>
            <a:graphicFrameLocks noChangeAspect="1"/>
          </p:cNvGraphicFramePr>
          <p:nvPr/>
        </p:nvGraphicFramePr>
        <p:xfrm>
          <a:off x="3746500" y="2112963"/>
          <a:ext cx="19812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57" name="Equation" r:id="rId7" imgW="838080" imgH="698400" progId="Equation.3">
                  <p:embed/>
                </p:oleObj>
              </mc:Choice>
              <mc:Fallback>
                <p:oleObj name="Equation" r:id="rId7" imgW="838080" imgH="698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2112963"/>
                        <a:ext cx="1981200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69" name="Object 17"/>
          <p:cNvGraphicFramePr>
            <a:graphicFrameLocks noChangeAspect="1"/>
          </p:cNvGraphicFramePr>
          <p:nvPr/>
        </p:nvGraphicFramePr>
        <p:xfrm>
          <a:off x="990600" y="4114800"/>
          <a:ext cx="1905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58" name="Equation" r:id="rId9" imgW="850680" imgH="215640" progId="Equation.3">
                  <p:embed/>
                </p:oleObj>
              </mc:Choice>
              <mc:Fallback>
                <p:oleObj name="Equation" r:id="rId9" imgW="850680" imgH="215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114800"/>
                        <a:ext cx="1905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70" name="Object 18"/>
          <p:cNvGraphicFramePr>
            <a:graphicFrameLocks noChangeAspect="1"/>
          </p:cNvGraphicFramePr>
          <p:nvPr/>
        </p:nvGraphicFramePr>
        <p:xfrm>
          <a:off x="3048000" y="3876675"/>
          <a:ext cx="16002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59" name="Equation" r:id="rId11" imgW="749160" imgH="457200" progId="Equation.3">
                  <p:embed/>
                </p:oleObj>
              </mc:Choice>
              <mc:Fallback>
                <p:oleObj name="Equation" r:id="rId11" imgW="749160" imgH="457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76675"/>
                        <a:ext cx="160020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71" name="Object 19"/>
          <p:cNvGraphicFramePr>
            <a:graphicFrameLocks noChangeAspect="1"/>
          </p:cNvGraphicFramePr>
          <p:nvPr/>
        </p:nvGraphicFramePr>
        <p:xfrm>
          <a:off x="304800" y="5181600"/>
          <a:ext cx="29718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60" name="Equation" r:id="rId13" imgW="1091880" imgH="203040" progId="Equation.3">
                  <p:embed/>
                </p:oleObj>
              </mc:Choice>
              <mc:Fallback>
                <p:oleObj name="Equation" r:id="rId13" imgW="109188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181600"/>
                        <a:ext cx="29718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1972" name="Object 20"/>
          <p:cNvGraphicFramePr>
            <a:graphicFrameLocks noChangeAspect="1"/>
          </p:cNvGraphicFramePr>
          <p:nvPr/>
        </p:nvGraphicFramePr>
        <p:xfrm>
          <a:off x="3327400" y="5143500"/>
          <a:ext cx="3124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61" name="Equation" r:id="rId15" imgW="1143000" imgH="228600" progId="Equation.3">
                  <p:embed/>
                </p:oleObj>
              </mc:Choice>
              <mc:Fallback>
                <p:oleObj name="Equation" r:id="rId15" imgW="114300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5143500"/>
                        <a:ext cx="31242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02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54" grpId="0" autoUpdateAnimBg="0"/>
      <p:bldP spid="102196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CA0B7-A5E0-4B76-89A5-9FBE6D0EF66F}" type="slidenum">
              <a:rPr lang="zh-CN" altLang="en-US"/>
              <a:pPr/>
              <a:t>35</a:t>
            </a:fld>
            <a:endParaRPr lang="zh-CN" altLang="en-US"/>
          </a:p>
        </p:txBody>
      </p:sp>
      <p:sp>
        <p:nvSpPr>
          <p:cNvPr id="1022978" name="Text Box 2"/>
          <p:cNvSpPr txBox="1">
            <a:spLocks noChangeArrowheads="1"/>
          </p:cNvSpPr>
          <p:nvPr/>
        </p:nvSpPr>
        <p:spPr bwMode="auto">
          <a:xfrm>
            <a:off x="457200" y="381000"/>
            <a:ext cx="502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转置矩阵的运算性质：</a:t>
            </a:r>
          </a:p>
        </p:txBody>
      </p:sp>
      <p:graphicFrame>
        <p:nvGraphicFramePr>
          <p:cNvPr id="1022979" name="Object 3"/>
          <p:cNvGraphicFramePr>
            <a:graphicFrameLocks noChangeAspect="1"/>
          </p:cNvGraphicFramePr>
          <p:nvPr/>
        </p:nvGraphicFramePr>
        <p:xfrm>
          <a:off x="922338" y="1111250"/>
          <a:ext cx="24304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0" name="Equation" r:id="rId3" imgW="1002960" imgH="228600" progId="Equation.3">
                  <p:embed/>
                </p:oleObj>
              </mc:Choice>
              <mc:Fallback>
                <p:oleObj name="Equation" r:id="rId3" imgW="100296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1111250"/>
                        <a:ext cx="24304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80" name="Object 4"/>
          <p:cNvGraphicFramePr>
            <a:graphicFrameLocks noChangeAspect="1"/>
          </p:cNvGraphicFramePr>
          <p:nvPr/>
        </p:nvGraphicFramePr>
        <p:xfrm>
          <a:off x="914400" y="1795463"/>
          <a:ext cx="3962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1" name="Equation" r:id="rId5" imgW="1600200" imgH="228600" progId="Equation.3">
                  <p:embed/>
                </p:oleObj>
              </mc:Choice>
              <mc:Fallback>
                <p:oleObj name="Equation" r:id="rId5" imgW="1600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795463"/>
                        <a:ext cx="3962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81" name="Object 5"/>
          <p:cNvGraphicFramePr>
            <a:graphicFrameLocks noChangeAspect="1"/>
          </p:cNvGraphicFramePr>
          <p:nvPr/>
        </p:nvGraphicFramePr>
        <p:xfrm>
          <a:off x="914400" y="2514600"/>
          <a:ext cx="2900363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2" name="Equation" r:id="rId7" imgW="1155600" imgH="228600" progId="Equation.3">
                  <p:embed/>
                </p:oleObj>
              </mc:Choice>
              <mc:Fallback>
                <p:oleObj name="Equation" r:id="rId7" imgW="11556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14600"/>
                        <a:ext cx="2900363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2982" name="Object 6"/>
          <p:cNvGraphicFramePr>
            <a:graphicFrameLocks noChangeAspect="1"/>
          </p:cNvGraphicFramePr>
          <p:nvPr/>
        </p:nvGraphicFramePr>
        <p:xfrm>
          <a:off x="914400" y="3276600"/>
          <a:ext cx="33528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3" name="Equation" r:id="rId9" imgW="1307880" imgH="228600" progId="Equation.3">
                  <p:embed/>
                </p:oleObj>
              </mc:Choice>
              <mc:Fallback>
                <p:oleObj name="Equation" r:id="rId9" imgW="13078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76600"/>
                        <a:ext cx="33528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3" name="Text Box 7"/>
          <p:cNvSpPr txBox="1">
            <a:spLocks noChangeArrowheads="1"/>
          </p:cNvSpPr>
          <p:nvPr/>
        </p:nvSpPr>
        <p:spPr bwMode="auto">
          <a:xfrm>
            <a:off x="533400" y="4038600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(4)可推广到多个矩阵:</a:t>
            </a:r>
          </a:p>
        </p:txBody>
      </p:sp>
      <p:graphicFrame>
        <p:nvGraphicFramePr>
          <p:cNvPr id="1022984" name="Object 8"/>
          <p:cNvGraphicFramePr>
            <a:graphicFrameLocks noChangeAspect="1"/>
          </p:cNvGraphicFramePr>
          <p:nvPr/>
        </p:nvGraphicFramePr>
        <p:xfrm>
          <a:off x="1371600" y="4648200"/>
          <a:ext cx="46736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994" name="Equation" r:id="rId11" imgW="1841400" imgH="241200" progId="Equation.3">
                  <p:embed/>
                </p:oleObj>
              </mc:Choice>
              <mc:Fallback>
                <p:oleObj name="Equation" r:id="rId11" imgW="1841400" imgH="24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648200"/>
                        <a:ext cx="4673600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29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298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66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2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2978" grpId="0" autoUpdateAnimBg="0"/>
      <p:bldP spid="102298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08D72-E20A-4B2B-8858-2267FA328785}" type="slidenum">
              <a:rPr lang="zh-CN" altLang="en-US"/>
              <a:pPr/>
              <a:t>36</a:t>
            </a:fld>
            <a:endParaRPr lang="zh-CN" altLang="en-US"/>
          </a:p>
        </p:txBody>
      </p:sp>
      <p:sp>
        <p:nvSpPr>
          <p:cNvPr id="102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40386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(四) 方阵的幂</a:t>
            </a:r>
          </a:p>
        </p:txBody>
      </p:sp>
      <p:sp>
        <p:nvSpPr>
          <p:cNvPr id="1024013" name="Text Box 13"/>
          <p:cNvSpPr txBox="1">
            <a:spLocks noChangeArrowheads="1"/>
          </p:cNvSpPr>
          <p:nvPr/>
        </p:nvSpPr>
        <p:spPr bwMode="auto">
          <a:xfrm>
            <a:off x="152400" y="695325"/>
            <a:ext cx="1676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024014" name="Text Box 14"/>
          <p:cNvSpPr txBox="1">
            <a:spLocks noChangeArrowheads="1"/>
          </p:cNvSpPr>
          <p:nvPr/>
        </p:nvSpPr>
        <p:spPr bwMode="auto">
          <a:xfrm>
            <a:off x="1295400" y="728663"/>
            <a:ext cx="6324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设</a:t>
            </a:r>
            <a:r>
              <a:rPr lang="en-US" altLang="zh-CN" sz="3000" i="1"/>
              <a:t>A</a:t>
            </a:r>
            <a:r>
              <a:rPr lang="zh-CN" altLang="en-US"/>
              <a:t>为</a:t>
            </a:r>
            <a:r>
              <a:rPr lang="en-US" altLang="zh-CN" sz="3000" i="1"/>
              <a:t>n</a:t>
            </a:r>
            <a:r>
              <a:rPr lang="zh-CN" altLang="en-US"/>
              <a:t>阶方阵，则</a:t>
            </a:r>
            <a:r>
              <a:rPr lang="en-US" altLang="zh-CN" sz="3000" i="1"/>
              <a:t>A</a:t>
            </a:r>
            <a:r>
              <a:rPr lang="zh-CN" altLang="en-US"/>
              <a:t>的方幂定义为</a:t>
            </a:r>
          </a:p>
        </p:txBody>
      </p:sp>
      <p:graphicFrame>
        <p:nvGraphicFramePr>
          <p:cNvPr id="1024015" name="Object 15"/>
          <p:cNvGraphicFramePr>
            <a:graphicFrameLocks noChangeAspect="1"/>
          </p:cNvGraphicFramePr>
          <p:nvPr/>
        </p:nvGraphicFramePr>
        <p:xfrm>
          <a:off x="1447800" y="1381125"/>
          <a:ext cx="22606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1" name="Equation" r:id="rId3" imgW="927000" imgH="507960" progId="Equation.3">
                  <p:embed/>
                </p:oleObj>
              </mc:Choice>
              <mc:Fallback>
                <p:oleObj name="Equation" r:id="rId3" imgW="927000" imgH="5079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381125"/>
                        <a:ext cx="22606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16" name="Object 16"/>
          <p:cNvGraphicFramePr>
            <a:graphicFrameLocks noChangeAspect="1"/>
          </p:cNvGraphicFramePr>
          <p:nvPr/>
        </p:nvGraphicFramePr>
        <p:xfrm>
          <a:off x="3741738" y="1414463"/>
          <a:ext cx="151606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2" name="Equation" r:id="rId5" imgW="622080" imgH="228600" progId="Equation.3">
                  <p:embed/>
                </p:oleObj>
              </mc:Choice>
              <mc:Fallback>
                <p:oleObj name="Equation" r:id="rId5" imgW="62208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738" y="1414463"/>
                        <a:ext cx="1516062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17" name="Object 17"/>
          <p:cNvGraphicFramePr>
            <a:graphicFrameLocks noChangeAspect="1"/>
          </p:cNvGraphicFramePr>
          <p:nvPr/>
        </p:nvGraphicFramePr>
        <p:xfrm>
          <a:off x="5359400" y="1457325"/>
          <a:ext cx="20320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3" name="Equation" r:id="rId7" imgW="825480" imgH="215640" progId="Equation.3">
                  <p:embed/>
                </p:oleObj>
              </mc:Choice>
              <mc:Fallback>
                <p:oleObj name="Equation" r:id="rId7" imgW="825480" imgH="215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1457325"/>
                        <a:ext cx="20320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18" name="Text Box 18"/>
          <p:cNvSpPr txBox="1">
            <a:spLocks noChangeArrowheads="1"/>
          </p:cNvSpPr>
          <p:nvPr/>
        </p:nvSpPr>
        <p:spPr bwMode="auto">
          <a:xfrm>
            <a:off x="228600" y="2371725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再规定</a:t>
            </a:r>
            <a:r>
              <a:rPr lang="zh-CN" altLang="en-US"/>
              <a:t> </a:t>
            </a:r>
          </a:p>
        </p:txBody>
      </p:sp>
      <p:graphicFrame>
        <p:nvGraphicFramePr>
          <p:cNvPr id="1024019" name="Object 19"/>
          <p:cNvGraphicFramePr>
            <a:graphicFrameLocks noChangeAspect="1"/>
          </p:cNvGraphicFramePr>
          <p:nvPr/>
        </p:nvGraphicFramePr>
        <p:xfrm>
          <a:off x="1600200" y="2371725"/>
          <a:ext cx="12954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4" name="Equation" r:id="rId9" imgW="571320" imgH="228600" progId="Equation.3">
                  <p:embed/>
                </p:oleObj>
              </mc:Choice>
              <mc:Fallback>
                <p:oleObj name="Equation" r:id="rId9" imgW="57132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371725"/>
                        <a:ext cx="1295400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20" name="Text Box 20"/>
          <p:cNvSpPr txBox="1">
            <a:spLocks noChangeArrowheads="1"/>
          </p:cNvSpPr>
          <p:nvPr/>
        </p:nvSpPr>
        <p:spPr bwMode="auto">
          <a:xfrm>
            <a:off x="228600" y="2981325"/>
            <a:ext cx="2209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  <a:ea typeface="黑体" panose="02010609060101010101" pitchFamily="49" charset="-122"/>
              </a:rPr>
              <a:t>规律：</a:t>
            </a:r>
          </a:p>
        </p:txBody>
      </p:sp>
      <p:graphicFrame>
        <p:nvGraphicFramePr>
          <p:cNvPr id="1024021" name="Object 21"/>
          <p:cNvGraphicFramePr>
            <a:graphicFrameLocks noChangeAspect="1"/>
          </p:cNvGraphicFramePr>
          <p:nvPr/>
        </p:nvGraphicFramePr>
        <p:xfrm>
          <a:off x="1524000" y="3017838"/>
          <a:ext cx="22860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5" name="Equation" r:id="rId11" imgW="888840" imgH="228600" progId="Equation.3">
                  <p:embed/>
                </p:oleObj>
              </mc:Choice>
              <mc:Fallback>
                <p:oleObj name="Equation" r:id="rId11" imgW="88884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017838"/>
                        <a:ext cx="2286000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22" name="Object 22"/>
          <p:cNvGraphicFramePr>
            <a:graphicFrameLocks noChangeAspect="1"/>
          </p:cNvGraphicFramePr>
          <p:nvPr/>
        </p:nvGraphicFramePr>
        <p:xfrm>
          <a:off x="3822700" y="2992438"/>
          <a:ext cx="20447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6" name="Equation" r:id="rId13" imgW="825480" imgH="228600" progId="Equation.3">
                  <p:embed/>
                </p:oleObj>
              </mc:Choice>
              <mc:Fallback>
                <p:oleObj name="Equation" r:id="rId13" imgW="82548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2992438"/>
                        <a:ext cx="204470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23" name="Text Box 23"/>
          <p:cNvSpPr txBox="1">
            <a:spLocks noChangeArrowheads="1"/>
          </p:cNvSpPr>
          <p:nvPr/>
        </p:nvSpPr>
        <p:spPr bwMode="auto">
          <a:xfrm>
            <a:off x="185738" y="3605213"/>
            <a:ext cx="5224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其中</a:t>
            </a:r>
            <a:r>
              <a:rPr lang="en-US" altLang="zh-CN" i="1"/>
              <a:t>k</a:t>
            </a:r>
            <a:r>
              <a:rPr lang="en-US" altLang="zh-CN">
                <a:latin typeface="宋体" panose="02010600030101010101" pitchFamily="2" charset="-122"/>
              </a:rPr>
              <a:t>，</a:t>
            </a:r>
            <a:r>
              <a:rPr lang="en-US" altLang="zh-CN" i="1"/>
              <a:t>l</a:t>
            </a:r>
            <a:r>
              <a:rPr lang="zh-CN" altLang="en-US">
                <a:latin typeface="宋体" panose="02010600030101010101" pitchFamily="2" charset="-122"/>
              </a:rPr>
              <a:t>为任意非负整数。</a:t>
            </a:r>
            <a:endParaRPr lang="zh-CN" altLang="en-US"/>
          </a:p>
        </p:txBody>
      </p:sp>
      <p:sp>
        <p:nvSpPr>
          <p:cNvPr id="1024024" name="Text Box 24"/>
          <p:cNvSpPr txBox="1">
            <a:spLocks noChangeArrowheads="1"/>
          </p:cNvSpPr>
          <p:nvPr/>
        </p:nvSpPr>
        <p:spPr bwMode="auto">
          <a:xfrm>
            <a:off x="228600" y="4329113"/>
            <a:ext cx="1828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200">
                <a:solidFill>
                  <a:srgbClr val="CC6600"/>
                </a:solidFill>
                <a:ea typeface="黑体" panose="02010609060101010101" pitchFamily="49" charset="-122"/>
              </a:rPr>
              <a:t>注意</a:t>
            </a:r>
            <a:r>
              <a:rPr lang="zh-CN" altLang="en-US"/>
              <a:t> </a:t>
            </a:r>
          </a:p>
        </p:txBody>
      </p:sp>
      <p:sp>
        <p:nvSpPr>
          <p:cNvPr id="1024025" name="Text Box 25"/>
          <p:cNvSpPr txBox="1">
            <a:spLocks noChangeArrowheads="1"/>
          </p:cNvSpPr>
          <p:nvPr/>
        </p:nvSpPr>
        <p:spPr bwMode="auto">
          <a:xfrm>
            <a:off x="1371600" y="4329113"/>
            <a:ext cx="449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由于没有交换律，一般</a:t>
            </a:r>
          </a:p>
        </p:txBody>
      </p:sp>
      <p:graphicFrame>
        <p:nvGraphicFramePr>
          <p:cNvPr id="1024026" name="Object 26"/>
          <p:cNvGraphicFramePr>
            <a:graphicFrameLocks noChangeAspect="1"/>
          </p:cNvGraphicFramePr>
          <p:nvPr/>
        </p:nvGraphicFramePr>
        <p:xfrm>
          <a:off x="5268913" y="4321175"/>
          <a:ext cx="257968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7" name="Equation" r:id="rId15" imgW="1041120" imgH="228600" progId="Equation.3">
                  <p:embed/>
                </p:oleObj>
              </mc:Choice>
              <mc:Fallback>
                <p:oleObj name="Equation" r:id="rId15" imgW="104112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4321175"/>
                        <a:ext cx="2579687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27" name="Text Box 27"/>
          <p:cNvSpPr txBox="1">
            <a:spLocks noChangeArrowheads="1"/>
          </p:cNvSpPr>
          <p:nvPr/>
        </p:nvSpPr>
        <p:spPr bwMode="auto">
          <a:xfrm>
            <a:off x="304800" y="4938713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因此，一般</a:t>
            </a:r>
          </a:p>
        </p:txBody>
      </p:sp>
      <p:graphicFrame>
        <p:nvGraphicFramePr>
          <p:cNvPr id="1024028" name="Object 28"/>
          <p:cNvGraphicFramePr>
            <a:graphicFrameLocks noChangeAspect="1"/>
          </p:cNvGraphicFramePr>
          <p:nvPr/>
        </p:nvGraphicFramePr>
        <p:xfrm>
          <a:off x="2438400" y="4938713"/>
          <a:ext cx="12954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8" name="Equation" r:id="rId17" imgW="571320" imgH="228600" progId="Equation.3">
                  <p:embed/>
                </p:oleObj>
              </mc:Choice>
              <mc:Fallback>
                <p:oleObj name="Equation" r:id="rId17" imgW="57132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938713"/>
                        <a:ext cx="1295400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29" name="Object 29"/>
          <p:cNvGraphicFramePr>
            <a:graphicFrameLocks noChangeAspect="1"/>
          </p:cNvGraphicFramePr>
          <p:nvPr/>
        </p:nvGraphicFramePr>
        <p:xfrm>
          <a:off x="3700463" y="4992688"/>
          <a:ext cx="25050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99" name="Equation" r:id="rId19" imgW="1104840" imgH="203040" progId="Equation.3">
                  <p:embed/>
                </p:oleObj>
              </mc:Choice>
              <mc:Fallback>
                <p:oleObj name="Equation" r:id="rId19" imgW="1104840" imgH="2030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0463" y="4992688"/>
                        <a:ext cx="2505075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0" name="Object 30"/>
          <p:cNvGraphicFramePr>
            <a:graphicFrameLocks noChangeAspect="1"/>
          </p:cNvGraphicFramePr>
          <p:nvPr/>
        </p:nvGraphicFramePr>
        <p:xfrm>
          <a:off x="1209675" y="5472113"/>
          <a:ext cx="30797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0" name="Equation" r:id="rId21" imgW="1358640" imgH="190440" progId="Equation.3">
                  <p:embed/>
                </p:oleObj>
              </mc:Choice>
              <mc:Fallback>
                <p:oleObj name="Equation" r:id="rId21" imgW="1358640" imgH="1904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5472113"/>
                        <a:ext cx="3079750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1" name="Object 31"/>
          <p:cNvGraphicFramePr>
            <a:graphicFrameLocks noChangeAspect="1"/>
          </p:cNvGraphicFramePr>
          <p:nvPr/>
        </p:nvGraphicFramePr>
        <p:xfrm>
          <a:off x="4257675" y="5472113"/>
          <a:ext cx="26765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1" name="Equation" r:id="rId23" imgW="1180800" imgH="228600" progId="Equation.3">
                  <p:embed/>
                </p:oleObj>
              </mc:Choice>
              <mc:Fallback>
                <p:oleObj name="Equation" r:id="rId23" imgW="1180800" imgH="2286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5472113"/>
                        <a:ext cx="267652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2" name="Object 32"/>
          <p:cNvGraphicFramePr>
            <a:graphicFrameLocks noChangeAspect="1"/>
          </p:cNvGraphicFramePr>
          <p:nvPr/>
        </p:nvGraphicFramePr>
        <p:xfrm>
          <a:off x="615950" y="6059488"/>
          <a:ext cx="22161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2" name="Equation" r:id="rId25" imgW="977760" imgH="203040" progId="Equation.3">
                  <p:embed/>
                </p:oleObj>
              </mc:Choice>
              <mc:Fallback>
                <p:oleObj name="Equation" r:id="rId25" imgW="977760" imgH="2030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6059488"/>
                        <a:ext cx="22161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3" name="Object 33"/>
          <p:cNvGraphicFramePr>
            <a:graphicFrameLocks noChangeAspect="1"/>
          </p:cNvGraphicFramePr>
          <p:nvPr/>
        </p:nvGraphicFramePr>
        <p:xfrm>
          <a:off x="2822575" y="6015038"/>
          <a:ext cx="30511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3" name="Equation" r:id="rId27" imgW="1346040" imgH="190440" progId="Equation.3">
                  <p:embed/>
                </p:oleObj>
              </mc:Choice>
              <mc:Fallback>
                <p:oleObj name="Equation" r:id="rId27" imgW="1346040" imgH="1904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6015038"/>
                        <a:ext cx="3051175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4" name="Object 34"/>
          <p:cNvGraphicFramePr>
            <a:graphicFrameLocks noChangeAspect="1"/>
          </p:cNvGraphicFramePr>
          <p:nvPr/>
        </p:nvGraphicFramePr>
        <p:xfrm>
          <a:off x="5873750" y="6005513"/>
          <a:ext cx="17462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4" name="Equation" r:id="rId29" imgW="736560" imgH="228600" progId="Equation.3">
                  <p:embed/>
                </p:oleObj>
              </mc:Choice>
              <mc:Fallback>
                <p:oleObj name="Equation" r:id="rId29" imgW="736560" imgH="2286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6005513"/>
                        <a:ext cx="1746250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5" name="Object 35"/>
          <p:cNvGraphicFramePr>
            <a:graphicFrameLocks noChangeAspect="1"/>
          </p:cNvGraphicFramePr>
          <p:nvPr/>
        </p:nvGraphicFramePr>
        <p:xfrm>
          <a:off x="6019800" y="2133600"/>
          <a:ext cx="100806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5" name="Equation" r:id="rId31" imgW="431640" imgH="228600" progId="Equation.3">
                  <p:embed/>
                </p:oleObj>
              </mc:Choice>
              <mc:Fallback>
                <p:oleObj name="Equation" r:id="rId31" imgW="431640" imgH="2286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133600"/>
                        <a:ext cx="1008063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6" name="Object 36"/>
          <p:cNvGraphicFramePr>
            <a:graphicFrameLocks noChangeAspect="1"/>
          </p:cNvGraphicFramePr>
          <p:nvPr/>
        </p:nvGraphicFramePr>
        <p:xfrm>
          <a:off x="6096000" y="2667000"/>
          <a:ext cx="165893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6" name="Equation" r:id="rId33" imgW="711000" imgH="203040" progId="Equation.3">
                  <p:embed/>
                </p:oleObj>
              </mc:Choice>
              <mc:Fallback>
                <p:oleObj name="Equation" r:id="rId33" imgW="711000" imgH="2030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667000"/>
                        <a:ext cx="1658938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7" name="Object 37"/>
          <p:cNvGraphicFramePr>
            <a:graphicFrameLocks noChangeAspect="1"/>
          </p:cNvGraphicFramePr>
          <p:nvPr/>
        </p:nvGraphicFramePr>
        <p:xfrm>
          <a:off x="6096000" y="3200400"/>
          <a:ext cx="168751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7" name="Equation" r:id="rId35" imgW="723600" imgH="203040" progId="Equation.3">
                  <p:embed/>
                </p:oleObj>
              </mc:Choice>
              <mc:Fallback>
                <p:oleObj name="Equation" r:id="rId35" imgW="723600" imgH="2030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200400"/>
                        <a:ext cx="1687513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38" name="Object 38"/>
          <p:cNvGraphicFramePr>
            <a:graphicFrameLocks noChangeAspect="1"/>
          </p:cNvGraphicFramePr>
          <p:nvPr/>
        </p:nvGraphicFramePr>
        <p:xfrm>
          <a:off x="6073775" y="3657600"/>
          <a:ext cx="11842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8" name="Equation" r:id="rId37" imgW="507960" imgH="190440" progId="Equation.3">
                  <p:embed/>
                </p:oleObj>
              </mc:Choice>
              <mc:Fallback>
                <p:oleObj name="Equation" r:id="rId37" imgW="507960" imgH="19044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3657600"/>
                        <a:ext cx="1184275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39" name="Freeform 39"/>
          <p:cNvSpPr>
            <a:spLocks/>
          </p:cNvSpPr>
          <p:nvPr/>
        </p:nvSpPr>
        <p:spPr bwMode="auto">
          <a:xfrm>
            <a:off x="5943600" y="2057400"/>
            <a:ext cx="2971800" cy="2133600"/>
          </a:xfrm>
          <a:custGeom>
            <a:avLst/>
            <a:gdLst>
              <a:gd name="T0" fmla="*/ 1920 w 1968"/>
              <a:gd name="T1" fmla="*/ 0 h 1488"/>
              <a:gd name="T2" fmla="*/ 0 w 1968"/>
              <a:gd name="T3" fmla="*/ 0 h 1488"/>
              <a:gd name="T4" fmla="*/ 0 w 1968"/>
              <a:gd name="T5" fmla="*/ 1488 h 1488"/>
              <a:gd name="T6" fmla="*/ 1968 w 1968"/>
              <a:gd name="T7" fmla="*/ 1488 h 1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68" h="1488">
                <a:moveTo>
                  <a:pt x="1920" y="0"/>
                </a:moveTo>
                <a:lnTo>
                  <a:pt x="0" y="0"/>
                </a:lnTo>
                <a:lnTo>
                  <a:pt x="0" y="1488"/>
                </a:lnTo>
                <a:lnTo>
                  <a:pt x="1968" y="1488"/>
                </a:lnTo>
              </a:path>
            </a:pathLst>
          </a:custGeom>
          <a:noFill/>
          <a:ln w="31750" cap="flat" cmpd="sng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24040" name="Object 40"/>
          <p:cNvGraphicFramePr>
            <a:graphicFrameLocks noChangeAspect="1"/>
          </p:cNvGraphicFramePr>
          <p:nvPr/>
        </p:nvGraphicFramePr>
        <p:xfrm>
          <a:off x="6988175" y="2178050"/>
          <a:ext cx="1927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109" name="Equation" r:id="rId39" imgW="825480" imgH="203040" progId="Equation.3">
                  <p:embed/>
                </p:oleObj>
              </mc:Choice>
              <mc:Fallback>
                <p:oleObj name="Equation" r:id="rId39" imgW="825480" imgH="2030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175" y="2178050"/>
                        <a:ext cx="192722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2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2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2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2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2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2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2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2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02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2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02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02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2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02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02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02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2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02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02" grpId="0" autoUpdateAnimBg="0"/>
      <p:bldP spid="1024013" grpId="0" autoUpdateAnimBg="0"/>
      <p:bldP spid="1024014" grpId="0" autoUpdateAnimBg="0"/>
      <p:bldP spid="1024018" grpId="0" autoUpdateAnimBg="0"/>
      <p:bldP spid="1024020" grpId="0" autoUpdateAnimBg="0"/>
      <p:bldP spid="1024023" grpId="0" autoUpdateAnimBg="0"/>
      <p:bldP spid="1024024" grpId="0" autoUpdateAnimBg="0"/>
      <p:bldP spid="1024025" grpId="0" autoUpdateAnimBg="0"/>
      <p:bldP spid="102402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93E61-57AF-49F7-B29D-960EA8470D42}" type="slidenum">
              <a:rPr lang="zh-CN" altLang="en-US"/>
              <a:pPr/>
              <a:t>37</a:t>
            </a:fld>
            <a:endParaRPr lang="zh-CN" altLang="en-US"/>
          </a:p>
        </p:txBody>
      </p:sp>
      <p:graphicFrame>
        <p:nvGraphicFramePr>
          <p:cNvPr id="607281" name="Object 49"/>
          <p:cNvGraphicFramePr>
            <a:graphicFrameLocks noChangeAspect="1"/>
          </p:cNvGraphicFramePr>
          <p:nvPr/>
        </p:nvGraphicFramePr>
        <p:xfrm>
          <a:off x="457200" y="381000"/>
          <a:ext cx="53308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102" name="Document" r:id="rId3" imgW="2188080" imgH="469800" progId="Word.Document.8">
                  <p:embed/>
                </p:oleObj>
              </mc:Choice>
              <mc:Fallback>
                <p:oleObj name="Document" r:id="rId3" imgW="2188080" imgH="469800" progId="Word.Document.8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1000"/>
                        <a:ext cx="53308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82" name="Object 50"/>
          <p:cNvGraphicFramePr>
            <a:graphicFrameLocks noChangeAspect="1"/>
          </p:cNvGraphicFramePr>
          <p:nvPr/>
        </p:nvGraphicFramePr>
        <p:xfrm>
          <a:off x="468313" y="1752600"/>
          <a:ext cx="5341937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103" name="Document" r:id="rId5" imgW="2188080" imgH="469800" progId="Word.Document.8">
                  <p:embed/>
                </p:oleObj>
              </mc:Choice>
              <mc:Fallback>
                <p:oleObj name="Document" r:id="rId5" imgW="2188080" imgH="469800" progId="Word.Document.8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752600"/>
                        <a:ext cx="5341937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84" name="Object 52"/>
          <p:cNvGraphicFramePr>
            <a:graphicFrameLocks noChangeAspect="1"/>
          </p:cNvGraphicFramePr>
          <p:nvPr/>
        </p:nvGraphicFramePr>
        <p:xfrm>
          <a:off x="533400" y="3124200"/>
          <a:ext cx="216535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104" name="Equation" r:id="rId7" imgW="939600" imgH="469800" progId="Equation.3">
                  <p:embed/>
                </p:oleObj>
              </mc:Choice>
              <mc:Fallback>
                <p:oleObj name="Equation" r:id="rId7" imgW="939600" imgH="4698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2165350" cy="107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83" name="Object 51"/>
          <p:cNvGraphicFramePr>
            <a:graphicFrameLocks noChangeAspect="1"/>
          </p:cNvGraphicFramePr>
          <p:nvPr/>
        </p:nvGraphicFramePr>
        <p:xfrm>
          <a:off x="2895600" y="3124200"/>
          <a:ext cx="2743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105" name="Equation" r:id="rId9" imgW="1180800" imgH="469800" progId="Equation.3">
                  <p:embed/>
                </p:oleObj>
              </mc:Choice>
              <mc:Fallback>
                <p:oleObj name="Equation" r:id="rId9" imgW="1180800" imgH="4698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124200"/>
                        <a:ext cx="27432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86" name="Object 54"/>
          <p:cNvGraphicFramePr>
            <a:graphicFrameLocks noChangeAspect="1"/>
          </p:cNvGraphicFramePr>
          <p:nvPr/>
        </p:nvGraphicFramePr>
        <p:xfrm>
          <a:off x="609600" y="4419600"/>
          <a:ext cx="3514725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106" name="Document" r:id="rId11" imgW="1442880" imgH="469800" progId="Word.Document.8">
                  <p:embed/>
                </p:oleObj>
              </mc:Choice>
              <mc:Fallback>
                <p:oleObj name="Document" r:id="rId11" imgW="1442880" imgH="469800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419600"/>
                        <a:ext cx="3514725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87" name="Object 55"/>
          <p:cNvGraphicFramePr>
            <a:graphicFrameLocks noChangeAspect="1"/>
          </p:cNvGraphicFramePr>
          <p:nvPr/>
        </p:nvGraphicFramePr>
        <p:xfrm>
          <a:off x="4419600" y="4664075"/>
          <a:ext cx="34464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107" name="Document" r:id="rId13" imgW="1413000" imgH="228960" progId="Word.Document.8">
                  <p:embed/>
                </p:oleObj>
              </mc:Choice>
              <mc:Fallback>
                <p:oleObj name="Document" r:id="rId13" imgW="1413000" imgH="228960" progId="Word.Document.8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664075"/>
                        <a:ext cx="34464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7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4D656-6F6F-4BCD-94FD-30D4D2065E40}" type="slidenum">
              <a:rPr lang="zh-CN" altLang="en-US"/>
              <a:pPr/>
              <a:t>38</a:t>
            </a:fld>
            <a:endParaRPr lang="zh-CN" altLang="en-US"/>
          </a:p>
        </p:txBody>
      </p:sp>
      <p:sp>
        <p:nvSpPr>
          <p:cNvPr id="1029122" name="Text Box 2"/>
          <p:cNvSpPr txBox="1">
            <a:spLocks noChangeArrowheads="1"/>
          </p:cNvSpPr>
          <p:nvPr/>
        </p:nvSpPr>
        <p:spPr bwMode="auto">
          <a:xfrm>
            <a:off x="304800" y="544513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pSp>
        <p:nvGrpSpPr>
          <p:cNvPr id="1029123" name="Group 3"/>
          <p:cNvGrpSpPr>
            <a:grpSpLocks/>
          </p:cNvGrpSpPr>
          <p:nvPr/>
        </p:nvGrpSpPr>
        <p:grpSpPr bwMode="auto">
          <a:xfrm>
            <a:off x="990600" y="301625"/>
            <a:ext cx="6324600" cy="1095375"/>
            <a:chOff x="768" y="190"/>
            <a:chExt cx="3984" cy="690"/>
          </a:xfrm>
        </p:grpSpPr>
        <p:sp>
          <p:nvSpPr>
            <p:cNvPr id="1029124" name="Text Box 4"/>
            <p:cNvSpPr txBox="1">
              <a:spLocks noChangeArrowheads="1"/>
            </p:cNvSpPr>
            <p:nvPr/>
          </p:nvSpPr>
          <p:spPr bwMode="auto">
            <a:xfrm>
              <a:off x="768" y="341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设</a:t>
              </a:r>
            </a:p>
          </p:txBody>
        </p:sp>
        <p:graphicFrame>
          <p:nvGraphicFramePr>
            <p:cNvPr id="1029125" name="Object 5"/>
            <p:cNvGraphicFramePr>
              <a:graphicFrameLocks noChangeAspect="1"/>
            </p:cNvGraphicFramePr>
            <p:nvPr/>
          </p:nvGraphicFramePr>
          <p:xfrm>
            <a:off x="1056" y="190"/>
            <a:ext cx="1200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155" name="Equation" r:id="rId3" imgW="812520" imgH="457200" progId="Equation.3">
                    <p:embed/>
                  </p:oleObj>
                </mc:Choice>
                <mc:Fallback>
                  <p:oleObj name="Equation" r:id="rId3" imgW="812520" imgH="457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90"/>
                          <a:ext cx="1200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126" name="Object 6"/>
            <p:cNvGraphicFramePr>
              <a:graphicFrameLocks noChangeAspect="1"/>
            </p:cNvGraphicFramePr>
            <p:nvPr/>
          </p:nvGraphicFramePr>
          <p:xfrm>
            <a:off x="2304" y="204"/>
            <a:ext cx="1200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156" name="Equation" r:id="rId5" imgW="812520" imgH="457200" progId="Equation.3">
                    <p:embed/>
                  </p:oleObj>
                </mc:Choice>
                <mc:Fallback>
                  <p:oleObj name="Equation" r:id="rId5" imgW="812520" imgH="457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04"/>
                          <a:ext cx="1200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127" name="Object 7"/>
            <p:cNvGraphicFramePr>
              <a:graphicFrameLocks noChangeAspect="1"/>
            </p:cNvGraphicFramePr>
            <p:nvPr/>
          </p:nvGraphicFramePr>
          <p:xfrm>
            <a:off x="3552" y="204"/>
            <a:ext cx="1200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157" name="Equation" r:id="rId7" imgW="812520" imgH="457200" progId="Equation.3">
                    <p:embed/>
                  </p:oleObj>
                </mc:Choice>
                <mc:Fallback>
                  <p:oleObj name="Equation" r:id="rId7" imgW="812520" imgH="457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04"/>
                          <a:ext cx="1200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9128" name="Object 8"/>
          <p:cNvGraphicFramePr>
            <a:graphicFrameLocks noChangeAspect="1"/>
          </p:cNvGraphicFramePr>
          <p:nvPr/>
        </p:nvGraphicFramePr>
        <p:xfrm>
          <a:off x="1028700" y="1676400"/>
          <a:ext cx="5064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58" name="Equation" r:id="rId9" imgW="215640" imgH="190440" progId="Equation.3">
                  <p:embed/>
                </p:oleObj>
              </mc:Choice>
              <mc:Fallback>
                <p:oleObj name="Equation" r:id="rId9" imgW="215640" imgH="190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1676400"/>
                        <a:ext cx="5064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29" name="Object 9"/>
          <p:cNvGraphicFramePr>
            <a:graphicFrameLocks noChangeAspect="1"/>
          </p:cNvGraphicFramePr>
          <p:nvPr/>
        </p:nvGraphicFramePr>
        <p:xfrm>
          <a:off x="1063625" y="2366963"/>
          <a:ext cx="5064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59" name="Equation" r:id="rId11" imgW="215640" imgH="190440" progId="Equation.3">
                  <p:embed/>
                </p:oleObj>
              </mc:Choice>
              <mc:Fallback>
                <p:oleObj name="Equation" r:id="rId11" imgW="215640" imgH="1904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2366963"/>
                        <a:ext cx="5064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30" name="Object 10"/>
          <p:cNvGraphicFramePr>
            <a:graphicFrameLocks noChangeAspect="1"/>
          </p:cNvGraphicFramePr>
          <p:nvPr/>
        </p:nvGraphicFramePr>
        <p:xfrm>
          <a:off x="1104900" y="3124200"/>
          <a:ext cx="5064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0" name="Equation" r:id="rId13" imgW="215640" imgH="203040" progId="Equation.3">
                  <p:embed/>
                </p:oleObj>
              </mc:Choice>
              <mc:Fallback>
                <p:oleObj name="Equation" r:id="rId13" imgW="21564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3124200"/>
                        <a:ext cx="50641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31" name="Object 11"/>
          <p:cNvGraphicFramePr>
            <a:graphicFrameLocks noChangeAspect="1"/>
          </p:cNvGraphicFramePr>
          <p:nvPr/>
        </p:nvGraphicFramePr>
        <p:xfrm>
          <a:off x="1485900" y="1736725"/>
          <a:ext cx="6540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1" name="Equation" r:id="rId15" imgW="279360" imgH="177480" progId="Equation.3">
                  <p:embed/>
                </p:oleObj>
              </mc:Choice>
              <mc:Fallback>
                <p:oleObj name="Equation" r:id="rId15" imgW="27936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1736725"/>
                        <a:ext cx="6540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32" name="Object 12"/>
          <p:cNvGraphicFramePr>
            <a:graphicFrameLocks noChangeAspect="1"/>
          </p:cNvGraphicFramePr>
          <p:nvPr/>
        </p:nvGraphicFramePr>
        <p:xfrm>
          <a:off x="1473200" y="2449513"/>
          <a:ext cx="6858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2" name="Equation" r:id="rId17" imgW="291960" imgH="164880" progId="Equation.3">
                  <p:embed/>
                </p:oleObj>
              </mc:Choice>
              <mc:Fallback>
                <p:oleObj name="Equation" r:id="rId17" imgW="291960" imgH="164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2449513"/>
                        <a:ext cx="6858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133" name="Object 13"/>
          <p:cNvGraphicFramePr>
            <a:graphicFrameLocks noChangeAspect="1"/>
          </p:cNvGraphicFramePr>
          <p:nvPr/>
        </p:nvGraphicFramePr>
        <p:xfrm>
          <a:off x="1562100" y="3200400"/>
          <a:ext cx="6556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63" name="Equation" r:id="rId19" imgW="279360" imgH="177480" progId="Equation.3">
                  <p:embed/>
                </p:oleObj>
              </mc:Choice>
              <mc:Fallback>
                <p:oleObj name="Equation" r:id="rId19" imgW="279360" imgH="177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3200400"/>
                        <a:ext cx="6556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9134" name="Group 14"/>
          <p:cNvGrpSpPr>
            <a:grpSpLocks/>
          </p:cNvGrpSpPr>
          <p:nvPr/>
        </p:nvGrpSpPr>
        <p:grpSpPr bwMode="auto">
          <a:xfrm>
            <a:off x="2357438" y="1739900"/>
            <a:ext cx="1604962" cy="457200"/>
            <a:chOff x="1485" y="1096"/>
            <a:chExt cx="1011" cy="288"/>
          </a:xfrm>
        </p:grpSpPr>
        <p:graphicFrame>
          <p:nvGraphicFramePr>
            <p:cNvPr id="1029135" name="Object 15"/>
            <p:cNvGraphicFramePr>
              <a:graphicFrameLocks noChangeAspect="1"/>
            </p:cNvGraphicFramePr>
            <p:nvPr/>
          </p:nvGraphicFramePr>
          <p:xfrm>
            <a:off x="1485" y="1096"/>
            <a:ext cx="101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164" name="Equation" r:id="rId21" imgW="685800" imgH="177480" progId="Equation.3">
                    <p:embed/>
                  </p:oleObj>
                </mc:Choice>
                <mc:Fallback>
                  <p:oleObj name="Equation" r:id="rId21" imgW="685800" imgH="1774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5" y="1096"/>
                          <a:ext cx="101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136" name="Line 16"/>
            <p:cNvSpPr>
              <a:spLocks noChangeShapeType="1"/>
            </p:cNvSpPr>
            <p:nvPr/>
          </p:nvSpPr>
          <p:spPr bwMode="auto">
            <a:xfrm>
              <a:off x="1552" y="1096"/>
              <a:ext cx="96" cy="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29137" name="Group 17"/>
          <p:cNvGrpSpPr>
            <a:grpSpLocks/>
          </p:cNvGrpSpPr>
          <p:nvPr/>
        </p:nvGrpSpPr>
        <p:grpSpPr bwMode="auto">
          <a:xfrm>
            <a:off x="2424113" y="2451100"/>
            <a:ext cx="1843087" cy="457200"/>
            <a:chOff x="1527" y="1544"/>
            <a:chExt cx="1161" cy="288"/>
          </a:xfrm>
        </p:grpSpPr>
        <p:graphicFrame>
          <p:nvGraphicFramePr>
            <p:cNvPr id="1029138" name="Object 18"/>
            <p:cNvGraphicFramePr>
              <a:graphicFrameLocks noChangeAspect="1"/>
            </p:cNvGraphicFramePr>
            <p:nvPr/>
          </p:nvGraphicFramePr>
          <p:xfrm>
            <a:off x="1527" y="1544"/>
            <a:ext cx="116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165" name="Equation" r:id="rId23" imgW="787320" imgH="177480" progId="Equation.3">
                    <p:embed/>
                  </p:oleObj>
                </mc:Choice>
                <mc:Fallback>
                  <p:oleObj name="Equation" r:id="rId23" imgW="787320" imgH="1774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7" y="1544"/>
                          <a:ext cx="116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139" name="Line 19"/>
            <p:cNvSpPr>
              <a:spLocks noChangeShapeType="1"/>
            </p:cNvSpPr>
            <p:nvPr/>
          </p:nvSpPr>
          <p:spPr bwMode="auto">
            <a:xfrm>
              <a:off x="1579" y="1544"/>
              <a:ext cx="96" cy="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29140" name="Group 20"/>
          <p:cNvGrpSpPr>
            <a:grpSpLocks/>
          </p:cNvGrpSpPr>
          <p:nvPr/>
        </p:nvGrpSpPr>
        <p:grpSpPr bwMode="auto">
          <a:xfrm>
            <a:off x="2432050" y="3175000"/>
            <a:ext cx="3181350" cy="482600"/>
            <a:chOff x="1532" y="2000"/>
            <a:chExt cx="2004" cy="304"/>
          </a:xfrm>
        </p:grpSpPr>
        <p:graphicFrame>
          <p:nvGraphicFramePr>
            <p:cNvPr id="1029141" name="Object 21"/>
            <p:cNvGraphicFramePr>
              <a:graphicFrameLocks noChangeAspect="1"/>
            </p:cNvGraphicFramePr>
            <p:nvPr/>
          </p:nvGraphicFramePr>
          <p:xfrm>
            <a:off x="1532" y="2000"/>
            <a:ext cx="200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166" name="Equation" r:id="rId25" imgW="1358640" imgH="190440" progId="Equation.3">
                    <p:embed/>
                  </p:oleObj>
                </mc:Choice>
                <mc:Fallback>
                  <p:oleObj name="Equation" r:id="rId25" imgW="1358640" imgH="1904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2" y="2000"/>
                          <a:ext cx="2004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142" name="Line 22"/>
            <p:cNvSpPr>
              <a:spLocks noChangeShapeType="1"/>
            </p:cNvSpPr>
            <p:nvPr/>
          </p:nvSpPr>
          <p:spPr bwMode="auto">
            <a:xfrm>
              <a:off x="1588" y="2016"/>
              <a:ext cx="96" cy="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9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2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C1892-7DB5-4328-BA28-AA9910E4F70F}" type="slidenum">
              <a:rPr lang="zh-CN" altLang="en-US"/>
              <a:pPr/>
              <a:t>39</a:t>
            </a:fld>
            <a:endParaRPr lang="zh-CN" altLang="en-US"/>
          </a:p>
        </p:txBody>
      </p:sp>
      <p:graphicFrame>
        <p:nvGraphicFramePr>
          <p:cNvPr id="918542" name="Object 14"/>
          <p:cNvGraphicFramePr>
            <a:graphicFrameLocks noChangeAspect="1"/>
          </p:cNvGraphicFramePr>
          <p:nvPr/>
        </p:nvGraphicFramePr>
        <p:xfrm>
          <a:off x="917575" y="60325"/>
          <a:ext cx="799782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29" name="Document" r:id="rId3" imgW="3556080" imgH="698400" progId="Word.Document.8">
                  <p:embed/>
                </p:oleObj>
              </mc:Choice>
              <mc:Fallback>
                <p:oleObj name="Document" r:id="rId3" imgW="3556080" imgH="6984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60325"/>
                        <a:ext cx="7997825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8543" name="Text Box 15"/>
          <p:cNvSpPr txBox="1">
            <a:spLocks noChangeArrowheads="1"/>
          </p:cNvSpPr>
          <p:nvPr/>
        </p:nvSpPr>
        <p:spPr bwMode="auto">
          <a:xfrm>
            <a:off x="304800" y="55562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918544" name="Text Box 16"/>
          <p:cNvSpPr txBox="1">
            <a:spLocks noChangeArrowheads="1"/>
          </p:cNvSpPr>
          <p:nvPr/>
        </p:nvSpPr>
        <p:spPr bwMode="auto">
          <a:xfrm>
            <a:off x="304800" y="203517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18545" name="Object 17"/>
          <p:cNvGraphicFramePr>
            <a:graphicFrameLocks noChangeAspect="1"/>
          </p:cNvGraphicFramePr>
          <p:nvPr/>
        </p:nvGraphicFramePr>
        <p:xfrm>
          <a:off x="450850" y="3197225"/>
          <a:ext cx="5397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30" name="Equation" r:id="rId5" imgW="215640" imgH="190440" progId="Equation.3">
                  <p:embed/>
                </p:oleObj>
              </mc:Choice>
              <mc:Fallback>
                <p:oleObj name="Equation" r:id="rId5" imgW="215640" imgH="1904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3197225"/>
                        <a:ext cx="53975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46" name="Object 18"/>
          <p:cNvGraphicFramePr>
            <a:graphicFrameLocks noChangeAspect="1"/>
          </p:cNvGraphicFramePr>
          <p:nvPr/>
        </p:nvGraphicFramePr>
        <p:xfrm>
          <a:off x="914400" y="3262313"/>
          <a:ext cx="30797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31" name="Equation" r:id="rId7" imgW="1307880" imgH="393480" progId="Equation.3">
                  <p:embed/>
                </p:oleObj>
              </mc:Choice>
              <mc:Fallback>
                <p:oleObj name="Equation" r:id="rId7" imgW="1307880" imgH="393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62313"/>
                        <a:ext cx="3079750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47" name="Object 19"/>
          <p:cNvGraphicFramePr>
            <a:graphicFrameLocks noChangeAspect="1"/>
          </p:cNvGraphicFramePr>
          <p:nvPr/>
        </p:nvGraphicFramePr>
        <p:xfrm>
          <a:off x="3957638" y="3295650"/>
          <a:ext cx="37703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32" name="Equation" r:id="rId9" imgW="1587240" imgH="406080" progId="Equation.3">
                  <p:embed/>
                </p:oleObj>
              </mc:Choice>
              <mc:Fallback>
                <p:oleObj name="Equation" r:id="rId9" imgW="1587240" imgH="4060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3295650"/>
                        <a:ext cx="3770312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48" name="Object 20"/>
          <p:cNvGraphicFramePr>
            <a:graphicFrameLocks noChangeAspect="1"/>
          </p:cNvGraphicFramePr>
          <p:nvPr/>
        </p:nvGraphicFramePr>
        <p:xfrm>
          <a:off x="1371600" y="6084888"/>
          <a:ext cx="20066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33" name="Equation" r:id="rId11" imgW="850680" imgH="228600" progId="Equation.3">
                  <p:embed/>
                </p:oleObj>
              </mc:Choice>
              <mc:Fallback>
                <p:oleObj name="Equation" r:id="rId11" imgW="85068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6084888"/>
                        <a:ext cx="20066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49" name="Object 21"/>
          <p:cNvGraphicFramePr>
            <a:graphicFrameLocks noChangeAspect="1"/>
          </p:cNvGraphicFramePr>
          <p:nvPr/>
        </p:nvGraphicFramePr>
        <p:xfrm>
          <a:off x="993775" y="1509713"/>
          <a:ext cx="353060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34" name="Equation" r:id="rId13" imgW="1536480" imgH="698400" progId="Equation.3">
                  <p:embed/>
                </p:oleObj>
              </mc:Choice>
              <mc:Fallback>
                <p:oleObj name="Equation" r:id="rId13" imgW="1536480" imgH="6984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1509713"/>
                        <a:ext cx="3530600" cy="159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50" name="Object 22"/>
          <p:cNvGraphicFramePr>
            <a:graphicFrameLocks noChangeAspect="1"/>
          </p:cNvGraphicFramePr>
          <p:nvPr/>
        </p:nvGraphicFramePr>
        <p:xfrm>
          <a:off x="3414713" y="6073775"/>
          <a:ext cx="14509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35" name="Equation" r:id="rId15" imgW="596880" imgH="228600" progId="Equation.3">
                  <p:embed/>
                </p:oleObj>
              </mc:Choice>
              <mc:Fallback>
                <p:oleObj name="Equation" r:id="rId15" imgW="59688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3" y="6073775"/>
                        <a:ext cx="14509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51" name="Object 23"/>
          <p:cNvGraphicFramePr>
            <a:graphicFrameLocks noChangeAspect="1"/>
          </p:cNvGraphicFramePr>
          <p:nvPr/>
        </p:nvGraphicFramePr>
        <p:xfrm>
          <a:off x="457200" y="4343400"/>
          <a:ext cx="3589338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36" name="Equation" r:id="rId17" imgW="1562040" imgH="698400" progId="Equation.3">
                  <p:embed/>
                </p:oleObj>
              </mc:Choice>
              <mc:Fallback>
                <p:oleObj name="Equation" r:id="rId17" imgW="1562040" imgH="6984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343400"/>
                        <a:ext cx="3589338" cy="159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8552" name="Object 24"/>
          <p:cNvGraphicFramePr>
            <a:graphicFrameLocks noChangeAspect="1"/>
          </p:cNvGraphicFramePr>
          <p:nvPr/>
        </p:nvGraphicFramePr>
        <p:xfrm>
          <a:off x="4500563" y="1520825"/>
          <a:ext cx="2335212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37" name="Equation" r:id="rId19" imgW="1015920" imgH="698400" progId="Equation.3">
                  <p:embed/>
                </p:oleObj>
              </mc:Choice>
              <mc:Fallback>
                <p:oleObj name="Equation" r:id="rId19" imgW="1015920" imgH="6984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520825"/>
                        <a:ext cx="2335212" cy="159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8553" name="Text Box 25"/>
          <p:cNvSpPr txBox="1">
            <a:spLocks noChangeArrowheads="1"/>
          </p:cNvSpPr>
          <p:nvPr/>
        </p:nvSpPr>
        <p:spPr bwMode="auto">
          <a:xfrm>
            <a:off x="304800" y="605155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所以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1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1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1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1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1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1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1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8543" grpId="0" autoUpdateAnimBg="0"/>
      <p:bldP spid="918544" grpId="0" autoUpdateAnimBg="0"/>
      <p:bldP spid="91855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CFFB7-3BC5-4870-A4D1-F25287FE375F}" type="slidenum">
              <a:rPr lang="zh-CN" altLang="en-US"/>
              <a:pPr/>
              <a:t>40</a:t>
            </a:fld>
            <a:endParaRPr lang="zh-CN" altLang="en-US"/>
          </a:p>
        </p:txBody>
      </p:sp>
      <p:graphicFrame>
        <p:nvGraphicFramePr>
          <p:cNvPr id="609283" name="Object 3"/>
          <p:cNvGraphicFramePr>
            <a:graphicFrameLocks noChangeAspect="1"/>
          </p:cNvGraphicFramePr>
          <p:nvPr/>
        </p:nvGraphicFramePr>
        <p:xfrm>
          <a:off x="533400" y="381000"/>
          <a:ext cx="56388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2" name="Document" r:id="rId3" imgW="2277720" imgH="242640" progId="Word.Document.8">
                  <p:embed/>
                </p:oleObj>
              </mc:Choice>
              <mc:Fallback>
                <p:oleObj name="Document" r:id="rId3" imgW="2277720" imgH="2426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1000"/>
                        <a:ext cx="56388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9284" name="Text Box 4"/>
          <p:cNvSpPr txBox="1">
            <a:spLocks noChangeArrowheads="1"/>
          </p:cNvSpPr>
          <p:nvPr/>
        </p:nvSpPr>
        <p:spPr bwMode="auto">
          <a:xfrm>
            <a:off x="533400" y="1081088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是一个</a:t>
            </a:r>
            <a:r>
              <a:rPr lang="zh-CN" altLang="en-US" sz="1800"/>
              <a:t> </a:t>
            </a:r>
            <a:r>
              <a:rPr lang="en-US" altLang="zh-CN" i="1"/>
              <a:t>n </a:t>
            </a:r>
            <a:r>
              <a:rPr lang="zh-CN" altLang="en-US">
                <a:latin typeface="宋体" panose="02010600030101010101" pitchFamily="2" charset="-122"/>
              </a:rPr>
              <a:t>阶方阵，</a:t>
            </a:r>
            <a:endParaRPr lang="zh-CN" altLang="en-US"/>
          </a:p>
        </p:txBody>
      </p:sp>
      <p:sp>
        <p:nvSpPr>
          <p:cNvPr id="609285" name="Text Box 5"/>
          <p:cNvSpPr txBox="1">
            <a:spLocks noChangeArrowheads="1"/>
          </p:cNvSpPr>
          <p:nvPr/>
        </p:nvSpPr>
        <p:spPr bwMode="auto">
          <a:xfrm>
            <a:off x="3635375" y="1055688"/>
            <a:ext cx="4060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定义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矩阵多项式</a:t>
            </a:r>
            <a:r>
              <a:rPr lang="zh-CN" altLang="en-US">
                <a:latin typeface="宋体" panose="02010600030101010101" pitchFamily="2" charset="-122"/>
              </a:rPr>
              <a:t>为</a:t>
            </a:r>
            <a:endParaRPr lang="zh-CN" altLang="en-US"/>
          </a:p>
        </p:txBody>
      </p:sp>
      <p:graphicFrame>
        <p:nvGraphicFramePr>
          <p:cNvPr id="609286" name="Object 6"/>
          <p:cNvGraphicFramePr>
            <a:graphicFrameLocks noChangeAspect="1"/>
          </p:cNvGraphicFramePr>
          <p:nvPr/>
        </p:nvGraphicFramePr>
        <p:xfrm>
          <a:off x="990600" y="1676400"/>
          <a:ext cx="64008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3" name="Equation" r:id="rId5" imgW="2450880" imgH="241200" progId="Equation.3">
                  <p:embed/>
                </p:oleObj>
              </mc:Choice>
              <mc:Fallback>
                <p:oleObj name="Equation" r:id="rId5" imgW="245088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676400"/>
                        <a:ext cx="6400800" cy="623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9288" name="Text Box 8"/>
          <p:cNvSpPr txBox="1">
            <a:spLocks noChangeArrowheads="1"/>
          </p:cNvSpPr>
          <p:nvPr/>
        </p:nvSpPr>
        <p:spPr bwMode="auto">
          <a:xfrm>
            <a:off x="5943600" y="42545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是一个多项式，</a:t>
            </a:r>
          </a:p>
        </p:txBody>
      </p:sp>
      <p:sp>
        <p:nvSpPr>
          <p:cNvPr id="609289" name="Text Box 9"/>
          <p:cNvSpPr txBox="1">
            <a:spLocks noChangeArrowheads="1"/>
          </p:cNvSpPr>
          <p:nvPr/>
        </p:nvSpPr>
        <p:spPr bwMode="auto">
          <a:xfrm>
            <a:off x="457200" y="24384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例如，</a:t>
            </a:r>
          </a:p>
        </p:txBody>
      </p:sp>
      <p:graphicFrame>
        <p:nvGraphicFramePr>
          <p:cNvPr id="609290" name="Object 10"/>
          <p:cNvGraphicFramePr>
            <a:graphicFrameLocks noChangeAspect="1"/>
          </p:cNvGraphicFramePr>
          <p:nvPr/>
        </p:nvGraphicFramePr>
        <p:xfrm>
          <a:off x="1524000" y="2438400"/>
          <a:ext cx="35814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4" name="Document" r:id="rId7" imgW="1413000" imgH="242640" progId="Word.Document.8">
                  <p:embed/>
                </p:oleObj>
              </mc:Choice>
              <mc:Fallback>
                <p:oleObj name="Document" r:id="rId7" imgW="1413000" imgH="24264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438400"/>
                        <a:ext cx="358140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1" name="Object 11"/>
          <p:cNvGraphicFramePr>
            <a:graphicFrameLocks noChangeAspect="1"/>
          </p:cNvGraphicFramePr>
          <p:nvPr/>
        </p:nvGraphicFramePr>
        <p:xfrm>
          <a:off x="838200" y="3124200"/>
          <a:ext cx="24066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5" name="Equation" r:id="rId9" imgW="1028520" imgH="457200" progId="Equation.3">
                  <p:embed/>
                </p:oleObj>
              </mc:Choice>
              <mc:Fallback>
                <p:oleObj name="Equation" r:id="rId9" imgW="102852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124200"/>
                        <a:ext cx="240665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3" name="Object 13"/>
          <p:cNvGraphicFramePr>
            <a:graphicFrameLocks noChangeAspect="1"/>
          </p:cNvGraphicFramePr>
          <p:nvPr/>
        </p:nvGraphicFramePr>
        <p:xfrm>
          <a:off x="3352800" y="3124200"/>
          <a:ext cx="27638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6" name="Equation" r:id="rId11" imgW="1180800" imgH="457200" progId="Equation.3">
                  <p:embed/>
                </p:oleObj>
              </mc:Choice>
              <mc:Fallback>
                <p:oleObj name="Equation" r:id="rId11" imgW="1180800" imgH="457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124200"/>
                        <a:ext cx="2763838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4" name="Object 14"/>
          <p:cNvGraphicFramePr>
            <a:graphicFrameLocks noChangeAspect="1"/>
          </p:cNvGraphicFramePr>
          <p:nvPr/>
        </p:nvGraphicFramePr>
        <p:xfrm>
          <a:off x="609600" y="4343400"/>
          <a:ext cx="32400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7" name="Equation" r:id="rId13" imgW="1384200" imgH="228600" progId="Equation.3">
                  <p:embed/>
                </p:oleObj>
              </mc:Choice>
              <mc:Fallback>
                <p:oleObj name="Equation" r:id="rId13" imgW="13842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343400"/>
                        <a:ext cx="324008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5" name="Object 15"/>
          <p:cNvGraphicFramePr>
            <a:graphicFrameLocks noChangeAspect="1"/>
          </p:cNvGraphicFramePr>
          <p:nvPr/>
        </p:nvGraphicFramePr>
        <p:xfrm>
          <a:off x="609600" y="5029200"/>
          <a:ext cx="5827713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8" name="Equation" r:id="rId15" imgW="2489040" imgH="469800" progId="Equation.3">
                  <p:embed/>
                </p:oleObj>
              </mc:Choice>
              <mc:Fallback>
                <p:oleObj name="Equation" r:id="rId15" imgW="2489040" imgH="469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029200"/>
                        <a:ext cx="5827713" cy="1096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9296" name="Object 16"/>
          <p:cNvGraphicFramePr>
            <a:graphicFrameLocks noChangeAspect="1"/>
          </p:cNvGraphicFramePr>
          <p:nvPr/>
        </p:nvGraphicFramePr>
        <p:xfrm>
          <a:off x="6426200" y="5040313"/>
          <a:ext cx="1574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9" name="Equation" r:id="rId17" imgW="672840" imgH="457200" progId="Equation.3">
                  <p:embed/>
                </p:oleObj>
              </mc:Choice>
              <mc:Fallback>
                <p:oleObj name="Equation" r:id="rId17" imgW="672840" imgH="457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200" y="5040313"/>
                        <a:ext cx="157480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9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9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0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9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0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284" grpId="0" autoUpdateAnimBg="0"/>
      <p:bldP spid="609285" grpId="0" autoUpdateAnimBg="0"/>
      <p:bldP spid="609288" grpId="0" autoUpdateAnimBg="0"/>
      <p:bldP spid="609289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AE14-2A52-42E6-B88B-AF19368A2548}" type="slidenum">
              <a:rPr lang="zh-CN" altLang="en-US"/>
              <a:pPr/>
              <a:t>41</a:t>
            </a:fld>
            <a:endParaRPr lang="zh-CN" altLang="en-US"/>
          </a:p>
        </p:txBody>
      </p:sp>
      <p:sp>
        <p:nvSpPr>
          <p:cNvPr id="102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47244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(五) 方阵的行列式</a:t>
            </a:r>
          </a:p>
        </p:txBody>
      </p:sp>
      <p:sp>
        <p:nvSpPr>
          <p:cNvPr id="1025055" name="Text Box 31"/>
          <p:cNvSpPr txBox="1">
            <a:spLocks noChangeArrowheads="1"/>
          </p:cNvSpPr>
          <p:nvPr/>
        </p:nvSpPr>
        <p:spPr bwMode="auto">
          <a:xfrm>
            <a:off x="304800" y="698500"/>
            <a:ext cx="83058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  <a:r>
              <a:rPr lang="zh-CN" altLang="en-US"/>
              <a:t>    </a:t>
            </a:r>
            <a:r>
              <a:rPr lang="zh-CN" altLang="en-US">
                <a:solidFill>
                  <a:schemeClr val="tx2"/>
                </a:solidFill>
              </a:rPr>
              <a:t>由 </a:t>
            </a:r>
            <a:r>
              <a:rPr lang="en-US" altLang="zh-CN" sz="3000" i="1">
                <a:solidFill>
                  <a:schemeClr val="tx2"/>
                </a:solidFill>
              </a:rPr>
              <a:t>n </a:t>
            </a:r>
            <a:r>
              <a:rPr lang="zh-CN" altLang="en-US">
                <a:solidFill>
                  <a:schemeClr val="tx2"/>
                </a:solidFill>
              </a:rPr>
              <a:t>阶方阵 </a:t>
            </a:r>
            <a:r>
              <a:rPr lang="en-US" altLang="zh-CN" sz="3000" i="1">
                <a:solidFill>
                  <a:schemeClr val="tx2"/>
                </a:solidFill>
              </a:rPr>
              <a:t>A </a:t>
            </a:r>
            <a:r>
              <a:rPr lang="zh-CN" altLang="en-US">
                <a:solidFill>
                  <a:schemeClr val="tx2"/>
                </a:solidFill>
              </a:rPr>
              <a:t>的元素所构成的行列式，叫做方阵 </a:t>
            </a:r>
            <a:r>
              <a:rPr lang="en-US" altLang="zh-CN" sz="3000" i="1">
                <a:solidFill>
                  <a:schemeClr val="tx2"/>
                </a:solidFill>
              </a:rPr>
              <a:t>A </a:t>
            </a:r>
            <a:r>
              <a:rPr lang="zh-CN" altLang="en-US">
                <a:solidFill>
                  <a:schemeClr val="tx2"/>
                </a:solidFill>
              </a:rPr>
              <a:t>的行列式，记作</a:t>
            </a:r>
            <a:r>
              <a:rPr lang="zh-CN" altLang="en-US" sz="3000">
                <a:solidFill>
                  <a:schemeClr val="tx2"/>
                </a:solidFill>
              </a:rPr>
              <a:t>|</a:t>
            </a:r>
            <a:r>
              <a:rPr lang="zh-CN" altLang="en-US" sz="1400">
                <a:solidFill>
                  <a:schemeClr val="tx2"/>
                </a:solidFill>
              </a:rPr>
              <a:t> </a:t>
            </a:r>
            <a:r>
              <a:rPr lang="en-US" altLang="zh-CN" sz="3000" i="1">
                <a:solidFill>
                  <a:schemeClr val="tx2"/>
                </a:solidFill>
              </a:rPr>
              <a:t>A</a:t>
            </a:r>
            <a:r>
              <a:rPr lang="en-US" altLang="zh-CN" sz="1400" i="1">
                <a:solidFill>
                  <a:schemeClr val="tx2"/>
                </a:solidFill>
              </a:rPr>
              <a:t> </a:t>
            </a:r>
            <a:r>
              <a:rPr lang="en-US" altLang="zh-CN" sz="3000">
                <a:solidFill>
                  <a:schemeClr val="tx2"/>
                </a:solidFill>
              </a:rPr>
              <a:t>|</a:t>
            </a:r>
            <a:r>
              <a:rPr lang="zh-CN" altLang="en-US">
                <a:solidFill>
                  <a:schemeClr val="tx2"/>
                </a:solidFill>
              </a:rPr>
              <a:t>或</a:t>
            </a:r>
            <a:r>
              <a:rPr lang="en-US" altLang="zh-CN" sz="3000">
                <a:solidFill>
                  <a:schemeClr val="tx2"/>
                </a:solidFill>
              </a:rPr>
              <a:t>det </a:t>
            </a:r>
            <a:r>
              <a:rPr lang="en-US" altLang="zh-CN" sz="3000" i="1">
                <a:solidFill>
                  <a:schemeClr val="tx2"/>
                </a:solidFill>
              </a:rPr>
              <a:t>A .</a:t>
            </a:r>
          </a:p>
        </p:txBody>
      </p:sp>
      <p:graphicFrame>
        <p:nvGraphicFramePr>
          <p:cNvPr id="1025056" name="Object 32"/>
          <p:cNvGraphicFramePr>
            <a:graphicFrameLocks noChangeAspect="1"/>
          </p:cNvGraphicFramePr>
          <p:nvPr/>
        </p:nvGraphicFramePr>
        <p:xfrm>
          <a:off x="381000" y="4508500"/>
          <a:ext cx="23622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73" name="Equation" r:id="rId3" imgW="1002960" imgH="457200" progId="Equation.3">
                  <p:embed/>
                </p:oleObj>
              </mc:Choice>
              <mc:Fallback>
                <p:oleObj name="Equation" r:id="rId3" imgW="1002960" imgH="457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508500"/>
                        <a:ext cx="23622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57" name="Object 33"/>
          <p:cNvGraphicFramePr>
            <a:graphicFrameLocks noChangeAspect="1"/>
          </p:cNvGraphicFramePr>
          <p:nvPr/>
        </p:nvGraphicFramePr>
        <p:xfrm>
          <a:off x="2895600" y="4508500"/>
          <a:ext cx="2133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74" name="Equation" r:id="rId5" imgW="939600" imgH="469800" progId="Equation.3">
                  <p:embed/>
                </p:oleObj>
              </mc:Choice>
              <mc:Fallback>
                <p:oleObj name="Equation" r:id="rId5" imgW="939600" imgH="4698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08500"/>
                        <a:ext cx="2133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58" name="Object 34"/>
          <p:cNvGraphicFramePr>
            <a:graphicFrameLocks noChangeAspect="1"/>
          </p:cNvGraphicFramePr>
          <p:nvPr/>
        </p:nvGraphicFramePr>
        <p:xfrm>
          <a:off x="5029200" y="4856163"/>
          <a:ext cx="7874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75" name="Equation" r:id="rId7" imgW="787320" imgH="317160" progId="Equation.3">
                  <p:embed/>
                </p:oleObj>
              </mc:Choice>
              <mc:Fallback>
                <p:oleObj name="Equation" r:id="rId7" imgW="787320" imgH="3171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56163"/>
                        <a:ext cx="7874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59" name="Object 35"/>
          <p:cNvGraphicFramePr>
            <a:graphicFrameLocks noChangeAspect="1"/>
          </p:cNvGraphicFramePr>
          <p:nvPr/>
        </p:nvGraphicFramePr>
        <p:xfrm>
          <a:off x="368300" y="2070100"/>
          <a:ext cx="3943350" cy="220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76" name="Equation" r:id="rId9" imgW="1676160" imgH="939600" progId="Equation.3">
                  <p:embed/>
                </p:oleObj>
              </mc:Choice>
              <mc:Fallback>
                <p:oleObj name="Equation" r:id="rId9" imgW="1676160" imgH="9396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2070100"/>
                        <a:ext cx="3943350" cy="220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60" name="Object 36"/>
          <p:cNvGraphicFramePr>
            <a:graphicFrameLocks noChangeAspect="1"/>
          </p:cNvGraphicFramePr>
          <p:nvPr/>
        </p:nvGraphicFramePr>
        <p:xfrm>
          <a:off x="4541838" y="2070100"/>
          <a:ext cx="3763962" cy="220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77" name="Equation" r:id="rId11" imgW="1600200" imgH="939600" progId="Equation.3">
                  <p:embed/>
                </p:oleObj>
              </mc:Choice>
              <mc:Fallback>
                <p:oleObj name="Equation" r:id="rId11" imgW="1600200" imgH="9396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2070100"/>
                        <a:ext cx="3763962" cy="220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61" name="Text Box 37"/>
          <p:cNvSpPr txBox="1">
            <a:spLocks noChangeArrowheads="1"/>
          </p:cNvSpPr>
          <p:nvPr/>
        </p:nvSpPr>
        <p:spPr bwMode="auto">
          <a:xfrm>
            <a:off x="304800" y="5651500"/>
            <a:ext cx="7848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>
                <a:solidFill>
                  <a:srgbClr val="CC6600"/>
                </a:solidFill>
                <a:ea typeface="黑体" panose="02010609060101010101" pitchFamily="49" charset="-122"/>
              </a:rPr>
              <a:t>注意：</a:t>
            </a:r>
            <a:r>
              <a:rPr lang="zh-CN" altLang="en-US"/>
              <a:t>不要把矩阵</a:t>
            </a:r>
            <a:r>
              <a:rPr lang="en-US" altLang="zh-CN" i="1"/>
              <a:t>A</a:t>
            </a:r>
            <a:r>
              <a:rPr lang="zh-CN" altLang="en-US"/>
              <a:t>和行列式 |</a:t>
            </a:r>
            <a:r>
              <a:rPr lang="en-US" altLang="zh-CN" i="1"/>
              <a:t>A</a:t>
            </a:r>
            <a:r>
              <a:rPr lang="en-US" altLang="zh-CN"/>
              <a:t>| </a:t>
            </a:r>
            <a:r>
              <a:rPr lang="zh-CN" altLang="en-US"/>
              <a:t>混为一谈。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26" grpId="0" autoUpdateAnimBg="0"/>
      <p:bldP spid="1025055" grpId="0" autoUpdateAnimBg="0"/>
      <p:bldP spid="1025061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791-174E-4E5F-B67F-3AE5775B62C3}" type="slidenum">
              <a:rPr lang="zh-CN" altLang="en-US"/>
              <a:pPr/>
              <a:t>42</a:t>
            </a:fld>
            <a:endParaRPr lang="zh-CN" altLang="en-US"/>
          </a:p>
        </p:txBody>
      </p:sp>
      <p:sp>
        <p:nvSpPr>
          <p:cNvPr id="1026050" name="Rectangle 2"/>
          <p:cNvSpPr>
            <a:spLocks noChangeArrowheads="1"/>
          </p:cNvSpPr>
          <p:nvPr/>
        </p:nvSpPr>
        <p:spPr bwMode="auto">
          <a:xfrm>
            <a:off x="304800" y="228600"/>
            <a:ext cx="3167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  <a:ea typeface="黑体" panose="02010609060101010101" pitchFamily="49" charset="-122"/>
              </a:rPr>
              <a:t>运算性质：</a:t>
            </a:r>
          </a:p>
        </p:txBody>
      </p:sp>
      <p:graphicFrame>
        <p:nvGraphicFramePr>
          <p:cNvPr id="1026051" name="Object 3"/>
          <p:cNvGraphicFramePr>
            <a:graphicFrameLocks noChangeAspect="1"/>
          </p:cNvGraphicFramePr>
          <p:nvPr/>
        </p:nvGraphicFramePr>
        <p:xfrm>
          <a:off x="476250" y="1066800"/>
          <a:ext cx="23987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5" name="Equation" r:id="rId4" imgW="952200" imgH="228600" progId="Equation.3">
                  <p:embed/>
                </p:oleObj>
              </mc:Choice>
              <mc:Fallback>
                <p:oleObj name="Equation" r:id="rId4" imgW="9522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1066800"/>
                        <a:ext cx="239871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2" name="Object 4"/>
          <p:cNvGraphicFramePr>
            <a:graphicFrameLocks noChangeAspect="1"/>
          </p:cNvGraphicFramePr>
          <p:nvPr/>
        </p:nvGraphicFramePr>
        <p:xfrm>
          <a:off x="474663" y="1828800"/>
          <a:ext cx="29352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6" name="Equation" r:id="rId6" imgW="1180800" imgH="228600" progId="Equation.3">
                  <p:embed/>
                </p:oleObj>
              </mc:Choice>
              <mc:Fallback>
                <p:oleObj name="Equation" r:id="rId6" imgW="11808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1828800"/>
                        <a:ext cx="2935287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53" name="Object 5"/>
          <p:cNvGraphicFramePr>
            <a:graphicFrameLocks noChangeAspect="1"/>
          </p:cNvGraphicFramePr>
          <p:nvPr/>
        </p:nvGraphicFramePr>
        <p:xfrm>
          <a:off x="474663" y="2667000"/>
          <a:ext cx="33178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7" name="Equation" r:id="rId8" imgW="1346040" imgH="203040" progId="Equation.3">
                  <p:embed/>
                </p:oleObj>
              </mc:Choice>
              <mc:Fallback>
                <p:oleObj name="Equation" r:id="rId8" imgW="134604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2667000"/>
                        <a:ext cx="33178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4" name="Text Box 6"/>
          <p:cNvSpPr txBox="1">
            <a:spLocks noChangeArrowheads="1"/>
          </p:cNvSpPr>
          <p:nvPr/>
        </p:nvSpPr>
        <p:spPr bwMode="auto">
          <a:xfrm>
            <a:off x="228600" y="33528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推广：</a:t>
            </a:r>
          </a:p>
        </p:txBody>
      </p:sp>
      <p:graphicFrame>
        <p:nvGraphicFramePr>
          <p:cNvPr id="1026055" name="Object 7"/>
          <p:cNvGraphicFramePr>
            <a:graphicFrameLocks noChangeAspect="1"/>
          </p:cNvGraphicFramePr>
          <p:nvPr/>
        </p:nvGraphicFramePr>
        <p:xfrm>
          <a:off x="1524000" y="3352800"/>
          <a:ext cx="5105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8" name="Equation" r:id="rId10" imgW="2057400" imgH="228600" progId="Equation.3">
                  <p:embed/>
                </p:oleObj>
              </mc:Choice>
              <mc:Fallback>
                <p:oleObj name="Equation" r:id="rId10" imgW="20574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352800"/>
                        <a:ext cx="51054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6" name="Text Box 8"/>
          <p:cNvSpPr txBox="1">
            <a:spLocks noChangeArrowheads="1"/>
          </p:cNvSpPr>
          <p:nvPr/>
        </p:nvSpPr>
        <p:spPr bwMode="auto">
          <a:xfrm>
            <a:off x="228600" y="4129088"/>
            <a:ext cx="1252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特别：</a:t>
            </a:r>
          </a:p>
        </p:txBody>
      </p:sp>
      <p:graphicFrame>
        <p:nvGraphicFramePr>
          <p:cNvPr id="1026057" name="Object 9"/>
          <p:cNvGraphicFramePr>
            <a:graphicFrameLocks noChangeAspect="1"/>
          </p:cNvGraphicFramePr>
          <p:nvPr/>
        </p:nvGraphicFramePr>
        <p:xfrm>
          <a:off x="1447800" y="4064000"/>
          <a:ext cx="19050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69" name="Equation" r:id="rId12" imgW="749160" imgH="228600" progId="Equation.3">
                  <p:embed/>
                </p:oleObj>
              </mc:Choice>
              <mc:Fallback>
                <p:oleObj name="Equation" r:id="rId12" imgW="74916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064000"/>
                        <a:ext cx="1905000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58" name="AutoShape 10"/>
          <p:cNvSpPr>
            <a:spLocks noChangeArrowheads="1"/>
          </p:cNvSpPr>
          <p:nvPr/>
        </p:nvSpPr>
        <p:spPr bwMode="auto">
          <a:xfrm>
            <a:off x="4495800" y="304800"/>
            <a:ext cx="1752600" cy="685800"/>
          </a:xfrm>
          <a:prstGeom prst="wedgeEllipseCallout">
            <a:avLst>
              <a:gd name="adj1" fmla="val -151991"/>
              <a:gd name="adj2" fmla="val 187963"/>
            </a:avLst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/>
            <a:r>
              <a:rPr lang="zh-CN" altLang="en-US">
                <a:solidFill>
                  <a:srgbClr val="CC6600"/>
                </a:solidFill>
                <a:ea typeface="黑体" panose="02010609060101010101" pitchFamily="49" charset="-122"/>
              </a:rPr>
              <a:t>注意！</a:t>
            </a:r>
          </a:p>
        </p:txBody>
      </p:sp>
      <p:sp>
        <p:nvSpPr>
          <p:cNvPr id="1026059" name="Text Box 11"/>
          <p:cNvSpPr txBox="1">
            <a:spLocks noChangeArrowheads="1"/>
          </p:cNvSpPr>
          <p:nvPr/>
        </p:nvSpPr>
        <p:spPr bwMode="auto">
          <a:xfrm>
            <a:off x="3733800" y="1817688"/>
            <a:ext cx="312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(</a:t>
            </a:r>
            <a:r>
              <a:rPr lang="en-US" altLang="zh-CN" i="1"/>
              <a:t> n</a:t>
            </a:r>
            <a:r>
              <a:rPr lang="en-US" altLang="zh-CN" sz="1800" i="1"/>
              <a:t> </a:t>
            </a:r>
            <a:r>
              <a:rPr lang="zh-CN" altLang="en-US"/>
              <a:t>为 </a:t>
            </a:r>
            <a:r>
              <a:rPr lang="en-US" altLang="zh-CN" i="1"/>
              <a:t>A </a:t>
            </a:r>
            <a:r>
              <a:rPr lang="zh-CN" altLang="en-US"/>
              <a:t>的阶数 )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260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050" grpId="0" autoUpdateAnimBg="0"/>
      <p:bldP spid="1026054" grpId="0" autoUpdateAnimBg="0"/>
      <p:bldP spid="1026056" grpId="0" autoUpdateAnimBg="0"/>
      <p:bldP spid="1026058" grpId="0" animBg="1" autoUpdateAnimBg="0"/>
      <p:bldP spid="1026059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76339-FEF1-499B-A025-C471FF5520D1}" type="slidenum">
              <a:rPr lang="zh-CN" altLang="en-US"/>
              <a:pPr/>
              <a:t>43</a:t>
            </a:fld>
            <a:endParaRPr lang="zh-CN" altLang="en-US"/>
          </a:p>
        </p:txBody>
      </p:sp>
      <p:graphicFrame>
        <p:nvGraphicFramePr>
          <p:cNvPr id="1027074" name="Object 2"/>
          <p:cNvGraphicFramePr>
            <a:graphicFrameLocks noChangeAspect="1"/>
          </p:cNvGraphicFramePr>
          <p:nvPr/>
        </p:nvGraphicFramePr>
        <p:xfrm>
          <a:off x="835025" y="312738"/>
          <a:ext cx="72421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5" name="Document" r:id="rId3" imgW="2962800" imgH="241200" progId="Word.Document.8">
                  <p:embed/>
                </p:oleObj>
              </mc:Choice>
              <mc:Fallback>
                <p:oleObj name="Document" r:id="rId3" imgW="2962800" imgH="2412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312738"/>
                        <a:ext cx="724217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5" name="Text Box 3"/>
          <p:cNvSpPr txBox="1">
            <a:spLocks noChangeArrowheads="1"/>
          </p:cNvSpPr>
          <p:nvPr/>
        </p:nvSpPr>
        <p:spPr bwMode="auto">
          <a:xfrm>
            <a:off x="177800" y="304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27076" name="Text Box 4"/>
          <p:cNvSpPr txBox="1">
            <a:spLocks noChangeArrowheads="1"/>
          </p:cNvSpPr>
          <p:nvPr/>
        </p:nvSpPr>
        <p:spPr bwMode="auto">
          <a:xfrm>
            <a:off x="177800" y="107632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27097" name="Object 25"/>
          <p:cNvGraphicFramePr>
            <a:graphicFrameLocks noChangeAspect="1"/>
          </p:cNvGraphicFramePr>
          <p:nvPr/>
        </p:nvGraphicFramePr>
        <p:xfrm>
          <a:off x="838200" y="1082675"/>
          <a:ext cx="17526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6" r:id="rId5" imgW="774364" imgH="241195" progId="Equation.3">
                  <p:embed/>
                </p:oleObj>
              </mc:Choice>
              <mc:Fallback>
                <p:oleObj r:id="rId5" imgW="774364" imgH="24119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082675"/>
                        <a:ext cx="1752600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96" name="Object 24"/>
          <p:cNvGraphicFramePr>
            <a:graphicFrameLocks noChangeAspect="1"/>
          </p:cNvGraphicFramePr>
          <p:nvPr/>
        </p:nvGraphicFramePr>
        <p:xfrm>
          <a:off x="685800" y="1828800"/>
          <a:ext cx="24384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7" r:id="rId7" imgW="1028700" imgH="228600" progId="Equation.3">
                  <p:embed/>
                </p:oleObj>
              </mc:Choice>
              <mc:Fallback>
                <p:oleObj r:id="rId7" imgW="10287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828800"/>
                        <a:ext cx="2438400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95" name="Object 23"/>
          <p:cNvGraphicFramePr>
            <a:graphicFrameLocks noChangeAspect="1"/>
          </p:cNvGraphicFramePr>
          <p:nvPr/>
        </p:nvGraphicFramePr>
        <p:xfrm>
          <a:off x="3124200" y="1838325"/>
          <a:ext cx="10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8" r:id="rId9" imgW="457200" imgH="228600" progId="Equation.3">
                  <p:embed/>
                </p:oleObj>
              </mc:Choice>
              <mc:Fallback>
                <p:oleObj r:id="rId9" imgW="4572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838325"/>
                        <a:ext cx="1066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94" name="Object 22"/>
          <p:cNvGraphicFramePr>
            <a:graphicFrameLocks noChangeAspect="1"/>
          </p:cNvGraphicFramePr>
          <p:nvPr/>
        </p:nvGraphicFramePr>
        <p:xfrm>
          <a:off x="703263" y="2667000"/>
          <a:ext cx="19923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09" name="Equation" r:id="rId11" imgW="876240" imgH="228600" progId="Equation.3">
                  <p:embed/>
                </p:oleObj>
              </mc:Choice>
              <mc:Fallback>
                <p:oleObj name="Equation" r:id="rId11" imgW="87624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2667000"/>
                        <a:ext cx="1992312" cy="51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7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75" grpId="0" autoUpdateAnimBg="0"/>
      <p:bldP spid="1027076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2A9DE-46BB-4125-BDD2-98FEF1713CF9}" type="slidenum">
              <a:rPr lang="zh-CN" altLang="en-US"/>
              <a:pPr/>
              <a:t>44</a:t>
            </a:fld>
            <a:endParaRPr lang="zh-CN" altLang="en-US"/>
          </a:p>
        </p:txBody>
      </p:sp>
      <p:graphicFrame>
        <p:nvGraphicFramePr>
          <p:cNvPr id="1028098" name="Object 2"/>
          <p:cNvGraphicFramePr>
            <a:graphicFrameLocks noChangeAspect="1"/>
          </p:cNvGraphicFramePr>
          <p:nvPr/>
        </p:nvGraphicFramePr>
        <p:xfrm>
          <a:off x="833438" y="257175"/>
          <a:ext cx="33575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0" name="Document" r:id="rId3" imgW="1401480" imgH="228600" progId="Word.Document.8">
                  <p:embed/>
                </p:oleObj>
              </mc:Choice>
              <mc:Fallback>
                <p:oleObj name="Document" r:id="rId3" imgW="1401480" imgH="228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257175"/>
                        <a:ext cx="33575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099" name="Text Box 3"/>
          <p:cNvSpPr txBox="1">
            <a:spLocks noChangeArrowheads="1"/>
          </p:cNvSpPr>
          <p:nvPr/>
        </p:nvSpPr>
        <p:spPr bwMode="auto">
          <a:xfrm>
            <a:off x="177800" y="2286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28100" name="Text Box 4"/>
          <p:cNvSpPr txBox="1">
            <a:spLocks noChangeArrowheads="1"/>
          </p:cNvSpPr>
          <p:nvPr/>
        </p:nvSpPr>
        <p:spPr bwMode="auto">
          <a:xfrm>
            <a:off x="177800" y="8763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28101" name="Text Box 5"/>
          <p:cNvSpPr txBox="1">
            <a:spLocks noChangeArrowheads="1"/>
          </p:cNvSpPr>
          <p:nvPr/>
        </p:nvSpPr>
        <p:spPr bwMode="auto">
          <a:xfrm>
            <a:off x="914400" y="8763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两边取行列式，</a:t>
            </a:r>
          </a:p>
        </p:txBody>
      </p:sp>
      <p:graphicFrame>
        <p:nvGraphicFramePr>
          <p:cNvPr id="1028102" name="Object 6"/>
          <p:cNvGraphicFramePr>
            <a:graphicFrameLocks noChangeAspect="1"/>
          </p:cNvGraphicFramePr>
          <p:nvPr/>
        </p:nvGraphicFramePr>
        <p:xfrm>
          <a:off x="914400" y="1524000"/>
          <a:ext cx="8112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1" name="Equation" r:id="rId5" imgW="330120" imgH="228600" progId="Equation.3">
                  <p:embed/>
                </p:oleObj>
              </mc:Choice>
              <mc:Fallback>
                <p:oleObj name="Equation" r:id="rId5" imgW="33012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24000"/>
                        <a:ext cx="811213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3" name="Object 7"/>
          <p:cNvGraphicFramePr>
            <a:graphicFrameLocks noChangeAspect="1"/>
          </p:cNvGraphicFramePr>
          <p:nvPr/>
        </p:nvGraphicFramePr>
        <p:xfrm>
          <a:off x="1676400" y="1524000"/>
          <a:ext cx="109378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2" name="Equation" r:id="rId7" imgW="444240" imgH="228600" progId="Equation.3">
                  <p:embed/>
                </p:oleObj>
              </mc:Choice>
              <mc:Fallback>
                <p:oleObj name="Equation" r:id="rId7" imgW="4442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24000"/>
                        <a:ext cx="109378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4" name="Object 8"/>
          <p:cNvGraphicFramePr>
            <a:graphicFrameLocks noChangeAspect="1"/>
          </p:cNvGraphicFramePr>
          <p:nvPr/>
        </p:nvGraphicFramePr>
        <p:xfrm>
          <a:off x="2743200" y="1600200"/>
          <a:ext cx="9699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3" name="Equation" r:id="rId9" imgW="393480" imgH="203040" progId="Equation.3">
                  <p:embed/>
                </p:oleObj>
              </mc:Choice>
              <mc:Fallback>
                <p:oleObj name="Equation" r:id="rId9" imgW="39348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00200"/>
                        <a:ext cx="969963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5" name="Object 9"/>
          <p:cNvGraphicFramePr>
            <a:graphicFrameLocks noChangeAspect="1"/>
          </p:cNvGraphicFramePr>
          <p:nvPr/>
        </p:nvGraphicFramePr>
        <p:xfrm>
          <a:off x="3657600" y="1600200"/>
          <a:ext cx="7826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4" name="Equation" r:id="rId11" imgW="317160" imgH="203040" progId="Equation.3">
                  <p:embed/>
                </p:oleObj>
              </mc:Choice>
              <mc:Fallback>
                <p:oleObj name="Equation" r:id="rId11" imgW="31716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600200"/>
                        <a:ext cx="782638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06" name="Object 10"/>
          <p:cNvGraphicFramePr>
            <a:graphicFrameLocks noChangeAspect="1"/>
          </p:cNvGraphicFramePr>
          <p:nvPr/>
        </p:nvGraphicFramePr>
        <p:xfrm>
          <a:off x="762000" y="2362200"/>
          <a:ext cx="187483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5" name="Equation" r:id="rId13" imgW="761760" imgH="203040" progId="Equation.3">
                  <p:embed/>
                </p:oleObj>
              </mc:Choice>
              <mc:Fallback>
                <p:oleObj name="Equation" r:id="rId13" imgW="7617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62200"/>
                        <a:ext cx="1874838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07" name="Text Box 11"/>
          <p:cNvSpPr txBox="1">
            <a:spLocks noChangeArrowheads="1"/>
          </p:cNvSpPr>
          <p:nvPr/>
        </p:nvSpPr>
        <p:spPr bwMode="auto">
          <a:xfrm>
            <a:off x="177800" y="380047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28108" name="Text Box 12"/>
          <p:cNvSpPr txBox="1">
            <a:spLocks noChangeArrowheads="1"/>
          </p:cNvSpPr>
          <p:nvPr/>
        </p:nvSpPr>
        <p:spPr bwMode="auto">
          <a:xfrm>
            <a:off x="762000" y="3825875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设 </a:t>
            </a:r>
            <a:r>
              <a:rPr lang="en-US" altLang="zh-CN" i="1"/>
              <a:t>A </a:t>
            </a:r>
            <a:r>
              <a:rPr lang="zh-CN" altLang="en-US"/>
              <a:t>为 3 阶矩阵，且 |</a:t>
            </a:r>
            <a:r>
              <a:rPr lang="en-US" altLang="zh-CN" i="1"/>
              <a:t>A</a:t>
            </a:r>
            <a:r>
              <a:rPr lang="en-US" altLang="zh-CN"/>
              <a:t>| = 16，</a:t>
            </a:r>
            <a:r>
              <a:rPr lang="zh-CN" altLang="en-US"/>
              <a:t>则</a:t>
            </a:r>
          </a:p>
        </p:txBody>
      </p:sp>
      <p:graphicFrame>
        <p:nvGraphicFramePr>
          <p:cNvPr id="1028109" name="Object 13"/>
          <p:cNvGraphicFramePr>
            <a:graphicFrameLocks noChangeAspect="1"/>
          </p:cNvGraphicFramePr>
          <p:nvPr/>
        </p:nvGraphicFramePr>
        <p:xfrm>
          <a:off x="762000" y="4486275"/>
          <a:ext cx="124936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6" name="Equation" r:id="rId15" imgW="507960" imgH="406080" progId="Equation.3">
                  <p:embed/>
                </p:oleObj>
              </mc:Choice>
              <mc:Fallback>
                <p:oleObj name="Equation" r:id="rId15" imgW="50796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486275"/>
                        <a:ext cx="1249363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10" name="Object 14"/>
          <p:cNvGraphicFramePr>
            <a:graphicFrameLocks noChangeAspect="1"/>
          </p:cNvGraphicFramePr>
          <p:nvPr/>
        </p:nvGraphicFramePr>
        <p:xfrm>
          <a:off x="2006600" y="4524375"/>
          <a:ext cx="199866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7" name="Equation" r:id="rId17" imgW="812520" imgH="406080" progId="Equation.3">
                  <p:embed/>
                </p:oleObj>
              </mc:Choice>
              <mc:Fallback>
                <p:oleObj name="Equation" r:id="rId17" imgW="812520" imgH="406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4524375"/>
                        <a:ext cx="1998663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11" name="Object 15"/>
          <p:cNvGraphicFramePr>
            <a:graphicFrameLocks noChangeAspect="1"/>
          </p:cNvGraphicFramePr>
          <p:nvPr/>
        </p:nvGraphicFramePr>
        <p:xfrm>
          <a:off x="4025900" y="4527550"/>
          <a:ext cx="14668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8" name="Equation" r:id="rId19" imgW="596880" imgH="406080" progId="Equation.3">
                  <p:embed/>
                </p:oleObj>
              </mc:Choice>
              <mc:Fallback>
                <p:oleObj name="Equation" r:id="rId19" imgW="596880" imgH="4060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4527550"/>
                        <a:ext cx="1466850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12" name="Object 16"/>
          <p:cNvGraphicFramePr>
            <a:graphicFrameLocks noChangeAspect="1"/>
          </p:cNvGraphicFramePr>
          <p:nvPr/>
        </p:nvGraphicFramePr>
        <p:xfrm>
          <a:off x="5524500" y="4549775"/>
          <a:ext cx="23399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39" name="Equation" r:id="rId21" imgW="952200" imgH="406080" progId="Equation.3">
                  <p:embed/>
                </p:oleObj>
              </mc:Choice>
              <mc:Fallback>
                <p:oleObj name="Equation" r:id="rId21" imgW="952200" imgH="4060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4549775"/>
                        <a:ext cx="2339975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8113" name="Group 17"/>
          <p:cNvGrpSpPr>
            <a:grpSpLocks/>
          </p:cNvGrpSpPr>
          <p:nvPr/>
        </p:nvGrpSpPr>
        <p:grpSpPr bwMode="auto">
          <a:xfrm>
            <a:off x="228600" y="2971800"/>
            <a:ext cx="3886200" cy="533400"/>
            <a:chOff x="144" y="1872"/>
            <a:chExt cx="2448" cy="336"/>
          </a:xfrm>
        </p:grpSpPr>
        <p:sp>
          <p:nvSpPr>
            <p:cNvPr id="1028114" name="Text Box 18"/>
            <p:cNvSpPr txBox="1">
              <a:spLocks noChangeArrowheads="1"/>
            </p:cNvSpPr>
            <p:nvPr/>
          </p:nvSpPr>
          <p:spPr bwMode="auto">
            <a:xfrm>
              <a:off x="144" y="1872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FF3300"/>
                  </a:solidFill>
                  <a:ea typeface="黑体" panose="02010609060101010101" pitchFamily="49" charset="-122"/>
                </a:rPr>
                <a:t>注：</a:t>
              </a:r>
            </a:p>
          </p:txBody>
        </p:sp>
        <p:grpSp>
          <p:nvGrpSpPr>
            <p:cNvPr id="1028115" name="Group 19"/>
            <p:cNvGrpSpPr>
              <a:grpSpLocks/>
            </p:cNvGrpSpPr>
            <p:nvPr/>
          </p:nvGrpSpPr>
          <p:grpSpPr bwMode="auto">
            <a:xfrm>
              <a:off x="624" y="1872"/>
              <a:ext cx="1968" cy="336"/>
              <a:chOff x="624" y="1872"/>
              <a:chExt cx="1968" cy="336"/>
            </a:xfrm>
          </p:grpSpPr>
          <p:graphicFrame>
            <p:nvGraphicFramePr>
              <p:cNvPr id="1028116" name="Object 20"/>
              <p:cNvGraphicFramePr>
                <a:graphicFrameLocks noChangeAspect="1"/>
              </p:cNvGraphicFramePr>
              <p:nvPr/>
            </p:nvGraphicFramePr>
            <p:xfrm>
              <a:off x="624" y="1872"/>
              <a:ext cx="1968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8140" name="Equation" r:id="rId23" imgW="1244520" imgH="203040" progId="Equation.3">
                      <p:embed/>
                    </p:oleObj>
                  </mc:Choice>
                  <mc:Fallback>
                    <p:oleObj name="Equation" r:id="rId23" imgW="1244520" imgH="20304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4" y="1872"/>
                            <a:ext cx="1968" cy="3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8117" name="Line 21"/>
              <p:cNvSpPr>
                <a:spLocks noChangeShapeType="1"/>
              </p:cNvSpPr>
              <p:nvPr/>
            </p:nvSpPr>
            <p:spPr bwMode="auto">
              <a:xfrm>
                <a:off x="1584" y="1920"/>
                <a:ext cx="96" cy="28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8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8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8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2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28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2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099" grpId="0" autoUpdateAnimBg="0"/>
      <p:bldP spid="1028100" grpId="0" autoUpdateAnimBg="0"/>
      <p:bldP spid="1028101" grpId="0" autoUpdateAnimBg="0"/>
      <p:bldP spid="1028107" grpId="0" autoUpdateAnimBg="0"/>
      <p:bldP spid="1028108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35DEF-72CD-47A5-B458-5115C9504250}" type="slidenum">
              <a:rPr lang="zh-CN" altLang="en-US"/>
              <a:pPr/>
              <a:t>45</a:t>
            </a:fld>
            <a:endParaRPr lang="zh-CN" altLang="en-US"/>
          </a:p>
        </p:txBody>
      </p:sp>
      <p:sp>
        <p:nvSpPr>
          <p:cNvPr id="103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第三节  几种特殊的矩阵</a:t>
            </a:r>
          </a:p>
        </p:txBody>
      </p:sp>
      <p:sp>
        <p:nvSpPr>
          <p:cNvPr id="1030148" name="Rectangle 4"/>
          <p:cNvSpPr>
            <a:spLocks noChangeArrowheads="1"/>
          </p:cNvSpPr>
          <p:nvPr/>
        </p:nvSpPr>
        <p:spPr bwMode="auto">
          <a:xfrm>
            <a:off x="228600" y="838200"/>
            <a:ext cx="3505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对角矩阵</a:t>
            </a:r>
          </a:p>
        </p:txBody>
      </p:sp>
      <p:graphicFrame>
        <p:nvGraphicFramePr>
          <p:cNvPr id="1030152" name="Object 8"/>
          <p:cNvGraphicFramePr>
            <a:graphicFrameLocks noChangeAspect="1"/>
          </p:cNvGraphicFramePr>
          <p:nvPr/>
        </p:nvGraphicFramePr>
        <p:xfrm>
          <a:off x="1981200" y="2746375"/>
          <a:ext cx="26670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95" name="Equation" r:id="rId3" imgW="2882880" imgH="2209680" progId="Equation.3">
                  <p:embed/>
                </p:oleObj>
              </mc:Choice>
              <mc:Fallback>
                <p:oleObj name="Equation" r:id="rId3" imgW="2882880" imgH="2209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746375"/>
                        <a:ext cx="26670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153" name="Object 9"/>
          <p:cNvGraphicFramePr>
            <a:graphicFrameLocks noChangeAspect="1"/>
          </p:cNvGraphicFramePr>
          <p:nvPr/>
        </p:nvGraphicFramePr>
        <p:xfrm>
          <a:off x="304800" y="1560513"/>
          <a:ext cx="7621588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96" name="Document" r:id="rId5" imgW="2906280" imgH="417600" progId="Word.Document.8">
                  <p:embed/>
                </p:oleObj>
              </mc:Choice>
              <mc:Fallback>
                <p:oleObj name="Document" r:id="rId5" imgW="2906280" imgH="4176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60513"/>
                        <a:ext cx="7621588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154" name="Text Box 10"/>
          <p:cNvSpPr txBox="1">
            <a:spLocks noChangeArrowheads="1"/>
          </p:cNvSpPr>
          <p:nvPr/>
        </p:nvSpPr>
        <p:spPr bwMode="auto">
          <a:xfrm>
            <a:off x="381000" y="3127375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即形如</a:t>
            </a:r>
          </a:p>
        </p:txBody>
      </p:sp>
      <p:sp>
        <p:nvSpPr>
          <p:cNvPr id="1030155" name="Text Box 11"/>
          <p:cNvSpPr txBox="1">
            <a:spLocks noChangeArrowheads="1"/>
          </p:cNvSpPr>
          <p:nvPr/>
        </p:nvSpPr>
        <p:spPr bwMode="auto">
          <a:xfrm>
            <a:off x="5029200" y="3049588"/>
            <a:ext cx="39624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的方阵,称为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对角矩阵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1030156" name="Text Box 12"/>
          <p:cNvSpPr txBox="1">
            <a:spLocks noChangeArrowheads="1"/>
          </p:cNvSpPr>
          <p:nvPr/>
        </p:nvSpPr>
        <p:spPr bwMode="auto">
          <a:xfrm>
            <a:off x="381000" y="5019675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可记作</a:t>
            </a:r>
          </a:p>
        </p:txBody>
      </p:sp>
      <p:graphicFrame>
        <p:nvGraphicFramePr>
          <p:cNvPr id="1030157" name="Object 13"/>
          <p:cNvGraphicFramePr>
            <a:graphicFrameLocks noChangeAspect="1"/>
          </p:cNvGraphicFramePr>
          <p:nvPr/>
        </p:nvGraphicFramePr>
        <p:xfrm>
          <a:off x="1676400" y="5019675"/>
          <a:ext cx="399573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97" name="Equation" r:id="rId7" imgW="1523880" imgH="228600" progId="Equation.3">
                  <p:embed/>
                </p:oleObj>
              </mc:Choice>
              <mc:Fallback>
                <p:oleObj name="Equation" r:id="rId7" imgW="152388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019675"/>
                        <a:ext cx="399573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158" name="Text Box 14"/>
          <p:cNvSpPr txBox="1">
            <a:spLocks noChangeArrowheads="1"/>
          </p:cNvSpPr>
          <p:nvPr/>
        </p:nvSpPr>
        <p:spPr bwMode="auto">
          <a:xfrm>
            <a:off x="1905000" y="5715000"/>
            <a:ext cx="434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600">
                <a:solidFill>
                  <a:srgbClr val="CC6600"/>
                </a:solidFill>
              </a:rPr>
              <a:t>diagonal matrix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3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30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30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30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146" grpId="0" autoUpdateAnimBg="0"/>
      <p:bldP spid="1030148" grpId="0" autoUpdateAnimBg="0"/>
      <p:bldP spid="1030154" grpId="0" autoUpdateAnimBg="0"/>
      <p:bldP spid="1030155" grpId="0" autoUpdateAnimBg="0"/>
      <p:bldP spid="1030156" grpId="0" autoUpdateAnimBg="0"/>
      <p:bldP spid="1030158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BC241-F39D-4A14-BBEF-3E9531256B0A}" type="slidenum">
              <a:rPr lang="zh-CN" altLang="en-US"/>
              <a:pPr/>
              <a:t>46</a:t>
            </a:fld>
            <a:endParaRPr lang="zh-CN" altLang="en-US"/>
          </a:p>
        </p:txBody>
      </p:sp>
      <p:sp>
        <p:nvSpPr>
          <p:cNvPr id="1031170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31171" name="Object 3"/>
          <p:cNvGraphicFramePr>
            <a:graphicFrameLocks noChangeAspect="1"/>
          </p:cNvGraphicFramePr>
          <p:nvPr/>
        </p:nvGraphicFramePr>
        <p:xfrm>
          <a:off x="1189038" y="304800"/>
          <a:ext cx="5546725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77" name="Equation" r:id="rId3" imgW="2311200" imgH="939600" progId="Equation.3">
                  <p:embed/>
                </p:oleObj>
              </mc:Choice>
              <mc:Fallback>
                <p:oleObj name="Equation" r:id="rId3" imgW="2311200" imgH="93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304800"/>
                        <a:ext cx="5546725" cy="225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72" name="Object 4"/>
          <p:cNvGraphicFramePr>
            <a:graphicFrameLocks noChangeAspect="1"/>
          </p:cNvGraphicFramePr>
          <p:nvPr/>
        </p:nvGraphicFramePr>
        <p:xfrm>
          <a:off x="1066800" y="2743200"/>
          <a:ext cx="4114800" cy="227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78" name="Equation" r:id="rId5" imgW="1701720" imgH="939600" progId="Equation.3">
                  <p:embed/>
                </p:oleObj>
              </mc:Choice>
              <mc:Fallback>
                <p:oleObj name="Equation" r:id="rId5" imgW="170172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743200"/>
                        <a:ext cx="4114800" cy="227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173" name="Object 5"/>
          <p:cNvGraphicFramePr>
            <a:graphicFrameLocks noChangeAspect="1"/>
          </p:cNvGraphicFramePr>
          <p:nvPr/>
        </p:nvGraphicFramePr>
        <p:xfrm>
          <a:off x="457200" y="5257800"/>
          <a:ext cx="8077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79" name="Document" r:id="rId7" imgW="3188880" imgH="376200" progId="Word.Document.8">
                  <p:embed/>
                </p:oleObj>
              </mc:Choice>
              <mc:Fallback>
                <p:oleObj name="Document" r:id="rId7" imgW="3188880" imgH="3762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77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70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727A-EC69-4143-B573-E991DE43A738}" type="slidenum">
              <a:rPr lang="zh-CN" altLang="en-US"/>
              <a:pPr/>
              <a:t>47</a:t>
            </a:fld>
            <a:endParaRPr lang="zh-CN" altLang="en-US"/>
          </a:p>
        </p:txBody>
      </p:sp>
      <p:sp>
        <p:nvSpPr>
          <p:cNvPr id="1032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58674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 数量矩阵，单位矩阵</a:t>
            </a:r>
          </a:p>
        </p:txBody>
      </p:sp>
      <p:graphicFrame>
        <p:nvGraphicFramePr>
          <p:cNvPr id="1032205" name="Object 13"/>
          <p:cNvGraphicFramePr>
            <a:graphicFrameLocks noChangeAspect="1"/>
          </p:cNvGraphicFramePr>
          <p:nvPr/>
        </p:nvGraphicFramePr>
        <p:xfrm>
          <a:off x="2057400" y="1447800"/>
          <a:ext cx="2438400" cy="197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16" name="Equation" r:id="rId3" imgW="1130040" imgH="914400" progId="Equation.3">
                  <p:embed/>
                </p:oleObj>
              </mc:Choice>
              <mc:Fallback>
                <p:oleObj name="Equation" r:id="rId3" imgW="1130040" imgH="914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447800"/>
                        <a:ext cx="2438400" cy="197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206" name="Text Box 14"/>
          <p:cNvSpPr txBox="1">
            <a:spLocks noChangeArrowheads="1"/>
          </p:cNvSpPr>
          <p:nvPr/>
        </p:nvSpPr>
        <p:spPr bwMode="auto">
          <a:xfrm>
            <a:off x="457200" y="18542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即形如</a:t>
            </a:r>
          </a:p>
        </p:txBody>
      </p:sp>
      <p:sp>
        <p:nvSpPr>
          <p:cNvPr id="1032207" name="Text Box 15"/>
          <p:cNvSpPr txBox="1">
            <a:spLocks noChangeArrowheads="1"/>
          </p:cNvSpPr>
          <p:nvPr/>
        </p:nvSpPr>
        <p:spPr bwMode="auto">
          <a:xfrm>
            <a:off x="4876800" y="1763713"/>
            <a:ext cx="42672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的方阵，称为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数量矩阵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1032208" name="Text Box 16"/>
          <p:cNvSpPr txBox="1">
            <a:spLocks noChangeArrowheads="1"/>
          </p:cNvSpPr>
          <p:nvPr/>
        </p:nvSpPr>
        <p:spPr bwMode="auto">
          <a:xfrm>
            <a:off x="381000" y="838200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当对角矩阵的主对角上的元都相同时，</a:t>
            </a:r>
            <a:endParaRPr lang="zh-CN" altLang="en-US"/>
          </a:p>
        </p:txBody>
      </p:sp>
      <p:graphicFrame>
        <p:nvGraphicFramePr>
          <p:cNvPr id="1032209" name="Object 17"/>
          <p:cNvGraphicFramePr>
            <a:graphicFrameLocks noChangeAspect="1"/>
          </p:cNvGraphicFramePr>
          <p:nvPr/>
        </p:nvGraphicFramePr>
        <p:xfrm>
          <a:off x="457200" y="3505200"/>
          <a:ext cx="6096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17" name="Document" r:id="rId5" imgW="2388240" imgH="185400" progId="Word.Document.8">
                  <p:embed/>
                </p:oleObj>
              </mc:Choice>
              <mc:Fallback>
                <p:oleObj name="Document" r:id="rId5" imgW="2388240" imgH="185400" progId="Word.Document.8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05200"/>
                        <a:ext cx="60960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210" name="Object 18"/>
          <p:cNvGraphicFramePr>
            <a:graphicFrameLocks noChangeAspect="1"/>
          </p:cNvGraphicFramePr>
          <p:nvPr/>
        </p:nvGraphicFramePr>
        <p:xfrm>
          <a:off x="762000" y="4114800"/>
          <a:ext cx="2209800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18" name="Equation" r:id="rId7" imgW="965160" imgH="914400" progId="Equation.3">
                  <p:embed/>
                </p:oleObj>
              </mc:Choice>
              <mc:Fallback>
                <p:oleObj name="Equation" r:id="rId7" imgW="965160" imgH="9144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14800"/>
                        <a:ext cx="2209800" cy="208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211" name="Object 19"/>
          <p:cNvGraphicFramePr>
            <a:graphicFrameLocks noChangeAspect="1"/>
          </p:cNvGraphicFramePr>
          <p:nvPr/>
        </p:nvGraphicFramePr>
        <p:xfrm>
          <a:off x="3276600" y="4886325"/>
          <a:ext cx="4953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19" name="Document" r:id="rId9" imgW="1994400" imgH="228600" progId="Word.Document.8">
                  <p:embed/>
                </p:oleObj>
              </mc:Choice>
              <mc:Fallback>
                <p:oleObj name="Document" r:id="rId9" imgW="1994400" imgH="228600" progId="Word.Documen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86325"/>
                        <a:ext cx="49530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2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3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3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3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194" grpId="0" autoUpdateAnimBg="0"/>
      <p:bldP spid="1032206" grpId="0" autoUpdateAnimBg="0"/>
      <p:bldP spid="1032207" grpId="0" autoUpdateAnimBg="0"/>
      <p:bldP spid="103220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091E-5B14-4419-B993-CD2FF7847191}" type="slidenum">
              <a:rPr lang="zh-CN" altLang="en-US"/>
              <a:pPr/>
              <a:t>48</a:t>
            </a:fld>
            <a:endParaRPr lang="zh-CN" altLang="en-US"/>
          </a:p>
        </p:txBody>
      </p:sp>
      <p:graphicFrame>
        <p:nvGraphicFramePr>
          <p:cNvPr id="1033218" name="Object 2"/>
          <p:cNvGraphicFramePr>
            <a:graphicFrameLocks noChangeAspect="1"/>
          </p:cNvGraphicFramePr>
          <p:nvPr/>
        </p:nvGraphicFramePr>
        <p:xfrm>
          <a:off x="885825" y="2514600"/>
          <a:ext cx="4295775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31" name="Equation" r:id="rId3" imgW="1790640" imgH="711000" progId="Equation.3">
                  <p:embed/>
                </p:oleObj>
              </mc:Choice>
              <mc:Fallback>
                <p:oleObj name="Equation" r:id="rId3" imgW="179064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2514600"/>
                        <a:ext cx="4295775" cy="170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219" name="Text Box 3"/>
          <p:cNvSpPr txBox="1">
            <a:spLocks noChangeArrowheads="1"/>
          </p:cNvSpPr>
          <p:nvPr/>
        </p:nvSpPr>
        <p:spPr bwMode="auto">
          <a:xfrm>
            <a:off x="304800" y="5476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33220" name="Object 4"/>
          <p:cNvGraphicFramePr>
            <a:graphicFrameLocks noChangeAspect="1"/>
          </p:cNvGraphicFramePr>
          <p:nvPr/>
        </p:nvGraphicFramePr>
        <p:xfrm>
          <a:off x="1041400" y="457200"/>
          <a:ext cx="3911600" cy="174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32" name="Equation" r:id="rId5" imgW="1600200" imgH="711000" progId="Equation.3">
                  <p:embed/>
                </p:oleObj>
              </mc:Choice>
              <mc:Fallback>
                <p:oleObj name="Equation" r:id="rId5" imgW="160020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457200"/>
                        <a:ext cx="3911600" cy="174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221" name="Object 5"/>
          <p:cNvGraphicFramePr>
            <a:graphicFrameLocks noChangeAspect="1"/>
          </p:cNvGraphicFramePr>
          <p:nvPr/>
        </p:nvGraphicFramePr>
        <p:xfrm>
          <a:off x="4876800" y="457200"/>
          <a:ext cx="25908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33" name="Equation" r:id="rId7" imgW="1117440" imgH="711000" progId="Equation.3">
                  <p:embed/>
                </p:oleObj>
              </mc:Choice>
              <mc:Fallback>
                <p:oleObj name="Equation" r:id="rId7" imgW="111744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7200"/>
                        <a:ext cx="2590800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222" name="Object 6"/>
          <p:cNvGraphicFramePr>
            <a:graphicFrameLocks noChangeAspect="1"/>
          </p:cNvGraphicFramePr>
          <p:nvPr/>
        </p:nvGraphicFramePr>
        <p:xfrm>
          <a:off x="5105400" y="2514600"/>
          <a:ext cx="3076575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34" name="Equation" r:id="rId9" imgW="1307880" imgH="711000" progId="Equation.3">
                  <p:embed/>
                </p:oleObj>
              </mc:Choice>
              <mc:Fallback>
                <p:oleObj name="Equation" r:id="rId9" imgW="130788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514600"/>
                        <a:ext cx="3076575" cy="167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223" name="Object 7"/>
          <p:cNvGraphicFramePr>
            <a:graphicFrameLocks noChangeAspect="1"/>
          </p:cNvGraphicFramePr>
          <p:nvPr/>
        </p:nvGraphicFramePr>
        <p:xfrm>
          <a:off x="2684463" y="4495800"/>
          <a:ext cx="14097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35" name="Equation" r:id="rId11" imgW="545760" imgH="164880" progId="Equation.3">
                  <p:embed/>
                </p:oleObj>
              </mc:Choice>
              <mc:Fallback>
                <p:oleObj name="Equation" r:id="rId11" imgW="545760" imgH="1648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4495800"/>
                        <a:ext cx="140970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224" name="Object 8"/>
          <p:cNvGraphicFramePr>
            <a:graphicFrameLocks noChangeAspect="1"/>
          </p:cNvGraphicFramePr>
          <p:nvPr/>
        </p:nvGraphicFramePr>
        <p:xfrm>
          <a:off x="2717800" y="5105400"/>
          <a:ext cx="13430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36" name="Equation" r:id="rId13" imgW="520560" imgH="164880" progId="Equation.3">
                  <p:embed/>
                </p:oleObj>
              </mc:Choice>
              <mc:Fallback>
                <p:oleObj name="Equation" r:id="rId13" imgW="520560" imgH="1648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5105400"/>
                        <a:ext cx="134302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3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219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D4A6-259F-4C68-8BBC-82A5718CFAEA}" type="slidenum">
              <a:rPr lang="zh-CN" altLang="en-US"/>
              <a:pPr/>
              <a:t>49</a:t>
            </a:fld>
            <a:endParaRPr lang="zh-CN" altLang="en-US"/>
          </a:p>
        </p:txBody>
      </p:sp>
      <p:sp>
        <p:nvSpPr>
          <p:cNvPr id="103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37338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(三) 三角形矩阵</a:t>
            </a:r>
          </a:p>
        </p:txBody>
      </p:sp>
      <p:graphicFrame>
        <p:nvGraphicFramePr>
          <p:cNvPr id="1034250" name="Object 10"/>
          <p:cNvGraphicFramePr>
            <a:graphicFrameLocks noChangeAspect="1"/>
          </p:cNvGraphicFramePr>
          <p:nvPr/>
        </p:nvGraphicFramePr>
        <p:xfrm>
          <a:off x="304800" y="838200"/>
          <a:ext cx="7810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68" name="Document" r:id="rId3" imgW="3125520" imgH="417600" progId="Word.Document.8">
                  <p:embed/>
                </p:oleObj>
              </mc:Choice>
              <mc:Fallback>
                <p:oleObj name="Document" r:id="rId3" imgW="3125520" imgH="4176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838200"/>
                        <a:ext cx="78105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51" name="Object 11"/>
          <p:cNvGraphicFramePr>
            <a:graphicFrameLocks noChangeAspect="1"/>
          </p:cNvGraphicFramePr>
          <p:nvPr/>
        </p:nvGraphicFramePr>
        <p:xfrm>
          <a:off x="1981200" y="1905000"/>
          <a:ext cx="3089275" cy="222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69" name="Equation" r:id="rId5" imgW="1307880" imgH="939600" progId="Equation.3">
                  <p:embed/>
                </p:oleObj>
              </mc:Choice>
              <mc:Fallback>
                <p:oleObj name="Equation" r:id="rId5" imgW="1307880" imgH="939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05000"/>
                        <a:ext cx="3089275" cy="2224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52" name="Text Box 12"/>
          <p:cNvSpPr txBox="1">
            <a:spLocks noChangeArrowheads="1"/>
          </p:cNvSpPr>
          <p:nvPr/>
        </p:nvSpPr>
        <p:spPr bwMode="auto">
          <a:xfrm>
            <a:off x="381000" y="2667000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即形如</a:t>
            </a:r>
          </a:p>
        </p:txBody>
      </p:sp>
      <p:sp>
        <p:nvSpPr>
          <p:cNvPr id="1034253" name="Text Box 13"/>
          <p:cNvSpPr txBox="1">
            <a:spLocks noChangeArrowheads="1"/>
          </p:cNvSpPr>
          <p:nvPr/>
        </p:nvSpPr>
        <p:spPr bwMode="auto">
          <a:xfrm>
            <a:off x="5638800" y="2438400"/>
            <a:ext cx="2895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的方阵，称为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上三角形矩阵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1034254" name="Text Box 14"/>
          <p:cNvSpPr txBox="1">
            <a:spLocks noChangeArrowheads="1"/>
          </p:cNvSpPr>
          <p:nvPr/>
        </p:nvSpPr>
        <p:spPr bwMode="auto">
          <a:xfrm>
            <a:off x="381000" y="5110163"/>
            <a:ext cx="198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类似地，</a:t>
            </a:r>
          </a:p>
        </p:txBody>
      </p:sp>
      <p:graphicFrame>
        <p:nvGraphicFramePr>
          <p:cNvPr id="1034255" name="Object 15"/>
          <p:cNvGraphicFramePr>
            <a:graphicFrameLocks noChangeAspect="1"/>
          </p:cNvGraphicFramePr>
          <p:nvPr/>
        </p:nvGraphicFramePr>
        <p:xfrm>
          <a:off x="1981200" y="4343400"/>
          <a:ext cx="3030538" cy="213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70" name="Equation" r:id="rId7" imgW="1333440" imgH="939600" progId="Equation.3">
                  <p:embed/>
                </p:oleObj>
              </mc:Choice>
              <mc:Fallback>
                <p:oleObj name="Equation" r:id="rId7" imgW="1333440" imgH="939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343400"/>
                        <a:ext cx="3030538" cy="213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56" name="Text Box 16"/>
          <p:cNvSpPr txBox="1">
            <a:spLocks noChangeArrowheads="1"/>
          </p:cNvSpPr>
          <p:nvPr/>
        </p:nvSpPr>
        <p:spPr bwMode="auto">
          <a:xfrm>
            <a:off x="5638800" y="5033963"/>
            <a:ext cx="30480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下三角形矩阵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</a:p>
        </p:txBody>
      </p:sp>
      <p:grpSp>
        <p:nvGrpSpPr>
          <p:cNvPr id="1034257" name="Group 17"/>
          <p:cNvGrpSpPr>
            <a:grpSpLocks/>
          </p:cNvGrpSpPr>
          <p:nvPr/>
        </p:nvGrpSpPr>
        <p:grpSpPr bwMode="auto">
          <a:xfrm>
            <a:off x="2286000" y="2438400"/>
            <a:ext cx="2057400" cy="1524000"/>
            <a:chOff x="2304" y="1056"/>
            <a:chExt cx="1296" cy="960"/>
          </a:xfrm>
        </p:grpSpPr>
        <p:sp>
          <p:nvSpPr>
            <p:cNvPr id="1034258" name="AutoShape 18"/>
            <p:cNvSpPr>
              <a:spLocks noChangeArrowheads="1"/>
            </p:cNvSpPr>
            <p:nvPr/>
          </p:nvSpPr>
          <p:spPr bwMode="auto">
            <a:xfrm>
              <a:off x="2304" y="1056"/>
              <a:ext cx="1296" cy="960"/>
            </a:xfrm>
            <a:prstGeom prst="rtTriangl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34259" name="Object 19"/>
            <p:cNvGraphicFramePr>
              <a:graphicFrameLocks noChangeAspect="1"/>
            </p:cNvGraphicFramePr>
            <p:nvPr/>
          </p:nvGraphicFramePr>
          <p:xfrm>
            <a:off x="2592" y="1584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271" name="Equation" r:id="rId9" imgW="291960" imgH="317160" progId="Equation.3">
                    <p:embed/>
                  </p:oleObj>
                </mc:Choice>
                <mc:Fallback>
                  <p:oleObj name="Equation" r:id="rId9" imgW="291960" imgH="31716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584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4260" name="Group 20"/>
          <p:cNvGrpSpPr>
            <a:grpSpLocks/>
          </p:cNvGrpSpPr>
          <p:nvPr/>
        </p:nvGrpSpPr>
        <p:grpSpPr bwMode="auto">
          <a:xfrm>
            <a:off x="2819400" y="4495800"/>
            <a:ext cx="2057400" cy="1600200"/>
            <a:chOff x="3888" y="1152"/>
            <a:chExt cx="1296" cy="1008"/>
          </a:xfrm>
        </p:grpSpPr>
        <p:sp>
          <p:nvSpPr>
            <p:cNvPr id="1034261" name="AutoShape 21"/>
            <p:cNvSpPr>
              <a:spLocks noChangeArrowheads="1"/>
            </p:cNvSpPr>
            <p:nvPr/>
          </p:nvSpPr>
          <p:spPr bwMode="auto">
            <a:xfrm rot="-10800000">
              <a:off x="3888" y="1152"/>
              <a:ext cx="1296" cy="1008"/>
            </a:xfrm>
            <a:prstGeom prst="rtTriangl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34262" name="Object 22"/>
            <p:cNvGraphicFramePr>
              <a:graphicFrameLocks noChangeAspect="1"/>
            </p:cNvGraphicFramePr>
            <p:nvPr/>
          </p:nvGraphicFramePr>
          <p:xfrm>
            <a:off x="4752" y="1344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272" name="Equation" r:id="rId11" imgW="291960" imgH="317160" progId="Equation.3">
                    <p:embed/>
                  </p:oleObj>
                </mc:Choice>
                <mc:Fallback>
                  <p:oleObj name="Equation" r:id="rId11" imgW="291960" imgH="31716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344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42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3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3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34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3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42" grpId="0" autoUpdateAnimBg="0"/>
      <p:bldP spid="1034252" grpId="0" autoUpdateAnimBg="0"/>
      <p:bldP spid="1034253" grpId="0" autoUpdateAnimBg="0"/>
      <p:bldP spid="1034254" grpId="0" autoUpdateAnimBg="0"/>
      <p:bldP spid="1034256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A6A02-AB56-4F00-918D-5B50A4469D54}" type="slidenum">
              <a:rPr lang="zh-CN" altLang="en-US"/>
              <a:pPr/>
              <a:t>50</a:t>
            </a:fld>
            <a:endParaRPr lang="zh-CN" altLang="en-US"/>
          </a:p>
        </p:txBody>
      </p:sp>
      <p:sp>
        <p:nvSpPr>
          <p:cNvPr id="10352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37338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(四) 对称矩阵</a:t>
            </a:r>
          </a:p>
        </p:txBody>
      </p:sp>
      <p:sp>
        <p:nvSpPr>
          <p:cNvPr id="1035280" name="Rectangle 1040"/>
          <p:cNvSpPr>
            <a:spLocks noChangeArrowheads="1"/>
          </p:cNvSpPr>
          <p:nvPr/>
        </p:nvSpPr>
        <p:spPr bwMode="auto">
          <a:xfrm>
            <a:off x="304800" y="1014413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1035281" name="Object 1041"/>
          <p:cNvGraphicFramePr>
            <a:graphicFrameLocks noChangeAspect="1"/>
          </p:cNvGraphicFramePr>
          <p:nvPr/>
        </p:nvGraphicFramePr>
        <p:xfrm>
          <a:off x="381000" y="2919413"/>
          <a:ext cx="5105400" cy="169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96" name="Equation" r:id="rId3" imgW="2171520" imgH="698400" progId="Equation.3">
                  <p:embed/>
                </p:oleObj>
              </mc:Choice>
              <mc:Fallback>
                <p:oleObj name="Equation" r:id="rId3" imgW="2171520" imgH="69840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919413"/>
                        <a:ext cx="5105400" cy="169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282" name="Text Box 1042"/>
          <p:cNvSpPr txBox="1">
            <a:spLocks noChangeArrowheads="1"/>
          </p:cNvSpPr>
          <p:nvPr/>
        </p:nvSpPr>
        <p:spPr bwMode="auto">
          <a:xfrm>
            <a:off x="1219200" y="4738688"/>
            <a:ext cx="762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对称阵的元素以主对角线为对称轴对应相等。</a:t>
            </a:r>
          </a:p>
        </p:txBody>
      </p:sp>
      <p:sp>
        <p:nvSpPr>
          <p:cNvPr id="1035283" name="Rectangle 1043"/>
          <p:cNvSpPr>
            <a:spLocks noChangeArrowheads="1"/>
          </p:cNvSpPr>
          <p:nvPr/>
        </p:nvSpPr>
        <p:spPr bwMode="auto">
          <a:xfrm>
            <a:off x="304800" y="4716463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说明</a:t>
            </a:r>
          </a:p>
        </p:txBody>
      </p:sp>
      <p:sp>
        <p:nvSpPr>
          <p:cNvPr id="1035284" name="Line 1044"/>
          <p:cNvSpPr>
            <a:spLocks noChangeShapeType="1"/>
          </p:cNvSpPr>
          <p:nvPr/>
        </p:nvSpPr>
        <p:spPr bwMode="auto">
          <a:xfrm>
            <a:off x="2133600" y="3040063"/>
            <a:ext cx="1447800" cy="1447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5285" name="Line 1045"/>
          <p:cNvSpPr>
            <a:spLocks noChangeShapeType="1"/>
          </p:cNvSpPr>
          <p:nvPr/>
        </p:nvSpPr>
        <p:spPr bwMode="auto">
          <a:xfrm flipH="1">
            <a:off x="2362200" y="3268663"/>
            <a:ext cx="45720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5286" name="Line 1046"/>
          <p:cNvSpPr>
            <a:spLocks noChangeShapeType="1"/>
          </p:cNvSpPr>
          <p:nvPr/>
        </p:nvSpPr>
        <p:spPr bwMode="auto">
          <a:xfrm flipH="1">
            <a:off x="2343150" y="3230563"/>
            <a:ext cx="1066800" cy="1066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5287" name="Line 1047"/>
          <p:cNvSpPr>
            <a:spLocks noChangeShapeType="1"/>
          </p:cNvSpPr>
          <p:nvPr/>
        </p:nvSpPr>
        <p:spPr bwMode="auto">
          <a:xfrm flipH="1">
            <a:off x="2971800" y="3878263"/>
            <a:ext cx="381000" cy="381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35288" name="Group 1048"/>
          <p:cNvGrpSpPr>
            <a:grpSpLocks/>
          </p:cNvGrpSpPr>
          <p:nvPr/>
        </p:nvGrpSpPr>
        <p:grpSpPr bwMode="auto">
          <a:xfrm>
            <a:off x="533400" y="990600"/>
            <a:ext cx="6781800" cy="542925"/>
            <a:chOff x="432" y="768"/>
            <a:chExt cx="4272" cy="342"/>
          </a:xfrm>
        </p:grpSpPr>
        <p:sp>
          <p:nvSpPr>
            <p:cNvPr id="1035289" name="Text Box 1049"/>
            <p:cNvSpPr txBox="1">
              <a:spLocks noChangeArrowheads="1"/>
            </p:cNvSpPr>
            <p:nvPr/>
          </p:nvSpPr>
          <p:spPr bwMode="auto">
            <a:xfrm>
              <a:off x="432" y="783"/>
              <a:ext cx="4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>
                  <a:solidFill>
                    <a:schemeClr val="tx2"/>
                  </a:solidFill>
                </a:rPr>
                <a:t>设</a:t>
              </a:r>
              <a:r>
                <a:rPr lang="en-US" altLang="zh-CN" i="1">
                  <a:solidFill>
                    <a:schemeClr val="tx2"/>
                  </a:solidFill>
                </a:rPr>
                <a:t>A</a:t>
              </a:r>
              <a:r>
                <a:rPr lang="zh-CN" altLang="en-US">
                  <a:solidFill>
                    <a:schemeClr val="tx2"/>
                  </a:solidFill>
                </a:rPr>
                <a:t>为</a:t>
              </a:r>
              <a:r>
                <a:rPr lang="en-US" altLang="zh-CN" i="1">
                  <a:solidFill>
                    <a:schemeClr val="tx2"/>
                  </a:solidFill>
                </a:rPr>
                <a:t>n</a:t>
              </a:r>
              <a:r>
                <a:rPr lang="zh-CN" altLang="en-US">
                  <a:solidFill>
                    <a:schemeClr val="tx2"/>
                  </a:solidFill>
                </a:rPr>
                <a:t>阶方阵，如果满足             ，即</a:t>
              </a:r>
            </a:p>
          </p:txBody>
        </p:sp>
        <p:graphicFrame>
          <p:nvGraphicFramePr>
            <p:cNvPr id="1035290" name="Object 1050"/>
            <p:cNvGraphicFramePr>
              <a:graphicFrameLocks noChangeAspect="1"/>
            </p:cNvGraphicFramePr>
            <p:nvPr/>
          </p:nvGraphicFramePr>
          <p:xfrm>
            <a:off x="3456" y="768"/>
            <a:ext cx="76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297" name="Equation" r:id="rId5" imgW="507960" imgH="190440" progId="Equation.3">
                    <p:embed/>
                  </p:oleObj>
                </mc:Choice>
                <mc:Fallback>
                  <p:oleObj name="Equation" r:id="rId5" imgW="507960" imgH="190440" progId="Equation.3">
                    <p:embed/>
                    <p:pic>
                      <p:nvPicPr>
                        <p:cNvPr id="0" name="Object 10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768"/>
                          <a:ext cx="768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35291" name="Object 1051"/>
          <p:cNvGraphicFramePr>
            <a:graphicFrameLocks noChangeAspect="1"/>
          </p:cNvGraphicFramePr>
          <p:nvPr/>
        </p:nvGraphicFramePr>
        <p:xfrm>
          <a:off x="1981200" y="1624013"/>
          <a:ext cx="38100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98" name="Equation" r:id="rId7" imgW="1562040" imgH="241200" progId="Equation.3">
                  <p:embed/>
                </p:oleObj>
              </mc:Choice>
              <mc:Fallback>
                <p:oleObj name="Equation" r:id="rId7" imgW="1562040" imgH="241200" progId="Equation.3">
                  <p:embed/>
                  <p:pic>
                    <p:nvPicPr>
                      <p:cNvPr id="0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24013"/>
                        <a:ext cx="381000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5292" name="Text Box 1052"/>
          <p:cNvSpPr txBox="1">
            <a:spLocks noChangeArrowheads="1"/>
          </p:cNvSpPr>
          <p:nvPr/>
        </p:nvSpPr>
        <p:spPr bwMode="auto">
          <a:xfrm>
            <a:off x="304800" y="2309813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那末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zh-CN" altLang="en-US">
                <a:solidFill>
                  <a:schemeClr val="tx2"/>
                </a:solidFill>
              </a:rPr>
              <a:t>称为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对称阵</a:t>
            </a:r>
            <a:r>
              <a:rPr lang="zh-CN" altLang="en-US">
                <a:solidFill>
                  <a:schemeClr val="tx2"/>
                </a:solidFill>
              </a:rPr>
              <a:t>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3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3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3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103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3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266" grpId="0" autoUpdateAnimBg="0"/>
      <p:bldP spid="1035280" grpId="0" autoUpdateAnimBg="0"/>
      <p:bldP spid="1035282" grpId="0" autoUpdateAnimBg="0"/>
      <p:bldP spid="1035283" grpId="0" autoUpdateAnimBg="0"/>
      <p:bldP spid="1035292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1285-B9C2-4285-B15E-E139284AEDAF}" type="slidenum">
              <a:rPr lang="zh-CN" altLang="en-US"/>
              <a:pPr/>
              <a:t>51</a:t>
            </a:fld>
            <a:endParaRPr lang="zh-CN" altLang="en-US"/>
          </a:p>
        </p:txBody>
      </p:sp>
      <p:graphicFrame>
        <p:nvGraphicFramePr>
          <p:cNvPr id="972803" name="Object 3"/>
          <p:cNvGraphicFramePr>
            <a:graphicFrameLocks noChangeAspect="1"/>
          </p:cNvGraphicFramePr>
          <p:nvPr/>
        </p:nvGraphicFramePr>
        <p:xfrm>
          <a:off x="319088" y="2971800"/>
          <a:ext cx="6081712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219" name="Equation" r:id="rId3" imgW="2489040" imgH="698400" progId="Equation.3">
                  <p:embed/>
                </p:oleObj>
              </mc:Choice>
              <mc:Fallback>
                <p:oleObj name="Equation" r:id="rId3" imgW="2489040" imgH="698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2971800"/>
                        <a:ext cx="6081712" cy="170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04" name="Text Box 4"/>
          <p:cNvSpPr txBox="1">
            <a:spLocks noChangeArrowheads="1"/>
          </p:cNvSpPr>
          <p:nvPr/>
        </p:nvSpPr>
        <p:spPr bwMode="auto">
          <a:xfrm>
            <a:off x="1187450" y="478155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反对称阵的对角元全为零。</a:t>
            </a:r>
          </a:p>
        </p:txBody>
      </p:sp>
      <p:sp>
        <p:nvSpPr>
          <p:cNvPr id="972805" name="Rectangle 5"/>
          <p:cNvSpPr>
            <a:spLocks noChangeArrowheads="1"/>
          </p:cNvSpPr>
          <p:nvPr/>
        </p:nvSpPr>
        <p:spPr bwMode="auto">
          <a:xfrm>
            <a:off x="273050" y="4778375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说明</a:t>
            </a:r>
          </a:p>
        </p:txBody>
      </p:sp>
      <p:graphicFrame>
        <p:nvGraphicFramePr>
          <p:cNvPr id="972806" name="Object 6"/>
          <p:cNvGraphicFramePr>
            <a:graphicFrameLocks noChangeAspect="1"/>
          </p:cNvGraphicFramePr>
          <p:nvPr/>
        </p:nvGraphicFramePr>
        <p:xfrm>
          <a:off x="1828800" y="1695450"/>
          <a:ext cx="40386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220" name="Equation" r:id="rId5" imgW="1650960" imgH="241200" progId="Equation.3">
                  <p:embed/>
                </p:oleObj>
              </mc:Choice>
              <mc:Fallback>
                <p:oleObj name="Equation" r:id="rId5" imgW="165096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95450"/>
                        <a:ext cx="40386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07" name="Text Box 7"/>
          <p:cNvSpPr txBox="1">
            <a:spLocks noChangeArrowheads="1"/>
          </p:cNvSpPr>
          <p:nvPr/>
        </p:nvSpPr>
        <p:spPr bwMode="auto">
          <a:xfrm>
            <a:off x="304800" y="2286000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那末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zh-CN" altLang="en-US">
                <a:solidFill>
                  <a:schemeClr val="tx2"/>
                </a:solidFill>
              </a:rPr>
              <a:t>称为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反对称阵</a:t>
            </a:r>
            <a:r>
              <a:rPr lang="zh-CN" altLang="en-US">
                <a:solidFill>
                  <a:schemeClr val="tx2"/>
                </a:solidFill>
              </a:rPr>
              <a:t>。</a:t>
            </a:r>
          </a:p>
        </p:txBody>
      </p:sp>
      <p:grpSp>
        <p:nvGrpSpPr>
          <p:cNvPr id="972808" name="Group 8"/>
          <p:cNvGrpSpPr>
            <a:grpSpLocks/>
          </p:cNvGrpSpPr>
          <p:nvPr/>
        </p:nvGrpSpPr>
        <p:grpSpPr bwMode="auto">
          <a:xfrm>
            <a:off x="533400" y="1009650"/>
            <a:ext cx="7162800" cy="542925"/>
            <a:chOff x="432" y="768"/>
            <a:chExt cx="4512" cy="342"/>
          </a:xfrm>
        </p:grpSpPr>
        <p:sp>
          <p:nvSpPr>
            <p:cNvPr id="972809" name="Text Box 9"/>
            <p:cNvSpPr txBox="1">
              <a:spLocks noChangeArrowheads="1"/>
            </p:cNvSpPr>
            <p:nvPr/>
          </p:nvSpPr>
          <p:spPr bwMode="auto">
            <a:xfrm>
              <a:off x="432" y="783"/>
              <a:ext cx="45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>
                  <a:solidFill>
                    <a:schemeClr val="tx2"/>
                  </a:solidFill>
                </a:rPr>
                <a:t>设</a:t>
              </a:r>
              <a:r>
                <a:rPr lang="en-US" altLang="zh-CN" i="1">
                  <a:solidFill>
                    <a:schemeClr val="tx2"/>
                  </a:solidFill>
                </a:rPr>
                <a:t>A</a:t>
              </a:r>
              <a:r>
                <a:rPr lang="zh-CN" altLang="en-US">
                  <a:solidFill>
                    <a:schemeClr val="tx2"/>
                  </a:solidFill>
                </a:rPr>
                <a:t>为</a:t>
              </a:r>
              <a:r>
                <a:rPr lang="en-US" altLang="zh-CN" i="1">
                  <a:solidFill>
                    <a:schemeClr val="tx2"/>
                  </a:solidFill>
                </a:rPr>
                <a:t>n</a:t>
              </a:r>
              <a:r>
                <a:rPr lang="zh-CN" altLang="en-US">
                  <a:solidFill>
                    <a:schemeClr val="tx2"/>
                  </a:solidFill>
                </a:rPr>
                <a:t>阶方阵，如果满足                ，即</a:t>
              </a:r>
            </a:p>
          </p:txBody>
        </p:sp>
        <p:graphicFrame>
          <p:nvGraphicFramePr>
            <p:cNvPr id="972810" name="Object 10"/>
            <p:cNvGraphicFramePr>
              <a:graphicFrameLocks noChangeAspect="1"/>
            </p:cNvGraphicFramePr>
            <p:nvPr/>
          </p:nvGraphicFramePr>
          <p:xfrm>
            <a:off x="3438" y="768"/>
            <a:ext cx="90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1221" name="Equation" r:id="rId7" imgW="596880" imgH="190440" progId="Equation.3">
                    <p:embed/>
                  </p:oleObj>
                </mc:Choice>
                <mc:Fallback>
                  <p:oleObj name="Equation" r:id="rId7" imgW="596880" imgH="1904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8" y="768"/>
                          <a:ext cx="90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72813" name="Rectangle 13"/>
          <p:cNvSpPr>
            <a:spLocks noChangeArrowheads="1"/>
          </p:cNvSpPr>
          <p:nvPr/>
        </p:nvSpPr>
        <p:spPr bwMode="auto">
          <a:xfrm>
            <a:off x="152400" y="304800"/>
            <a:ext cx="3733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(四) 对称矩阵</a:t>
            </a:r>
          </a:p>
        </p:txBody>
      </p:sp>
      <p:sp>
        <p:nvSpPr>
          <p:cNvPr id="972814" name="Rectangle 14"/>
          <p:cNvSpPr>
            <a:spLocks noChangeArrowheads="1"/>
          </p:cNvSpPr>
          <p:nvPr/>
        </p:nvSpPr>
        <p:spPr bwMode="auto">
          <a:xfrm>
            <a:off x="304800" y="1014413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97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4" grpId="0" autoUpdateAnimBg="0"/>
      <p:bldP spid="972805" grpId="0" autoUpdateAnimBg="0"/>
      <p:bldP spid="97280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4E484-C78C-433C-88B0-BCD799EF3EA9}" type="slidenum">
              <a:rPr lang="zh-CN" altLang="en-US"/>
              <a:pPr/>
              <a:t>52</a:t>
            </a:fld>
            <a:endParaRPr lang="zh-CN" altLang="en-US"/>
          </a:p>
        </p:txBody>
      </p:sp>
      <p:graphicFrame>
        <p:nvGraphicFramePr>
          <p:cNvPr id="973835" name="Object 2059"/>
          <p:cNvGraphicFramePr>
            <a:graphicFrameLocks noChangeAspect="1"/>
          </p:cNvGraphicFramePr>
          <p:nvPr/>
        </p:nvGraphicFramePr>
        <p:xfrm>
          <a:off x="833438" y="481013"/>
          <a:ext cx="77771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244" name="Document" r:id="rId3" imgW="3541320" imgH="209160" progId="Word.Document.8">
                  <p:embed/>
                </p:oleObj>
              </mc:Choice>
              <mc:Fallback>
                <p:oleObj name="Document" r:id="rId3" imgW="3541320" imgH="209160" progId="Word.Document.8">
                  <p:embed/>
                  <p:pic>
                    <p:nvPicPr>
                      <p:cNvPr id="0" name="Object 2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481013"/>
                        <a:ext cx="77771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836" name="Text Box 2060"/>
          <p:cNvSpPr txBox="1">
            <a:spLocks noChangeArrowheads="1"/>
          </p:cNvSpPr>
          <p:nvPr/>
        </p:nvSpPr>
        <p:spPr bwMode="auto">
          <a:xfrm>
            <a:off x="177800" y="4460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973837" name="Text Box 2061"/>
          <p:cNvSpPr txBox="1">
            <a:spLocks noChangeArrowheads="1"/>
          </p:cNvSpPr>
          <p:nvPr/>
        </p:nvSpPr>
        <p:spPr bwMode="auto">
          <a:xfrm>
            <a:off x="177800" y="1230313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973838" name="Text Box 2062"/>
          <p:cNvSpPr txBox="1">
            <a:spLocks noChangeArrowheads="1"/>
          </p:cNvSpPr>
          <p:nvPr/>
        </p:nvSpPr>
        <p:spPr bwMode="auto">
          <a:xfrm>
            <a:off x="914400" y="1246188"/>
            <a:ext cx="518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ym typeface="Symbol" panose="05050102010706020507" pitchFamily="18" charset="2"/>
              </a:rPr>
              <a:t>因为 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r>
              <a:rPr lang="en-US" altLang="zh-CN" i="1">
                <a:sym typeface="Symbol" panose="05050102010706020507" pitchFamily="18" charset="2"/>
              </a:rPr>
              <a:t>B </a:t>
            </a:r>
            <a:r>
              <a:rPr lang="zh-CN" altLang="en-US">
                <a:sym typeface="Symbol" panose="05050102010706020507" pitchFamily="18" charset="2"/>
              </a:rPr>
              <a:t>是 </a:t>
            </a:r>
            <a:r>
              <a:rPr lang="en-US" altLang="zh-CN" i="1">
                <a:solidFill>
                  <a:srgbClr val="0033CC"/>
                </a:solidFill>
                <a:sym typeface="Symbol" panose="05050102010706020507" pitchFamily="18" charset="2"/>
              </a:rPr>
              <a:t>n </a:t>
            </a:r>
            <a:r>
              <a:rPr lang="zh-CN" altLang="en-US">
                <a:sym typeface="Symbol" panose="05050102010706020507" pitchFamily="18" charset="2"/>
              </a:rPr>
              <a:t>阶方阵，且</a:t>
            </a:r>
          </a:p>
        </p:txBody>
      </p:sp>
      <p:sp>
        <p:nvSpPr>
          <p:cNvPr id="973839" name="Text Box 2063"/>
          <p:cNvSpPr txBox="1">
            <a:spLocks noChangeArrowheads="1"/>
          </p:cNvSpPr>
          <p:nvPr/>
        </p:nvSpPr>
        <p:spPr bwMode="auto">
          <a:xfrm>
            <a:off x="304800" y="3443288"/>
            <a:ext cx="632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ym typeface="Symbol" panose="05050102010706020507" pitchFamily="18" charset="2"/>
              </a:rPr>
              <a:t>同理可证，</a:t>
            </a:r>
            <a:r>
              <a:rPr lang="en-US" altLang="zh-CN" i="1">
                <a:sym typeface="Symbol" panose="05050102010706020507" pitchFamily="18" charset="2"/>
              </a:rPr>
              <a:t>BB</a:t>
            </a:r>
            <a:r>
              <a:rPr lang="en-US" altLang="zh-CN" i="1" baseline="30000">
                <a:sym typeface="Symbol" panose="05050102010706020507" pitchFamily="18" charset="2"/>
              </a:rPr>
              <a:t>T </a:t>
            </a:r>
            <a:r>
              <a:rPr lang="zh-CN" altLang="en-US">
                <a:sym typeface="Symbol" panose="05050102010706020507" pitchFamily="18" charset="2"/>
              </a:rPr>
              <a:t>是 </a:t>
            </a:r>
            <a:r>
              <a:rPr lang="en-US" altLang="zh-CN" i="1">
                <a:solidFill>
                  <a:srgbClr val="0033CC"/>
                </a:solidFill>
                <a:sym typeface="Symbol" panose="05050102010706020507" pitchFamily="18" charset="2"/>
              </a:rPr>
              <a:t>m </a:t>
            </a:r>
            <a:r>
              <a:rPr lang="zh-CN" altLang="en-US">
                <a:sym typeface="Symbol" panose="05050102010706020507" pitchFamily="18" charset="2"/>
              </a:rPr>
              <a:t>阶对称矩阵。</a:t>
            </a:r>
          </a:p>
        </p:txBody>
      </p:sp>
      <p:graphicFrame>
        <p:nvGraphicFramePr>
          <p:cNvPr id="973840" name="Object 2064"/>
          <p:cNvGraphicFramePr>
            <a:graphicFrameLocks noChangeAspect="1"/>
          </p:cNvGraphicFramePr>
          <p:nvPr/>
        </p:nvGraphicFramePr>
        <p:xfrm>
          <a:off x="762000" y="1995488"/>
          <a:ext cx="12192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245" name="Equation" r:id="rId5" imgW="520560" imgH="228600" progId="Equation.3">
                  <p:embed/>
                </p:oleObj>
              </mc:Choice>
              <mc:Fallback>
                <p:oleObj name="Equation" r:id="rId5" imgW="520560" imgH="228600" progId="Equation.3">
                  <p:embed/>
                  <p:pic>
                    <p:nvPicPr>
                      <p:cNvPr id="0" name="Object 2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95488"/>
                        <a:ext cx="12192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41" name="Object 2065"/>
          <p:cNvGraphicFramePr>
            <a:graphicFrameLocks noChangeAspect="1"/>
          </p:cNvGraphicFramePr>
          <p:nvPr/>
        </p:nvGraphicFramePr>
        <p:xfrm>
          <a:off x="1917700" y="2008188"/>
          <a:ext cx="1724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246" name="Equation" r:id="rId7" imgW="736560" imgH="228600" progId="Equation.3">
                  <p:embed/>
                </p:oleObj>
              </mc:Choice>
              <mc:Fallback>
                <p:oleObj name="Equation" r:id="rId7" imgW="736560" imgH="228600" progId="Equation.3">
                  <p:embed/>
                  <p:pic>
                    <p:nvPicPr>
                      <p:cNvPr id="0" name="Object 20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2008188"/>
                        <a:ext cx="17240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42" name="Object 2066"/>
          <p:cNvGraphicFramePr>
            <a:graphicFrameLocks noChangeAspect="1"/>
          </p:cNvGraphicFramePr>
          <p:nvPr/>
        </p:nvGraphicFramePr>
        <p:xfrm>
          <a:off x="3581400" y="2020888"/>
          <a:ext cx="12477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247" name="Equation" r:id="rId9" imgW="533160" imgH="228600" progId="Equation.3">
                  <p:embed/>
                </p:oleObj>
              </mc:Choice>
              <mc:Fallback>
                <p:oleObj name="Equation" r:id="rId9" imgW="533160" imgH="228600" progId="Equation.3">
                  <p:embed/>
                  <p:pic>
                    <p:nvPicPr>
                      <p:cNvPr id="0" name="Object 2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020888"/>
                        <a:ext cx="12477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843" name="Text Box 2067"/>
          <p:cNvSpPr txBox="1">
            <a:spLocks noChangeArrowheads="1"/>
          </p:cNvSpPr>
          <p:nvPr/>
        </p:nvSpPr>
        <p:spPr bwMode="auto">
          <a:xfrm>
            <a:off x="381000" y="2681288"/>
            <a:ext cx="434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ym typeface="Symbol" panose="05050102010706020507" pitchFamily="18" charset="2"/>
              </a:rPr>
              <a:t>所以 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r>
              <a:rPr lang="en-US" altLang="zh-CN" i="1">
                <a:sym typeface="Symbol" panose="05050102010706020507" pitchFamily="18" charset="2"/>
              </a:rPr>
              <a:t>B </a:t>
            </a:r>
            <a:r>
              <a:rPr lang="zh-CN" altLang="en-US">
                <a:sym typeface="Symbol" panose="05050102010706020507" pitchFamily="18" charset="2"/>
              </a:rPr>
              <a:t>是对称矩阵；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3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73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7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73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73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7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7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36" grpId="0" autoUpdateAnimBg="0"/>
      <p:bldP spid="973837" grpId="0" autoUpdateAnimBg="0"/>
      <p:bldP spid="973838" grpId="0" autoUpdateAnimBg="0"/>
      <p:bldP spid="973839" grpId="0" autoUpdateAnimBg="0"/>
      <p:bldP spid="973843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49D8-4882-4DCB-B46A-0693DCEDED18}" type="slidenum">
              <a:rPr lang="zh-CN" altLang="en-US"/>
              <a:pPr/>
              <a:t>53</a:t>
            </a:fld>
            <a:endParaRPr lang="zh-CN" altLang="en-US"/>
          </a:p>
        </p:txBody>
      </p:sp>
      <p:sp>
        <p:nvSpPr>
          <p:cNvPr id="974850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6616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若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zh-CN" altLang="en-US">
                <a:solidFill>
                  <a:schemeClr val="tx2"/>
                </a:solidFill>
              </a:rPr>
              <a:t>、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为同阶对称阵(反对称阵)，则</a:t>
            </a:r>
          </a:p>
        </p:txBody>
      </p:sp>
      <p:graphicFrame>
        <p:nvGraphicFramePr>
          <p:cNvPr id="974851" name="Object 3"/>
          <p:cNvGraphicFramePr>
            <a:graphicFrameLocks noChangeAspect="1"/>
          </p:cNvGraphicFramePr>
          <p:nvPr/>
        </p:nvGraphicFramePr>
        <p:xfrm>
          <a:off x="6159500" y="355600"/>
          <a:ext cx="17399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265" name="Equation" r:id="rId3" imgW="711000" imgH="203040" progId="Equation.3">
                  <p:embed/>
                </p:oleObj>
              </mc:Choice>
              <mc:Fallback>
                <p:oleObj name="Equation" r:id="rId3" imgW="71100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355600"/>
                        <a:ext cx="17399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4852" name="Text Box 4"/>
          <p:cNvSpPr txBox="1">
            <a:spLocks noChangeArrowheads="1"/>
          </p:cNvSpPr>
          <p:nvPr/>
        </p:nvSpPr>
        <p:spPr bwMode="auto">
          <a:xfrm>
            <a:off x="228600" y="914400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仍为对称阵(反对称阵)。</a:t>
            </a:r>
          </a:p>
        </p:txBody>
      </p:sp>
      <p:sp>
        <p:nvSpPr>
          <p:cNvPr id="974853" name="Text Box 5"/>
          <p:cNvSpPr txBox="1">
            <a:spLocks noChangeArrowheads="1"/>
          </p:cNvSpPr>
          <p:nvPr/>
        </p:nvSpPr>
        <p:spPr bwMode="auto">
          <a:xfrm>
            <a:off x="304800" y="167640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zh-CN" altLang="en-US">
                <a:solidFill>
                  <a:schemeClr val="tx2"/>
                </a:solidFill>
              </a:rPr>
              <a:t>、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为同阶对称阵， </a:t>
            </a:r>
            <a:r>
              <a:rPr lang="en-US" altLang="zh-CN" i="1">
                <a:solidFill>
                  <a:schemeClr val="tx2"/>
                </a:solidFill>
              </a:rPr>
              <a:t>AB</a:t>
            </a:r>
            <a:r>
              <a:rPr lang="zh-CN" altLang="en-US">
                <a:solidFill>
                  <a:schemeClr val="tx2"/>
                </a:solidFill>
              </a:rPr>
              <a:t>未必对称；</a:t>
            </a:r>
          </a:p>
        </p:txBody>
      </p:sp>
      <p:sp>
        <p:nvSpPr>
          <p:cNvPr id="974854" name="Text Box 6"/>
          <p:cNvSpPr txBox="1">
            <a:spLocks noChangeArrowheads="1"/>
          </p:cNvSpPr>
          <p:nvPr/>
        </p:nvSpPr>
        <p:spPr bwMode="auto">
          <a:xfrm>
            <a:off x="228600" y="2300288"/>
            <a:ext cx="563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只有</a:t>
            </a:r>
            <a:r>
              <a:rPr lang="en-US" altLang="zh-CN" i="1">
                <a:solidFill>
                  <a:schemeClr val="tx2"/>
                </a:solidFill>
              </a:rPr>
              <a:t>A</a:t>
            </a:r>
            <a:r>
              <a:rPr lang="zh-CN" altLang="en-US">
                <a:solidFill>
                  <a:schemeClr val="tx2"/>
                </a:solidFill>
              </a:rPr>
              <a:t>、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可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交换</a:t>
            </a:r>
            <a:r>
              <a:rPr lang="zh-CN" altLang="en-US">
                <a:solidFill>
                  <a:schemeClr val="tx2"/>
                </a:solidFill>
              </a:rPr>
              <a:t>， </a:t>
            </a:r>
            <a:r>
              <a:rPr lang="en-US" altLang="zh-CN" i="1">
                <a:solidFill>
                  <a:schemeClr val="tx2"/>
                </a:solidFill>
              </a:rPr>
              <a:t>AB</a:t>
            </a:r>
            <a:r>
              <a:rPr lang="zh-CN" altLang="en-US">
                <a:solidFill>
                  <a:schemeClr val="tx2"/>
                </a:solidFill>
              </a:rPr>
              <a:t>才对称。</a:t>
            </a:r>
          </a:p>
        </p:txBody>
      </p:sp>
      <p:sp>
        <p:nvSpPr>
          <p:cNvPr id="974855" name="Text Box 7"/>
          <p:cNvSpPr txBox="1">
            <a:spLocks noChangeArrowheads="1"/>
          </p:cNvSpPr>
          <p:nvPr/>
        </p:nvSpPr>
        <p:spPr bwMode="auto">
          <a:xfrm>
            <a:off x="5334000" y="224948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(证明留作练习)</a:t>
            </a:r>
          </a:p>
        </p:txBody>
      </p:sp>
      <p:sp>
        <p:nvSpPr>
          <p:cNvPr id="974856" name="Text Box 8"/>
          <p:cNvSpPr txBox="1">
            <a:spLocks noChangeArrowheads="1"/>
          </p:cNvSpPr>
          <p:nvPr/>
        </p:nvSpPr>
        <p:spPr bwMode="auto">
          <a:xfrm>
            <a:off x="228600" y="3124200"/>
            <a:ext cx="8686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>
                <a:sym typeface="Symbol" panose="05050102010706020507" pitchFamily="18" charset="2"/>
              </a:rPr>
              <a:t>设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阶反对称矩阵, 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阶对称矩阵, 则</a:t>
            </a:r>
            <a:r>
              <a:rPr lang="en-US" altLang="zh-CN" i="1">
                <a:sym typeface="Symbol" panose="05050102010706020507" pitchFamily="18" charset="2"/>
              </a:rPr>
              <a:t>AB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BA</a:t>
            </a:r>
            <a:r>
              <a:rPr lang="zh-CN" altLang="en-US">
                <a:sym typeface="Symbol" panose="05050102010706020507" pitchFamily="18" charset="2"/>
              </a:rPr>
              <a:t>是反对称矩阵. </a:t>
            </a:r>
          </a:p>
        </p:txBody>
      </p:sp>
      <p:sp>
        <p:nvSpPr>
          <p:cNvPr id="974857" name="Text Box 9"/>
          <p:cNvSpPr txBox="1">
            <a:spLocks noChangeArrowheads="1"/>
          </p:cNvSpPr>
          <p:nvPr/>
        </p:nvSpPr>
        <p:spPr bwMode="auto">
          <a:xfrm>
            <a:off x="152400" y="31638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974858" name="Text Box 10"/>
          <p:cNvSpPr txBox="1">
            <a:spLocks noChangeArrowheads="1"/>
          </p:cNvSpPr>
          <p:nvPr/>
        </p:nvSpPr>
        <p:spPr bwMode="auto">
          <a:xfrm>
            <a:off x="685800" y="430688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AB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BA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974859" name="Text Box 11"/>
          <p:cNvSpPr txBox="1">
            <a:spLocks noChangeArrowheads="1"/>
          </p:cNvSpPr>
          <p:nvPr/>
        </p:nvSpPr>
        <p:spPr bwMode="auto">
          <a:xfrm>
            <a:off x="2286000" y="43434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>
                <a:sym typeface="Symbol" panose="05050102010706020507" pitchFamily="18" charset="2"/>
              </a:rPr>
              <a:t>= (</a:t>
            </a:r>
            <a:r>
              <a:rPr lang="en-US" altLang="zh-CN" i="1">
                <a:sym typeface="Symbol" panose="05050102010706020507" pitchFamily="18" charset="2"/>
              </a:rPr>
              <a:t>AB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+(</a:t>
            </a:r>
            <a:r>
              <a:rPr lang="en-US" altLang="zh-CN" i="1">
                <a:sym typeface="Symbol" panose="05050102010706020507" pitchFamily="18" charset="2"/>
              </a:rPr>
              <a:t>BA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974860" name="Text Box 12"/>
          <p:cNvSpPr txBox="1">
            <a:spLocks noChangeArrowheads="1"/>
          </p:cNvSpPr>
          <p:nvPr/>
        </p:nvSpPr>
        <p:spPr bwMode="auto">
          <a:xfrm>
            <a:off x="4572000" y="4360863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>
                <a:sym typeface="Symbol" panose="05050102010706020507" pitchFamily="18" charset="2"/>
              </a:rPr>
              <a:t>=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 i="1" baseline="30000">
                <a:sym typeface="Symbol" panose="05050102010706020507" pitchFamily="18" charset="2"/>
              </a:rPr>
              <a:t>T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974861" name="Text Box 13"/>
          <p:cNvSpPr txBox="1">
            <a:spLocks noChangeArrowheads="1"/>
          </p:cNvSpPr>
          <p:nvPr/>
        </p:nvSpPr>
        <p:spPr bwMode="auto">
          <a:xfrm>
            <a:off x="533400" y="48260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>
                <a:sym typeface="Symbol" panose="05050102010706020507" pitchFamily="18" charset="2"/>
              </a:rPr>
              <a:t>=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)+(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i="1"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en-US" altLang="zh-CN" i="1">
                <a:sym typeface="Symbol" panose="05050102010706020507" pitchFamily="18" charset="2"/>
              </a:rPr>
              <a:t>B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974862" name="Text Box 14"/>
          <p:cNvSpPr txBox="1">
            <a:spLocks noChangeArrowheads="1"/>
          </p:cNvSpPr>
          <p:nvPr/>
        </p:nvSpPr>
        <p:spPr bwMode="auto">
          <a:xfrm>
            <a:off x="2873375" y="4837113"/>
            <a:ext cx="2841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AB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i="1">
                <a:sym typeface="Symbol" panose="05050102010706020507" pitchFamily="18" charset="2"/>
              </a:rPr>
              <a:t>BA</a:t>
            </a:r>
            <a:r>
              <a:rPr lang="en-US" altLang="zh-CN">
                <a:sym typeface="Symbol" panose="05050102010706020507" pitchFamily="18" charset="2"/>
              </a:rPr>
              <a:t>) .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974863" name="Text Box 15"/>
          <p:cNvSpPr txBox="1">
            <a:spLocks noChangeArrowheads="1"/>
          </p:cNvSpPr>
          <p:nvPr/>
        </p:nvSpPr>
        <p:spPr bwMode="auto">
          <a:xfrm>
            <a:off x="152400" y="4292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7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7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7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97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"/>
                                        <p:tgtEl>
                                          <p:spTgt spid="97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974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7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7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7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7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7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850" grpId="0" autoUpdateAnimBg="0"/>
      <p:bldP spid="974852" grpId="0" autoUpdateAnimBg="0"/>
      <p:bldP spid="974853" grpId="0" autoUpdateAnimBg="0"/>
      <p:bldP spid="974854" grpId="0" autoUpdateAnimBg="0"/>
      <p:bldP spid="974855" grpId="0" autoUpdateAnimBg="0"/>
      <p:bldP spid="974856" grpId="0" autoUpdateAnimBg="0"/>
      <p:bldP spid="974857" grpId="0" autoUpdateAnimBg="0"/>
      <p:bldP spid="974858" grpId="0" autoUpdateAnimBg="0"/>
      <p:bldP spid="974859" grpId="0" autoUpdateAnimBg="0"/>
      <p:bldP spid="974860" grpId="0" autoUpdateAnimBg="0"/>
      <p:bldP spid="974861" grpId="0" autoUpdateAnimBg="0"/>
      <p:bldP spid="974862" grpId="0" autoUpdateAnimBg="0"/>
      <p:bldP spid="974863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E8FE3-0268-493D-B5A6-F8D2BF52AB70}" type="slidenum">
              <a:rPr lang="zh-CN" altLang="en-US"/>
              <a:pPr/>
              <a:t>54</a:t>
            </a:fld>
            <a:endParaRPr lang="zh-CN" altLang="en-US"/>
          </a:p>
        </p:txBody>
      </p:sp>
      <p:graphicFrame>
        <p:nvGraphicFramePr>
          <p:cNvPr id="975874" name="Object 2"/>
          <p:cNvGraphicFramePr>
            <a:graphicFrameLocks noChangeAspect="1"/>
          </p:cNvGraphicFramePr>
          <p:nvPr/>
        </p:nvGraphicFramePr>
        <p:xfrm>
          <a:off x="385763" y="431800"/>
          <a:ext cx="8377237" cy="159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93" name="Document" r:id="rId3" imgW="3726000" imgH="714240" progId="Word.Document.8">
                  <p:embed/>
                </p:oleObj>
              </mc:Choice>
              <mc:Fallback>
                <p:oleObj name="Document" r:id="rId3" imgW="3726000" imgH="7142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431800"/>
                        <a:ext cx="8377237" cy="15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5875" name="Text Box 3"/>
          <p:cNvSpPr txBox="1">
            <a:spLocks noChangeArrowheads="1"/>
          </p:cNvSpPr>
          <p:nvPr/>
        </p:nvSpPr>
        <p:spPr bwMode="auto">
          <a:xfrm>
            <a:off x="295275" y="379413"/>
            <a:ext cx="1685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975876" name="Text Box 4"/>
          <p:cNvSpPr txBox="1">
            <a:spLocks noChangeArrowheads="1"/>
          </p:cNvSpPr>
          <p:nvPr/>
        </p:nvSpPr>
        <p:spPr bwMode="auto">
          <a:xfrm>
            <a:off x="6629400" y="3048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i="1">
                <a:solidFill>
                  <a:srgbClr val="FF0000"/>
                </a:solidFill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975877" name="Text Box 5"/>
          <p:cNvSpPr txBox="1">
            <a:spLocks noChangeArrowheads="1"/>
          </p:cNvSpPr>
          <p:nvPr/>
        </p:nvSpPr>
        <p:spPr bwMode="auto">
          <a:xfrm>
            <a:off x="304800" y="22098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75878" name="Object 6"/>
          <p:cNvGraphicFramePr>
            <a:graphicFrameLocks noChangeAspect="1"/>
          </p:cNvGraphicFramePr>
          <p:nvPr/>
        </p:nvGraphicFramePr>
        <p:xfrm>
          <a:off x="990600" y="2209800"/>
          <a:ext cx="4191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94" name="Equation" r:id="rId5" imgW="1790640" imgH="228600" progId="Equation.3">
                  <p:embed/>
                </p:oleObj>
              </mc:Choice>
              <mc:Fallback>
                <p:oleObj name="Equation" r:id="rId5" imgW="17906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09800"/>
                        <a:ext cx="41910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5879" name="Object 7"/>
          <p:cNvGraphicFramePr>
            <a:graphicFrameLocks noChangeAspect="1"/>
          </p:cNvGraphicFramePr>
          <p:nvPr/>
        </p:nvGraphicFramePr>
        <p:xfrm>
          <a:off x="990600" y="2895600"/>
          <a:ext cx="2466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95" name="Equation" r:id="rId7" imgW="1054080" imgH="228600" progId="Equation.3">
                  <p:embed/>
                </p:oleObj>
              </mc:Choice>
              <mc:Fallback>
                <p:oleObj name="Equation" r:id="rId7" imgW="10540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95600"/>
                        <a:ext cx="24669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5880" name="Object 8"/>
          <p:cNvGraphicFramePr>
            <a:graphicFrameLocks noChangeAspect="1"/>
          </p:cNvGraphicFramePr>
          <p:nvPr/>
        </p:nvGraphicFramePr>
        <p:xfrm>
          <a:off x="947738" y="3581400"/>
          <a:ext cx="31511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96" name="Equation" r:id="rId9" imgW="1346040" imgH="228600" progId="Equation.3">
                  <p:embed/>
                </p:oleObj>
              </mc:Choice>
              <mc:Fallback>
                <p:oleObj name="Equation" r:id="rId9" imgW="134604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3581400"/>
                        <a:ext cx="315118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5881" name="Text Box 9"/>
          <p:cNvSpPr txBox="1">
            <a:spLocks noChangeArrowheads="1"/>
          </p:cNvSpPr>
          <p:nvPr/>
        </p:nvSpPr>
        <p:spPr bwMode="auto">
          <a:xfrm>
            <a:off x="4267200" y="3581400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反对称；</a:t>
            </a:r>
          </a:p>
        </p:txBody>
      </p:sp>
      <p:graphicFrame>
        <p:nvGraphicFramePr>
          <p:cNvPr id="975882" name="Object 10"/>
          <p:cNvGraphicFramePr>
            <a:graphicFrameLocks noChangeAspect="1"/>
          </p:cNvGraphicFramePr>
          <p:nvPr/>
        </p:nvGraphicFramePr>
        <p:xfrm>
          <a:off x="990600" y="4267200"/>
          <a:ext cx="45783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97" name="Equation" r:id="rId11" imgW="1955520" imgH="228600" progId="Equation.3">
                  <p:embed/>
                </p:oleObj>
              </mc:Choice>
              <mc:Fallback>
                <p:oleObj name="Equation" r:id="rId11" imgW="195552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267200"/>
                        <a:ext cx="45783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7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7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7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7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7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7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7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5875" grpId="0" autoUpdateAnimBg="0"/>
      <p:bldP spid="975876" grpId="0" autoUpdateAnimBg="0"/>
      <p:bldP spid="975877" grpId="0" autoUpdateAnimBg="0"/>
      <p:bldP spid="975881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AA333-E8E4-49FD-885E-022301C3BF0D}" type="slidenum">
              <a:rPr lang="zh-CN" altLang="en-US"/>
              <a:pPr/>
              <a:t>55</a:t>
            </a:fld>
            <a:endParaRPr lang="zh-CN" altLang="en-US"/>
          </a:p>
        </p:txBody>
      </p:sp>
      <p:sp>
        <p:nvSpPr>
          <p:cNvPr id="103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第四节  分块矩阵</a:t>
            </a:r>
          </a:p>
        </p:txBody>
      </p:sp>
      <p:sp>
        <p:nvSpPr>
          <p:cNvPr id="1036299" name="Text Box 11"/>
          <p:cNvSpPr txBox="1">
            <a:spLocks noChangeArrowheads="1"/>
          </p:cNvSpPr>
          <p:nvPr/>
        </p:nvSpPr>
        <p:spPr bwMode="auto">
          <a:xfrm>
            <a:off x="381000" y="914400"/>
            <a:ext cx="8382000" cy="217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  对于规模较大，零较多或局部比较特殊的矩阵</a:t>
            </a:r>
            <a:r>
              <a:rPr lang="zh-CN" altLang="en-US" sz="3000" i="1"/>
              <a:t>，</a:t>
            </a:r>
            <a:r>
              <a:rPr lang="zh-CN" altLang="en-US">
                <a:latin typeface="宋体" panose="02010600030101010101" pitchFamily="2" charset="-122"/>
              </a:rPr>
              <a:t>为了简化运算，经常采用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分块法</a:t>
            </a:r>
            <a:r>
              <a:rPr lang="zh-CN" altLang="en-US">
                <a:latin typeface="宋体" panose="02010600030101010101" pitchFamily="2" charset="-122"/>
              </a:rPr>
              <a:t>，把大矩阵分割成小矩阵。在运算时，把这些小矩阵当作元素一样来处理。 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6300" name="Text Box 12"/>
          <p:cNvSpPr txBox="1">
            <a:spLocks noChangeArrowheads="1"/>
          </p:cNvSpPr>
          <p:nvPr/>
        </p:nvSpPr>
        <p:spPr bwMode="auto">
          <a:xfrm>
            <a:off x="381000" y="3200400"/>
            <a:ext cx="8382000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/>
              <a:t>    </a:t>
            </a:r>
            <a:r>
              <a:rPr lang="zh-CN" altLang="en-US">
                <a:latin typeface="宋体" panose="02010600030101010101" pitchFamily="2" charset="-122"/>
              </a:rPr>
              <a:t>具体做法是：将矩阵用若干条纵线和横线分成许多个小矩阵，每一个小矩阵称为</a:t>
            </a:r>
            <a:r>
              <a:rPr lang="en-US" altLang="zh-CN" sz="3000" i="1"/>
              <a:t>A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子块</a:t>
            </a:r>
            <a:r>
              <a:rPr lang="zh-CN" altLang="en-US">
                <a:latin typeface="宋体" panose="02010600030101010101" pitchFamily="2" charset="-122"/>
              </a:rPr>
              <a:t>，以子块为元素的形式上的矩阵称为</a:t>
            </a: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分块矩阵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6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290" grpId="0" autoUpdateAnimBg="0"/>
      <p:bldP spid="1036299" grpId="0" autoUpdateAnimBg="0"/>
      <p:bldP spid="1036300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50C0A-A109-46F1-A569-9717645C1092}" type="slidenum">
              <a:rPr lang="zh-CN" altLang="en-US"/>
              <a:pPr/>
              <a:t>56</a:t>
            </a:fld>
            <a:endParaRPr lang="zh-CN" altLang="en-US"/>
          </a:p>
        </p:txBody>
      </p:sp>
      <p:graphicFrame>
        <p:nvGraphicFramePr>
          <p:cNvPr id="1037314" name="Object 2"/>
          <p:cNvGraphicFramePr>
            <a:graphicFrameLocks noChangeAspect="1"/>
          </p:cNvGraphicFramePr>
          <p:nvPr/>
        </p:nvGraphicFramePr>
        <p:xfrm>
          <a:off x="1600200" y="457200"/>
          <a:ext cx="2755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16" name="Equation" r:id="rId3" imgW="2755800" imgH="2044440" progId="Equation.3">
                  <p:embed/>
                </p:oleObj>
              </mc:Choice>
              <mc:Fallback>
                <p:oleObj name="Equation" r:id="rId3" imgW="2755800" imgH="20444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57200"/>
                        <a:ext cx="2755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315" name="Line 3"/>
          <p:cNvSpPr>
            <a:spLocks noChangeShapeType="1"/>
          </p:cNvSpPr>
          <p:nvPr/>
        </p:nvSpPr>
        <p:spPr bwMode="auto">
          <a:xfrm>
            <a:off x="2308225" y="914400"/>
            <a:ext cx="1958975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7316" name="Line 4"/>
          <p:cNvSpPr>
            <a:spLocks noChangeShapeType="1"/>
          </p:cNvSpPr>
          <p:nvPr/>
        </p:nvSpPr>
        <p:spPr bwMode="auto">
          <a:xfrm>
            <a:off x="2362200" y="1981200"/>
            <a:ext cx="1828800" cy="0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37317" name="Object 5"/>
          <p:cNvGraphicFramePr>
            <a:graphicFrameLocks noChangeAspect="1"/>
          </p:cNvGraphicFramePr>
          <p:nvPr/>
        </p:nvGraphicFramePr>
        <p:xfrm>
          <a:off x="4419600" y="736600"/>
          <a:ext cx="11557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17" name="Equation" r:id="rId5" imgW="1155600" imgH="1536480" progId="Equation.3">
                  <p:embed/>
                </p:oleObj>
              </mc:Choice>
              <mc:Fallback>
                <p:oleObj name="Equation" r:id="rId5" imgW="1155600" imgH="1536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736600"/>
                        <a:ext cx="11557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318" name="Rectangle 6"/>
          <p:cNvSpPr>
            <a:spLocks noChangeArrowheads="1"/>
          </p:cNvSpPr>
          <p:nvPr/>
        </p:nvSpPr>
        <p:spPr bwMode="auto">
          <a:xfrm>
            <a:off x="609600" y="1165225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1037319" name="Object 7"/>
          <p:cNvGraphicFramePr>
            <a:graphicFrameLocks noChangeAspect="1"/>
          </p:cNvGraphicFramePr>
          <p:nvPr/>
        </p:nvGraphicFramePr>
        <p:xfrm>
          <a:off x="1676400" y="3124200"/>
          <a:ext cx="2755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18" name="Equation" r:id="rId7" imgW="2755800" imgH="2044440" progId="Equation.3">
                  <p:embed/>
                </p:oleObj>
              </mc:Choice>
              <mc:Fallback>
                <p:oleObj name="Equation" r:id="rId7" imgW="2755800" imgH="2044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124200"/>
                        <a:ext cx="2755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320" name="Line 8"/>
          <p:cNvSpPr>
            <a:spLocks noChangeShapeType="1"/>
          </p:cNvSpPr>
          <p:nvPr/>
        </p:nvSpPr>
        <p:spPr bwMode="auto">
          <a:xfrm>
            <a:off x="2438400" y="3581400"/>
            <a:ext cx="18288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7321" name="Line 9"/>
          <p:cNvSpPr>
            <a:spLocks noChangeShapeType="1"/>
          </p:cNvSpPr>
          <p:nvPr/>
        </p:nvSpPr>
        <p:spPr bwMode="auto">
          <a:xfrm>
            <a:off x="3365500" y="3098800"/>
            <a:ext cx="0" cy="2119313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37322" name="Object 10"/>
          <p:cNvGraphicFramePr>
            <a:graphicFrameLocks noChangeAspect="1"/>
          </p:cNvGraphicFramePr>
          <p:nvPr/>
        </p:nvGraphicFramePr>
        <p:xfrm>
          <a:off x="4483100" y="3656013"/>
          <a:ext cx="19812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319" name="Equation" r:id="rId8" imgW="1866600" imgH="990360" progId="Equation.3">
                  <p:embed/>
                </p:oleObj>
              </mc:Choice>
              <mc:Fallback>
                <p:oleObj name="Equation" r:id="rId8" imgW="1866600" imgH="9903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3656013"/>
                        <a:ext cx="19812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3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3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3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3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7318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16C75-C59D-4E3A-A4B5-228B8C5AE659}" type="slidenum">
              <a:rPr lang="zh-CN" altLang="en-US"/>
              <a:pPr/>
              <a:t>57</a:t>
            </a:fld>
            <a:endParaRPr lang="zh-CN" altLang="en-US"/>
          </a:p>
        </p:txBody>
      </p:sp>
      <p:graphicFrame>
        <p:nvGraphicFramePr>
          <p:cNvPr id="1038338" name="Object 2"/>
          <p:cNvGraphicFramePr>
            <a:graphicFrameLocks noChangeAspect="1"/>
          </p:cNvGraphicFramePr>
          <p:nvPr/>
        </p:nvGraphicFramePr>
        <p:xfrm>
          <a:off x="1600200" y="457200"/>
          <a:ext cx="2755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44" name="Equation" r:id="rId3" imgW="2755800" imgH="2044440" progId="Equation.3">
                  <p:embed/>
                </p:oleObj>
              </mc:Choice>
              <mc:Fallback>
                <p:oleObj name="Equation" r:id="rId3" imgW="2755800" imgH="20444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57200"/>
                        <a:ext cx="2755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339" name="Rectangle 3"/>
          <p:cNvSpPr>
            <a:spLocks noChangeArrowheads="1"/>
          </p:cNvSpPr>
          <p:nvPr/>
        </p:nvSpPr>
        <p:spPr bwMode="auto">
          <a:xfrm>
            <a:off x="609600" y="1165225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38340" name="Line 4"/>
          <p:cNvSpPr>
            <a:spLocks noChangeShapeType="1"/>
          </p:cNvSpPr>
          <p:nvPr/>
        </p:nvSpPr>
        <p:spPr bwMode="auto">
          <a:xfrm>
            <a:off x="2755900" y="546100"/>
            <a:ext cx="0" cy="1828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38341" name="Object 5"/>
          <p:cNvGraphicFramePr>
            <a:graphicFrameLocks noChangeAspect="1"/>
          </p:cNvGraphicFramePr>
          <p:nvPr/>
        </p:nvGraphicFramePr>
        <p:xfrm>
          <a:off x="4419600" y="1168400"/>
          <a:ext cx="282416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45" name="Equation" r:id="rId5" imgW="1218960" imgH="228600" progId="Equation.3">
                  <p:embed/>
                </p:oleObj>
              </mc:Choice>
              <mc:Fallback>
                <p:oleObj name="Equation" r:id="rId5" imgW="121896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68400"/>
                        <a:ext cx="2824163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342" name="Line 6"/>
          <p:cNvSpPr>
            <a:spLocks noChangeShapeType="1"/>
          </p:cNvSpPr>
          <p:nvPr/>
        </p:nvSpPr>
        <p:spPr bwMode="auto">
          <a:xfrm>
            <a:off x="3276600" y="533400"/>
            <a:ext cx="0" cy="1828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343" name="Line 7"/>
          <p:cNvSpPr>
            <a:spLocks noChangeShapeType="1"/>
          </p:cNvSpPr>
          <p:nvPr/>
        </p:nvSpPr>
        <p:spPr bwMode="auto">
          <a:xfrm>
            <a:off x="3810000" y="533400"/>
            <a:ext cx="0" cy="1828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38344" name="Object 8"/>
          <p:cNvGraphicFramePr>
            <a:graphicFrameLocks noChangeAspect="1"/>
          </p:cNvGraphicFramePr>
          <p:nvPr/>
        </p:nvGraphicFramePr>
        <p:xfrm>
          <a:off x="1676400" y="2971800"/>
          <a:ext cx="27559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46" name="Equation" r:id="rId7" imgW="2755800" imgH="2044440" progId="Equation.3">
                  <p:embed/>
                </p:oleObj>
              </mc:Choice>
              <mc:Fallback>
                <p:oleObj name="Equation" r:id="rId7" imgW="2755800" imgH="20444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971800"/>
                        <a:ext cx="27559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345" name="Object 9"/>
          <p:cNvGraphicFramePr>
            <a:graphicFrameLocks noChangeAspect="1"/>
          </p:cNvGraphicFramePr>
          <p:nvPr/>
        </p:nvGraphicFramePr>
        <p:xfrm>
          <a:off x="4470400" y="3378200"/>
          <a:ext cx="21526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47" name="Equation" r:id="rId8" imgW="863280" imgH="469800" progId="Equation.3">
                  <p:embed/>
                </p:oleObj>
              </mc:Choice>
              <mc:Fallback>
                <p:oleObj name="Equation" r:id="rId8" imgW="86328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3378200"/>
                        <a:ext cx="2152650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346" name="Object 10"/>
          <p:cNvGraphicFramePr>
            <a:graphicFrameLocks noChangeAspect="1"/>
          </p:cNvGraphicFramePr>
          <p:nvPr/>
        </p:nvGraphicFramePr>
        <p:xfrm>
          <a:off x="228600" y="5181600"/>
          <a:ext cx="297497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48" name="Equation" r:id="rId10" imgW="1244520" imgH="469800" progId="Equation.3">
                  <p:embed/>
                </p:oleObj>
              </mc:Choice>
              <mc:Fallback>
                <p:oleObj name="Equation" r:id="rId10" imgW="124452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181600"/>
                        <a:ext cx="2974975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347" name="Object 11"/>
          <p:cNvGraphicFramePr>
            <a:graphicFrameLocks noChangeAspect="1"/>
          </p:cNvGraphicFramePr>
          <p:nvPr/>
        </p:nvGraphicFramePr>
        <p:xfrm>
          <a:off x="3200400" y="5168900"/>
          <a:ext cx="20574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49" name="Equation" r:id="rId12" imgW="888840" imgH="469800" progId="Equation.3">
                  <p:embed/>
                </p:oleObj>
              </mc:Choice>
              <mc:Fallback>
                <p:oleObj name="Equation" r:id="rId12" imgW="888840" imgH="46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168900"/>
                        <a:ext cx="2057400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348" name="Object 12"/>
          <p:cNvGraphicFramePr>
            <a:graphicFrameLocks noChangeAspect="1"/>
          </p:cNvGraphicFramePr>
          <p:nvPr/>
        </p:nvGraphicFramePr>
        <p:xfrm>
          <a:off x="5257800" y="5194300"/>
          <a:ext cx="18288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50" name="Equation" r:id="rId14" imgW="838080" imgH="469800" progId="Equation.3">
                  <p:embed/>
                </p:oleObj>
              </mc:Choice>
              <mc:Fallback>
                <p:oleObj name="Equation" r:id="rId14" imgW="838080" imgH="469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194300"/>
                        <a:ext cx="18288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349" name="Object 13"/>
          <p:cNvGraphicFramePr>
            <a:graphicFrameLocks noChangeAspect="1"/>
          </p:cNvGraphicFramePr>
          <p:nvPr/>
        </p:nvGraphicFramePr>
        <p:xfrm>
          <a:off x="7162800" y="5181600"/>
          <a:ext cx="17526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51" name="Equation" r:id="rId16" imgW="825480" imgH="469800" progId="Equation.3">
                  <p:embed/>
                </p:oleObj>
              </mc:Choice>
              <mc:Fallback>
                <p:oleObj name="Equation" r:id="rId16" imgW="825480" imgH="469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181600"/>
                        <a:ext cx="17526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350" name="Line 14"/>
          <p:cNvSpPr>
            <a:spLocks noChangeShapeType="1"/>
          </p:cNvSpPr>
          <p:nvPr/>
        </p:nvSpPr>
        <p:spPr bwMode="auto">
          <a:xfrm>
            <a:off x="2413000" y="3962400"/>
            <a:ext cx="19050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351" name="Line 15"/>
          <p:cNvSpPr>
            <a:spLocks noChangeShapeType="1"/>
          </p:cNvSpPr>
          <p:nvPr/>
        </p:nvSpPr>
        <p:spPr bwMode="auto">
          <a:xfrm>
            <a:off x="3352800" y="3098800"/>
            <a:ext cx="0" cy="1828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3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3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3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3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3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3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3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3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3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3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11E5E-3914-4D22-9382-04938F98D889}" type="slidenum">
              <a:rPr lang="zh-CN" altLang="en-US"/>
              <a:pPr/>
              <a:t>58</a:t>
            </a:fld>
            <a:endParaRPr lang="zh-CN" altLang="en-US"/>
          </a:p>
        </p:txBody>
      </p:sp>
      <p:sp>
        <p:nvSpPr>
          <p:cNvPr id="1039362" name="Rectangle 2"/>
          <p:cNvSpPr>
            <a:spLocks noChangeArrowheads="1"/>
          </p:cNvSpPr>
          <p:nvPr/>
        </p:nvSpPr>
        <p:spPr bwMode="auto">
          <a:xfrm>
            <a:off x="533400" y="304800"/>
            <a:ext cx="5867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  <a:ea typeface="黑体" panose="02010609060101010101" pitchFamily="49" charset="-122"/>
              </a:rPr>
              <a:t>分块矩阵的运算规则</a:t>
            </a:r>
          </a:p>
        </p:txBody>
      </p:sp>
      <p:graphicFrame>
        <p:nvGraphicFramePr>
          <p:cNvPr id="1039363" name="Object 3"/>
          <p:cNvGraphicFramePr>
            <a:graphicFrameLocks noChangeAspect="1"/>
          </p:cNvGraphicFramePr>
          <p:nvPr/>
        </p:nvGraphicFramePr>
        <p:xfrm>
          <a:off x="685800" y="3825875"/>
          <a:ext cx="60198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363" name="Equation" r:id="rId3" imgW="5956200" imgH="482400" progId="Equation.3">
                  <p:embed/>
                </p:oleObj>
              </mc:Choice>
              <mc:Fallback>
                <p:oleObj name="Equation" r:id="rId3" imgW="5956200" imgH="482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25875"/>
                        <a:ext cx="60198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4" name="Object 4"/>
          <p:cNvGraphicFramePr>
            <a:graphicFrameLocks noChangeAspect="1"/>
          </p:cNvGraphicFramePr>
          <p:nvPr/>
        </p:nvGraphicFramePr>
        <p:xfrm>
          <a:off x="1143000" y="4283075"/>
          <a:ext cx="5943600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364" name="Equation" r:id="rId5" imgW="5244840" imgH="1536480" progId="Equation.3">
                  <p:embed/>
                </p:oleObj>
              </mc:Choice>
              <mc:Fallback>
                <p:oleObj name="Equation" r:id="rId5" imgW="5244840" imgH="1536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283075"/>
                        <a:ext cx="5943600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365" name="Object 5"/>
          <p:cNvGraphicFramePr>
            <a:graphicFrameLocks noChangeAspect="1"/>
          </p:cNvGraphicFramePr>
          <p:nvPr/>
        </p:nvGraphicFramePr>
        <p:xfrm>
          <a:off x="1295400" y="2149475"/>
          <a:ext cx="6418263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365" name="Equation" r:id="rId7" imgW="6121080" imgH="1536480" progId="Equation.3">
                  <p:embed/>
                </p:oleObj>
              </mc:Choice>
              <mc:Fallback>
                <p:oleObj name="Equation" r:id="rId7" imgW="6121080" imgH="1536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49475"/>
                        <a:ext cx="6418263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9366" name="Group 6"/>
          <p:cNvGrpSpPr>
            <a:grpSpLocks/>
          </p:cNvGrpSpPr>
          <p:nvPr/>
        </p:nvGrpSpPr>
        <p:grpSpPr bwMode="auto">
          <a:xfrm>
            <a:off x="2057400" y="2073275"/>
            <a:ext cx="3962400" cy="2743200"/>
            <a:chOff x="1440" y="1536"/>
            <a:chExt cx="2496" cy="1728"/>
          </a:xfrm>
        </p:grpSpPr>
        <p:sp>
          <p:nvSpPr>
            <p:cNvPr id="1039367" name="Rectangle 7"/>
            <p:cNvSpPr>
              <a:spLocks noChangeArrowheads="1"/>
            </p:cNvSpPr>
            <p:nvPr/>
          </p:nvSpPr>
          <p:spPr bwMode="auto">
            <a:xfrm>
              <a:off x="1440" y="1536"/>
              <a:ext cx="384" cy="3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368" name="Rectangle 8"/>
            <p:cNvSpPr>
              <a:spLocks noChangeArrowheads="1"/>
            </p:cNvSpPr>
            <p:nvPr/>
          </p:nvSpPr>
          <p:spPr bwMode="auto">
            <a:xfrm>
              <a:off x="1824" y="2928"/>
              <a:ext cx="960" cy="3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369" name="Rectangle 9"/>
            <p:cNvSpPr>
              <a:spLocks noChangeArrowheads="1"/>
            </p:cNvSpPr>
            <p:nvPr/>
          </p:nvSpPr>
          <p:spPr bwMode="auto">
            <a:xfrm>
              <a:off x="3552" y="1536"/>
              <a:ext cx="384" cy="3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39370" name="Group 10"/>
          <p:cNvGrpSpPr>
            <a:grpSpLocks/>
          </p:cNvGrpSpPr>
          <p:nvPr/>
        </p:nvGrpSpPr>
        <p:grpSpPr bwMode="auto">
          <a:xfrm>
            <a:off x="3581400" y="2073275"/>
            <a:ext cx="3962400" cy="2743200"/>
            <a:chOff x="2400" y="1536"/>
            <a:chExt cx="2496" cy="1728"/>
          </a:xfrm>
        </p:grpSpPr>
        <p:sp>
          <p:nvSpPr>
            <p:cNvPr id="1039371" name="Rectangle 11"/>
            <p:cNvSpPr>
              <a:spLocks noChangeArrowheads="1"/>
            </p:cNvSpPr>
            <p:nvPr/>
          </p:nvSpPr>
          <p:spPr bwMode="auto">
            <a:xfrm>
              <a:off x="2400" y="1536"/>
              <a:ext cx="384" cy="336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372" name="Rectangle 12"/>
            <p:cNvSpPr>
              <a:spLocks noChangeArrowheads="1"/>
            </p:cNvSpPr>
            <p:nvPr/>
          </p:nvSpPr>
          <p:spPr bwMode="auto">
            <a:xfrm>
              <a:off x="4512" y="1536"/>
              <a:ext cx="384" cy="336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373" name="Rectangle 13"/>
            <p:cNvSpPr>
              <a:spLocks noChangeArrowheads="1"/>
            </p:cNvSpPr>
            <p:nvPr/>
          </p:nvSpPr>
          <p:spPr bwMode="auto">
            <a:xfrm>
              <a:off x="3408" y="2928"/>
              <a:ext cx="1008" cy="336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9374" name="Text Box 14"/>
          <p:cNvSpPr txBox="1">
            <a:spLocks noChangeArrowheads="1"/>
          </p:cNvSpPr>
          <p:nvPr/>
        </p:nvSpPr>
        <p:spPr bwMode="auto">
          <a:xfrm>
            <a:off x="457200" y="838200"/>
            <a:ext cx="8229600" cy="1154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(1)  分块矩阵</a:t>
            </a:r>
            <a:r>
              <a:rPr lang="en-US" altLang="zh-CN" sz="3000" i="1"/>
              <a:t>A</a:t>
            </a:r>
            <a:r>
              <a:rPr lang="zh-CN" altLang="en-US"/>
              <a:t>与</a:t>
            </a:r>
            <a:r>
              <a:rPr lang="en-US" altLang="zh-CN" sz="3000" i="1"/>
              <a:t>B</a:t>
            </a:r>
            <a:r>
              <a:rPr lang="zh-CN" altLang="en-US"/>
              <a:t>的行数相同,列数相同, 采用相同的分块法, 有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9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93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9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9362" grpId="0" autoUpdateAnimBg="0"/>
      <p:bldP spid="1039374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3B426-D063-4272-8478-7A750FE851AD}" type="slidenum">
              <a:rPr lang="zh-CN" altLang="en-US"/>
              <a:pPr/>
              <a:t>59</a:t>
            </a:fld>
            <a:endParaRPr lang="zh-CN" altLang="en-US"/>
          </a:p>
        </p:txBody>
      </p:sp>
      <p:graphicFrame>
        <p:nvGraphicFramePr>
          <p:cNvPr id="1040386" name="Object 2"/>
          <p:cNvGraphicFramePr>
            <a:graphicFrameLocks noChangeAspect="1"/>
          </p:cNvGraphicFramePr>
          <p:nvPr/>
        </p:nvGraphicFramePr>
        <p:xfrm>
          <a:off x="609600" y="533400"/>
          <a:ext cx="5965825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386" name="Equation" r:id="rId3" imgW="2603160" imgH="711000" progId="Equation.3">
                  <p:embed/>
                </p:oleObj>
              </mc:Choice>
              <mc:Fallback>
                <p:oleObj name="Equation" r:id="rId3" imgW="260316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3400"/>
                        <a:ext cx="5965825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387" name="Object 3"/>
          <p:cNvGraphicFramePr>
            <a:graphicFrameLocks noChangeAspect="1"/>
          </p:cNvGraphicFramePr>
          <p:nvPr/>
        </p:nvGraphicFramePr>
        <p:xfrm>
          <a:off x="1524000" y="2514600"/>
          <a:ext cx="3657600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387" name="Equation" r:id="rId5" imgW="1523880" imgH="711000" progId="Equation.3">
                  <p:embed/>
                </p:oleObj>
              </mc:Choice>
              <mc:Fallback>
                <p:oleObj name="Equation" r:id="rId5" imgW="152388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514600"/>
                        <a:ext cx="3657600" cy="163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388" name="Text Box 4"/>
          <p:cNvSpPr txBox="1">
            <a:spLocks noChangeArrowheads="1"/>
          </p:cNvSpPr>
          <p:nvPr/>
        </p:nvSpPr>
        <p:spPr bwMode="auto">
          <a:xfrm>
            <a:off x="381000" y="4419600"/>
            <a:ext cx="8077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  由于矩阵的加法与数乘比较简单，一般不需用分块计算。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0388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4C474-FE4A-4EAD-8A02-B558E48C4F30}" type="slidenum">
              <a:rPr lang="zh-CN" altLang="en-US"/>
              <a:pPr/>
              <a:t>60</a:t>
            </a:fld>
            <a:endParaRPr lang="zh-CN" altLang="en-US"/>
          </a:p>
        </p:txBody>
      </p:sp>
      <p:grpSp>
        <p:nvGrpSpPr>
          <p:cNvPr id="1041410" name="Group 2"/>
          <p:cNvGrpSpPr>
            <a:grpSpLocks/>
          </p:cNvGrpSpPr>
          <p:nvPr/>
        </p:nvGrpSpPr>
        <p:grpSpPr bwMode="auto">
          <a:xfrm>
            <a:off x="533400" y="457200"/>
            <a:ext cx="4449763" cy="1706563"/>
            <a:chOff x="231" y="249"/>
            <a:chExt cx="2803" cy="1075"/>
          </a:xfrm>
        </p:grpSpPr>
        <p:graphicFrame>
          <p:nvGraphicFramePr>
            <p:cNvPr id="1041411" name="Object 3"/>
            <p:cNvGraphicFramePr>
              <a:graphicFrameLocks noChangeAspect="1"/>
            </p:cNvGraphicFramePr>
            <p:nvPr/>
          </p:nvGraphicFramePr>
          <p:xfrm>
            <a:off x="231" y="249"/>
            <a:ext cx="2803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414" name="Equation" r:id="rId3" imgW="1854000" imgH="711000" progId="Equation.3">
                    <p:embed/>
                  </p:oleObj>
                </mc:Choice>
                <mc:Fallback>
                  <p:oleObj name="Equation" r:id="rId3" imgW="1854000" imgH="7110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" y="249"/>
                          <a:ext cx="2803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412" name="Object 4"/>
            <p:cNvGraphicFramePr>
              <a:graphicFrameLocks noChangeAspect="1"/>
            </p:cNvGraphicFramePr>
            <p:nvPr/>
          </p:nvGraphicFramePr>
          <p:xfrm>
            <a:off x="2352" y="317"/>
            <a:ext cx="33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415" name="Equation" r:id="rId5" imgW="482400" imgH="419040" progId="Equation.3">
                    <p:embed/>
                  </p:oleObj>
                </mc:Choice>
                <mc:Fallback>
                  <p:oleObj name="Equation" r:id="rId5" imgW="482400" imgH="4190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317"/>
                          <a:ext cx="336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413" name="Object 5"/>
            <p:cNvGraphicFramePr>
              <a:graphicFrameLocks noChangeAspect="1"/>
            </p:cNvGraphicFramePr>
            <p:nvPr/>
          </p:nvGraphicFramePr>
          <p:xfrm>
            <a:off x="1536" y="969"/>
            <a:ext cx="33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416" name="Equation" r:id="rId7" imgW="482400" imgH="431640" progId="Equation.3">
                    <p:embed/>
                  </p:oleObj>
                </mc:Choice>
                <mc:Fallback>
                  <p:oleObj name="Equation" r:id="rId7" imgW="482400" imgH="431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969"/>
                          <a:ext cx="33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1414" name="Group 6"/>
          <p:cNvGrpSpPr>
            <a:grpSpLocks/>
          </p:cNvGrpSpPr>
          <p:nvPr/>
        </p:nvGrpSpPr>
        <p:grpSpPr bwMode="auto">
          <a:xfrm>
            <a:off x="914400" y="2514600"/>
            <a:ext cx="3962400" cy="1676400"/>
            <a:chOff x="2856" y="240"/>
            <a:chExt cx="2472" cy="1008"/>
          </a:xfrm>
        </p:grpSpPr>
        <p:graphicFrame>
          <p:nvGraphicFramePr>
            <p:cNvPr id="1041415" name="Object 7"/>
            <p:cNvGraphicFramePr>
              <a:graphicFrameLocks noChangeAspect="1"/>
            </p:cNvGraphicFramePr>
            <p:nvPr/>
          </p:nvGraphicFramePr>
          <p:xfrm>
            <a:off x="2856" y="240"/>
            <a:ext cx="2472" cy="1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417" name="Equation" r:id="rId9" imgW="3708360" imgH="1612800" progId="Equation.3">
                    <p:embed/>
                  </p:oleObj>
                </mc:Choice>
                <mc:Fallback>
                  <p:oleObj name="Equation" r:id="rId9" imgW="3708360" imgH="16128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240"/>
                          <a:ext cx="2472" cy="10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416" name="Object 8"/>
            <p:cNvGraphicFramePr>
              <a:graphicFrameLocks noChangeAspect="1"/>
            </p:cNvGraphicFramePr>
            <p:nvPr/>
          </p:nvGraphicFramePr>
          <p:xfrm>
            <a:off x="4782" y="240"/>
            <a:ext cx="32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418" name="Equation" r:id="rId11" imgW="482400" imgH="482400" progId="Equation.3">
                    <p:embed/>
                  </p:oleObj>
                </mc:Choice>
                <mc:Fallback>
                  <p:oleObj name="Equation" r:id="rId11" imgW="482400" imgH="482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2" y="240"/>
                          <a:ext cx="322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417" name="Object 9"/>
            <p:cNvGraphicFramePr>
              <a:graphicFrameLocks noChangeAspect="1"/>
            </p:cNvGraphicFramePr>
            <p:nvPr/>
          </p:nvGraphicFramePr>
          <p:xfrm>
            <a:off x="3936" y="912"/>
            <a:ext cx="32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9419" name="Equation" r:id="rId13" imgW="482400" imgH="469800" progId="Equation.3">
                    <p:embed/>
                  </p:oleObj>
                </mc:Choice>
                <mc:Fallback>
                  <p:oleObj name="Equation" r:id="rId13" imgW="482400" imgH="4698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912"/>
                          <a:ext cx="322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1418" name="Text Box 10"/>
          <p:cNvSpPr txBox="1">
            <a:spLocks noChangeArrowheads="1"/>
          </p:cNvSpPr>
          <p:nvPr/>
        </p:nvSpPr>
        <p:spPr bwMode="auto">
          <a:xfrm>
            <a:off x="381000" y="4495800"/>
            <a:ext cx="8229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  分块矩阵转置时，先按块转置，再将各子块内部转置。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41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C010A-0590-4CE7-932B-129C5003341E}" type="slidenum">
              <a:rPr lang="zh-CN" altLang="en-US"/>
              <a:pPr/>
              <a:t>61</a:t>
            </a:fld>
            <a:endParaRPr lang="zh-CN" altLang="en-US"/>
          </a:p>
        </p:txBody>
      </p:sp>
      <p:graphicFrame>
        <p:nvGraphicFramePr>
          <p:cNvPr id="1042434" name="Object 2"/>
          <p:cNvGraphicFramePr>
            <a:graphicFrameLocks noChangeAspect="1"/>
          </p:cNvGraphicFramePr>
          <p:nvPr/>
        </p:nvGraphicFramePr>
        <p:xfrm>
          <a:off x="474663" y="381000"/>
          <a:ext cx="73421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37" name="Equation" r:id="rId3" imgW="2705040" imgH="215640" progId="Equation.3">
                  <p:embed/>
                </p:oleObj>
              </mc:Choice>
              <mc:Fallback>
                <p:oleObj name="Equation" r:id="rId3" imgW="270504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381000"/>
                        <a:ext cx="73421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35" name="Object 3"/>
          <p:cNvGraphicFramePr>
            <a:graphicFrameLocks noChangeAspect="1"/>
          </p:cNvGraphicFramePr>
          <p:nvPr/>
        </p:nvGraphicFramePr>
        <p:xfrm>
          <a:off x="533400" y="1143000"/>
          <a:ext cx="7554913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38" name="Equation" r:id="rId5" imgW="2730240" imgH="711000" progId="Equation.3">
                  <p:embed/>
                </p:oleObj>
              </mc:Choice>
              <mc:Fallback>
                <p:oleObj name="Equation" r:id="rId5" imgW="273024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43000"/>
                        <a:ext cx="7554913" cy="165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36" name="Object 4"/>
          <p:cNvGraphicFramePr>
            <a:graphicFrameLocks noChangeAspect="1"/>
          </p:cNvGraphicFramePr>
          <p:nvPr/>
        </p:nvGraphicFramePr>
        <p:xfrm>
          <a:off x="441325" y="2895600"/>
          <a:ext cx="78803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39" name="Equation" r:id="rId7" imgW="3213000" imgH="482400" progId="Equation.3">
                  <p:embed/>
                </p:oleObj>
              </mc:Choice>
              <mc:Fallback>
                <p:oleObj name="Equation" r:id="rId7" imgW="321300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2895600"/>
                        <a:ext cx="788035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37" name="Object 5"/>
          <p:cNvGraphicFramePr>
            <a:graphicFrameLocks noChangeAspect="1"/>
          </p:cNvGraphicFramePr>
          <p:nvPr/>
        </p:nvGraphicFramePr>
        <p:xfrm>
          <a:off x="2286000" y="3733800"/>
          <a:ext cx="373380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40" name="Equation" r:id="rId9" imgW="3200400" imgH="1536480" progId="Equation.3">
                  <p:embed/>
                </p:oleObj>
              </mc:Choice>
              <mc:Fallback>
                <p:oleObj name="Equation" r:id="rId9" imgW="3200400" imgH="1536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733800"/>
                        <a:ext cx="3733800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438" name="Object 6"/>
          <p:cNvGraphicFramePr>
            <a:graphicFrameLocks noChangeAspect="1"/>
          </p:cNvGraphicFramePr>
          <p:nvPr/>
        </p:nvGraphicFramePr>
        <p:xfrm>
          <a:off x="457200" y="5257800"/>
          <a:ext cx="7645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441" name="Equation" r:id="rId11" imgW="2857320" imgH="431640" progId="Equation.3">
                  <p:embed/>
                </p:oleObj>
              </mc:Choice>
              <mc:Fallback>
                <p:oleObj name="Equation" r:id="rId11" imgW="285732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7645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8605-3589-4070-8DAE-2B3CA66FEFAF}" type="slidenum">
              <a:rPr lang="zh-CN" altLang="en-US"/>
              <a:pPr/>
              <a:t>62</a:t>
            </a:fld>
            <a:endParaRPr lang="zh-CN" altLang="en-US"/>
          </a:p>
        </p:txBody>
      </p:sp>
      <p:graphicFrame>
        <p:nvGraphicFramePr>
          <p:cNvPr id="1043458" name="Object 2"/>
          <p:cNvGraphicFramePr>
            <a:graphicFrameLocks noChangeAspect="1"/>
          </p:cNvGraphicFramePr>
          <p:nvPr/>
        </p:nvGraphicFramePr>
        <p:xfrm>
          <a:off x="533400" y="908050"/>
          <a:ext cx="30480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64" name="Equation" r:id="rId3" imgW="3047760" imgH="2044440" progId="Equation.3">
                  <p:embed/>
                </p:oleObj>
              </mc:Choice>
              <mc:Fallback>
                <p:oleObj name="Equation" r:id="rId3" imgW="3047760" imgH="20444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908050"/>
                        <a:ext cx="30480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459" name="Line 3"/>
          <p:cNvSpPr>
            <a:spLocks noChangeShapeType="1"/>
          </p:cNvSpPr>
          <p:nvPr/>
        </p:nvSpPr>
        <p:spPr bwMode="auto">
          <a:xfrm>
            <a:off x="1066800" y="1898650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3460" name="Line 4"/>
          <p:cNvSpPr>
            <a:spLocks noChangeShapeType="1"/>
          </p:cNvSpPr>
          <p:nvPr/>
        </p:nvSpPr>
        <p:spPr bwMode="auto">
          <a:xfrm>
            <a:off x="2438400" y="755650"/>
            <a:ext cx="0" cy="2362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3461" name="Rectangle 5"/>
          <p:cNvSpPr>
            <a:spLocks noChangeArrowheads="1"/>
          </p:cNvSpPr>
          <p:nvPr/>
        </p:nvSpPr>
        <p:spPr bwMode="auto">
          <a:xfrm>
            <a:off x="304800" y="298450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  <a:r>
              <a:rPr lang="zh-CN" altLang="en-US">
                <a:ea typeface="黑体" panose="02010609060101010101" pitchFamily="49" charset="-122"/>
              </a:rPr>
              <a:t>    </a:t>
            </a:r>
            <a:r>
              <a:rPr lang="zh-CN" altLang="en-US"/>
              <a:t>设</a:t>
            </a:r>
          </a:p>
        </p:txBody>
      </p:sp>
      <p:graphicFrame>
        <p:nvGraphicFramePr>
          <p:cNvPr id="1043462" name="Object 6"/>
          <p:cNvGraphicFramePr>
            <a:graphicFrameLocks noChangeAspect="1"/>
          </p:cNvGraphicFramePr>
          <p:nvPr/>
        </p:nvGraphicFramePr>
        <p:xfrm>
          <a:off x="3657600" y="908050"/>
          <a:ext cx="32893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65" name="Equation" r:id="rId5" imgW="3288960" imgH="2044440" progId="Equation.3">
                  <p:embed/>
                </p:oleObj>
              </mc:Choice>
              <mc:Fallback>
                <p:oleObj name="Equation" r:id="rId5" imgW="3288960" imgH="20444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908050"/>
                        <a:ext cx="32893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3463" name="Object 7"/>
          <p:cNvGraphicFramePr>
            <a:graphicFrameLocks noChangeAspect="1"/>
          </p:cNvGraphicFramePr>
          <p:nvPr/>
        </p:nvGraphicFramePr>
        <p:xfrm>
          <a:off x="7315200" y="1746250"/>
          <a:ext cx="105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66" name="Equation" r:id="rId7" imgW="1054080" imgH="431640" progId="Equation.3">
                  <p:embed/>
                </p:oleObj>
              </mc:Choice>
              <mc:Fallback>
                <p:oleObj name="Equation" r:id="rId7" imgW="105408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746250"/>
                        <a:ext cx="1054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464" name="Text Box 8"/>
          <p:cNvSpPr txBox="1">
            <a:spLocks noChangeArrowheads="1"/>
          </p:cNvSpPr>
          <p:nvPr/>
        </p:nvSpPr>
        <p:spPr bwMode="auto">
          <a:xfrm>
            <a:off x="304800" y="309245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43465" name="Object 9"/>
          <p:cNvGraphicFramePr>
            <a:graphicFrameLocks noChangeAspect="1"/>
          </p:cNvGraphicFramePr>
          <p:nvPr/>
        </p:nvGraphicFramePr>
        <p:xfrm>
          <a:off x="1098550" y="3192463"/>
          <a:ext cx="228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67" name="Equation" r:id="rId9" imgW="2070000" imgH="406080" progId="Equation.3">
                  <p:embed/>
                </p:oleObj>
              </mc:Choice>
              <mc:Fallback>
                <p:oleObj name="Equation" r:id="rId9" imgW="2070000" imgH="406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3192463"/>
                        <a:ext cx="2286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3466" name="Object 10"/>
          <p:cNvGraphicFramePr>
            <a:graphicFrameLocks noChangeAspect="1"/>
          </p:cNvGraphicFramePr>
          <p:nvPr/>
        </p:nvGraphicFramePr>
        <p:xfrm>
          <a:off x="762000" y="3727450"/>
          <a:ext cx="2551113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68" name="Equation" r:id="rId11" imgW="952200" imgH="482400" progId="Equation.3">
                  <p:embed/>
                </p:oleObj>
              </mc:Choice>
              <mc:Fallback>
                <p:oleObj name="Equation" r:id="rId11" imgW="952200" imgH="482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727450"/>
                        <a:ext cx="2551113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467" name="Line 11"/>
          <p:cNvSpPr>
            <a:spLocks noChangeShapeType="1"/>
          </p:cNvSpPr>
          <p:nvPr/>
        </p:nvSpPr>
        <p:spPr bwMode="auto">
          <a:xfrm>
            <a:off x="5791200" y="755650"/>
            <a:ext cx="0" cy="2362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3468" name="Line 12"/>
          <p:cNvSpPr>
            <a:spLocks noChangeShapeType="1"/>
          </p:cNvSpPr>
          <p:nvPr/>
        </p:nvSpPr>
        <p:spPr bwMode="auto">
          <a:xfrm>
            <a:off x="4267200" y="1898650"/>
            <a:ext cx="26670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43469" name="Object 13"/>
          <p:cNvGraphicFramePr>
            <a:graphicFrameLocks noChangeAspect="1"/>
          </p:cNvGraphicFramePr>
          <p:nvPr/>
        </p:nvGraphicFramePr>
        <p:xfrm>
          <a:off x="3429000" y="3748088"/>
          <a:ext cx="2905125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69" name="Equation" r:id="rId13" imgW="1091880" imgH="482400" progId="Equation.3">
                  <p:embed/>
                </p:oleObj>
              </mc:Choice>
              <mc:Fallback>
                <p:oleObj name="Equation" r:id="rId13" imgW="1091880" imgH="482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748088"/>
                        <a:ext cx="2905125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470" name="Text Box 14"/>
          <p:cNvSpPr txBox="1">
            <a:spLocks noChangeArrowheads="1"/>
          </p:cNvSpPr>
          <p:nvPr/>
        </p:nvSpPr>
        <p:spPr bwMode="auto">
          <a:xfrm>
            <a:off x="228600" y="5286375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则</a:t>
            </a:r>
          </a:p>
        </p:txBody>
      </p:sp>
      <p:graphicFrame>
        <p:nvGraphicFramePr>
          <p:cNvPr id="1043471" name="Object 15"/>
          <p:cNvGraphicFramePr>
            <a:graphicFrameLocks noChangeAspect="1"/>
          </p:cNvGraphicFramePr>
          <p:nvPr/>
        </p:nvGraphicFramePr>
        <p:xfrm>
          <a:off x="914400" y="5035550"/>
          <a:ext cx="403860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70" name="Equation" r:id="rId15" imgW="1714320" imgH="482400" progId="Equation.3">
                  <p:embed/>
                </p:oleObj>
              </mc:Choice>
              <mc:Fallback>
                <p:oleObj name="Equation" r:id="rId15" imgW="1714320" imgH="482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35550"/>
                        <a:ext cx="4038600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3472" name="Object 16"/>
          <p:cNvGraphicFramePr>
            <a:graphicFrameLocks noChangeAspect="1"/>
          </p:cNvGraphicFramePr>
          <p:nvPr/>
        </p:nvGraphicFramePr>
        <p:xfrm>
          <a:off x="4991100" y="5099050"/>
          <a:ext cx="3924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71" name="Equation" r:id="rId17" imgW="3924000" imgH="977760" progId="Equation.3">
                  <p:embed/>
                </p:oleObj>
              </mc:Choice>
              <mc:Fallback>
                <p:oleObj name="Equation" r:id="rId17" imgW="3924000" imgH="9777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5099050"/>
                        <a:ext cx="39243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4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"/>
                                        <p:tgtEl>
                                          <p:spTgt spid="104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4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4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4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4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4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4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3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4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4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61" grpId="0" autoUpdateAnimBg="0"/>
      <p:bldP spid="1043464" grpId="0" autoUpdateAnimBg="0"/>
      <p:bldP spid="1043470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3AD3-BA16-4D60-A4DB-0DC9837792C5}" type="slidenum">
              <a:rPr lang="zh-CN" altLang="en-US"/>
              <a:pPr/>
              <a:t>63</a:t>
            </a:fld>
            <a:endParaRPr lang="zh-CN" altLang="en-US"/>
          </a:p>
        </p:txBody>
      </p:sp>
      <p:graphicFrame>
        <p:nvGraphicFramePr>
          <p:cNvPr id="1044482" name="Object 2"/>
          <p:cNvGraphicFramePr>
            <a:graphicFrameLocks noChangeAspect="1"/>
          </p:cNvGraphicFramePr>
          <p:nvPr/>
        </p:nvGraphicFramePr>
        <p:xfrm>
          <a:off x="473075" y="366713"/>
          <a:ext cx="4521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87" name="Equation" r:id="rId3" imgW="4520880" imgH="977760" progId="Equation.3">
                  <p:embed/>
                </p:oleObj>
              </mc:Choice>
              <mc:Fallback>
                <p:oleObj name="Equation" r:id="rId3" imgW="4520880" imgH="9777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366713"/>
                        <a:ext cx="4521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483" name="Text Box 3"/>
          <p:cNvSpPr txBox="1">
            <a:spLocks noChangeArrowheads="1"/>
          </p:cNvSpPr>
          <p:nvPr/>
        </p:nvSpPr>
        <p:spPr bwMode="auto">
          <a:xfrm>
            <a:off x="381000" y="1858963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又</a:t>
            </a:r>
          </a:p>
        </p:txBody>
      </p:sp>
      <p:graphicFrame>
        <p:nvGraphicFramePr>
          <p:cNvPr id="1044484" name="Object 4"/>
          <p:cNvGraphicFramePr>
            <a:graphicFrameLocks noChangeAspect="1"/>
          </p:cNvGraphicFramePr>
          <p:nvPr/>
        </p:nvGraphicFramePr>
        <p:xfrm>
          <a:off x="930275" y="1941513"/>
          <a:ext cx="1638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88" name="Equation" r:id="rId5" imgW="1638000" imgH="419040" progId="Equation.3">
                  <p:embed/>
                </p:oleObj>
              </mc:Choice>
              <mc:Fallback>
                <p:oleObj name="Equation" r:id="rId5" imgW="163800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1941513"/>
                        <a:ext cx="1638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485" name="Object 5"/>
          <p:cNvGraphicFramePr>
            <a:graphicFrameLocks noChangeAspect="1"/>
          </p:cNvGraphicFramePr>
          <p:nvPr/>
        </p:nvGraphicFramePr>
        <p:xfrm>
          <a:off x="2606675" y="1636713"/>
          <a:ext cx="4724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89" name="Equation" r:id="rId7" imgW="2082600" imgH="469800" progId="Equation.3">
                  <p:embed/>
                </p:oleObj>
              </mc:Choice>
              <mc:Fallback>
                <p:oleObj name="Equation" r:id="rId7" imgW="208260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1636713"/>
                        <a:ext cx="47244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486" name="Object 6"/>
          <p:cNvGraphicFramePr>
            <a:graphicFrameLocks noChangeAspect="1"/>
          </p:cNvGraphicFramePr>
          <p:nvPr/>
        </p:nvGraphicFramePr>
        <p:xfrm>
          <a:off x="7340600" y="1712913"/>
          <a:ext cx="1727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90" name="Equation" r:id="rId9" imgW="1726920" imgH="977760" progId="Equation.3">
                  <p:embed/>
                </p:oleObj>
              </mc:Choice>
              <mc:Fallback>
                <p:oleObj name="Equation" r:id="rId9" imgW="1726920" imgH="9777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0600" y="1712913"/>
                        <a:ext cx="1727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487" name="Object 7"/>
          <p:cNvGraphicFramePr>
            <a:graphicFrameLocks noChangeAspect="1"/>
          </p:cNvGraphicFramePr>
          <p:nvPr/>
        </p:nvGraphicFramePr>
        <p:xfrm>
          <a:off x="990600" y="2881313"/>
          <a:ext cx="4254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91" name="Equation" r:id="rId11" imgW="4254480" imgH="977760" progId="Equation.3">
                  <p:embed/>
                </p:oleObj>
              </mc:Choice>
              <mc:Fallback>
                <p:oleObj name="Equation" r:id="rId11" imgW="4254480" imgH="9777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81313"/>
                        <a:ext cx="4254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488" name="Object 8"/>
          <p:cNvGraphicFramePr>
            <a:graphicFrameLocks noChangeAspect="1"/>
          </p:cNvGraphicFramePr>
          <p:nvPr/>
        </p:nvGraphicFramePr>
        <p:xfrm>
          <a:off x="5257800" y="2881313"/>
          <a:ext cx="1460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92" name="Equation" r:id="rId13" imgW="1460160" imgH="977760" progId="Equation.3">
                  <p:embed/>
                </p:oleObj>
              </mc:Choice>
              <mc:Fallback>
                <p:oleObj name="Equation" r:id="rId13" imgW="1460160" imgH="9777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881313"/>
                        <a:ext cx="1460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489" name="Text Box 9"/>
          <p:cNvSpPr txBox="1">
            <a:spLocks noChangeArrowheads="1"/>
          </p:cNvSpPr>
          <p:nvPr/>
        </p:nvSpPr>
        <p:spPr bwMode="auto">
          <a:xfrm>
            <a:off x="331788" y="4862513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于是</a:t>
            </a:r>
          </a:p>
        </p:txBody>
      </p:sp>
      <p:graphicFrame>
        <p:nvGraphicFramePr>
          <p:cNvPr id="1044490" name="Object 10"/>
          <p:cNvGraphicFramePr>
            <a:graphicFrameLocks noChangeAspect="1"/>
          </p:cNvGraphicFramePr>
          <p:nvPr/>
        </p:nvGraphicFramePr>
        <p:xfrm>
          <a:off x="1333500" y="4125913"/>
          <a:ext cx="3402013" cy="212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93" name="Equation" r:id="rId15" imgW="1485720" imgH="927000" progId="Equation.3">
                  <p:embed/>
                </p:oleObj>
              </mc:Choice>
              <mc:Fallback>
                <p:oleObj name="Equation" r:id="rId15" imgW="148572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4125913"/>
                        <a:ext cx="3402013" cy="212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483" grpId="0" autoUpdateAnimBg="0"/>
      <p:bldP spid="1044489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712EA-9952-40DF-B435-47BF3003D165}" type="slidenum">
              <a:rPr lang="zh-CN" altLang="en-US"/>
              <a:pPr/>
              <a:t>64</a:t>
            </a:fld>
            <a:endParaRPr lang="zh-CN" altLang="en-US"/>
          </a:p>
        </p:txBody>
      </p:sp>
      <p:grpSp>
        <p:nvGrpSpPr>
          <p:cNvPr id="1045506" name="Group 2"/>
          <p:cNvGrpSpPr>
            <a:grpSpLocks/>
          </p:cNvGrpSpPr>
          <p:nvPr/>
        </p:nvGrpSpPr>
        <p:grpSpPr bwMode="auto">
          <a:xfrm>
            <a:off x="1524000" y="762000"/>
            <a:ext cx="3581400" cy="2227263"/>
            <a:chOff x="1056" y="1468"/>
            <a:chExt cx="2256" cy="1403"/>
          </a:xfrm>
        </p:grpSpPr>
        <p:graphicFrame>
          <p:nvGraphicFramePr>
            <p:cNvPr id="1045507" name="Object 3"/>
            <p:cNvGraphicFramePr>
              <a:graphicFrameLocks noChangeAspect="1"/>
            </p:cNvGraphicFramePr>
            <p:nvPr/>
          </p:nvGraphicFramePr>
          <p:xfrm>
            <a:off x="1056" y="1468"/>
            <a:ext cx="2256" cy="1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3509" name="Equation" r:id="rId3" imgW="1511280" imgH="939600" progId="Equation.3">
                    <p:embed/>
                  </p:oleObj>
                </mc:Choice>
                <mc:Fallback>
                  <p:oleObj name="Equation" r:id="rId3" imgW="1511280" imgH="939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468"/>
                          <a:ext cx="2256" cy="1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5508" name="Object 4"/>
            <p:cNvGraphicFramePr>
              <a:graphicFrameLocks noChangeAspect="1"/>
            </p:cNvGraphicFramePr>
            <p:nvPr/>
          </p:nvGraphicFramePr>
          <p:xfrm>
            <a:off x="1920" y="2380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3510" name="Equation" r:id="rId5" imgW="291960" imgH="317160" progId="Equation.3">
                    <p:embed/>
                  </p:oleObj>
                </mc:Choice>
                <mc:Fallback>
                  <p:oleObj name="Equation" r:id="rId5" imgW="291960" imgH="31716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380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5509" name="Object 5"/>
            <p:cNvGraphicFramePr>
              <a:graphicFrameLocks noChangeAspect="1"/>
            </p:cNvGraphicFramePr>
            <p:nvPr/>
          </p:nvGraphicFramePr>
          <p:xfrm>
            <a:off x="2592" y="1659"/>
            <a:ext cx="25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3511" name="Equation" r:id="rId7" imgW="114120" imgH="126720" progId="Equation.3">
                    <p:embed/>
                  </p:oleObj>
                </mc:Choice>
                <mc:Fallback>
                  <p:oleObj name="Equation" r:id="rId7" imgW="114120" imgH="12672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659"/>
                          <a:ext cx="25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5510" name="Text Box 6"/>
          <p:cNvSpPr txBox="1">
            <a:spLocks noChangeArrowheads="1"/>
          </p:cNvSpPr>
          <p:nvPr/>
        </p:nvSpPr>
        <p:spPr bwMode="auto">
          <a:xfrm>
            <a:off x="457200" y="155575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形如</a:t>
            </a:r>
          </a:p>
        </p:txBody>
      </p:sp>
      <p:sp>
        <p:nvSpPr>
          <p:cNvPr id="1045511" name="Text Box 7"/>
          <p:cNvSpPr txBox="1">
            <a:spLocks noChangeArrowheads="1"/>
          </p:cNvSpPr>
          <p:nvPr/>
        </p:nvSpPr>
        <p:spPr bwMode="auto">
          <a:xfrm>
            <a:off x="5321300" y="1535113"/>
            <a:ext cx="2679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的分块矩阵,</a:t>
            </a:r>
            <a:endParaRPr lang="zh-CN" altLang="en-US"/>
          </a:p>
        </p:txBody>
      </p:sp>
      <p:sp>
        <p:nvSpPr>
          <p:cNvPr id="1045512" name="Text Box 8"/>
          <p:cNvSpPr txBox="1">
            <a:spLocks noChangeArrowheads="1"/>
          </p:cNvSpPr>
          <p:nvPr/>
        </p:nvSpPr>
        <p:spPr bwMode="auto">
          <a:xfrm>
            <a:off x="381000" y="2970213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称为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准上三角阵</a:t>
            </a:r>
            <a:r>
              <a:rPr lang="zh-CN" altLang="en-US">
                <a:latin typeface="宋体" panose="02010600030101010101" pitchFamily="2" charset="-122"/>
              </a:rPr>
              <a:t>,</a:t>
            </a:r>
            <a:endParaRPr lang="zh-CN" altLang="en-US"/>
          </a:p>
        </p:txBody>
      </p:sp>
      <p:graphicFrame>
        <p:nvGraphicFramePr>
          <p:cNvPr id="1045513" name="Object 9"/>
          <p:cNvGraphicFramePr>
            <a:graphicFrameLocks noChangeAspect="1"/>
          </p:cNvGraphicFramePr>
          <p:nvPr/>
        </p:nvGraphicFramePr>
        <p:xfrm>
          <a:off x="3186113" y="3014663"/>
          <a:ext cx="483076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512" name="Equation" r:id="rId9" imgW="2006280" imgH="228600" progId="Equation.3">
                  <p:embed/>
                </p:oleObj>
              </mc:Choice>
              <mc:Fallback>
                <p:oleObj name="Equation" r:id="rId9" imgW="20062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3014663"/>
                        <a:ext cx="4830762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5514" name="Text Box 10"/>
          <p:cNvSpPr txBox="1">
            <a:spLocks noChangeArrowheads="1"/>
          </p:cNvSpPr>
          <p:nvPr/>
        </p:nvSpPr>
        <p:spPr bwMode="auto">
          <a:xfrm>
            <a:off x="381000" y="3581400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类似有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准下三角阵</a:t>
            </a:r>
            <a:r>
              <a:rPr lang="zh-CN" altLang="en-US"/>
              <a:t>.</a:t>
            </a:r>
          </a:p>
        </p:txBody>
      </p:sp>
      <p:graphicFrame>
        <p:nvGraphicFramePr>
          <p:cNvPr id="1045515" name="Object 11"/>
          <p:cNvGraphicFramePr>
            <a:graphicFrameLocks noChangeAspect="1"/>
          </p:cNvGraphicFramePr>
          <p:nvPr/>
        </p:nvGraphicFramePr>
        <p:xfrm>
          <a:off x="1295400" y="4267200"/>
          <a:ext cx="32766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513" name="Equation" r:id="rId11" imgW="1434960" imgH="914400" progId="Equation.3">
                  <p:embed/>
                </p:oleObj>
              </mc:Choice>
              <mc:Fallback>
                <p:oleObj name="Equation" r:id="rId11" imgW="1434960" imgH="914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267200"/>
                        <a:ext cx="3276600" cy="208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5516" name="Line 12"/>
          <p:cNvSpPr>
            <a:spLocks noChangeShapeType="1"/>
          </p:cNvSpPr>
          <p:nvPr/>
        </p:nvSpPr>
        <p:spPr bwMode="auto">
          <a:xfrm>
            <a:off x="1981200" y="4724400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5517" name="Line 13"/>
          <p:cNvSpPr>
            <a:spLocks noChangeShapeType="1"/>
          </p:cNvSpPr>
          <p:nvPr/>
        </p:nvSpPr>
        <p:spPr bwMode="auto">
          <a:xfrm>
            <a:off x="2667000" y="4213225"/>
            <a:ext cx="0" cy="2209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5518" name="Line 14"/>
          <p:cNvSpPr>
            <a:spLocks noChangeShapeType="1"/>
          </p:cNvSpPr>
          <p:nvPr/>
        </p:nvSpPr>
        <p:spPr bwMode="auto">
          <a:xfrm>
            <a:off x="3962400" y="4213225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5519" name="Line 15"/>
          <p:cNvSpPr>
            <a:spLocks noChangeShapeType="1"/>
          </p:cNvSpPr>
          <p:nvPr/>
        </p:nvSpPr>
        <p:spPr bwMode="auto">
          <a:xfrm>
            <a:off x="1981200" y="5791200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5520" name="Text Box 16"/>
          <p:cNvSpPr txBox="1">
            <a:spLocks noChangeArrowheads="1"/>
          </p:cNvSpPr>
          <p:nvPr/>
        </p:nvSpPr>
        <p:spPr bwMode="auto">
          <a:xfrm>
            <a:off x="4800600" y="50292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准下三角阵</a:t>
            </a:r>
          </a:p>
        </p:txBody>
      </p:sp>
      <p:sp>
        <p:nvSpPr>
          <p:cNvPr id="1045521" name="Rectangle 17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696200" cy="4572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几种特殊分块矩阵的行列式和逆矩阵</a:t>
            </a:r>
            <a:endParaRPr lang="zh-CN" altLang="en-US" sz="320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4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5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4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4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45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45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45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510" grpId="0" autoUpdateAnimBg="0"/>
      <p:bldP spid="1045511" grpId="0" autoUpdateAnimBg="0"/>
      <p:bldP spid="1045512" grpId="0" autoUpdateAnimBg="0"/>
      <p:bldP spid="1045514" grpId="0" autoUpdateAnimBg="0"/>
      <p:bldP spid="1045520" grpId="0" autoUpdateAnimBg="0"/>
      <p:bldP spid="1045521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93EF5-DA2E-4D96-BF41-9FC41CC8A9F6}" type="slidenum">
              <a:rPr lang="zh-CN" altLang="en-US"/>
              <a:pPr/>
              <a:t>65</a:t>
            </a:fld>
            <a:endParaRPr lang="zh-CN" altLang="en-US"/>
          </a:p>
        </p:txBody>
      </p:sp>
      <p:grpSp>
        <p:nvGrpSpPr>
          <p:cNvPr id="1046530" name="Group 2"/>
          <p:cNvGrpSpPr>
            <a:grpSpLocks/>
          </p:cNvGrpSpPr>
          <p:nvPr/>
        </p:nvGrpSpPr>
        <p:grpSpPr bwMode="auto">
          <a:xfrm>
            <a:off x="304800" y="5192713"/>
            <a:ext cx="4724400" cy="569912"/>
            <a:chOff x="192" y="3271"/>
            <a:chExt cx="2976" cy="359"/>
          </a:xfrm>
        </p:grpSpPr>
        <p:sp>
          <p:nvSpPr>
            <p:cNvPr id="1046531" name="Text Box 3"/>
            <p:cNvSpPr txBox="1">
              <a:spLocks noChangeArrowheads="1"/>
            </p:cNvSpPr>
            <p:nvPr/>
          </p:nvSpPr>
          <p:spPr bwMode="auto">
            <a:xfrm>
              <a:off x="192" y="3277"/>
              <a:ext cx="3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(2)</a:t>
              </a:r>
            </a:p>
          </p:txBody>
        </p:sp>
        <p:graphicFrame>
          <p:nvGraphicFramePr>
            <p:cNvPr id="1046532" name="Object 4"/>
            <p:cNvGraphicFramePr>
              <a:graphicFrameLocks noChangeAspect="1"/>
            </p:cNvGraphicFramePr>
            <p:nvPr/>
          </p:nvGraphicFramePr>
          <p:xfrm>
            <a:off x="672" y="3271"/>
            <a:ext cx="2496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536" name="Equation" r:id="rId3" imgW="1587240" imgH="228600" progId="Equation.3">
                    <p:embed/>
                  </p:oleObj>
                </mc:Choice>
                <mc:Fallback>
                  <p:oleObj name="Equation" r:id="rId3" imgW="158724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271"/>
                          <a:ext cx="2496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6533" name="Text Box 5"/>
          <p:cNvSpPr txBox="1">
            <a:spLocks noChangeArrowheads="1"/>
          </p:cNvSpPr>
          <p:nvPr/>
        </p:nvSpPr>
        <p:spPr bwMode="auto">
          <a:xfrm>
            <a:off x="228600" y="2819400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准三角矩阵有如下性质：</a:t>
            </a:r>
          </a:p>
        </p:txBody>
      </p:sp>
      <p:sp>
        <p:nvSpPr>
          <p:cNvPr id="1046534" name="Text Box 6"/>
          <p:cNvSpPr txBox="1">
            <a:spLocks noChangeArrowheads="1"/>
          </p:cNvSpPr>
          <p:nvPr/>
        </p:nvSpPr>
        <p:spPr bwMode="auto">
          <a:xfrm>
            <a:off x="228600" y="3441700"/>
            <a:ext cx="8229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(1)  设</a:t>
            </a:r>
            <a:r>
              <a:rPr lang="en-US" altLang="zh-CN" sz="3000" i="1"/>
              <a:t>A</a:t>
            </a:r>
            <a:r>
              <a:rPr lang="en-US" altLang="zh-CN"/>
              <a:t>、</a:t>
            </a:r>
            <a:r>
              <a:rPr lang="en-US" altLang="zh-CN" sz="3000" i="1"/>
              <a:t>B</a:t>
            </a:r>
            <a:r>
              <a:rPr lang="zh-CN" altLang="en-US"/>
              <a:t>两个同类型的</a:t>
            </a:r>
            <a:r>
              <a:rPr lang="zh-CN" altLang="en-US">
                <a:latin typeface="宋体" panose="02010600030101010101" pitchFamily="2" charset="-122"/>
              </a:rPr>
              <a:t>准三角矩阵，则</a:t>
            </a:r>
          </a:p>
        </p:txBody>
      </p:sp>
      <p:graphicFrame>
        <p:nvGraphicFramePr>
          <p:cNvPr id="1046535" name="Object 7"/>
          <p:cNvGraphicFramePr>
            <a:graphicFrameLocks noChangeAspect="1"/>
          </p:cNvGraphicFramePr>
          <p:nvPr/>
        </p:nvGraphicFramePr>
        <p:xfrm>
          <a:off x="1447800" y="4038600"/>
          <a:ext cx="26670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537" name="Equation" r:id="rId5" imgW="1015920" imgH="203040" progId="Equation.3">
                  <p:embed/>
                </p:oleObj>
              </mc:Choice>
              <mc:Fallback>
                <p:oleObj name="Equation" r:id="rId5" imgW="101592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038600"/>
                        <a:ext cx="26670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36" name="Text Box 8"/>
          <p:cNvSpPr txBox="1">
            <a:spLocks noChangeArrowheads="1"/>
          </p:cNvSpPr>
          <p:nvPr/>
        </p:nvSpPr>
        <p:spPr bwMode="auto">
          <a:xfrm>
            <a:off x="381000" y="4495800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均为同类型的</a:t>
            </a:r>
            <a:r>
              <a:rPr lang="zh-CN" altLang="en-US">
                <a:latin typeface="宋体" panose="02010600030101010101" pitchFamily="2" charset="-122"/>
              </a:rPr>
              <a:t>准三角矩阵。</a:t>
            </a:r>
          </a:p>
        </p:txBody>
      </p:sp>
      <p:grpSp>
        <p:nvGrpSpPr>
          <p:cNvPr id="1046537" name="Group 9"/>
          <p:cNvGrpSpPr>
            <a:grpSpLocks/>
          </p:cNvGrpSpPr>
          <p:nvPr/>
        </p:nvGrpSpPr>
        <p:grpSpPr bwMode="auto">
          <a:xfrm>
            <a:off x="533400" y="457200"/>
            <a:ext cx="3581400" cy="2227263"/>
            <a:chOff x="1056" y="1468"/>
            <a:chExt cx="2256" cy="1403"/>
          </a:xfrm>
        </p:grpSpPr>
        <p:graphicFrame>
          <p:nvGraphicFramePr>
            <p:cNvPr id="1046538" name="Object 10"/>
            <p:cNvGraphicFramePr>
              <a:graphicFrameLocks noChangeAspect="1"/>
            </p:cNvGraphicFramePr>
            <p:nvPr/>
          </p:nvGraphicFramePr>
          <p:xfrm>
            <a:off x="1056" y="1468"/>
            <a:ext cx="2256" cy="1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538" name="Equation" r:id="rId7" imgW="1511280" imgH="939600" progId="Equation.3">
                    <p:embed/>
                  </p:oleObj>
                </mc:Choice>
                <mc:Fallback>
                  <p:oleObj name="Equation" r:id="rId7" imgW="1511280" imgH="939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468"/>
                          <a:ext cx="2256" cy="1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6539" name="Object 11"/>
            <p:cNvGraphicFramePr>
              <a:graphicFrameLocks noChangeAspect="1"/>
            </p:cNvGraphicFramePr>
            <p:nvPr/>
          </p:nvGraphicFramePr>
          <p:xfrm>
            <a:off x="1920" y="2380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539" name="Equation" r:id="rId9" imgW="291960" imgH="317160" progId="Equation.3">
                    <p:embed/>
                  </p:oleObj>
                </mc:Choice>
                <mc:Fallback>
                  <p:oleObj name="Equation" r:id="rId9" imgW="291960" imgH="31716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380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6540" name="Object 12"/>
            <p:cNvGraphicFramePr>
              <a:graphicFrameLocks noChangeAspect="1"/>
            </p:cNvGraphicFramePr>
            <p:nvPr/>
          </p:nvGraphicFramePr>
          <p:xfrm>
            <a:off x="2592" y="1659"/>
            <a:ext cx="25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540" name="Equation" r:id="rId11" imgW="114120" imgH="126720" progId="Equation.3">
                    <p:embed/>
                  </p:oleObj>
                </mc:Choice>
                <mc:Fallback>
                  <p:oleObj name="Equation" r:id="rId11" imgW="114120" imgH="12672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659"/>
                          <a:ext cx="25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6541" name="Group 13"/>
          <p:cNvGrpSpPr>
            <a:grpSpLocks/>
          </p:cNvGrpSpPr>
          <p:nvPr/>
        </p:nvGrpSpPr>
        <p:grpSpPr bwMode="auto">
          <a:xfrm>
            <a:off x="4419600" y="457200"/>
            <a:ext cx="3581400" cy="2227263"/>
            <a:chOff x="2784" y="288"/>
            <a:chExt cx="2256" cy="1403"/>
          </a:xfrm>
        </p:grpSpPr>
        <p:graphicFrame>
          <p:nvGraphicFramePr>
            <p:cNvPr id="1046542" name="Object 14"/>
            <p:cNvGraphicFramePr>
              <a:graphicFrameLocks noChangeAspect="1"/>
            </p:cNvGraphicFramePr>
            <p:nvPr/>
          </p:nvGraphicFramePr>
          <p:xfrm>
            <a:off x="2784" y="288"/>
            <a:ext cx="2256" cy="1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541" name="Equation" r:id="rId13" imgW="1511280" imgH="939600" progId="Equation.3">
                    <p:embed/>
                  </p:oleObj>
                </mc:Choice>
                <mc:Fallback>
                  <p:oleObj name="Equation" r:id="rId13" imgW="1511280" imgH="9396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88"/>
                          <a:ext cx="2256" cy="1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6543" name="Object 15"/>
            <p:cNvGraphicFramePr>
              <a:graphicFrameLocks noChangeAspect="1"/>
            </p:cNvGraphicFramePr>
            <p:nvPr/>
          </p:nvGraphicFramePr>
          <p:xfrm>
            <a:off x="4416" y="43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542" name="Equation" r:id="rId14" imgW="291960" imgH="317160" progId="Equation.3">
                    <p:embed/>
                  </p:oleObj>
                </mc:Choice>
                <mc:Fallback>
                  <p:oleObj name="Equation" r:id="rId14" imgW="291960" imgH="3171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43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6544" name="Object 16"/>
            <p:cNvGraphicFramePr>
              <a:graphicFrameLocks noChangeAspect="1"/>
            </p:cNvGraphicFramePr>
            <p:nvPr/>
          </p:nvGraphicFramePr>
          <p:xfrm>
            <a:off x="3552" y="1248"/>
            <a:ext cx="25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543" name="Equation" r:id="rId15" imgW="114120" imgH="126720" progId="Equation.3">
                    <p:embed/>
                  </p:oleObj>
                </mc:Choice>
                <mc:Fallback>
                  <p:oleObj name="Equation" r:id="rId15" imgW="114120" imgH="12672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248"/>
                          <a:ext cx="25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533" grpId="0" autoUpdateAnimBg="0"/>
      <p:bldP spid="1046534" grpId="0" autoUpdateAnimBg="0"/>
      <p:bldP spid="1046536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21BB1-6A92-455F-A9C2-72FACD2B2187}" type="slidenum">
              <a:rPr lang="zh-CN" altLang="en-US"/>
              <a:pPr/>
              <a:t>66</a:t>
            </a:fld>
            <a:endParaRPr lang="zh-CN" altLang="en-US"/>
          </a:p>
        </p:txBody>
      </p:sp>
      <p:grpSp>
        <p:nvGrpSpPr>
          <p:cNvPr id="1047554" name="Group 2"/>
          <p:cNvGrpSpPr>
            <a:grpSpLocks/>
          </p:cNvGrpSpPr>
          <p:nvPr/>
        </p:nvGrpSpPr>
        <p:grpSpPr bwMode="auto">
          <a:xfrm>
            <a:off x="1447800" y="538163"/>
            <a:ext cx="3200400" cy="2057400"/>
            <a:chOff x="1200" y="1344"/>
            <a:chExt cx="2256" cy="1403"/>
          </a:xfrm>
        </p:grpSpPr>
        <p:graphicFrame>
          <p:nvGraphicFramePr>
            <p:cNvPr id="1047555" name="Object 3"/>
            <p:cNvGraphicFramePr>
              <a:graphicFrameLocks noChangeAspect="1"/>
            </p:cNvGraphicFramePr>
            <p:nvPr/>
          </p:nvGraphicFramePr>
          <p:xfrm>
            <a:off x="1200" y="1344"/>
            <a:ext cx="2256" cy="1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5557" name="Equation" r:id="rId3" imgW="1511280" imgH="939600" progId="Equation.3">
                    <p:embed/>
                  </p:oleObj>
                </mc:Choice>
                <mc:Fallback>
                  <p:oleObj name="Equation" r:id="rId3" imgW="1511280" imgH="9396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344"/>
                          <a:ext cx="2256" cy="1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7556" name="Object 4"/>
            <p:cNvGraphicFramePr>
              <a:graphicFrameLocks noChangeAspect="1"/>
            </p:cNvGraphicFramePr>
            <p:nvPr/>
          </p:nvGraphicFramePr>
          <p:xfrm>
            <a:off x="2064" y="2256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5558" name="Equation" r:id="rId5" imgW="291960" imgH="317160" progId="Equation.3">
                    <p:embed/>
                  </p:oleObj>
                </mc:Choice>
                <mc:Fallback>
                  <p:oleObj name="Equation" r:id="rId5" imgW="291960" imgH="31716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256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7557" name="Object 5"/>
            <p:cNvGraphicFramePr>
              <a:graphicFrameLocks noChangeAspect="1"/>
            </p:cNvGraphicFramePr>
            <p:nvPr/>
          </p:nvGraphicFramePr>
          <p:xfrm>
            <a:off x="2784" y="1584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5559" name="Equation" r:id="rId7" imgW="291960" imgH="317160" progId="Equation.3">
                    <p:embed/>
                  </p:oleObj>
                </mc:Choice>
                <mc:Fallback>
                  <p:oleObj name="Equation" r:id="rId7" imgW="291960" imgH="31716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584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7558" name="Text Box 6"/>
          <p:cNvSpPr txBox="1">
            <a:spLocks noChangeArrowheads="1"/>
          </p:cNvSpPr>
          <p:nvPr/>
        </p:nvSpPr>
        <p:spPr bwMode="auto">
          <a:xfrm>
            <a:off x="381000" y="127793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特别,</a:t>
            </a:r>
          </a:p>
        </p:txBody>
      </p:sp>
      <p:sp>
        <p:nvSpPr>
          <p:cNvPr id="1047559" name="Text Box 7"/>
          <p:cNvSpPr txBox="1">
            <a:spLocks noChangeArrowheads="1"/>
          </p:cNvSpPr>
          <p:nvPr/>
        </p:nvSpPr>
        <p:spPr bwMode="auto">
          <a:xfrm>
            <a:off x="4724400" y="1223963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称为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准对角矩阵</a:t>
            </a:r>
            <a:r>
              <a:rPr lang="zh-CN" altLang="en-US">
                <a:latin typeface="宋体" panose="02010600030101010101" pitchFamily="2" charset="-122"/>
              </a:rPr>
              <a:t>.</a:t>
            </a:r>
            <a:endParaRPr lang="zh-CN" altLang="en-US"/>
          </a:p>
        </p:txBody>
      </p:sp>
      <p:graphicFrame>
        <p:nvGraphicFramePr>
          <p:cNvPr id="1047560" name="Object 8"/>
          <p:cNvGraphicFramePr>
            <a:graphicFrameLocks noChangeAspect="1"/>
          </p:cNvGraphicFramePr>
          <p:nvPr/>
        </p:nvGraphicFramePr>
        <p:xfrm>
          <a:off x="1203325" y="3505200"/>
          <a:ext cx="1646238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560" name="Equation" r:id="rId8" imgW="698400" imgH="711000" progId="Equation.3">
                  <p:embed/>
                </p:oleObj>
              </mc:Choice>
              <mc:Fallback>
                <p:oleObj name="Equation" r:id="rId8" imgW="69840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3505200"/>
                        <a:ext cx="1646238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7561" name="Line 9"/>
          <p:cNvSpPr>
            <a:spLocks noChangeShapeType="1"/>
          </p:cNvSpPr>
          <p:nvPr/>
        </p:nvSpPr>
        <p:spPr bwMode="auto">
          <a:xfrm>
            <a:off x="1219200" y="4019550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47562" name="Object 10"/>
          <p:cNvGraphicFramePr>
            <a:graphicFrameLocks noChangeAspect="1"/>
          </p:cNvGraphicFramePr>
          <p:nvPr/>
        </p:nvGraphicFramePr>
        <p:xfrm>
          <a:off x="4291013" y="2919413"/>
          <a:ext cx="2719387" cy="271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561" name="Equation" r:id="rId10" imgW="1143000" imgH="1143000" progId="Equation.3">
                  <p:embed/>
                </p:oleObj>
              </mc:Choice>
              <mc:Fallback>
                <p:oleObj name="Equation" r:id="rId10" imgW="1143000" imgH="1143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1013" y="2919413"/>
                        <a:ext cx="2719387" cy="271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7563" name="Line 11"/>
          <p:cNvSpPr>
            <a:spLocks noChangeShapeType="1"/>
          </p:cNvSpPr>
          <p:nvPr/>
        </p:nvSpPr>
        <p:spPr bwMode="auto">
          <a:xfrm>
            <a:off x="4191000" y="3451225"/>
            <a:ext cx="2819400" cy="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7564" name="Line 12"/>
          <p:cNvSpPr>
            <a:spLocks noChangeShapeType="1"/>
          </p:cNvSpPr>
          <p:nvPr/>
        </p:nvSpPr>
        <p:spPr bwMode="auto">
          <a:xfrm>
            <a:off x="4876800" y="2994025"/>
            <a:ext cx="0" cy="259080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7565" name="Line 13"/>
          <p:cNvSpPr>
            <a:spLocks noChangeShapeType="1"/>
          </p:cNvSpPr>
          <p:nvPr/>
        </p:nvSpPr>
        <p:spPr bwMode="auto">
          <a:xfrm>
            <a:off x="5943600" y="2962275"/>
            <a:ext cx="0" cy="259080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7566" name="Line 14"/>
          <p:cNvSpPr>
            <a:spLocks noChangeShapeType="1"/>
          </p:cNvSpPr>
          <p:nvPr/>
        </p:nvSpPr>
        <p:spPr bwMode="auto">
          <a:xfrm>
            <a:off x="4267200" y="4540250"/>
            <a:ext cx="2819400" cy="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47567" name="Line 15"/>
          <p:cNvSpPr>
            <a:spLocks noChangeShapeType="1"/>
          </p:cNvSpPr>
          <p:nvPr/>
        </p:nvSpPr>
        <p:spPr bwMode="auto">
          <a:xfrm>
            <a:off x="1752600" y="3505200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4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4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4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4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47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4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558" grpId="0" autoUpdateAnimBg="0"/>
      <p:bldP spid="1047559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45BCA-B9D9-4EB2-A02C-824DFF69AE99}" type="slidenum">
              <a:rPr lang="zh-CN" altLang="en-US"/>
              <a:pPr/>
              <a:t>67</a:t>
            </a:fld>
            <a:endParaRPr lang="zh-CN" altLang="en-US"/>
          </a:p>
        </p:txBody>
      </p:sp>
      <p:sp>
        <p:nvSpPr>
          <p:cNvPr id="1048578" name="Text Box 2"/>
          <p:cNvSpPr txBox="1">
            <a:spLocks noChangeArrowheads="1"/>
          </p:cNvSpPr>
          <p:nvPr/>
        </p:nvSpPr>
        <p:spPr bwMode="auto">
          <a:xfrm>
            <a:off x="228600" y="381000"/>
            <a:ext cx="868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准对角矩阵除了具有准三角阵的性质以外,还有：</a:t>
            </a:r>
          </a:p>
        </p:txBody>
      </p:sp>
      <p:grpSp>
        <p:nvGrpSpPr>
          <p:cNvPr id="1048595" name="Group 19"/>
          <p:cNvGrpSpPr>
            <a:grpSpLocks/>
          </p:cNvGrpSpPr>
          <p:nvPr/>
        </p:nvGrpSpPr>
        <p:grpSpPr bwMode="auto">
          <a:xfrm>
            <a:off x="457200" y="1176338"/>
            <a:ext cx="4572000" cy="1866900"/>
            <a:chOff x="576" y="741"/>
            <a:chExt cx="2880" cy="1176"/>
          </a:xfrm>
        </p:grpSpPr>
        <p:graphicFrame>
          <p:nvGraphicFramePr>
            <p:cNvPr id="1048581" name="Object 5"/>
            <p:cNvGraphicFramePr>
              <a:graphicFrameLocks noChangeAspect="1"/>
            </p:cNvGraphicFramePr>
            <p:nvPr/>
          </p:nvGraphicFramePr>
          <p:xfrm>
            <a:off x="576" y="741"/>
            <a:ext cx="2880" cy="1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87" name="Equation" r:id="rId3" imgW="2463480" imgH="939600" progId="Equation.3">
                    <p:embed/>
                  </p:oleObj>
                </mc:Choice>
                <mc:Fallback>
                  <p:oleObj name="Equation" r:id="rId3" imgW="2463480" imgH="939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741"/>
                          <a:ext cx="2880" cy="1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582" name="Object 6"/>
            <p:cNvGraphicFramePr>
              <a:graphicFrameLocks noChangeAspect="1"/>
            </p:cNvGraphicFramePr>
            <p:nvPr/>
          </p:nvGraphicFramePr>
          <p:xfrm>
            <a:off x="912" y="1509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88" name="Equation" r:id="rId5" imgW="291960" imgH="317160" progId="Equation.3">
                    <p:embed/>
                  </p:oleObj>
                </mc:Choice>
                <mc:Fallback>
                  <p:oleObj name="Equation" r:id="rId5" imgW="291960" imgH="31716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509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583" name="Object 7"/>
            <p:cNvGraphicFramePr>
              <a:graphicFrameLocks noChangeAspect="1"/>
            </p:cNvGraphicFramePr>
            <p:nvPr/>
          </p:nvGraphicFramePr>
          <p:xfrm>
            <a:off x="1440" y="885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89" name="Equation" r:id="rId7" imgW="291960" imgH="317160" progId="Equation.3">
                    <p:embed/>
                  </p:oleObj>
                </mc:Choice>
                <mc:Fallback>
                  <p:oleObj name="Equation" r:id="rId7" imgW="291960" imgH="31716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885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584" name="Object 8"/>
            <p:cNvGraphicFramePr>
              <a:graphicFrameLocks noChangeAspect="1"/>
            </p:cNvGraphicFramePr>
            <p:nvPr/>
          </p:nvGraphicFramePr>
          <p:xfrm>
            <a:off x="2400" y="1461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90" name="Equation" r:id="rId8" imgW="291960" imgH="317160" progId="Equation.3">
                    <p:embed/>
                  </p:oleObj>
                </mc:Choice>
                <mc:Fallback>
                  <p:oleObj name="Equation" r:id="rId8" imgW="291960" imgH="31716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461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585" name="Object 9"/>
            <p:cNvGraphicFramePr>
              <a:graphicFrameLocks noChangeAspect="1"/>
            </p:cNvGraphicFramePr>
            <p:nvPr/>
          </p:nvGraphicFramePr>
          <p:xfrm>
            <a:off x="2928" y="837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91" name="Equation" r:id="rId9" imgW="291960" imgH="317160" progId="Equation.3">
                    <p:embed/>
                  </p:oleObj>
                </mc:Choice>
                <mc:Fallback>
                  <p:oleObj name="Equation" r:id="rId9" imgW="291960" imgH="31716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837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8586" name="Group 10"/>
          <p:cNvGrpSpPr>
            <a:grpSpLocks/>
          </p:cNvGrpSpPr>
          <p:nvPr/>
        </p:nvGrpSpPr>
        <p:grpSpPr bwMode="auto">
          <a:xfrm>
            <a:off x="5029200" y="1154113"/>
            <a:ext cx="3505200" cy="1863725"/>
            <a:chOff x="624" y="3024"/>
            <a:chExt cx="2208" cy="1174"/>
          </a:xfrm>
        </p:grpSpPr>
        <p:graphicFrame>
          <p:nvGraphicFramePr>
            <p:cNvPr id="1048587" name="Object 11"/>
            <p:cNvGraphicFramePr>
              <a:graphicFrameLocks noChangeAspect="1"/>
            </p:cNvGraphicFramePr>
            <p:nvPr/>
          </p:nvGraphicFramePr>
          <p:xfrm>
            <a:off x="624" y="3024"/>
            <a:ext cx="2208" cy="1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92" name="Equation" r:id="rId10" imgW="1892160" imgH="939600" progId="Equation.3">
                    <p:embed/>
                  </p:oleObj>
                </mc:Choice>
                <mc:Fallback>
                  <p:oleObj name="Equation" r:id="rId10" imgW="1892160" imgH="939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3024"/>
                          <a:ext cx="2208" cy="1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588" name="Object 12"/>
            <p:cNvGraphicFramePr>
              <a:graphicFrameLocks noChangeAspect="1"/>
            </p:cNvGraphicFramePr>
            <p:nvPr/>
          </p:nvGraphicFramePr>
          <p:xfrm>
            <a:off x="1200" y="379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93" name="Equation" r:id="rId12" imgW="291960" imgH="317160" progId="Equation.3">
                    <p:embed/>
                  </p:oleObj>
                </mc:Choice>
                <mc:Fallback>
                  <p:oleObj name="Equation" r:id="rId12" imgW="291960" imgH="31716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79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589" name="Object 13"/>
            <p:cNvGraphicFramePr>
              <a:graphicFrameLocks noChangeAspect="1"/>
            </p:cNvGraphicFramePr>
            <p:nvPr/>
          </p:nvGraphicFramePr>
          <p:xfrm>
            <a:off x="2016" y="3120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94" name="Equation" r:id="rId13" imgW="291960" imgH="317160" progId="Equation.3">
                    <p:embed/>
                  </p:oleObj>
                </mc:Choice>
                <mc:Fallback>
                  <p:oleObj name="Equation" r:id="rId13" imgW="291960" imgH="3171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120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8590" name="Group 14"/>
          <p:cNvGrpSpPr>
            <a:grpSpLocks/>
          </p:cNvGrpSpPr>
          <p:nvPr/>
        </p:nvGrpSpPr>
        <p:grpSpPr bwMode="auto">
          <a:xfrm>
            <a:off x="1600200" y="3309938"/>
            <a:ext cx="3859213" cy="2328862"/>
            <a:chOff x="1296" y="2256"/>
            <a:chExt cx="2431" cy="1467"/>
          </a:xfrm>
        </p:grpSpPr>
        <p:graphicFrame>
          <p:nvGraphicFramePr>
            <p:cNvPr id="1048591" name="Object 15"/>
            <p:cNvGraphicFramePr>
              <a:graphicFrameLocks noChangeAspect="1"/>
            </p:cNvGraphicFramePr>
            <p:nvPr/>
          </p:nvGraphicFramePr>
          <p:xfrm>
            <a:off x="1296" y="2256"/>
            <a:ext cx="2431" cy="1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95" name="Equation" r:id="rId14" imgW="1714320" imgH="939600" progId="Equation.3">
                    <p:embed/>
                  </p:oleObj>
                </mc:Choice>
                <mc:Fallback>
                  <p:oleObj name="Equation" r:id="rId14" imgW="1714320" imgH="9396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256"/>
                          <a:ext cx="2431" cy="1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592" name="Object 16"/>
            <p:cNvGraphicFramePr>
              <a:graphicFrameLocks noChangeAspect="1"/>
            </p:cNvGraphicFramePr>
            <p:nvPr/>
          </p:nvGraphicFramePr>
          <p:xfrm>
            <a:off x="2976" y="2448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96" name="Equation" r:id="rId16" imgW="291960" imgH="317160" progId="Equation.3">
                    <p:embed/>
                  </p:oleObj>
                </mc:Choice>
                <mc:Fallback>
                  <p:oleObj name="Equation" r:id="rId16" imgW="291960" imgH="3171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448"/>
                          <a:ext cx="22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8593" name="Object 17"/>
            <p:cNvGraphicFramePr>
              <a:graphicFrameLocks noChangeAspect="1"/>
            </p:cNvGraphicFramePr>
            <p:nvPr/>
          </p:nvGraphicFramePr>
          <p:xfrm>
            <a:off x="2304" y="3168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97" name="Equation" r:id="rId18" imgW="291960" imgH="317160" progId="Equation.3">
                    <p:embed/>
                  </p:oleObj>
                </mc:Choice>
                <mc:Fallback>
                  <p:oleObj name="Equation" r:id="rId18" imgW="291960" imgH="3171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168"/>
                          <a:ext cx="22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8594" name="Text Box 18"/>
          <p:cNvSpPr txBox="1">
            <a:spLocks noChangeArrowheads="1"/>
          </p:cNvSpPr>
          <p:nvPr/>
        </p:nvSpPr>
        <p:spPr bwMode="auto">
          <a:xfrm>
            <a:off x="457200" y="414813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特别，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4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78" grpId="0" autoUpdateAnimBg="0"/>
      <p:bldP spid="1048594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646C-E95A-42D1-9C08-765BC6628AAD}" type="slidenum">
              <a:rPr lang="zh-CN" altLang="en-US"/>
              <a:pPr/>
              <a:t>68</a:t>
            </a:fld>
            <a:endParaRPr lang="zh-CN" altLang="en-US"/>
          </a:p>
        </p:txBody>
      </p:sp>
      <p:sp>
        <p:nvSpPr>
          <p:cNvPr id="1050626" name="Text Box 2"/>
          <p:cNvSpPr txBox="1">
            <a:spLocks noChangeArrowheads="1"/>
          </p:cNvSpPr>
          <p:nvPr/>
        </p:nvSpPr>
        <p:spPr bwMode="auto">
          <a:xfrm>
            <a:off x="304800" y="11318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   </a:t>
            </a:r>
            <a:r>
              <a:rPr lang="zh-CN" altLang="en-US">
                <a:solidFill>
                  <a:schemeClr val="tx2"/>
                </a:solidFill>
              </a:rPr>
              <a:t>设</a:t>
            </a:r>
          </a:p>
        </p:txBody>
      </p:sp>
      <p:graphicFrame>
        <p:nvGraphicFramePr>
          <p:cNvPr id="1050627" name="Object 3"/>
          <p:cNvGraphicFramePr>
            <a:graphicFrameLocks noChangeAspect="1"/>
          </p:cNvGraphicFramePr>
          <p:nvPr/>
        </p:nvGraphicFramePr>
        <p:xfrm>
          <a:off x="1447800" y="66675"/>
          <a:ext cx="3505200" cy="271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05" name="Equation" r:id="rId3" imgW="1473120" imgH="1143000" progId="Equation.3">
                  <p:embed/>
                </p:oleObj>
              </mc:Choice>
              <mc:Fallback>
                <p:oleObj name="Equation" r:id="rId3" imgW="1473120" imgH="114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66675"/>
                        <a:ext cx="3505200" cy="271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28" name="Object 4"/>
          <p:cNvGraphicFramePr>
            <a:graphicFrameLocks noChangeAspect="1"/>
          </p:cNvGraphicFramePr>
          <p:nvPr/>
        </p:nvGraphicFramePr>
        <p:xfrm>
          <a:off x="5105400" y="1171575"/>
          <a:ext cx="33924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06" name="Equation" r:id="rId5" imgW="1473120" imgH="228600" progId="Equation.3">
                  <p:embed/>
                </p:oleObj>
              </mc:Choice>
              <mc:Fallback>
                <p:oleObj name="Equation" r:id="rId5" imgW="147312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171575"/>
                        <a:ext cx="33924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0629" name="Text Box 5"/>
          <p:cNvSpPr txBox="1">
            <a:spLocks noChangeArrowheads="1"/>
          </p:cNvSpPr>
          <p:nvPr/>
        </p:nvSpPr>
        <p:spPr bwMode="auto">
          <a:xfrm>
            <a:off x="381000" y="334168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50630" name="Line 6"/>
          <p:cNvSpPr>
            <a:spLocks noChangeShapeType="1"/>
          </p:cNvSpPr>
          <p:nvPr/>
        </p:nvSpPr>
        <p:spPr bwMode="auto">
          <a:xfrm>
            <a:off x="1981200" y="598488"/>
            <a:ext cx="2819400" cy="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50631" name="Line 7"/>
          <p:cNvSpPr>
            <a:spLocks noChangeShapeType="1"/>
          </p:cNvSpPr>
          <p:nvPr/>
        </p:nvSpPr>
        <p:spPr bwMode="auto">
          <a:xfrm>
            <a:off x="2667000" y="141288"/>
            <a:ext cx="0" cy="259080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50632" name="Line 8"/>
          <p:cNvSpPr>
            <a:spLocks noChangeShapeType="1"/>
          </p:cNvSpPr>
          <p:nvPr/>
        </p:nvSpPr>
        <p:spPr bwMode="auto">
          <a:xfrm>
            <a:off x="3733800" y="109538"/>
            <a:ext cx="0" cy="259080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50633" name="Line 9"/>
          <p:cNvSpPr>
            <a:spLocks noChangeShapeType="1"/>
          </p:cNvSpPr>
          <p:nvPr/>
        </p:nvSpPr>
        <p:spPr bwMode="auto">
          <a:xfrm>
            <a:off x="2057400" y="1687513"/>
            <a:ext cx="2819400" cy="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50634" name="Object 10"/>
          <p:cNvGraphicFramePr>
            <a:graphicFrameLocks noChangeAspect="1"/>
          </p:cNvGraphicFramePr>
          <p:nvPr/>
        </p:nvGraphicFramePr>
        <p:xfrm>
          <a:off x="1066800" y="2830513"/>
          <a:ext cx="2971800" cy="164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07" name="Equation" r:id="rId7" imgW="1307880" imgH="711000" progId="Equation.3">
                  <p:embed/>
                </p:oleObj>
              </mc:Choice>
              <mc:Fallback>
                <p:oleObj name="Equation" r:id="rId7" imgW="1307880" imgH="71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30513"/>
                        <a:ext cx="2971800" cy="164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35" name="Object 11"/>
          <p:cNvGraphicFramePr>
            <a:graphicFrameLocks noChangeAspect="1"/>
          </p:cNvGraphicFramePr>
          <p:nvPr/>
        </p:nvGraphicFramePr>
        <p:xfrm>
          <a:off x="990600" y="4495800"/>
          <a:ext cx="31242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08" name="Equation" r:id="rId9" imgW="1346040" imgH="736560" progId="Equation.3">
                  <p:embed/>
                </p:oleObj>
              </mc:Choice>
              <mc:Fallback>
                <p:oleObj name="Equation" r:id="rId9" imgW="1346040" imgH="7365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495800"/>
                        <a:ext cx="31242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636" name="Object 12"/>
          <p:cNvGraphicFramePr>
            <a:graphicFrameLocks noChangeAspect="1"/>
          </p:cNvGraphicFramePr>
          <p:nvPr/>
        </p:nvGraphicFramePr>
        <p:xfrm>
          <a:off x="4071938" y="3962400"/>
          <a:ext cx="3657600" cy="271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09" name="Equation" r:id="rId11" imgW="1536480" imgH="1143000" progId="Equation.3">
                  <p:embed/>
                </p:oleObj>
              </mc:Choice>
              <mc:Fallback>
                <p:oleObj name="Equation" r:id="rId11" imgW="1536480" imgH="1143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3962400"/>
                        <a:ext cx="3657600" cy="271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5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5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5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5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5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5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626" grpId="0" autoUpdateAnimBg="0"/>
      <p:bldP spid="1050629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81921-E5D7-4870-8AF9-81E5DA493E79}" type="slidenum">
              <a:rPr lang="zh-CN" altLang="en-US"/>
              <a:pPr/>
              <a:t>69</a:t>
            </a:fld>
            <a:endParaRPr lang="zh-CN" altLang="en-US"/>
          </a:p>
        </p:txBody>
      </p:sp>
      <p:graphicFrame>
        <p:nvGraphicFramePr>
          <p:cNvPr id="1051650" name="Object 1026"/>
          <p:cNvGraphicFramePr>
            <a:graphicFrameLocks noChangeAspect="1"/>
          </p:cNvGraphicFramePr>
          <p:nvPr/>
        </p:nvGraphicFramePr>
        <p:xfrm>
          <a:off x="1447800" y="66675"/>
          <a:ext cx="3505200" cy="271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34" name="Equation" r:id="rId3" imgW="1473120" imgH="1143000" progId="Equation.3">
                  <p:embed/>
                </p:oleObj>
              </mc:Choice>
              <mc:Fallback>
                <p:oleObj name="Equation" r:id="rId3" imgW="1473120" imgH="11430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66675"/>
                        <a:ext cx="3505200" cy="271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1651" name="Text Box 1027"/>
          <p:cNvSpPr txBox="1">
            <a:spLocks noChangeArrowheads="1"/>
          </p:cNvSpPr>
          <p:nvPr/>
        </p:nvSpPr>
        <p:spPr bwMode="auto">
          <a:xfrm>
            <a:off x="381000" y="28575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51652" name="Line 1028"/>
          <p:cNvSpPr>
            <a:spLocks noChangeShapeType="1"/>
          </p:cNvSpPr>
          <p:nvPr/>
        </p:nvSpPr>
        <p:spPr bwMode="auto">
          <a:xfrm>
            <a:off x="1981200" y="598488"/>
            <a:ext cx="2819400" cy="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51653" name="Line 1029"/>
          <p:cNvSpPr>
            <a:spLocks noChangeShapeType="1"/>
          </p:cNvSpPr>
          <p:nvPr/>
        </p:nvSpPr>
        <p:spPr bwMode="auto">
          <a:xfrm>
            <a:off x="2667000" y="141288"/>
            <a:ext cx="0" cy="259080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51654" name="Line 1030"/>
          <p:cNvSpPr>
            <a:spLocks noChangeShapeType="1"/>
          </p:cNvSpPr>
          <p:nvPr/>
        </p:nvSpPr>
        <p:spPr bwMode="auto">
          <a:xfrm>
            <a:off x="3733800" y="109538"/>
            <a:ext cx="0" cy="259080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51655" name="Line 1031"/>
          <p:cNvSpPr>
            <a:spLocks noChangeShapeType="1"/>
          </p:cNvSpPr>
          <p:nvPr/>
        </p:nvSpPr>
        <p:spPr bwMode="auto">
          <a:xfrm>
            <a:off x="2057400" y="1687513"/>
            <a:ext cx="2819400" cy="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51656" name="Object 1032"/>
          <p:cNvGraphicFramePr>
            <a:graphicFrameLocks noChangeAspect="1"/>
          </p:cNvGraphicFramePr>
          <p:nvPr/>
        </p:nvGraphicFramePr>
        <p:xfrm>
          <a:off x="1066800" y="2895600"/>
          <a:ext cx="32607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35" name="Equation" r:id="rId5" imgW="1422360" imgH="228600" progId="Equation.3">
                  <p:embed/>
                </p:oleObj>
              </mc:Choice>
              <mc:Fallback>
                <p:oleObj name="Equation" r:id="rId5" imgW="1422360" imgH="2286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95600"/>
                        <a:ext cx="32607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59" name="Object 1035"/>
          <p:cNvGraphicFramePr>
            <a:graphicFrameLocks noChangeAspect="1"/>
          </p:cNvGraphicFramePr>
          <p:nvPr/>
        </p:nvGraphicFramePr>
        <p:xfrm>
          <a:off x="4330700" y="2949575"/>
          <a:ext cx="7286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36" name="Equation" r:id="rId7" imgW="317160" imgH="203040" progId="Equation.3">
                  <p:embed/>
                </p:oleObj>
              </mc:Choice>
              <mc:Fallback>
                <p:oleObj name="Equation" r:id="rId7" imgW="317160" imgH="20304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2949575"/>
                        <a:ext cx="7286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60" name="Object 1036"/>
          <p:cNvGraphicFramePr>
            <a:graphicFrameLocks noChangeAspect="1"/>
          </p:cNvGraphicFramePr>
          <p:nvPr/>
        </p:nvGraphicFramePr>
        <p:xfrm>
          <a:off x="5181600" y="2863850"/>
          <a:ext cx="75723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37" name="Equation" r:id="rId9" imgW="330120" imgH="228600" progId="Equation.3">
                  <p:embed/>
                </p:oleObj>
              </mc:Choice>
              <mc:Fallback>
                <p:oleObj name="Equation" r:id="rId9" imgW="330120" imgH="228600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63850"/>
                        <a:ext cx="757238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61" name="Object 1037"/>
          <p:cNvGraphicFramePr>
            <a:graphicFrameLocks noChangeAspect="1"/>
          </p:cNvGraphicFramePr>
          <p:nvPr/>
        </p:nvGraphicFramePr>
        <p:xfrm>
          <a:off x="5915025" y="2878138"/>
          <a:ext cx="10191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38" name="Equation" r:id="rId11" imgW="444240" imgH="228600" progId="Equation.3">
                  <p:embed/>
                </p:oleObj>
              </mc:Choice>
              <mc:Fallback>
                <p:oleObj name="Equation" r:id="rId11" imgW="444240" imgH="22860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025" y="2878138"/>
                        <a:ext cx="10191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62" name="Object 1038"/>
          <p:cNvGraphicFramePr>
            <a:graphicFrameLocks noChangeAspect="1"/>
          </p:cNvGraphicFramePr>
          <p:nvPr/>
        </p:nvGraphicFramePr>
        <p:xfrm>
          <a:off x="6858000" y="2921000"/>
          <a:ext cx="6985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39" name="Equation" r:id="rId13" imgW="304560" imgH="203040" progId="Equation.3">
                  <p:embed/>
                </p:oleObj>
              </mc:Choice>
              <mc:Fallback>
                <p:oleObj name="Equation" r:id="rId13" imgW="304560" imgH="203040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921000"/>
                        <a:ext cx="6985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64" name="Object 1040"/>
          <p:cNvGraphicFramePr>
            <a:graphicFrameLocks noChangeAspect="1"/>
          </p:cNvGraphicFramePr>
          <p:nvPr/>
        </p:nvGraphicFramePr>
        <p:xfrm>
          <a:off x="7467600" y="2971800"/>
          <a:ext cx="10763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40" name="Equation" r:id="rId15" imgW="469800" imgH="203040" progId="Equation.3">
                  <p:embed/>
                </p:oleObj>
              </mc:Choice>
              <mc:Fallback>
                <p:oleObj name="Equation" r:id="rId15" imgW="469800" imgH="203040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971800"/>
                        <a:ext cx="107632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1665" name="Text Box 1041"/>
          <p:cNvSpPr txBox="1">
            <a:spLocks noChangeArrowheads="1"/>
          </p:cNvSpPr>
          <p:nvPr/>
        </p:nvSpPr>
        <p:spPr bwMode="auto">
          <a:xfrm>
            <a:off x="304800" y="11318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   </a:t>
            </a:r>
            <a:r>
              <a:rPr lang="zh-CN" altLang="en-US">
                <a:solidFill>
                  <a:schemeClr val="tx2"/>
                </a:solidFill>
              </a:rPr>
              <a:t>设</a:t>
            </a:r>
          </a:p>
        </p:txBody>
      </p:sp>
      <p:graphicFrame>
        <p:nvGraphicFramePr>
          <p:cNvPr id="1051666" name="Object 1042"/>
          <p:cNvGraphicFramePr>
            <a:graphicFrameLocks noChangeAspect="1"/>
          </p:cNvGraphicFramePr>
          <p:nvPr/>
        </p:nvGraphicFramePr>
        <p:xfrm>
          <a:off x="914400" y="3962400"/>
          <a:ext cx="3271838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41" name="Equation" r:id="rId17" imgW="1409400" imgH="736560" progId="Equation.3">
                  <p:embed/>
                </p:oleObj>
              </mc:Choice>
              <mc:Fallback>
                <p:oleObj name="Equation" r:id="rId17" imgW="1409400" imgH="736560" progId="Equation.3">
                  <p:embed/>
                  <p:pic>
                    <p:nvPicPr>
                      <p:cNvPr id="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62400"/>
                        <a:ext cx="3271838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67" name="Object 1043"/>
          <p:cNvGraphicFramePr>
            <a:graphicFrameLocks noChangeAspect="1"/>
          </p:cNvGraphicFramePr>
          <p:nvPr/>
        </p:nvGraphicFramePr>
        <p:xfrm>
          <a:off x="4191000" y="3505200"/>
          <a:ext cx="3173413" cy="271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42" name="Equation" r:id="rId19" imgW="1333440" imgH="1143000" progId="Equation.3">
                  <p:embed/>
                </p:oleObj>
              </mc:Choice>
              <mc:Fallback>
                <p:oleObj name="Equation" r:id="rId19" imgW="1333440" imgH="1143000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505200"/>
                        <a:ext cx="3173413" cy="271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668" name="Object 1044"/>
          <p:cNvGraphicFramePr>
            <a:graphicFrameLocks noChangeAspect="1"/>
          </p:cNvGraphicFramePr>
          <p:nvPr/>
        </p:nvGraphicFramePr>
        <p:xfrm>
          <a:off x="5105400" y="1171575"/>
          <a:ext cx="33924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43" name="Equation" r:id="rId21" imgW="1473120" imgH="228600" progId="Equation.3">
                  <p:embed/>
                </p:oleObj>
              </mc:Choice>
              <mc:Fallback>
                <p:oleObj name="Equation" r:id="rId21" imgW="1473120" imgH="228600" progId="Equation.3">
                  <p:embed/>
                  <p:pic>
                    <p:nvPicPr>
                      <p:cNvPr id="0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171575"/>
                        <a:ext cx="33924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7B4CA-C5DD-4B89-A329-E4C9EBD653FD}" type="slidenum">
              <a:rPr lang="zh-CN" altLang="en-US"/>
              <a:pPr/>
              <a:t>70</a:t>
            </a:fld>
            <a:endParaRPr lang="zh-CN" altLang="en-US"/>
          </a:p>
        </p:txBody>
      </p:sp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1534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第五节  逆矩阵</a:t>
            </a:r>
          </a:p>
        </p:txBody>
      </p:sp>
      <p:graphicFrame>
        <p:nvGraphicFramePr>
          <p:cNvPr id="1053701" name="Object 5"/>
          <p:cNvGraphicFramePr>
            <a:graphicFrameLocks noChangeAspect="1"/>
          </p:cNvGraphicFramePr>
          <p:nvPr/>
        </p:nvGraphicFramePr>
        <p:xfrm>
          <a:off x="2362200" y="2133600"/>
          <a:ext cx="27432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24" name="Equation" r:id="rId3" imgW="1054080" imgH="228600" progId="Equation.3">
                  <p:embed/>
                </p:oleObj>
              </mc:Choice>
              <mc:Fallback>
                <p:oleObj name="Equation" r:id="rId3" imgW="10540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133600"/>
                        <a:ext cx="27432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3702" name="Text Box 6"/>
          <p:cNvSpPr txBox="1">
            <a:spLocks noChangeArrowheads="1"/>
          </p:cNvSpPr>
          <p:nvPr/>
        </p:nvSpPr>
        <p:spPr bwMode="auto">
          <a:xfrm>
            <a:off x="3746500" y="5448300"/>
            <a:ext cx="5016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则矩阵 </a:t>
            </a:r>
            <a:r>
              <a:rPr lang="en-US" altLang="zh-CN" i="1">
                <a:solidFill>
                  <a:schemeClr val="tx2"/>
                </a:solidFill>
              </a:rPr>
              <a:t>B </a:t>
            </a:r>
            <a:r>
              <a:rPr lang="zh-CN" altLang="en-US">
                <a:solidFill>
                  <a:schemeClr val="tx2"/>
                </a:solidFill>
              </a:rPr>
              <a:t>称为 </a:t>
            </a:r>
            <a:r>
              <a:rPr lang="en-US" altLang="zh-CN" i="1">
                <a:solidFill>
                  <a:schemeClr val="tx2"/>
                </a:solidFill>
              </a:rPr>
              <a:t>A </a:t>
            </a:r>
            <a:r>
              <a:rPr lang="zh-CN" altLang="en-US">
                <a:solidFill>
                  <a:schemeClr val="tx2"/>
                </a:solidFill>
              </a:rPr>
              <a:t>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逆矩阵</a:t>
            </a:r>
            <a:r>
              <a:rPr lang="zh-CN" altLang="en-US">
                <a:solidFill>
                  <a:schemeClr val="tx2"/>
                </a:solidFill>
              </a:rPr>
              <a:t>。</a:t>
            </a:r>
          </a:p>
        </p:txBody>
      </p:sp>
      <p:sp>
        <p:nvSpPr>
          <p:cNvPr id="1053703" name="Rectangle 7"/>
          <p:cNvSpPr>
            <a:spLocks noChangeArrowheads="1"/>
          </p:cNvSpPr>
          <p:nvPr/>
        </p:nvSpPr>
        <p:spPr bwMode="auto">
          <a:xfrm>
            <a:off x="723900" y="1573213"/>
            <a:ext cx="2684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在数的运算中，</a:t>
            </a:r>
          </a:p>
        </p:txBody>
      </p:sp>
      <p:grpSp>
        <p:nvGrpSpPr>
          <p:cNvPr id="1053719" name="Group 23"/>
          <p:cNvGrpSpPr>
            <a:grpSpLocks/>
          </p:cNvGrpSpPr>
          <p:nvPr/>
        </p:nvGrpSpPr>
        <p:grpSpPr bwMode="auto">
          <a:xfrm>
            <a:off x="3238500" y="1598613"/>
            <a:ext cx="2857500" cy="519112"/>
            <a:chOff x="2040" y="1007"/>
            <a:chExt cx="1800" cy="327"/>
          </a:xfrm>
        </p:grpSpPr>
        <p:sp>
          <p:nvSpPr>
            <p:cNvPr id="1053705" name="Rectangle 9"/>
            <p:cNvSpPr>
              <a:spLocks noChangeArrowheads="1"/>
            </p:cNvSpPr>
            <p:nvPr/>
          </p:nvSpPr>
          <p:spPr bwMode="auto">
            <a:xfrm>
              <a:off x="2040" y="1007"/>
              <a:ext cx="18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</a:rPr>
                <a:t>当数          时，</a:t>
              </a:r>
            </a:p>
          </p:txBody>
        </p:sp>
        <p:graphicFrame>
          <p:nvGraphicFramePr>
            <p:cNvPr id="1053706" name="Object 10"/>
            <p:cNvGraphicFramePr>
              <a:graphicFrameLocks noChangeAspect="1"/>
            </p:cNvGraphicFramePr>
            <p:nvPr/>
          </p:nvGraphicFramePr>
          <p:xfrm>
            <a:off x="2561" y="1061"/>
            <a:ext cx="511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3725" name="公式" r:id="rId5" imgW="812520" imgH="330120" progId="Equation.3">
                    <p:embed/>
                  </p:oleObj>
                </mc:Choice>
                <mc:Fallback>
                  <p:oleObj name="公式" r:id="rId5" imgW="812520" imgH="33012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1" y="1061"/>
                          <a:ext cx="511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3707" name="Text Box 11"/>
          <p:cNvSpPr txBox="1">
            <a:spLocks noChangeArrowheads="1"/>
          </p:cNvSpPr>
          <p:nvPr/>
        </p:nvSpPr>
        <p:spPr bwMode="auto">
          <a:xfrm>
            <a:off x="5473700" y="157003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有</a:t>
            </a:r>
          </a:p>
        </p:txBody>
      </p:sp>
      <p:grpSp>
        <p:nvGrpSpPr>
          <p:cNvPr id="1053708" name="Group 12"/>
          <p:cNvGrpSpPr>
            <a:grpSpLocks/>
          </p:cNvGrpSpPr>
          <p:nvPr/>
        </p:nvGrpSpPr>
        <p:grpSpPr bwMode="auto">
          <a:xfrm>
            <a:off x="342900" y="2665413"/>
            <a:ext cx="4214813" cy="855662"/>
            <a:chOff x="384" y="1584"/>
            <a:chExt cx="2655" cy="539"/>
          </a:xfrm>
        </p:grpSpPr>
        <p:sp>
          <p:nvSpPr>
            <p:cNvPr id="1053709" name="Rectangle 13"/>
            <p:cNvSpPr>
              <a:spLocks noChangeArrowheads="1"/>
            </p:cNvSpPr>
            <p:nvPr/>
          </p:nvSpPr>
          <p:spPr bwMode="auto">
            <a:xfrm>
              <a:off x="384" y="1674"/>
              <a:ext cx="2655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</a:rPr>
                <a:t>其中             为 </a:t>
              </a:r>
              <a:r>
                <a:rPr lang="en-US" altLang="zh-CN" sz="3000" i="1">
                  <a:solidFill>
                    <a:schemeClr val="tx2"/>
                  </a:solidFill>
                </a:rPr>
                <a:t>a </a:t>
              </a:r>
              <a:r>
                <a:rPr lang="zh-CN" altLang="en-US">
                  <a:solidFill>
                    <a:schemeClr val="tx2"/>
                  </a:solidFill>
                </a:rPr>
                <a:t>的倒数；</a:t>
              </a:r>
            </a:p>
          </p:txBody>
        </p:sp>
        <p:graphicFrame>
          <p:nvGraphicFramePr>
            <p:cNvPr id="1053710" name="Object 14"/>
            <p:cNvGraphicFramePr>
              <a:graphicFrameLocks noChangeAspect="1"/>
            </p:cNvGraphicFramePr>
            <p:nvPr/>
          </p:nvGraphicFramePr>
          <p:xfrm>
            <a:off x="953" y="1584"/>
            <a:ext cx="624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3726" name="Equation" r:id="rId7" imgW="1066680" imgH="838080" progId="Equation.3">
                    <p:embed/>
                  </p:oleObj>
                </mc:Choice>
                <mc:Fallback>
                  <p:oleObj name="Equation" r:id="rId7" imgW="1066680" imgH="8380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3" y="1584"/>
                          <a:ext cx="624" cy="5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3711" name="Rectangle 15"/>
          <p:cNvSpPr>
            <a:spLocks noChangeArrowheads="1"/>
          </p:cNvSpPr>
          <p:nvPr/>
        </p:nvSpPr>
        <p:spPr bwMode="auto">
          <a:xfrm>
            <a:off x="320675" y="4173538"/>
            <a:ext cx="79089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00"/>
                </a:solidFill>
              </a:rPr>
              <a:t>单位阵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3000" i="1">
                <a:solidFill>
                  <a:srgbClr val="0033CC"/>
                </a:solidFill>
              </a:rPr>
              <a:t>E</a:t>
            </a:r>
            <a:r>
              <a:rPr lang="en-US" altLang="zh-CN" sz="2000" i="1">
                <a:solidFill>
                  <a:srgbClr val="0033CC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类似于 </a:t>
            </a:r>
            <a:r>
              <a:rPr lang="zh-CN" altLang="en-US">
                <a:solidFill>
                  <a:srgbClr val="0033CC"/>
                </a:solidFill>
              </a:rPr>
              <a:t>1 </a:t>
            </a:r>
            <a:r>
              <a:rPr lang="zh-CN" altLang="en-US">
                <a:solidFill>
                  <a:srgbClr val="000000"/>
                </a:solidFill>
              </a:rPr>
              <a:t>在数的乘法运算中的地位。</a:t>
            </a:r>
          </a:p>
        </p:txBody>
      </p:sp>
      <p:sp>
        <p:nvSpPr>
          <p:cNvPr id="1053712" name="Rectangle 16"/>
          <p:cNvSpPr>
            <a:spLocks noChangeArrowheads="1"/>
          </p:cNvSpPr>
          <p:nvPr/>
        </p:nvSpPr>
        <p:spPr bwMode="auto">
          <a:xfrm>
            <a:off x="320675" y="4783138"/>
            <a:ext cx="38703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那么，对于矩阵</a:t>
            </a:r>
            <a:r>
              <a:rPr lang="en-US" altLang="zh-CN" sz="3000" i="1">
                <a:solidFill>
                  <a:schemeClr val="tx2"/>
                </a:solidFill>
              </a:rPr>
              <a:t>A</a:t>
            </a:r>
            <a:r>
              <a:rPr lang="zh-CN" altLang="en-US">
                <a:solidFill>
                  <a:schemeClr val="tx2"/>
                </a:solidFill>
              </a:rPr>
              <a:t> ，</a:t>
            </a:r>
          </a:p>
        </p:txBody>
      </p:sp>
      <p:sp>
        <p:nvSpPr>
          <p:cNvPr id="1053713" name="Rectangle 17"/>
          <p:cNvSpPr>
            <a:spLocks noChangeArrowheads="1"/>
          </p:cNvSpPr>
          <p:nvPr/>
        </p:nvSpPr>
        <p:spPr bwMode="auto">
          <a:xfrm>
            <a:off x="3467100" y="4783138"/>
            <a:ext cx="4381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如果存在一个矩阵</a:t>
            </a:r>
            <a:r>
              <a:rPr lang="en-US" altLang="zh-CN" i="1">
                <a:solidFill>
                  <a:schemeClr val="tx2"/>
                </a:solidFill>
              </a:rPr>
              <a:t>B</a:t>
            </a:r>
            <a:r>
              <a:rPr lang="en-US" altLang="zh-CN">
                <a:solidFill>
                  <a:schemeClr val="tx2"/>
                </a:solidFill>
              </a:rPr>
              <a:t>，</a:t>
            </a:r>
          </a:p>
        </p:txBody>
      </p:sp>
      <p:grpSp>
        <p:nvGrpSpPr>
          <p:cNvPr id="1053714" name="Group 18"/>
          <p:cNvGrpSpPr>
            <a:grpSpLocks/>
          </p:cNvGrpSpPr>
          <p:nvPr/>
        </p:nvGrpSpPr>
        <p:grpSpPr bwMode="auto">
          <a:xfrm>
            <a:off x="342900" y="5422900"/>
            <a:ext cx="3352800" cy="571500"/>
            <a:chOff x="192" y="3119"/>
            <a:chExt cx="2112" cy="360"/>
          </a:xfrm>
        </p:grpSpPr>
        <p:graphicFrame>
          <p:nvGraphicFramePr>
            <p:cNvPr id="1053715" name="Object 19"/>
            <p:cNvGraphicFramePr>
              <a:graphicFrameLocks noChangeAspect="1"/>
            </p:cNvGraphicFramePr>
            <p:nvPr/>
          </p:nvGraphicFramePr>
          <p:xfrm>
            <a:off x="768" y="3160"/>
            <a:ext cx="153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3727" name="Equation" r:id="rId9" imgW="977760" imgH="203040" progId="Equation.3">
                    <p:embed/>
                  </p:oleObj>
                </mc:Choice>
                <mc:Fallback>
                  <p:oleObj name="Equation" r:id="rId9" imgW="977760" imgH="2030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3160"/>
                          <a:ext cx="153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3716" name="Rectangle 20"/>
            <p:cNvSpPr>
              <a:spLocks noChangeArrowheads="1"/>
            </p:cNvSpPr>
            <p:nvPr/>
          </p:nvSpPr>
          <p:spPr bwMode="auto">
            <a:xfrm>
              <a:off x="192" y="3119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chemeClr val="tx2"/>
                  </a:solidFill>
                </a:rPr>
                <a:t>使得</a:t>
              </a:r>
            </a:p>
          </p:txBody>
        </p:sp>
      </p:grpSp>
      <p:sp>
        <p:nvSpPr>
          <p:cNvPr id="1053717" name="Text Box 21"/>
          <p:cNvSpPr txBox="1">
            <a:spLocks noChangeArrowheads="1"/>
          </p:cNvSpPr>
          <p:nvPr/>
        </p:nvSpPr>
        <p:spPr bwMode="auto">
          <a:xfrm>
            <a:off x="374650" y="3563938"/>
            <a:ext cx="63627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对任何方阵</a:t>
            </a:r>
            <a:r>
              <a:rPr lang="en-US" altLang="zh-CN" sz="3000" i="1">
                <a:solidFill>
                  <a:schemeClr val="tx2"/>
                </a:solidFill>
              </a:rPr>
              <a:t>A</a:t>
            </a:r>
            <a:r>
              <a:rPr lang="zh-CN" altLang="en-US"/>
              <a:t> ，</a:t>
            </a:r>
            <a:r>
              <a:rPr lang="en-US" altLang="zh-CN"/>
              <a:t> </a:t>
            </a:r>
            <a:r>
              <a:rPr lang="zh-CN" altLang="en-US"/>
              <a:t>有</a:t>
            </a:r>
            <a:r>
              <a:rPr lang="en-US" altLang="zh-CN" sz="3000" i="1">
                <a:solidFill>
                  <a:schemeClr val="tx2"/>
                </a:solidFill>
              </a:rPr>
              <a:t>AE</a:t>
            </a:r>
            <a:r>
              <a:rPr lang="en-US" altLang="zh-CN" sz="2000" i="1">
                <a:solidFill>
                  <a:schemeClr val="tx2"/>
                </a:solidFill>
              </a:rPr>
              <a:t> </a:t>
            </a:r>
            <a:r>
              <a:rPr lang="en-US" altLang="zh-CN" sz="3000" i="1">
                <a:solidFill>
                  <a:schemeClr val="tx2"/>
                </a:solidFill>
              </a:rPr>
              <a:t>=</a:t>
            </a:r>
            <a:r>
              <a:rPr lang="en-US" altLang="zh-CN" sz="1800" i="1">
                <a:solidFill>
                  <a:schemeClr val="tx2"/>
                </a:solidFill>
              </a:rPr>
              <a:t> </a:t>
            </a:r>
            <a:r>
              <a:rPr lang="en-US" altLang="zh-CN" sz="3000" i="1">
                <a:solidFill>
                  <a:schemeClr val="tx2"/>
                </a:solidFill>
              </a:rPr>
              <a:t>EA</a:t>
            </a:r>
            <a:r>
              <a:rPr lang="en-US" altLang="zh-CN" sz="1800" i="1">
                <a:solidFill>
                  <a:schemeClr val="tx2"/>
                </a:solidFill>
              </a:rPr>
              <a:t> </a:t>
            </a:r>
            <a:r>
              <a:rPr lang="en-US" altLang="zh-CN" sz="3000" i="1">
                <a:solidFill>
                  <a:schemeClr val="tx2"/>
                </a:solidFill>
              </a:rPr>
              <a:t>=</a:t>
            </a:r>
            <a:r>
              <a:rPr lang="en-US" altLang="zh-CN" sz="1800" i="1">
                <a:solidFill>
                  <a:schemeClr val="tx2"/>
                </a:solidFill>
              </a:rPr>
              <a:t> </a:t>
            </a:r>
            <a:r>
              <a:rPr lang="en-US" altLang="zh-CN" sz="3000" i="1">
                <a:solidFill>
                  <a:schemeClr val="tx2"/>
                </a:solidFill>
              </a:rPr>
              <a:t>A</a:t>
            </a:r>
            <a:r>
              <a:rPr lang="zh-CN" altLang="en-US"/>
              <a:t>,</a:t>
            </a:r>
          </a:p>
        </p:txBody>
      </p:sp>
      <p:sp>
        <p:nvSpPr>
          <p:cNvPr id="1053718" name="Rectangle 22"/>
          <p:cNvSpPr>
            <a:spLocks noChangeArrowheads="1"/>
          </p:cNvSpPr>
          <p:nvPr/>
        </p:nvSpPr>
        <p:spPr bwMode="auto">
          <a:xfrm>
            <a:off x="228600" y="914400"/>
            <a:ext cx="502920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(一) 逆矩阵的概念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053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5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5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5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698" grpId="0" autoUpdateAnimBg="0"/>
      <p:bldP spid="1053702" grpId="0" autoUpdateAnimBg="0"/>
      <p:bldP spid="1053703" grpId="0" autoUpdateAnimBg="0"/>
      <p:bldP spid="1053707" grpId="0" autoUpdateAnimBg="0"/>
      <p:bldP spid="1053711" grpId="0" autoUpdateAnimBg="0"/>
      <p:bldP spid="1053712" grpId="0" autoUpdateAnimBg="0"/>
      <p:bldP spid="1053713" grpId="0" autoUpdateAnimBg="0"/>
      <p:bldP spid="1053717" grpId="0" autoUpdateAnimBg="0"/>
      <p:bldP spid="1053718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30DB-0CD7-4324-ABCD-B9882EAE1929}" type="slidenum">
              <a:rPr lang="zh-CN" altLang="en-US"/>
              <a:pPr/>
              <a:t>71</a:t>
            </a:fld>
            <a:endParaRPr lang="zh-CN" altLang="en-US"/>
          </a:p>
        </p:txBody>
      </p:sp>
      <p:sp>
        <p:nvSpPr>
          <p:cNvPr id="980994" name="Text Box 2"/>
          <p:cNvSpPr txBox="1">
            <a:spLocks noChangeArrowheads="1"/>
          </p:cNvSpPr>
          <p:nvPr/>
        </p:nvSpPr>
        <p:spPr bwMode="auto">
          <a:xfrm>
            <a:off x="347663" y="1447800"/>
            <a:ext cx="8415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则称 </a:t>
            </a:r>
            <a:r>
              <a:rPr lang="en-US" altLang="zh-CN" i="1"/>
              <a:t>A </a:t>
            </a:r>
            <a:r>
              <a:rPr lang="zh-CN" altLang="en-US"/>
              <a:t>为可逆矩阵, 而 </a:t>
            </a:r>
            <a:r>
              <a:rPr lang="en-US" altLang="zh-CN" i="1"/>
              <a:t>B </a:t>
            </a:r>
            <a:r>
              <a:rPr lang="zh-CN" altLang="en-US"/>
              <a:t>称为 </a:t>
            </a:r>
            <a:r>
              <a:rPr lang="en-US" altLang="zh-CN" i="1"/>
              <a:t>A </a:t>
            </a:r>
            <a:r>
              <a:rPr lang="zh-CN" altLang="en-US"/>
              <a:t>的逆矩阵, 记为 </a:t>
            </a:r>
          </a:p>
        </p:txBody>
      </p:sp>
      <p:sp>
        <p:nvSpPr>
          <p:cNvPr id="980995" name="Text Box 3"/>
          <p:cNvSpPr txBox="1">
            <a:spLocks noChangeArrowheads="1"/>
          </p:cNvSpPr>
          <p:nvPr/>
        </p:nvSpPr>
        <p:spPr bwMode="auto">
          <a:xfrm>
            <a:off x="304800" y="3048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  <a:endParaRPr lang="zh-CN" altLang="en-US">
              <a:solidFill>
                <a:schemeClr val="bg2"/>
              </a:solidFill>
            </a:endParaRPr>
          </a:p>
        </p:txBody>
      </p:sp>
      <p:graphicFrame>
        <p:nvGraphicFramePr>
          <p:cNvPr id="980996" name="Object 4"/>
          <p:cNvGraphicFramePr>
            <a:graphicFrameLocks noChangeAspect="1"/>
          </p:cNvGraphicFramePr>
          <p:nvPr/>
        </p:nvGraphicFramePr>
        <p:xfrm>
          <a:off x="2819400" y="968375"/>
          <a:ext cx="2286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56" name="Equation" r:id="rId4" imgW="2145960" imgH="368280" progId="Equation.3">
                  <p:embed/>
                </p:oleObj>
              </mc:Choice>
              <mc:Fallback>
                <p:oleObj name="Equation" r:id="rId4" imgW="214596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968375"/>
                        <a:ext cx="2286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0997" name="Object 5"/>
          <p:cNvGraphicFramePr>
            <a:graphicFrameLocks noChangeAspect="1"/>
          </p:cNvGraphicFramePr>
          <p:nvPr/>
        </p:nvGraphicFramePr>
        <p:xfrm>
          <a:off x="7670800" y="1423988"/>
          <a:ext cx="8890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57" name="Equation" r:id="rId6" imgW="355320" imgH="228600" progId="Equation.3">
                  <p:embed/>
                </p:oleObj>
              </mc:Choice>
              <mc:Fallback>
                <p:oleObj name="Equation" r:id="rId6" imgW="3553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1423988"/>
                        <a:ext cx="88900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998" name="Text Box 6"/>
          <p:cNvSpPr txBox="1">
            <a:spLocks noChangeArrowheads="1"/>
          </p:cNvSpPr>
          <p:nvPr/>
        </p:nvSpPr>
        <p:spPr bwMode="auto">
          <a:xfrm>
            <a:off x="304800" y="2362200"/>
            <a:ext cx="1165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  <a:r>
              <a:rPr lang="zh-CN" altLang="en-US"/>
              <a:t>   设</a:t>
            </a:r>
          </a:p>
        </p:txBody>
      </p:sp>
      <p:graphicFrame>
        <p:nvGraphicFramePr>
          <p:cNvPr id="980999" name="Object 7"/>
          <p:cNvGraphicFramePr>
            <a:graphicFrameLocks noChangeAspect="1"/>
          </p:cNvGraphicFramePr>
          <p:nvPr/>
        </p:nvGraphicFramePr>
        <p:xfrm>
          <a:off x="1409700" y="2082800"/>
          <a:ext cx="1909763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58" name="Equation" r:id="rId8" imgW="825480" imgH="469800" progId="Equation.3">
                  <p:embed/>
                </p:oleObj>
              </mc:Choice>
              <mc:Fallback>
                <p:oleObj name="Equation" r:id="rId8" imgW="825480" imgH="46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2082800"/>
                        <a:ext cx="1909763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1000" name="Text Box 8"/>
          <p:cNvSpPr txBox="1">
            <a:spLocks noChangeArrowheads="1"/>
          </p:cNvSpPr>
          <p:nvPr/>
        </p:nvSpPr>
        <p:spPr bwMode="auto">
          <a:xfrm>
            <a:off x="1230313" y="327025"/>
            <a:ext cx="7532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设</a:t>
            </a:r>
            <a:r>
              <a:rPr lang="zh-CN" altLang="en-US" sz="1800"/>
              <a:t> </a:t>
            </a:r>
            <a:r>
              <a:rPr lang="en-US" altLang="zh-CN" i="1"/>
              <a:t>A</a:t>
            </a:r>
            <a:r>
              <a:rPr lang="en-US" altLang="zh-CN" sz="2000" i="1"/>
              <a:t> </a:t>
            </a:r>
            <a:r>
              <a:rPr lang="zh-CN" altLang="en-US"/>
              <a:t>是 </a:t>
            </a:r>
            <a:r>
              <a:rPr lang="en-US" altLang="zh-CN" i="1"/>
              <a:t>n </a:t>
            </a:r>
            <a:r>
              <a:rPr lang="zh-CN" altLang="en-US"/>
              <a:t>阶方阵, 如果存在 </a:t>
            </a:r>
            <a:r>
              <a:rPr lang="en-US" altLang="zh-CN" i="1"/>
              <a:t>n </a:t>
            </a:r>
            <a:r>
              <a:rPr lang="zh-CN" altLang="en-US"/>
              <a:t>阶方阵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zh-CN" altLang="en-US"/>
              <a:t>使得 </a:t>
            </a:r>
          </a:p>
        </p:txBody>
      </p:sp>
      <p:graphicFrame>
        <p:nvGraphicFramePr>
          <p:cNvPr id="981001" name="Object 9"/>
          <p:cNvGraphicFramePr>
            <a:graphicFrameLocks noChangeAspect="1"/>
          </p:cNvGraphicFramePr>
          <p:nvPr/>
        </p:nvGraphicFramePr>
        <p:xfrm>
          <a:off x="3429000" y="2133600"/>
          <a:ext cx="34671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59" name="Equation" r:id="rId10" imgW="1498320" imgH="469800" progId="Equation.3">
                  <p:embed/>
                </p:oleObj>
              </mc:Choice>
              <mc:Fallback>
                <p:oleObj name="Equation" r:id="rId10" imgW="149832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33600"/>
                        <a:ext cx="346710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1002" name="Text Box 10"/>
          <p:cNvSpPr txBox="1">
            <a:spLocks noChangeArrowheads="1"/>
          </p:cNvSpPr>
          <p:nvPr/>
        </p:nvSpPr>
        <p:spPr bwMode="auto">
          <a:xfrm>
            <a:off x="317500" y="3233738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  <a:endParaRPr lang="zh-CN" altLang="en-US"/>
          </a:p>
        </p:txBody>
      </p:sp>
      <p:graphicFrame>
        <p:nvGraphicFramePr>
          <p:cNvPr id="981003" name="Object 11"/>
          <p:cNvGraphicFramePr>
            <a:graphicFrameLocks noChangeAspect="1"/>
          </p:cNvGraphicFramePr>
          <p:nvPr/>
        </p:nvGraphicFramePr>
        <p:xfrm>
          <a:off x="1143000" y="3255963"/>
          <a:ext cx="2732088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60" name="Equation" r:id="rId12" imgW="1180800" imgH="469800" progId="Equation.3">
                  <p:embed/>
                </p:oleObj>
              </mc:Choice>
              <mc:Fallback>
                <p:oleObj name="Equation" r:id="rId12" imgW="1180800" imgH="46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55963"/>
                        <a:ext cx="2732088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4" name="Object 12"/>
          <p:cNvGraphicFramePr>
            <a:graphicFrameLocks noChangeAspect="1"/>
          </p:cNvGraphicFramePr>
          <p:nvPr/>
        </p:nvGraphicFramePr>
        <p:xfrm>
          <a:off x="3886200" y="3560763"/>
          <a:ext cx="8223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61" name="Equation" r:id="rId14" imgW="355320" imgH="203040" progId="Equation.3">
                  <p:embed/>
                </p:oleObj>
              </mc:Choice>
              <mc:Fallback>
                <p:oleObj name="Equation" r:id="rId14" imgW="35532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560763"/>
                        <a:ext cx="8223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5" name="Object 13"/>
          <p:cNvGraphicFramePr>
            <a:graphicFrameLocks noChangeAspect="1"/>
          </p:cNvGraphicFramePr>
          <p:nvPr/>
        </p:nvGraphicFramePr>
        <p:xfrm>
          <a:off x="1143000" y="4475163"/>
          <a:ext cx="2732088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62" name="Equation" r:id="rId16" imgW="1180800" imgH="469800" progId="Equation.3">
                  <p:embed/>
                </p:oleObj>
              </mc:Choice>
              <mc:Fallback>
                <p:oleObj name="Equation" r:id="rId16" imgW="1180800" imgH="469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475163"/>
                        <a:ext cx="2732088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06" name="Object 14"/>
          <p:cNvGraphicFramePr>
            <a:graphicFrameLocks noChangeAspect="1"/>
          </p:cNvGraphicFramePr>
          <p:nvPr/>
        </p:nvGraphicFramePr>
        <p:xfrm>
          <a:off x="3886200" y="4779963"/>
          <a:ext cx="8223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63" name="Equation" r:id="rId18" imgW="355320" imgH="203040" progId="Equation.3">
                  <p:embed/>
                </p:oleObj>
              </mc:Choice>
              <mc:Fallback>
                <p:oleObj name="Equation" r:id="rId18" imgW="355320" imgH="203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779963"/>
                        <a:ext cx="8223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1007" name="Text Box 15"/>
          <p:cNvSpPr txBox="1">
            <a:spLocks noChangeArrowheads="1"/>
          </p:cNvSpPr>
          <p:nvPr/>
        </p:nvSpPr>
        <p:spPr bwMode="auto">
          <a:xfrm>
            <a:off x="5029200" y="471805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得证。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0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8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8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8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8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8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8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8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4" grpId="0" autoUpdateAnimBg="0"/>
      <p:bldP spid="980995" grpId="0" autoUpdateAnimBg="0"/>
      <p:bldP spid="980998" grpId="0" autoUpdateAnimBg="0"/>
      <p:bldP spid="981000" grpId="0" autoUpdateAnimBg="0"/>
      <p:bldP spid="981002" grpId="0" autoUpdateAnimBg="0"/>
      <p:bldP spid="981007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B6CB-46AA-44DE-B5D4-FD6C9B5E74CE}" type="slidenum">
              <a:rPr lang="zh-CN" altLang="en-US"/>
              <a:pPr/>
              <a:t>72</a:t>
            </a:fld>
            <a:endParaRPr lang="zh-CN" altLang="en-US"/>
          </a:p>
        </p:txBody>
      </p:sp>
      <p:sp>
        <p:nvSpPr>
          <p:cNvPr id="982018" name="Rectangle 2"/>
          <p:cNvSpPr>
            <a:spLocks noChangeArrowheads="1"/>
          </p:cNvSpPr>
          <p:nvPr/>
        </p:nvSpPr>
        <p:spPr bwMode="auto">
          <a:xfrm>
            <a:off x="236538" y="355600"/>
            <a:ext cx="525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982019" name="Rectangle 3"/>
          <p:cNvSpPr>
            <a:spLocks noChangeArrowheads="1"/>
          </p:cNvSpPr>
          <p:nvPr/>
        </p:nvSpPr>
        <p:spPr bwMode="auto">
          <a:xfrm>
            <a:off x="228600" y="1512888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82020" name="Object 4"/>
          <p:cNvGraphicFramePr>
            <a:graphicFrameLocks noChangeAspect="1"/>
          </p:cNvGraphicFramePr>
          <p:nvPr/>
        </p:nvGraphicFramePr>
        <p:xfrm>
          <a:off x="990600" y="114300"/>
          <a:ext cx="53340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83" name="Document" r:id="rId3" imgW="2261880" imgH="494640" progId="Word.Document.8">
                  <p:embed/>
                </p:oleObj>
              </mc:Choice>
              <mc:Fallback>
                <p:oleObj name="Document" r:id="rId3" imgW="2261880" imgH="4946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14300"/>
                        <a:ext cx="53340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1" name="Object 5"/>
          <p:cNvGraphicFramePr>
            <a:graphicFrameLocks noChangeAspect="1"/>
          </p:cNvGraphicFramePr>
          <p:nvPr/>
        </p:nvGraphicFramePr>
        <p:xfrm>
          <a:off x="1074738" y="1270000"/>
          <a:ext cx="4724400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84" name="Document" r:id="rId5" imgW="2044080" imgH="494640" progId="Word.Document.8">
                  <p:embed/>
                </p:oleObj>
              </mc:Choice>
              <mc:Fallback>
                <p:oleObj name="Document" r:id="rId5" imgW="2044080" imgH="4946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738" y="1270000"/>
                        <a:ext cx="4724400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2" name="Object 6"/>
          <p:cNvGraphicFramePr>
            <a:graphicFrameLocks noChangeAspect="1"/>
          </p:cNvGraphicFramePr>
          <p:nvPr/>
        </p:nvGraphicFramePr>
        <p:xfrm>
          <a:off x="304800" y="2400300"/>
          <a:ext cx="33528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85" name="Equation" r:id="rId7" imgW="1460160" imgH="469800" progId="Equation.3">
                  <p:embed/>
                </p:oleObj>
              </mc:Choice>
              <mc:Fallback>
                <p:oleObj name="Equation" r:id="rId7" imgW="146016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400300"/>
                        <a:ext cx="3352800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3" name="Object 7"/>
          <p:cNvGraphicFramePr>
            <a:graphicFrameLocks noChangeAspect="1"/>
          </p:cNvGraphicFramePr>
          <p:nvPr/>
        </p:nvGraphicFramePr>
        <p:xfrm>
          <a:off x="6438900" y="2387600"/>
          <a:ext cx="14224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86" name="Equation" r:id="rId9" imgW="609480" imgH="469800" progId="Equation.3">
                  <p:embed/>
                </p:oleObj>
              </mc:Choice>
              <mc:Fallback>
                <p:oleObj name="Equation" r:id="rId9" imgW="609480" imgH="46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2387600"/>
                        <a:ext cx="1422400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4" name="Object 8"/>
          <p:cNvGraphicFramePr>
            <a:graphicFrameLocks noChangeAspect="1"/>
          </p:cNvGraphicFramePr>
          <p:nvPr/>
        </p:nvGraphicFramePr>
        <p:xfrm>
          <a:off x="3632200" y="2400300"/>
          <a:ext cx="2857500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87" name="Equation" r:id="rId11" imgW="1218960" imgH="469800" progId="Equation.3">
                  <p:embed/>
                </p:oleObj>
              </mc:Choice>
              <mc:Fallback>
                <p:oleObj name="Equation" r:id="rId11" imgW="121896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2400300"/>
                        <a:ext cx="2857500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5" name="Object 9"/>
          <p:cNvGraphicFramePr>
            <a:graphicFrameLocks noChangeAspect="1"/>
          </p:cNvGraphicFramePr>
          <p:nvPr/>
        </p:nvGraphicFramePr>
        <p:xfrm>
          <a:off x="457200" y="3746500"/>
          <a:ext cx="45910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88" name="Equation" r:id="rId13" imgW="1841400" imgH="203040" progId="Equation.3">
                  <p:embed/>
                </p:oleObj>
              </mc:Choice>
              <mc:Fallback>
                <p:oleObj name="Equation" r:id="rId13" imgW="184140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46500"/>
                        <a:ext cx="45910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6" name="Object 10"/>
          <p:cNvGraphicFramePr>
            <a:graphicFrameLocks noChangeAspect="1"/>
          </p:cNvGraphicFramePr>
          <p:nvPr/>
        </p:nvGraphicFramePr>
        <p:xfrm>
          <a:off x="5181600" y="3429000"/>
          <a:ext cx="26606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89" name="Equation" r:id="rId15" imgW="1117440" imgH="469800" progId="Equation.3">
                  <p:embed/>
                </p:oleObj>
              </mc:Choice>
              <mc:Fallback>
                <p:oleObj name="Equation" r:id="rId15" imgW="111744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429000"/>
                        <a:ext cx="266065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27" name="Object 11"/>
          <p:cNvGraphicFramePr>
            <a:graphicFrameLocks noChangeAspect="1"/>
          </p:cNvGraphicFramePr>
          <p:nvPr/>
        </p:nvGraphicFramePr>
        <p:xfrm>
          <a:off x="6324600" y="4495800"/>
          <a:ext cx="175260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90" name="Equation" r:id="rId17" imgW="685800" imgH="469800" progId="Equation.3">
                  <p:embed/>
                </p:oleObj>
              </mc:Choice>
              <mc:Fallback>
                <p:oleObj name="Equation" r:id="rId17" imgW="685800" imgH="46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495800"/>
                        <a:ext cx="1752600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2028" name="Text Box 12"/>
          <p:cNvSpPr txBox="1">
            <a:spLocks noChangeArrowheads="1"/>
          </p:cNvSpPr>
          <p:nvPr/>
        </p:nvSpPr>
        <p:spPr bwMode="auto">
          <a:xfrm>
            <a:off x="381000" y="59436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所以</a:t>
            </a:r>
          </a:p>
        </p:txBody>
      </p:sp>
      <p:graphicFrame>
        <p:nvGraphicFramePr>
          <p:cNvPr id="982029" name="Object 13"/>
          <p:cNvGraphicFramePr>
            <a:graphicFrameLocks noChangeAspect="1"/>
          </p:cNvGraphicFramePr>
          <p:nvPr/>
        </p:nvGraphicFramePr>
        <p:xfrm>
          <a:off x="1371600" y="5638800"/>
          <a:ext cx="25908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91" name="Equation" r:id="rId19" imgW="1041120" imgH="469800" progId="Equation.3">
                  <p:embed/>
                </p:oleObj>
              </mc:Choice>
              <mc:Fallback>
                <p:oleObj name="Equation" r:id="rId19" imgW="1041120" imgH="469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638800"/>
                        <a:ext cx="25908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30" name="Object 14"/>
          <p:cNvGraphicFramePr>
            <a:graphicFrameLocks noChangeAspect="1"/>
          </p:cNvGraphicFramePr>
          <p:nvPr/>
        </p:nvGraphicFramePr>
        <p:xfrm>
          <a:off x="533400" y="4533900"/>
          <a:ext cx="2782888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92" name="Equation" r:id="rId21" imgW="1168200" imgH="469800" progId="Equation.3">
                  <p:embed/>
                </p:oleObj>
              </mc:Choice>
              <mc:Fallback>
                <p:oleObj name="Equation" r:id="rId21" imgW="1168200" imgH="469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533900"/>
                        <a:ext cx="2782888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2031" name="Object 15"/>
          <p:cNvGraphicFramePr>
            <a:graphicFrameLocks noChangeAspect="1"/>
          </p:cNvGraphicFramePr>
          <p:nvPr/>
        </p:nvGraphicFramePr>
        <p:xfrm>
          <a:off x="3276600" y="4533900"/>
          <a:ext cx="3084513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93" name="Equation" r:id="rId23" imgW="1295280" imgH="469800" progId="Equation.3">
                  <p:embed/>
                </p:oleObj>
              </mc:Choice>
              <mc:Fallback>
                <p:oleObj name="Equation" r:id="rId23" imgW="1295280" imgH="469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33900"/>
                        <a:ext cx="3084513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8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8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8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8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8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8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98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8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2018" grpId="0" autoUpdateAnimBg="0"/>
      <p:bldP spid="982019" grpId="0" autoUpdateAnimBg="0"/>
      <p:bldP spid="982028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B9F4A-59F2-45A1-9BFD-331A79BD2AF5}" type="slidenum">
              <a:rPr lang="zh-CN" altLang="en-US"/>
              <a:pPr/>
              <a:t>73</a:t>
            </a:fld>
            <a:endParaRPr lang="zh-CN" altLang="en-US"/>
          </a:p>
        </p:txBody>
      </p:sp>
      <p:sp>
        <p:nvSpPr>
          <p:cNvPr id="983042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定理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zh-CN" altLang="en-US"/>
              <a:t>若矩阵 </a:t>
            </a:r>
            <a:r>
              <a:rPr lang="en-US" altLang="zh-CN" i="1"/>
              <a:t>A </a:t>
            </a:r>
            <a:r>
              <a:rPr lang="zh-CN" altLang="en-US"/>
              <a:t>是可逆的，则 </a:t>
            </a:r>
            <a:r>
              <a:rPr lang="en-US" altLang="zh-CN" i="1"/>
              <a:t>A </a:t>
            </a:r>
            <a:r>
              <a:rPr lang="zh-CN" altLang="en-US"/>
              <a:t>的逆矩阵必唯一。</a:t>
            </a:r>
          </a:p>
        </p:txBody>
      </p:sp>
      <p:sp>
        <p:nvSpPr>
          <p:cNvPr id="983043" name="Text Box 3"/>
          <p:cNvSpPr txBox="1">
            <a:spLocks noChangeArrowheads="1"/>
          </p:cNvSpPr>
          <p:nvPr/>
        </p:nvSpPr>
        <p:spPr bwMode="auto">
          <a:xfrm>
            <a:off x="304800" y="1958975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983044" name="Rectangle 4"/>
          <p:cNvSpPr>
            <a:spLocks noChangeArrowheads="1"/>
          </p:cNvSpPr>
          <p:nvPr/>
        </p:nvSpPr>
        <p:spPr bwMode="auto">
          <a:xfrm>
            <a:off x="1066800" y="1981200"/>
            <a:ext cx="45180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设</a:t>
            </a:r>
            <a:r>
              <a:rPr lang="en-US" altLang="zh-CN" sz="3000" i="1">
                <a:solidFill>
                  <a:schemeClr val="tx2"/>
                </a:solidFill>
              </a:rPr>
              <a:t>B</a:t>
            </a:r>
            <a:r>
              <a:rPr lang="zh-CN" altLang="en-US">
                <a:solidFill>
                  <a:schemeClr val="tx2"/>
                </a:solidFill>
              </a:rPr>
              <a:t>和</a:t>
            </a:r>
            <a:r>
              <a:rPr lang="en-US" altLang="zh-CN" sz="3000" i="1">
                <a:solidFill>
                  <a:schemeClr val="tx2"/>
                </a:solidFill>
              </a:rPr>
              <a:t>C</a:t>
            </a:r>
            <a:r>
              <a:rPr lang="zh-CN" altLang="en-US">
                <a:solidFill>
                  <a:schemeClr val="tx2"/>
                </a:solidFill>
              </a:rPr>
              <a:t>都是</a:t>
            </a:r>
            <a:r>
              <a:rPr lang="en-US" altLang="zh-CN" sz="3000" i="1">
                <a:solidFill>
                  <a:schemeClr val="tx2"/>
                </a:solidFill>
              </a:rPr>
              <a:t>A</a:t>
            </a:r>
            <a:r>
              <a:rPr lang="zh-CN" altLang="en-US">
                <a:solidFill>
                  <a:schemeClr val="tx2"/>
                </a:solidFill>
              </a:rPr>
              <a:t>的逆矩阵，则</a:t>
            </a:r>
          </a:p>
        </p:txBody>
      </p:sp>
      <p:graphicFrame>
        <p:nvGraphicFramePr>
          <p:cNvPr id="983045" name="Object 5"/>
          <p:cNvGraphicFramePr>
            <a:graphicFrameLocks noChangeAspect="1"/>
          </p:cNvGraphicFramePr>
          <p:nvPr/>
        </p:nvGraphicFramePr>
        <p:xfrm>
          <a:off x="1066800" y="2678113"/>
          <a:ext cx="412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04" name="Equation" r:id="rId3" imgW="164880" imgH="164880" progId="Equation.3">
                  <p:embed/>
                </p:oleObj>
              </mc:Choice>
              <mc:Fallback>
                <p:oleObj name="Equation" r:id="rId3" imgW="164880" imgH="164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678113"/>
                        <a:ext cx="412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6" name="Object 6"/>
          <p:cNvGraphicFramePr>
            <a:graphicFrameLocks noChangeAspect="1"/>
          </p:cNvGraphicFramePr>
          <p:nvPr/>
        </p:nvGraphicFramePr>
        <p:xfrm>
          <a:off x="2222500" y="2687638"/>
          <a:ext cx="13716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05" name="Equation" r:id="rId5" imgW="583920" imgH="203040" progId="Equation.3">
                  <p:embed/>
                </p:oleObj>
              </mc:Choice>
              <mc:Fallback>
                <p:oleObj name="Equation" r:id="rId5" imgW="5839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2687638"/>
                        <a:ext cx="13716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7" name="Object 7"/>
          <p:cNvGraphicFramePr>
            <a:graphicFrameLocks noChangeAspect="1"/>
          </p:cNvGraphicFramePr>
          <p:nvPr/>
        </p:nvGraphicFramePr>
        <p:xfrm>
          <a:off x="3581400" y="2689225"/>
          <a:ext cx="14478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06" name="Equation" r:id="rId7" imgW="609480" imgH="203040" progId="Equation.3">
                  <p:embed/>
                </p:oleObj>
              </mc:Choice>
              <mc:Fallback>
                <p:oleObj name="Equation" r:id="rId7" imgW="60948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689225"/>
                        <a:ext cx="14478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8" name="Object 8"/>
          <p:cNvGraphicFramePr>
            <a:graphicFrameLocks noChangeAspect="1"/>
          </p:cNvGraphicFramePr>
          <p:nvPr/>
        </p:nvGraphicFramePr>
        <p:xfrm>
          <a:off x="4953000" y="2692400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07" name="Equation" r:id="rId9" imgW="380880" imgH="177480" progId="Equation.3">
                  <p:embed/>
                </p:oleObj>
              </mc:Choice>
              <mc:Fallback>
                <p:oleObj name="Equation" r:id="rId9" imgW="38088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692400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49" name="Object 9"/>
          <p:cNvGraphicFramePr>
            <a:graphicFrameLocks noChangeAspect="1"/>
          </p:cNvGraphicFramePr>
          <p:nvPr/>
        </p:nvGraphicFramePr>
        <p:xfrm>
          <a:off x="1371600" y="2698750"/>
          <a:ext cx="8794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08" name="Equation" r:id="rId11" imgW="380880" imgH="164880" progId="Equation.3">
                  <p:embed/>
                </p:oleObj>
              </mc:Choice>
              <mc:Fallback>
                <p:oleObj name="Equation" r:id="rId11" imgW="380880" imgH="1648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698750"/>
                        <a:ext cx="8794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50" name="Object 10"/>
          <p:cNvGraphicFramePr>
            <a:graphicFrameLocks noChangeAspect="1"/>
          </p:cNvGraphicFramePr>
          <p:nvPr/>
        </p:nvGraphicFramePr>
        <p:xfrm>
          <a:off x="5824538" y="2705100"/>
          <a:ext cx="7620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09" name="Equation" r:id="rId13" imgW="342720" imgH="203040" progId="Equation.3">
                  <p:embed/>
                </p:oleObj>
              </mc:Choice>
              <mc:Fallback>
                <p:oleObj name="Equation" r:id="rId13" imgW="34272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2705100"/>
                        <a:ext cx="7620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51" name="Object 11"/>
          <p:cNvGraphicFramePr>
            <a:graphicFrameLocks noChangeAspect="1"/>
          </p:cNvGraphicFramePr>
          <p:nvPr/>
        </p:nvGraphicFramePr>
        <p:xfrm>
          <a:off x="2743200" y="304800"/>
          <a:ext cx="2362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10" name="Equation" r:id="rId15" imgW="901440" imgH="164880" progId="Equation.3">
                  <p:embed/>
                </p:oleObj>
              </mc:Choice>
              <mc:Fallback>
                <p:oleObj name="Equation" r:id="rId15" imgW="90144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04800"/>
                        <a:ext cx="2362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52" name="Line 12"/>
          <p:cNvSpPr>
            <a:spLocks noChangeShapeType="1"/>
          </p:cNvSpPr>
          <p:nvPr/>
        </p:nvSpPr>
        <p:spPr bwMode="auto">
          <a:xfrm>
            <a:off x="228600" y="928688"/>
            <a:ext cx="86868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983053" name="AutoShape 13"/>
          <p:cNvSpPr>
            <a:spLocks noChangeArrowheads="1"/>
          </p:cNvSpPr>
          <p:nvPr/>
        </p:nvSpPr>
        <p:spPr bwMode="auto">
          <a:xfrm>
            <a:off x="7010400" y="1752600"/>
            <a:ext cx="1524000" cy="533400"/>
          </a:xfrm>
          <a:prstGeom prst="wedgeRoundRectCallout">
            <a:avLst>
              <a:gd name="adj1" fmla="val -265417"/>
              <a:gd name="adj2" fmla="val 146130"/>
              <a:gd name="adj3" fmla="val 16667"/>
            </a:avLst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r>
              <a:rPr lang="zh-CN" altLang="en-US"/>
              <a:t>结合律</a:t>
            </a:r>
          </a:p>
        </p:txBody>
      </p:sp>
      <p:sp>
        <p:nvSpPr>
          <p:cNvPr id="983054" name="Text Box 14"/>
          <p:cNvSpPr txBox="1">
            <a:spLocks noChangeArrowheads="1"/>
          </p:cNvSpPr>
          <p:nvPr/>
        </p:nvSpPr>
        <p:spPr bwMode="auto">
          <a:xfrm>
            <a:off x="304800" y="35052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/>
              <a:t>:</a:t>
            </a:r>
          </a:p>
        </p:txBody>
      </p:sp>
      <p:sp>
        <p:nvSpPr>
          <p:cNvPr id="983055" name="Text Box 15"/>
          <p:cNvSpPr txBox="1">
            <a:spLocks noChangeArrowheads="1"/>
          </p:cNvSpPr>
          <p:nvPr/>
        </p:nvSpPr>
        <p:spPr bwMode="auto">
          <a:xfrm>
            <a:off x="1371600" y="3451225"/>
            <a:ext cx="5105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(1)  什么条件下 </a:t>
            </a:r>
            <a:r>
              <a:rPr lang="en-US" altLang="zh-CN" sz="3000" i="1"/>
              <a:t>A </a:t>
            </a:r>
            <a:r>
              <a:rPr lang="zh-CN" altLang="en-US"/>
              <a:t>才可逆？</a:t>
            </a:r>
          </a:p>
        </p:txBody>
      </p:sp>
      <p:graphicFrame>
        <p:nvGraphicFramePr>
          <p:cNvPr id="983056" name="Object 16"/>
          <p:cNvGraphicFramePr>
            <a:graphicFrameLocks noChangeAspect="1"/>
          </p:cNvGraphicFramePr>
          <p:nvPr/>
        </p:nvGraphicFramePr>
        <p:xfrm>
          <a:off x="1473200" y="4114800"/>
          <a:ext cx="44196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1711" name="Document" r:id="rId17" imgW="1650240" imgH="205920" progId="Word.Document.8">
                  <p:embed/>
                </p:oleObj>
              </mc:Choice>
              <mc:Fallback>
                <p:oleObj name="Document" r:id="rId17" imgW="1650240" imgH="20592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4114800"/>
                        <a:ext cx="44196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9830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8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8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8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8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8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42" grpId="0" autoUpdateAnimBg="0"/>
      <p:bldP spid="983043" grpId="0" autoUpdateAnimBg="0"/>
      <p:bldP spid="983044" grpId="0" autoUpdateAnimBg="0"/>
      <p:bldP spid="983053" grpId="0" animBg="1" autoUpdateAnimBg="0"/>
      <p:bldP spid="983054" grpId="0" autoUpdateAnimBg="0"/>
      <p:bldP spid="983055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EDEB-7D10-4992-B654-CF249145F98A}" type="slidenum">
              <a:rPr lang="zh-CN" altLang="en-US"/>
              <a:pPr/>
              <a:t>74</a:t>
            </a:fld>
            <a:endParaRPr lang="zh-CN" altLang="en-US"/>
          </a:p>
        </p:txBody>
      </p:sp>
      <p:sp>
        <p:nvSpPr>
          <p:cNvPr id="9840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4953000" cy="5334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(二)</a:t>
            </a:r>
            <a:r>
              <a:rPr lang="zh-CN" altLang="en-US" sz="3200" b="1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矩阵可逆的条件</a:t>
            </a:r>
          </a:p>
        </p:txBody>
      </p:sp>
      <p:graphicFrame>
        <p:nvGraphicFramePr>
          <p:cNvPr id="984067" name="Object 3"/>
          <p:cNvGraphicFramePr>
            <a:graphicFrameLocks noChangeAspect="1"/>
          </p:cNvGraphicFramePr>
          <p:nvPr/>
        </p:nvGraphicFramePr>
        <p:xfrm>
          <a:off x="2093913" y="1016000"/>
          <a:ext cx="259556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726" name="Equation" r:id="rId3" imgW="990360" imgH="203040" progId="Equation.3">
                  <p:embed/>
                </p:oleObj>
              </mc:Choice>
              <mc:Fallback>
                <p:oleObj name="Equation" r:id="rId3" imgW="99036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1016000"/>
                        <a:ext cx="259556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4068" name="Text Box 4"/>
          <p:cNvSpPr txBox="1">
            <a:spLocks noChangeArrowheads="1"/>
          </p:cNvSpPr>
          <p:nvPr/>
        </p:nvSpPr>
        <p:spPr bwMode="auto">
          <a:xfrm>
            <a:off x="609600" y="1676400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上式两边取行列式,</a:t>
            </a:r>
          </a:p>
        </p:txBody>
      </p:sp>
      <p:graphicFrame>
        <p:nvGraphicFramePr>
          <p:cNvPr id="984069" name="Object 5"/>
          <p:cNvGraphicFramePr>
            <a:graphicFrameLocks noChangeAspect="1"/>
          </p:cNvGraphicFramePr>
          <p:nvPr/>
        </p:nvGraphicFramePr>
        <p:xfrm>
          <a:off x="914400" y="2362200"/>
          <a:ext cx="40386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727" name="Equation" r:id="rId5" imgW="1726920" imgH="203040" progId="Equation.3">
                  <p:embed/>
                </p:oleObj>
              </mc:Choice>
              <mc:Fallback>
                <p:oleObj name="Equation" r:id="rId5" imgW="172692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62200"/>
                        <a:ext cx="40386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70" name="Object 6"/>
          <p:cNvGraphicFramePr>
            <a:graphicFrameLocks noChangeAspect="1"/>
          </p:cNvGraphicFramePr>
          <p:nvPr/>
        </p:nvGraphicFramePr>
        <p:xfrm>
          <a:off x="5181600" y="2362200"/>
          <a:ext cx="19050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728" name="Equation" r:id="rId7" imgW="787320" imgH="203040" progId="Equation.3">
                  <p:embed/>
                </p:oleObj>
              </mc:Choice>
              <mc:Fallback>
                <p:oleObj name="Equation" r:id="rId7" imgW="7873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362200"/>
                        <a:ext cx="19050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84071" name="Group 7"/>
          <p:cNvGrpSpPr>
            <a:grpSpLocks/>
          </p:cNvGrpSpPr>
          <p:nvPr/>
        </p:nvGrpSpPr>
        <p:grpSpPr bwMode="auto">
          <a:xfrm>
            <a:off x="1295400" y="3181350"/>
            <a:ext cx="7848600" cy="555625"/>
            <a:chOff x="816" y="2004"/>
            <a:chExt cx="4944" cy="350"/>
          </a:xfrm>
        </p:grpSpPr>
        <p:sp>
          <p:nvSpPr>
            <p:cNvPr id="984072" name="Text Box 8"/>
            <p:cNvSpPr txBox="1">
              <a:spLocks noChangeArrowheads="1"/>
            </p:cNvSpPr>
            <p:nvPr/>
          </p:nvSpPr>
          <p:spPr bwMode="auto">
            <a:xfrm>
              <a:off x="816" y="2016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若</a:t>
              </a:r>
            </a:p>
          </p:txBody>
        </p:sp>
        <p:graphicFrame>
          <p:nvGraphicFramePr>
            <p:cNvPr id="984073" name="Object 9"/>
            <p:cNvGraphicFramePr>
              <a:graphicFrameLocks noChangeAspect="1"/>
            </p:cNvGraphicFramePr>
            <p:nvPr/>
          </p:nvGraphicFramePr>
          <p:xfrm>
            <a:off x="1087" y="2059"/>
            <a:ext cx="79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2729" name="Equation" r:id="rId9" imgW="558720" imgH="203040" progId="Equation.3">
                    <p:embed/>
                  </p:oleObj>
                </mc:Choice>
                <mc:Fallback>
                  <p:oleObj name="Equation" r:id="rId9" imgW="558720" imgH="2030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7" y="2059"/>
                          <a:ext cx="79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4074" name="Text Box 10"/>
            <p:cNvSpPr txBox="1">
              <a:spLocks noChangeArrowheads="1"/>
            </p:cNvSpPr>
            <p:nvPr/>
          </p:nvSpPr>
          <p:spPr bwMode="auto">
            <a:xfrm>
              <a:off x="1828" y="2004"/>
              <a:ext cx="393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则称矩阵</a:t>
              </a:r>
              <a:r>
                <a:rPr lang="en-US" altLang="zh-CN" sz="3000" i="1"/>
                <a:t>A</a:t>
              </a:r>
              <a:r>
                <a:rPr lang="zh-CN" altLang="en-US">
                  <a:latin typeface="宋体" panose="02010600030101010101" pitchFamily="2" charset="-122"/>
                </a:rPr>
                <a:t>是</a:t>
              </a:r>
              <a:r>
                <a:rPr lang="zh-CN" altLang="en-US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非奇异</a:t>
              </a:r>
              <a:r>
                <a:rPr lang="zh-CN" altLang="en-US">
                  <a:latin typeface="宋体" panose="02010600030101010101" pitchFamily="2" charset="-122"/>
                </a:rPr>
                <a:t>的(或</a:t>
              </a:r>
              <a:r>
                <a:rPr lang="zh-CN" altLang="en-US">
                  <a:solidFill>
                    <a:srgbClr val="00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满秩</a:t>
              </a:r>
              <a:r>
                <a:rPr lang="zh-CN" altLang="en-US">
                  <a:latin typeface="宋体" panose="02010600030101010101" pitchFamily="2" charset="-122"/>
                </a:rPr>
                <a:t>的)；</a:t>
              </a:r>
              <a:r>
                <a:rPr lang="zh-CN" altLang="en-US"/>
                <a:t> </a:t>
              </a:r>
            </a:p>
          </p:txBody>
        </p:sp>
      </p:grpSp>
      <p:sp>
        <p:nvSpPr>
          <p:cNvPr id="984075" name="Text Box 11"/>
          <p:cNvSpPr txBox="1">
            <a:spLocks noChangeArrowheads="1"/>
          </p:cNvSpPr>
          <p:nvPr/>
        </p:nvSpPr>
        <p:spPr bwMode="auto">
          <a:xfrm>
            <a:off x="381000" y="3886200"/>
            <a:ext cx="5638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否则称</a:t>
            </a:r>
            <a:r>
              <a:rPr lang="en-US" altLang="zh-CN" sz="3000" i="1"/>
              <a:t>A</a:t>
            </a:r>
            <a:r>
              <a:rPr lang="zh-CN" altLang="en-US">
                <a:latin typeface="宋体" panose="02010600030101010101" pitchFamily="2" charset="-122"/>
              </a:rPr>
              <a:t>为奇异的(或降秩的)。</a:t>
            </a:r>
            <a:endParaRPr lang="zh-CN" altLang="en-US"/>
          </a:p>
        </p:txBody>
      </p:sp>
      <p:sp>
        <p:nvSpPr>
          <p:cNvPr id="984076" name="Text Box 12"/>
          <p:cNvSpPr txBox="1">
            <a:spLocks noChangeArrowheads="1"/>
          </p:cNvSpPr>
          <p:nvPr/>
        </p:nvSpPr>
        <p:spPr bwMode="auto">
          <a:xfrm>
            <a:off x="304800" y="5410200"/>
            <a:ext cx="647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下面说明这个条件也是充分的。</a:t>
            </a:r>
          </a:p>
        </p:txBody>
      </p:sp>
      <p:sp>
        <p:nvSpPr>
          <p:cNvPr id="984077" name="Rectangle 13"/>
          <p:cNvSpPr>
            <a:spLocks noChangeArrowheads="1"/>
          </p:cNvSpPr>
          <p:nvPr/>
        </p:nvSpPr>
        <p:spPr bwMode="auto">
          <a:xfrm>
            <a:off x="381000" y="4633913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定理</a:t>
            </a:r>
          </a:p>
        </p:txBody>
      </p:sp>
      <p:sp>
        <p:nvSpPr>
          <p:cNvPr id="984078" name="Rectangle 14"/>
          <p:cNvSpPr>
            <a:spLocks noChangeArrowheads="1"/>
          </p:cNvSpPr>
          <p:nvPr/>
        </p:nvSpPr>
        <p:spPr bwMode="auto">
          <a:xfrm>
            <a:off x="381000" y="320040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984079" name="Object 15"/>
          <p:cNvGraphicFramePr>
            <a:graphicFrameLocks noChangeAspect="1"/>
          </p:cNvGraphicFramePr>
          <p:nvPr/>
        </p:nvGraphicFramePr>
        <p:xfrm>
          <a:off x="5867400" y="381000"/>
          <a:ext cx="27813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730" name="Equation" r:id="rId11" imgW="1066680" imgH="203040" progId="Equation.3">
                  <p:embed/>
                </p:oleObj>
              </mc:Choice>
              <mc:Fallback>
                <p:oleObj name="Equation" r:id="rId11" imgW="106668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81000"/>
                        <a:ext cx="27813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4080" name="Object 16"/>
          <p:cNvGraphicFramePr>
            <a:graphicFrameLocks noChangeAspect="1"/>
          </p:cNvGraphicFramePr>
          <p:nvPr/>
        </p:nvGraphicFramePr>
        <p:xfrm>
          <a:off x="1452563" y="4664075"/>
          <a:ext cx="50244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731" name="Document" r:id="rId13" imgW="1873080" imgH="203040" progId="Word.Document.8">
                  <p:embed/>
                </p:oleObj>
              </mc:Choice>
              <mc:Fallback>
                <p:oleObj name="Document" r:id="rId13" imgW="1873080" imgH="20304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4664075"/>
                        <a:ext cx="502443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8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8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8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66" grpId="0" autoUpdateAnimBg="0"/>
      <p:bldP spid="984068" grpId="0" autoUpdateAnimBg="0"/>
      <p:bldP spid="984075" grpId="0" autoUpdateAnimBg="0"/>
      <p:bldP spid="984076" grpId="0" autoUpdateAnimBg="0"/>
      <p:bldP spid="984077" grpId="0" autoUpdateAnimBg="0"/>
      <p:bldP spid="984078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03C39-4923-4BC7-887E-B458C5216E4A}" type="slidenum">
              <a:rPr lang="zh-CN" altLang="en-US"/>
              <a:pPr/>
              <a:t>75</a:t>
            </a:fld>
            <a:endParaRPr lang="zh-CN" altLang="en-US"/>
          </a:p>
        </p:txBody>
      </p:sp>
      <p:sp>
        <p:nvSpPr>
          <p:cNvPr id="9850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3505200" cy="6096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伴随矩阵：</a:t>
            </a:r>
          </a:p>
        </p:txBody>
      </p:sp>
      <p:sp>
        <p:nvSpPr>
          <p:cNvPr id="985091" name="Rectangle 3"/>
          <p:cNvSpPr>
            <a:spLocks noChangeArrowheads="1"/>
          </p:cNvSpPr>
          <p:nvPr/>
        </p:nvSpPr>
        <p:spPr bwMode="auto">
          <a:xfrm>
            <a:off x="457200" y="10175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graphicFrame>
        <p:nvGraphicFramePr>
          <p:cNvPr id="985092" name="Object 4"/>
          <p:cNvGraphicFramePr>
            <a:graphicFrameLocks noChangeAspect="1"/>
          </p:cNvGraphicFramePr>
          <p:nvPr/>
        </p:nvGraphicFramePr>
        <p:xfrm>
          <a:off x="1524000" y="2346325"/>
          <a:ext cx="4191000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747" name="公式" r:id="rId3" imgW="4216320" imgH="2209680" progId="Equation.3">
                  <p:embed/>
                </p:oleObj>
              </mc:Choice>
              <mc:Fallback>
                <p:oleObj name="公式" r:id="rId3" imgW="4216320" imgH="2209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346325"/>
                        <a:ext cx="4191000" cy="219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093" name="Text Box 5"/>
          <p:cNvSpPr txBox="1">
            <a:spLocks noChangeArrowheads="1"/>
          </p:cNvSpPr>
          <p:nvPr/>
        </p:nvSpPr>
        <p:spPr bwMode="auto">
          <a:xfrm>
            <a:off x="533400" y="4708525"/>
            <a:ext cx="39624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称为 </a:t>
            </a:r>
            <a:r>
              <a:rPr lang="en-US" altLang="zh-CN" sz="3000" i="1">
                <a:solidFill>
                  <a:schemeClr val="tx2"/>
                </a:solidFill>
              </a:rPr>
              <a:t>A </a:t>
            </a:r>
            <a:r>
              <a:rPr lang="zh-CN" altLang="en-US">
                <a:solidFill>
                  <a:schemeClr val="tx2"/>
                </a:solidFill>
              </a:rPr>
              <a:t>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伴随矩阵</a:t>
            </a:r>
            <a:r>
              <a:rPr lang="zh-CN" altLang="en-US">
                <a:solidFill>
                  <a:schemeClr val="tx2"/>
                </a:solidFill>
              </a:rPr>
              <a:t>。</a:t>
            </a:r>
          </a:p>
        </p:txBody>
      </p:sp>
      <p:graphicFrame>
        <p:nvGraphicFramePr>
          <p:cNvPr id="985094" name="Object 6"/>
          <p:cNvGraphicFramePr>
            <a:graphicFrameLocks noChangeAspect="1"/>
          </p:cNvGraphicFramePr>
          <p:nvPr/>
        </p:nvGraphicFramePr>
        <p:xfrm>
          <a:off x="1600200" y="1030288"/>
          <a:ext cx="38862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748" name="Document" r:id="rId5" imgW="1601640" imgH="241200" progId="Word.Document.8">
                  <p:embed/>
                </p:oleObj>
              </mc:Choice>
              <mc:Fallback>
                <p:oleObj name="Document" r:id="rId5" imgW="1601640" imgH="2412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30288"/>
                        <a:ext cx="38862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095" name="Object 7"/>
          <p:cNvGraphicFramePr>
            <a:graphicFrameLocks noChangeAspect="1"/>
          </p:cNvGraphicFramePr>
          <p:nvPr/>
        </p:nvGraphicFramePr>
        <p:xfrm>
          <a:off x="5257800" y="1065213"/>
          <a:ext cx="32004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749" name="Document" r:id="rId7" imgW="1279440" imgH="241200" progId="Word.Document.8">
                  <p:embed/>
                </p:oleObj>
              </mc:Choice>
              <mc:Fallback>
                <p:oleObj name="Document" r:id="rId7" imgW="1279440" imgH="2412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065213"/>
                        <a:ext cx="32004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096" name="Text Box 8"/>
          <p:cNvSpPr txBox="1">
            <a:spLocks noChangeArrowheads="1"/>
          </p:cNvSpPr>
          <p:nvPr/>
        </p:nvSpPr>
        <p:spPr bwMode="auto">
          <a:xfrm>
            <a:off x="381000" y="1627188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代数余子式, 矩阵</a:t>
            </a:r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8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090" grpId="0" autoUpdateAnimBg="0"/>
      <p:bldP spid="985091" grpId="0" autoUpdateAnimBg="0"/>
      <p:bldP spid="985093" grpId="0" autoUpdateAnimBg="0"/>
      <p:bldP spid="985096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FF41E-0383-4B92-BCE6-49DDC0F6304A}" type="slidenum">
              <a:rPr lang="zh-CN" altLang="en-US"/>
              <a:pPr/>
              <a:t>76</a:t>
            </a:fld>
            <a:endParaRPr lang="zh-CN" altLang="en-US"/>
          </a:p>
        </p:txBody>
      </p:sp>
      <p:graphicFrame>
        <p:nvGraphicFramePr>
          <p:cNvPr id="1054722" name="Object 1026"/>
          <p:cNvGraphicFramePr>
            <a:graphicFrameLocks noChangeAspect="1"/>
          </p:cNvGraphicFramePr>
          <p:nvPr/>
        </p:nvGraphicFramePr>
        <p:xfrm>
          <a:off x="914400" y="96838"/>
          <a:ext cx="6858000" cy="174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79" name="Document" r:id="rId3" imgW="2756520" imgH="698400" progId="Word.Document.8">
                  <p:embed/>
                </p:oleObj>
              </mc:Choice>
              <mc:Fallback>
                <p:oleObj name="Document" r:id="rId3" imgW="2756520" imgH="698400" progId="Word.Document.8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96838"/>
                        <a:ext cx="6858000" cy="174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23" name="Rectangle 1027"/>
          <p:cNvSpPr>
            <a:spLocks noChangeArrowheads="1"/>
          </p:cNvSpPr>
          <p:nvPr/>
        </p:nvSpPr>
        <p:spPr bwMode="auto">
          <a:xfrm>
            <a:off x="228600" y="685800"/>
            <a:ext cx="5334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54724" name="Rectangle 1028"/>
          <p:cNvSpPr>
            <a:spLocks noChangeArrowheads="1"/>
          </p:cNvSpPr>
          <p:nvPr/>
        </p:nvSpPr>
        <p:spPr bwMode="auto">
          <a:xfrm>
            <a:off x="228600" y="210502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54730" name="Object 1034"/>
          <p:cNvGraphicFramePr>
            <a:graphicFrameLocks noChangeAspect="1"/>
          </p:cNvGraphicFramePr>
          <p:nvPr/>
        </p:nvGraphicFramePr>
        <p:xfrm>
          <a:off x="904875" y="1828800"/>
          <a:ext cx="28194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0" name="Equation" r:id="rId5" imgW="1244520" imgH="469800" progId="Equation.3">
                  <p:embed/>
                </p:oleObj>
              </mc:Choice>
              <mc:Fallback>
                <p:oleObj name="Equation" r:id="rId5" imgW="1244520" imgH="46980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1828800"/>
                        <a:ext cx="2819400" cy="1055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9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441237"/>
              </p:ext>
            </p:extLst>
          </p:nvPr>
        </p:nvGraphicFramePr>
        <p:xfrm>
          <a:off x="3875847" y="1875821"/>
          <a:ext cx="36861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1" name="公式" r:id="rId7" imgW="1638000" imgH="457200" progId="Equation.3">
                  <p:embed/>
                </p:oleObj>
              </mc:Choice>
              <mc:Fallback>
                <p:oleObj name="公式" r:id="rId7" imgW="1638000" imgH="45720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847" y="1875821"/>
                        <a:ext cx="3686175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28" name="Object 1032"/>
          <p:cNvGraphicFramePr>
            <a:graphicFrameLocks noChangeAspect="1"/>
          </p:cNvGraphicFramePr>
          <p:nvPr/>
        </p:nvGraphicFramePr>
        <p:xfrm>
          <a:off x="228600" y="2943225"/>
          <a:ext cx="2667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2" name="Equation" r:id="rId9" imgW="1168200" imgH="469800" progId="Equation.3">
                  <p:embed/>
                </p:oleObj>
              </mc:Choice>
              <mc:Fallback>
                <p:oleObj name="Equation" r:id="rId9" imgW="1168200" imgH="4698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943225"/>
                        <a:ext cx="2667000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4" name="Object 1038"/>
          <p:cNvGraphicFramePr>
            <a:graphicFrameLocks noChangeAspect="1"/>
          </p:cNvGraphicFramePr>
          <p:nvPr/>
        </p:nvGraphicFramePr>
        <p:xfrm>
          <a:off x="2962275" y="2971800"/>
          <a:ext cx="28289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3" name="Equation" r:id="rId11" imgW="1257120" imgH="469800" progId="Equation.3">
                  <p:embed/>
                </p:oleObj>
              </mc:Choice>
              <mc:Fallback>
                <p:oleObj name="Equation" r:id="rId11" imgW="1257120" imgH="469800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5" y="2971800"/>
                        <a:ext cx="2828925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3" name="Object 1037"/>
          <p:cNvGraphicFramePr>
            <a:graphicFrameLocks noChangeAspect="1"/>
          </p:cNvGraphicFramePr>
          <p:nvPr/>
        </p:nvGraphicFramePr>
        <p:xfrm>
          <a:off x="228600" y="4010025"/>
          <a:ext cx="31242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4" name="Equation" r:id="rId13" imgW="1371600" imgH="469800" progId="Equation.3">
                  <p:embed/>
                </p:oleObj>
              </mc:Choice>
              <mc:Fallback>
                <p:oleObj name="Equation" r:id="rId13" imgW="1371600" imgH="46980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010025"/>
                        <a:ext cx="3124200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2" name="Object 1036"/>
          <p:cNvGraphicFramePr>
            <a:graphicFrameLocks noChangeAspect="1"/>
          </p:cNvGraphicFramePr>
          <p:nvPr/>
        </p:nvGraphicFramePr>
        <p:xfrm>
          <a:off x="3429000" y="4067175"/>
          <a:ext cx="29718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5" name="Equation" r:id="rId15" imgW="1346040" imgH="469800" progId="Equation.3">
                  <p:embed/>
                </p:oleObj>
              </mc:Choice>
              <mc:Fallback>
                <p:oleObj name="Equation" r:id="rId15" imgW="1346040" imgH="469800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067175"/>
                        <a:ext cx="2971800" cy="1033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8" name="Object 1042"/>
          <p:cNvGraphicFramePr>
            <a:graphicFrameLocks noChangeAspect="1"/>
          </p:cNvGraphicFramePr>
          <p:nvPr/>
        </p:nvGraphicFramePr>
        <p:xfrm>
          <a:off x="228600" y="5229225"/>
          <a:ext cx="24384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6" name="Equation" r:id="rId17" imgW="1130040" imgH="469800" progId="Equation.3">
                  <p:embed/>
                </p:oleObj>
              </mc:Choice>
              <mc:Fallback>
                <p:oleObj name="Equation" r:id="rId17" imgW="1130040" imgH="469800" progId="Equation.3">
                  <p:embed/>
                  <p:pic>
                    <p:nvPicPr>
                      <p:cNvPr id="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229225"/>
                        <a:ext cx="2438400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7" name="Object 1041"/>
          <p:cNvGraphicFramePr>
            <a:graphicFrameLocks noChangeAspect="1"/>
          </p:cNvGraphicFramePr>
          <p:nvPr/>
        </p:nvGraphicFramePr>
        <p:xfrm>
          <a:off x="2819400" y="5191125"/>
          <a:ext cx="25908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7" name="Equation" r:id="rId19" imgW="1143000" imgH="469800" progId="Equation.3">
                  <p:embed/>
                </p:oleObj>
              </mc:Choice>
              <mc:Fallback>
                <p:oleObj name="Equation" r:id="rId19" imgW="1143000" imgH="46980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191125"/>
                        <a:ext cx="2590800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6" name="Object 1040"/>
          <p:cNvGraphicFramePr>
            <a:graphicFrameLocks noChangeAspect="1"/>
          </p:cNvGraphicFramePr>
          <p:nvPr/>
        </p:nvGraphicFramePr>
        <p:xfrm>
          <a:off x="5562600" y="5153025"/>
          <a:ext cx="23622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8" name="Equation" r:id="rId21" imgW="1041120" imgH="469800" progId="Equation.3">
                  <p:embed/>
                </p:oleObj>
              </mc:Choice>
              <mc:Fallback>
                <p:oleObj name="Equation" r:id="rId21" imgW="1041120" imgH="469800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153025"/>
                        <a:ext cx="2362200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40" name="Object 1044"/>
          <p:cNvGraphicFramePr>
            <a:graphicFrameLocks noChangeAspect="1"/>
          </p:cNvGraphicFramePr>
          <p:nvPr/>
        </p:nvGraphicFramePr>
        <p:xfrm>
          <a:off x="5867400" y="2933700"/>
          <a:ext cx="3200400" cy="157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789" r:id="rId23" imgW="1409700" imgH="698500" progId="Equation.3">
                  <p:embed/>
                </p:oleObj>
              </mc:Choice>
              <mc:Fallback>
                <p:oleObj r:id="rId23" imgW="1409700" imgH="698500" progId="Equation.3">
                  <p:embed/>
                  <p:pic>
                    <p:nvPicPr>
                      <p:cNvPr id="0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933700"/>
                        <a:ext cx="3200400" cy="157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5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5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5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5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5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5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5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23" grpId="0" autoUpdateAnimBg="0"/>
      <p:bldP spid="1054724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E7CE-527D-4238-953A-7BC9DD2E7FD6}" type="slidenum">
              <a:rPr lang="zh-CN" altLang="en-US"/>
              <a:pPr/>
              <a:t>77</a:t>
            </a:fld>
            <a:endParaRPr lang="zh-CN" altLang="en-US"/>
          </a:p>
        </p:txBody>
      </p:sp>
      <p:sp>
        <p:nvSpPr>
          <p:cNvPr id="986114" name="Text Box 2"/>
          <p:cNvSpPr txBox="1">
            <a:spLocks noChangeArrowheads="1"/>
          </p:cNvSpPr>
          <p:nvPr/>
        </p:nvSpPr>
        <p:spPr bwMode="auto">
          <a:xfrm>
            <a:off x="304800" y="12858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性质</a:t>
            </a:r>
          </a:p>
        </p:txBody>
      </p:sp>
      <p:graphicFrame>
        <p:nvGraphicFramePr>
          <p:cNvPr id="986115" name="Object 3"/>
          <p:cNvGraphicFramePr>
            <a:graphicFrameLocks noChangeAspect="1"/>
          </p:cNvGraphicFramePr>
          <p:nvPr/>
        </p:nvGraphicFramePr>
        <p:xfrm>
          <a:off x="1371600" y="114300"/>
          <a:ext cx="36576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04" name="Equation" r:id="rId3" imgW="1320480" imgH="228600" progId="Equation.3">
                  <p:embed/>
                </p:oleObj>
              </mc:Choice>
              <mc:Fallback>
                <p:oleObj name="Equation" r:id="rId3" imgW="13204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14300"/>
                        <a:ext cx="36576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16" name="Rectangle 4"/>
          <p:cNvSpPr>
            <a:spLocks noChangeArrowheads="1"/>
          </p:cNvSpPr>
          <p:nvPr/>
        </p:nvSpPr>
        <p:spPr bwMode="auto">
          <a:xfrm>
            <a:off x="304800" y="711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证明</a:t>
            </a:r>
          </a:p>
        </p:txBody>
      </p:sp>
      <p:sp>
        <p:nvSpPr>
          <p:cNvPr id="986117" name="Text Box 5"/>
          <p:cNvSpPr txBox="1">
            <a:spLocks noChangeArrowheads="1"/>
          </p:cNvSpPr>
          <p:nvPr/>
        </p:nvSpPr>
        <p:spPr bwMode="auto">
          <a:xfrm>
            <a:off x="1371600" y="7112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回忆行列式按行展开公式：</a:t>
            </a:r>
            <a:endParaRPr lang="zh-CN" altLang="en-US"/>
          </a:p>
        </p:txBody>
      </p:sp>
      <p:graphicFrame>
        <p:nvGraphicFramePr>
          <p:cNvPr id="986118" name="Object 6"/>
          <p:cNvGraphicFramePr>
            <a:graphicFrameLocks noChangeAspect="1"/>
          </p:cNvGraphicFramePr>
          <p:nvPr/>
        </p:nvGraphicFramePr>
        <p:xfrm>
          <a:off x="730250" y="1231900"/>
          <a:ext cx="66294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05" name="Equation" r:id="rId5" imgW="2755800" imgH="431640" progId="Equation.3">
                  <p:embed/>
                </p:oleObj>
              </mc:Choice>
              <mc:Fallback>
                <p:oleObj name="Equation" r:id="rId5" imgW="275580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1231900"/>
                        <a:ext cx="6629400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19" name="Object 7"/>
          <p:cNvGraphicFramePr>
            <a:graphicFrameLocks noChangeAspect="1"/>
          </p:cNvGraphicFramePr>
          <p:nvPr/>
        </p:nvGraphicFramePr>
        <p:xfrm>
          <a:off x="228600" y="2209800"/>
          <a:ext cx="7239000" cy="22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06" name="Equation" r:id="rId7" imgW="3200400" imgH="939600" progId="Equation.3">
                  <p:embed/>
                </p:oleObj>
              </mc:Choice>
              <mc:Fallback>
                <p:oleObj name="Equation" r:id="rId7" imgW="3200400" imgH="939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09800"/>
                        <a:ext cx="7239000" cy="220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20" name="Line 8"/>
          <p:cNvSpPr>
            <a:spLocks noChangeShapeType="1"/>
          </p:cNvSpPr>
          <p:nvPr/>
        </p:nvSpPr>
        <p:spPr bwMode="auto">
          <a:xfrm>
            <a:off x="5562600" y="2362200"/>
            <a:ext cx="0" cy="198120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86121" name="Object 9"/>
          <p:cNvGraphicFramePr>
            <a:graphicFrameLocks noChangeAspect="1"/>
          </p:cNvGraphicFramePr>
          <p:nvPr/>
        </p:nvGraphicFramePr>
        <p:xfrm>
          <a:off x="609600" y="4572000"/>
          <a:ext cx="3146425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07" name="Equation" r:id="rId9" imgW="1028520" imgH="927000" progId="Equation.3">
                  <p:embed/>
                </p:oleObj>
              </mc:Choice>
              <mc:Fallback>
                <p:oleObj name="Equation" r:id="rId9" imgW="1028520" imgH="927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2000"/>
                        <a:ext cx="3146425" cy="205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22" name="Line 10"/>
          <p:cNvSpPr>
            <a:spLocks noChangeShapeType="1"/>
          </p:cNvSpPr>
          <p:nvPr/>
        </p:nvSpPr>
        <p:spPr bwMode="auto">
          <a:xfrm>
            <a:off x="1447800" y="2540000"/>
            <a:ext cx="2667000" cy="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86123" name="Line 11"/>
          <p:cNvSpPr>
            <a:spLocks noChangeShapeType="1"/>
          </p:cNvSpPr>
          <p:nvPr/>
        </p:nvSpPr>
        <p:spPr bwMode="auto">
          <a:xfrm>
            <a:off x="4724400" y="2362200"/>
            <a:ext cx="0" cy="198120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86124" name="Object 12"/>
          <p:cNvGraphicFramePr>
            <a:graphicFrameLocks noChangeAspect="1"/>
          </p:cNvGraphicFramePr>
          <p:nvPr/>
        </p:nvGraphicFramePr>
        <p:xfrm>
          <a:off x="2819400" y="4800600"/>
          <a:ext cx="3556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08" name="Equation" r:id="rId11" imgW="164880" imgH="177480" progId="Equation.3">
                  <p:embed/>
                </p:oleObj>
              </mc:Choice>
              <mc:Fallback>
                <p:oleObj name="Equation" r:id="rId11" imgW="16488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800600"/>
                        <a:ext cx="3556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5" name="Object 13"/>
          <p:cNvGraphicFramePr>
            <a:graphicFrameLocks noChangeAspect="1"/>
          </p:cNvGraphicFramePr>
          <p:nvPr/>
        </p:nvGraphicFramePr>
        <p:xfrm>
          <a:off x="2590800" y="5638800"/>
          <a:ext cx="3667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09" name="Equation" r:id="rId13" imgW="330120" imgH="342720" progId="Equation.3">
                  <p:embed/>
                </p:oleObj>
              </mc:Choice>
              <mc:Fallback>
                <p:oleObj name="Equation" r:id="rId13" imgW="330120" imgH="3427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638800"/>
                        <a:ext cx="3667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26" name="Line 14"/>
          <p:cNvSpPr>
            <a:spLocks noChangeShapeType="1"/>
          </p:cNvSpPr>
          <p:nvPr/>
        </p:nvSpPr>
        <p:spPr bwMode="auto">
          <a:xfrm>
            <a:off x="7010400" y="2362200"/>
            <a:ext cx="0" cy="198120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986127" name="Object 15"/>
          <p:cNvGraphicFramePr>
            <a:graphicFrameLocks noChangeAspect="1"/>
          </p:cNvGraphicFramePr>
          <p:nvPr/>
        </p:nvGraphicFramePr>
        <p:xfrm>
          <a:off x="1317625" y="4616450"/>
          <a:ext cx="6080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10" name="Equation" r:id="rId15" imgW="266400" imgH="203040" progId="Equation.3">
                  <p:embed/>
                </p:oleObj>
              </mc:Choice>
              <mc:Fallback>
                <p:oleObj name="Equation" r:id="rId15" imgW="26640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4616450"/>
                        <a:ext cx="60801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8" name="Object 16"/>
          <p:cNvGraphicFramePr>
            <a:graphicFrameLocks noChangeAspect="1"/>
          </p:cNvGraphicFramePr>
          <p:nvPr/>
        </p:nvGraphicFramePr>
        <p:xfrm>
          <a:off x="1927225" y="5073650"/>
          <a:ext cx="6254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11" name="Equation" r:id="rId17" imgW="266400" imgH="203040" progId="Equation.3">
                  <p:embed/>
                </p:oleObj>
              </mc:Choice>
              <mc:Fallback>
                <p:oleObj name="Equation" r:id="rId17" imgW="26640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225" y="5073650"/>
                        <a:ext cx="62547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29" name="Object 17"/>
          <p:cNvGraphicFramePr>
            <a:graphicFrameLocks noChangeAspect="1"/>
          </p:cNvGraphicFramePr>
          <p:nvPr/>
        </p:nvGraphicFramePr>
        <p:xfrm>
          <a:off x="2841625" y="5988050"/>
          <a:ext cx="6842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12" name="Equation" r:id="rId19" imgW="266400" imgH="203040" progId="Equation.3">
                  <p:embed/>
                </p:oleObj>
              </mc:Choice>
              <mc:Fallback>
                <p:oleObj name="Equation" r:id="rId19" imgW="266400" imgH="2030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5988050"/>
                        <a:ext cx="6842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0" name="Object 18"/>
          <p:cNvGraphicFramePr>
            <a:graphicFrameLocks noChangeAspect="1"/>
          </p:cNvGraphicFramePr>
          <p:nvPr/>
        </p:nvGraphicFramePr>
        <p:xfrm>
          <a:off x="1600200" y="5791200"/>
          <a:ext cx="3683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13" name="Equation" r:id="rId21" imgW="164880" imgH="177480" progId="Equation.3">
                  <p:embed/>
                </p:oleObj>
              </mc:Choice>
              <mc:Fallback>
                <p:oleObj name="Equation" r:id="rId21" imgW="164880" imgH="177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791200"/>
                        <a:ext cx="3683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6131" name="Object 19"/>
          <p:cNvGraphicFramePr>
            <a:graphicFrameLocks noChangeAspect="1"/>
          </p:cNvGraphicFramePr>
          <p:nvPr/>
        </p:nvGraphicFramePr>
        <p:xfrm>
          <a:off x="3679825" y="5391150"/>
          <a:ext cx="14398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14" name="Equation" r:id="rId22" imgW="609480" imgH="203040" progId="Equation.3">
                  <p:embed/>
                </p:oleObj>
              </mc:Choice>
              <mc:Fallback>
                <p:oleObj name="Equation" r:id="rId22" imgW="60948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825" y="5391150"/>
                        <a:ext cx="14398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6132" name="Line 20"/>
          <p:cNvSpPr>
            <a:spLocks noChangeShapeType="1"/>
          </p:cNvSpPr>
          <p:nvPr/>
        </p:nvSpPr>
        <p:spPr bwMode="auto">
          <a:xfrm>
            <a:off x="1447800" y="3124200"/>
            <a:ext cx="2667000" cy="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86133" name="Line 21"/>
          <p:cNvSpPr>
            <a:spLocks noChangeShapeType="1"/>
          </p:cNvSpPr>
          <p:nvPr/>
        </p:nvSpPr>
        <p:spPr bwMode="auto">
          <a:xfrm>
            <a:off x="1447800" y="4114800"/>
            <a:ext cx="2667000" cy="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86134" name="Text Box 22"/>
          <p:cNvSpPr txBox="1">
            <a:spLocks noChangeArrowheads="1"/>
          </p:cNvSpPr>
          <p:nvPr/>
        </p:nvSpPr>
        <p:spPr bwMode="auto">
          <a:xfrm>
            <a:off x="5867400" y="4419600"/>
            <a:ext cx="2971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类似地，</a:t>
            </a:r>
            <a:r>
              <a:rPr lang="zh-CN" altLang="en-US">
                <a:latin typeface="宋体" panose="02010600030101010101" pitchFamily="2" charset="-122"/>
              </a:rPr>
              <a:t>按列展开公式可得</a:t>
            </a:r>
          </a:p>
        </p:txBody>
      </p:sp>
      <p:graphicFrame>
        <p:nvGraphicFramePr>
          <p:cNvPr id="986135" name="Object 23"/>
          <p:cNvGraphicFramePr>
            <a:graphicFrameLocks noChangeAspect="1"/>
          </p:cNvGraphicFramePr>
          <p:nvPr/>
        </p:nvGraphicFramePr>
        <p:xfrm>
          <a:off x="6019800" y="5638800"/>
          <a:ext cx="21336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815" name="Equation" r:id="rId24" imgW="914400" imgH="228600" progId="Equation.3">
                  <p:embed/>
                </p:oleObj>
              </mc:Choice>
              <mc:Fallback>
                <p:oleObj name="Equation" r:id="rId24" imgW="9144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638800"/>
                        <a:ext cx="21336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98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98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8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8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8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8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8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8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8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8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8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8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8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8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8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8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8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98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4" grpId="0" autoUpdateAnimBg="0"/>
      <p:bldP spid="986116" grpId="0" autoUpdateAnimBg="0"/>
      <p:bldP spid="986117" grpId="0" autoUpdateAnimBg="0"/>
      <p:bldP spid="986134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21ACC-82B2-4A37-B5A5-87DDFE9EED0F}" type="slidenum">
              <a:rPr lang="zh-CN" altLang="en-US"/>
              <a:pPr/>
              <a:t>78</a:t>
            </a:fld>
            <a:endParaRPr lang="zh-CN" altLang="en-US"/>
          </a:p>
        </p:txBody>
      </p:sp>
      <p:sp>
        <p:nvSpPr>
          <p:cNvPr id="987138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8610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定理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zh-CN" altLang="en-US"/>
              <a:t>矩阵 </a:t>
            </a:r>
            <a:r>
              <a:rPr lang="en-US" altLang="zh-CN" i="1"/>
              <a:t>A </a:t>
            </a:r>
            <a:r>
              <a:rPr lang="zh-CN" altLang="en-US"/>
              <a:t>是可逆的</a:t>
            </a:r>
            <a:r>
              <a:rPr lang="zh-CN" altLang="en-US">
                <a:solidFill>
                  <a:srgbClr val="0066CC"/>
                </a:solidFill>
                <a:ea typeface="黑体" panose="02010609060101010101" pitchFamily="49" charset="-122"/>
              </a:rPr>
              <a:t>充分必要条件</a:t>
            </a:r>
            <a:r>
              <a:rPr lang="zh-CN" altLang="en-US"/>
              <a:t>是 </a:t>
            </a:r>
            <a:r>
              <a:rPr lang="en-US" altLang="zh-CN" i="1"/>
              <a:t>A </a:t>
            </a:r>
            <a:r>
              <a:rPr lang="zh-CN" altLang="en-US"/>
              <a:t>非奇异；</a:t>
            </a:r>
          </a:p>
        </p:txBody>
      </p:sp>
      <p:graphicFrame>
        <p:nvGraphicFramePr>
          <p:cNvPr id="987139" name="Object 3"/>
          <p:cNvGraphicFramePr>
            <a:graphicFrameLocks noChangeAspect="1"/>
          </p:cNvGraphicFramePr>
          <p:nvPr/>
        </p:nvGraphicFramePr>
        <p:xfrm>
          <a:off x="3303588" y="863600"/>
          <a:ext cx="2335212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21" name="Equation" r:id="rId3" imgW="939600" imgH="431640" progId="Equation.3">
                  <p:embed/>
                </p:oleObj>
              </mc:Choice>
              <mc:Fallback>
                <p:oleObj name="Equation" r:id="rId3" imgW="93960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588" y="863600"/>
                        <a:ext cx="2335212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7140" name="Text Box 4"/>
          <p:cNvSpPr txBox="1">
            <a:spLocks noChangeArrowheads="1"/>
          </p:cNvSpPr>
          <p:nvPr/>
        </p:nvSpPr>
        <p:spPr bwMode="auto">
          <a:xfrm>
            <a:off x="228600" y="1981200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987141" name="Text Box 5"/>
          <p:cNvSpPr txBox="1">
            <a:spLocks noChangeArrowheads="1"/>
          </p:cNvSpPr>
          <p:nvPr/>
        </p:nvSpPr>
        <p:spPr bwMode="auto">
          <a:xfrm>
            <a:off x="228600" y="272097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充分性：</a:t>
            </a:r>
          </a:p>
        </p:txBody>
      </p:sp>
      <p:graphicFrame>
        <p:nvGraphicFramePr>
          <p:cNvPr id="987142" name="Object 6"/>
          <p:cNvGraphicFramePr>
            <a:graphicFrameLocks noChangeAspect="1"/>
          </p:cNvGraphicFramePr>
          <p:nvPr/>
        </p:nvGraphicFramePr>
        <p:xfrm>
          <a:off x="1865313" y="2711450"/>
          <a:ext cx="37734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22" name="Equation" r:id="rId5" imgW="1562040" imgH="228600" progId="Equation.3">
                  <p:embed/>
                </p:oleObj>
              </mc:Choice>
              <mc:Fallback>
                <p:oleObj name="Equation" r:id="rId5" imgW="15620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313" y="2711450"/>
                        <a:ext cx="37734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7143" name="Object 7"/>
          <p:cNvGraphicFramePr>
            <a:graphicFrameLocks noChangeAspect="1"/>
          </p:cNvGraphicFramePr>
          <p:nvPr/>
        </p:nvGraphicFramePr>
        <p:xfrm>
          <a:off x="3810000" y="3467100"/>
          <a:ext cx="463073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23" name="Equation" r:id="rId7" imgW="1942920" imgH="431640" progId="Equation.3">
                  <p:embed/>
                </p:oleObj>
              </mc:Choice>
              <mc:Fallback>
                <p:oleObj name="Equation" r:id="rId7" imgW="194292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467100"/>
                        <a:ext cx="4630738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7144" name="Object 8"/>
          <p:cNvGraphicFramePr>
            <a:graphicFrameLocks noChangeAspect="1"/>
          </p:cNvGraphicFramePr>
          <p:nvPr/>
        </p:nvGraphicFramePr>
        <p:xfrm>
          <a:off x="254000" y="3708400"/>
          <a:ext cx="34290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24" name="Equation" r:id="rId9" imgW="1409400" imgH="203040" progId="Equation.3">
                  <p:embed/>
                </p:oleObj>
              </mc:Choice>
              <mc:Fallback>
                <p:oleObj name="Equation" r:id="rId9" imgW="140940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3708400"/>
                        <a:ext cx="34290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7145" name="Text Box 9"/>
          <p:cNvSpPr txBox="1">
            <a:spLocks noChangeArrowheads="1"/>
          </p:cNvSpPr>
          <p:nvPr/>
        </p:nvSpPr>
        <p:spPr bwMode="auto">
          <a:xfrm>
            <a:off x="990600" y="19939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必要性：已证；</a:t>
            </a:r>
          </a:p>
        </p:txBody>
      </p:sp>
      <p:sp>
        <p:nvSpPr>
          <p:cNvPr id="987146" name="Text Box 10"/>
          <p:cNvSpPr txBox="1">
            <a:spLocks noChangeArrowheads="1"/>
          </p:cNvSpPr>
          <p:nvPr/>
        </p:nvSpPr>
        <p:spPr bwMode="auto">
          <a:xfrm>
            <a:off x="228600" y="4572000"/>
            <a:ext cx="3595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所以 </a:t>
            </a:r>
            <a:r>
              <a:rPr lang="en-US" altLang="zh-CN" i="1"/>
              <a:t>A </a:t>
            </a:r>
            <a:r>
              <a:rPr lang="zh-CN" altLang="en-US"/>
              <a:t>可逆，且有</a:t>
            </a:r>
          </a:p>
        </p:txBody>
      </p:sp>
      <p:graphicFrame>
        <p:nvGraphicFramePr>
          <p:cNvPr id="987147" name="Object 11"/>
          <p:cNvGraphicFramePr>
            <a:graphicFrameLocks noChangeAspect="1"/>
          </p:cNvGraphicFramePr>
          <p:nvPr/>
        </p:nvGraphicFramePr>
        <p:xfrm>
          <a:off x="2971800" y="5029200"/>
          <a:ext cx="26670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25" name="Equation" r:id="rId11" imgW="939600" imgH="431640" progId="Equation.3">
                  <p:embed/>
                </p:oleObj>
              </mc:Choice>
              <mc:Fallback>
                <p:oleObj name="Equation" r:id="rId11" imgW="93960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029200"/>
                        <a:ext cx="2667000" cy="1238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7148" name="Text Box 12"/>
          <p:cNvSpPr txBox="1">
            <a:spLocks noChangeArrowheads="1"/>
          </p:cNvSpPr>
          <p:nvPr/>
        </p:nvSpPr>
        <p:spPr bwMode="auto">
          <a:xfrm>
            <a:off x="228600" y="1036638"/>
            <a:ext cx="34290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当 </a:t>
            </a:r>
            <a:r>
              <a:rPr lang="en-US" altLang="zh-CN" i="1"/>
              <a:t>A </a:t>
            </a:r>
            <a:r>
              <a:rPr lang="zh-CN" altLang="en-US"/>
              <a:t>非奇异时，有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8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8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8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8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8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7138" grpId="0" autoUpdateAnimBg="0"/>
      <p:bldP spid="987140" grpId="0" autoUpdateAnimBg="0"/>
      <p:bldP spid="987141" grpId="0" autoUpdateAnimBg="0"/>
      <p:bldP spid="987145" grpId="0" autoUpdateAnimBg="0"/>
      <p:bldP spid="987146" grpId="0" autoUpdateAnimBg="0"/>
      <p:bldP spid="987148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E5EFC-6FCD-4105-A260-7EB6F1AEDAA3}" type="slidenum">
              <a:rPr lang="zh-CN" altLang="en-US"/>
              <a:pPr/>
              <a:t>79</a:t>
            </a:fld>
            <a:endParaRPr lang="zh-CN" altLang="en-US"/>
          </a:p>
        </p:txBody>
      </p:sp>
      <p:sp>
        <p:nvSpPr>
          <p:cNvPr id="988162" name="Rectangle 2"/>
          <p:cNvSpPr>
            <a:spLocks noChangeArrowheads="1"/>
          </p:cNvSpPr>
          <p:nvPr/>
        </p:nvSpPr>
        <p:spPr bwMode="auto">
          <a:xfrm>
            <a:off x="273050" y="2286000"/>
            <a:ext cx="1555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推论</a:t>
            </a:r>
          </a:p>
        </p:txBody>
      </p:sp>
      <p:graphicFrame>
        <p:nvGraphicFramePr>
          <p:cNvPr id="988163" name="Object 3"/>
          <p:cNvGraphicFramePr>
            <a:graphicFrameLocks noChangeAspect="1"/>
          </p:cNvGraphicFramePr>
          <p:nvPr/>
        </p:nvGraphicFramePr>
        <p:xfrm>
          <a:off x="1066800" y="3551238"/>
          <a:ext cx="13716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1" name="Equation" r:id="rId3" imgW="545760" imgH="164880" progId="Equation.3">
                  <p:embed/>
                </p:oleObj>
              </mc:Choice>
              <mc:Fallback>
                <p:oleObj name="Equation" r:id="rId3" imgW="545760" imgH="164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51238"/>
                        <a:ext cx="13716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4" name="Object 4"/>
          <p:cNvGraphicFramePr>
            <a:graphicFrameLocks noChangeAspect="1"/>
          </p:cNvGraphicFramePr>
          <p:nvPr/>
        </p:nvGraphicFramePr>
        <p:xfrm>
          <a:off x="457200" y="4216400"/>
          <a:ext cx="1828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2" name="Equation" r:id="rId5" imgW="736560" imgH="203040" progId="Equation.3">
                  <p:embed/>
                </p:oleObj>
              </mc:Choice>
              <mc:Fallback>
                <p:oleObj name="Equation" r:id="rId5" imgW="73656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216400"/>
                        <a:ext cx="18288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8165" name="Text Box 5"/>
          <p:cNvSpPr txBox="1">
            <a:spLocks noChangeArrowheads="1"/>
          </p:cNvSpPr>
          <p:nvPr/>
        </p:nvSpPr>
        <p:spPr bwMode="auto">
          <a:xfrm>
            <a:off x="338138" y="3505200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</a:t>
            </a: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988166" name="Line 6"/>
          <p:cNvSpPr>
            <a:spLocks noChangeShapeType="1"/>
          </p:cNvSpPr>
          <p:nvPr/>
        </p:nvSpPr>
        <p:spPr bwMode="auto">
          <a:xfrm>
            <a:off x="228600" y="2057400"/>
            <a:ext cx="8686800" cy="0"/>
          </a:xfrm>
          <a:prstGeom prst="line">
            <a:avLst/>
          </a:prstGeom>
          <a:noFill/>
          <a:ln w="317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988167" name="Object 7"/>
          <p:cNvGraphicFramePr>
            <a:graphicFrameLocks noChangeAspect="1"/>
          </p:cNvGraphicFramePr>
          <p:nvPr/>
        </p:nvGraphicFramePr>
        <p:xfrm>
          <a:off x="1362075" y="2359025"/>
          <a:ext cx="69437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3" name="Document" r:id="rId7" imgW="2677320" imgH="219240" progId="Word.Document.8">
                  <p:embed/>
                </p:oleObj>
              </mc:Choice>
              <mc:Fallback>
                <p:oleObj name="Document" r:id="rId7" imgW="2677320" imgH="21924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2359025"/>
                        <a:ext cx="69437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8" name="Object 8"/>
          <p:cNvGraphicFramePr>
            <a:graphicFrameLocks noChangeAspect="1"/>
          </p:cNvGraphicFramePr>
          <p:nvPr/>
        </p:nvGraphicFramePr>
        <p:xfrm>
          <a:off x="2579688" y="3548063"/>
          <a:ext cx="374491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4" name="Equation" r:id="rId9" imgW="1511280" imgH="203040" progId="Equation.3">
                  <p:embed/>
                </p:oleObj>
              </mc:Choice>
              <mc:Fallback>
                <p:oleObj name="Equation" r:id="rId9" imgW="151128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3548063"/>
                        <a:ext cx="3744912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69" name="Object 9"/>
          <p:cNvGraphicFramePr>
            <a:graphicFrameLocks noChangeAspect="1"/>
          </p:cNvGraphicFramePr>
          <p:nvPr/>
        </p:nvGraphicFramePr>
        <p:xfrm>
          <a:off x="369888" y="4800600"/>
          <a:ext cx="38973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5" name="Equation" r:id="rId11" imgW="1574640" imgH="228600" progId="Equation.3">
                  <p:embed/>
                </p:oleObj>
              </mc:Choice>
              <mc:Fallback>
                <p:oleObj name="Equation" r:id="rId11" imgW="157464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4800600"/>
                        <a:ext cx="38973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70" name="Object 10"/>
          <p:cNvGraphicFramePr>
            <a:graphicFrameLocks noChangeAspect="1"/>
          </p:cNvGraphicFramePr>
          <p:nvPr/>
        </p:nvGraphicFramePr>
        <p:xfrm>
          <a:off x="4343400" y="4824413"/>
          <a:ext cx="2057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6" name="Equation" r:id="rId13" imgW="838080" imgH="228600" progId="Equation.3">
                  <p:embed/>
                </p:oleObj>
              </mc:Choice>
              <mc:Fallback>
                <p:oleObj name="Equation" r:id="rId13" imgW="83808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824413"/>
                        <a:ext cx="20574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71" name="Object 11"/>
          <p:cNvGraphicFramePr>
            <a:graphicFrameLocks noChangeAspect="1"/>
          </p:cNvGraphicFramePr>
          <p:nvPr/>
        </p:nvGraphicFramePr>
        <p:xfrm>
          <a:off x="381000" y="5448300"/>
          <a:ext cx="1676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7" name="Equation" r:id="rId15" imgW="634680" imgH="203040" progId="Equation.3">
                  <p:embed/>
                </p:oleObj>
              </mc:Choice>
              <mc:Fallback>
                <p:oleObj name="Equation" r:id="rId15" imgW="63468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48300"/>
                        <a:ext cx="1676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8172" name="Object 12"/>
          <p:cNvGraphicFramePr>
            <a:graphicFrameLocks noChangeAspect="1"/>
          </p:cNvGraphicFramePr>
          <p:nvPr/>
        </p:nvGraphicFramePr>
        <p:xfrm>
          <a:off x="2111375" y="5981700"/>
          <a:ext cx="16224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8" name="Equation" r:id="rId17" imgW="609480" imgH="228600" progId="Equation.3">
                  <p:embed/>
                </p:oleObj>
              </mc:Choice>
              <mc:Fallback>
                <p:oleObj name="Equation" r:id="rId17" imgW="60948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5981700"/>
                        <a:ext cx="162242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8173" name="Text Box 13"/>
          <p:cNvSpPr txBox="1">
            <a:spLocks noChangeArrowheads="1"/>
          </p:cNvSpPr>
          <p:nvPr/>
        </p:nvSpPr>
        <p:spPr bwMode="auto">
          <a:xfrm>
            <a:off x="360363" y="5973763"/>
            <a:ext cx="22304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由定义知，</a:t>
            </a:r>
          </a:p>
        </p:txBody>
      </p:sp>
      <p:graphicFrame>
        <p:nvGraphicFramePr>
          <p:cNvPr id="988174" name="Object 14"/>
          <p:cNvGraphicFramePr>
            <a:graphicFrameLocks noChangeAspect="1"/>
          </p:cNvGraphicFramePr>
          <p:nvPr/>
        </p:nvGraphicFramePr>
        <p:xfrm>
          <a:off x="381000" y="2894013"/>
          <a:ext cx="44196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59" name="Document" r:id="rId19" imgW="1684800" imgH="203760" progId="Word.Document.8">
                  <p:embed/>
                </p:oleObj>
              </mc:Choice>
              <mc:Fallback>
                <p:oleObj name="Document" r:id="rId19" imgW="1684800" imgH="20376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894013"/>
                        <a:ext cx="44196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8175" name="Text Box 15"/>
          <p:cNvSpPr txBox="1">
            <a:spLocks noChangeArrowheads="1"/>
          </p:cNvSpPr>
          <p:nvPr/>
        </p:nvSpPr>
        <p:spPr bwMode="auto">
          <a:xfrm>
            <a:off x="228600" y="228600"/>
            <a:ext cx="86106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定理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zh-CN" altLang="en-US"/>
              <a:t>矩阵 </a:t>
            </a:r>
            <a:r>
              <a:rPr lang="en-US" altLang="zh-CN" i="1"/>
              <a:t>A </a:t>
            </a:r>
            <a:r>
              <a:rPr lang="zh-CN" altLang="en-US"/>
              <a:t>是可逆的</a:t>
            </a:r>
            <a:r>
              <a:rPr lang="zh-CN" altLang="en-US">
                <a:solidFill>
                  <a:srgbClr val="0066CC"/>
                </a:solidFill>
                <a:ea typeface="黑体" panose="02010609060101010101" pitchFamily="49" charset="-122"/>
              </a:rPr>
              <a:t>充分必要条件</a:t>
            </a:r>
            <a:r>
              <a:rPr lang="zh-CN" altLang="en-US"/>
              <a:t>是 </a:t>
            </a:r>
            <a:r>
              <a:rPr lang="en-US" altLang="zh-CN" i="1"/>
              <a:t>A </a:t>
            </a:r>
            <a:r>
              <a:rPr lang="zh-CN" altLang="en-US"/>
              <a:t>非奇异；</a:t>
            </a:r>
          </a:p>
        </p:txBody>
      </p:sp>
      <p:graphicFrame>
        <p:nvGraphicFramePr>
          <p:cNvPr id="988176" name="Object 16"/>
          <p:cNvGraphicFramePr>
            <a:graphicFrameLocks noChangeAspect="1"/>
          </p:cNvGraphicFramePr>
          <p:nvPr/>
        </p:nvGraphicFramePr>
        <p:xfrm>
          <a:off x="3303588" y="863600"/>
          <a:ext cx="2335212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60" name="Equation" r:id="rId21" imgW="939600" imgH="431640" progId="Equation.3">
                  <p:embed/>
                </p:oleObj>
              </mc:Choice>
              <mc:Fallback>
                <p:oleObj name="Equation" r:id="rId21" imgW="939600" imgH="431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588" y="863600"/>
                        <a:ext cx="2335212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8177" name="Text Box 17"/>
          <p:cNvSpPr txBox="1">
            <a:spLocks noChangeArrowheads="1"/>
          </p:cNvSpPr>
          <p:nvPr/>
        </p:nvSpPr>
        <p:spPr bwMode="auto">
          <a:xfrm>
            <a:off x="228600" y="1036638"/>
            <a:ext cx="34290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当 </a:t>
            </a:r>
            <a:r>
              <a:rPr lang="en-US" altLang="zh-CN" i="1"/>
              <a:t>A </a:t>
            </a:r>
            <a:r>
              <a:rPr lang="zh-CN" altLang="en-US"/>
              <a:t>非奇异时，有 </a:t>
            </a:r>
          </a:p>
        </p:txBody>
      </p:sp>
      <p:sp>
        <p:nvSpPr>
          <p:cNvPr id="988178" name="Text Box 18"/>
          <p:cNvSpPr txBox="1">
            <a:spLocks noChangeArrowheads="1"/>
          </p:cNvSpPr>
          <p:nvPr/>
        </p:nvSpPr>
        <p:spPr bwMode="auto">
          <a:xfrm>
            <a:off x="2438400" y="42037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即 </a:t>
            </a:r>
            <a:r>
              <a:rPr lang="en-US" altLang="zh-CN" i="1"/>
              <a:t>A </a:t>
            </a:r>
            <a:r>
              <a:rPr lang="zh-CN" altLang="en-US"/>
              <a:t>可逆，</a:t>
            </a:r>
          </a:p>
        </p:txBody>
      </p:sp>
      <p:graphicFrame>
        <p:nvGraphicFramePr>
          <p:cNvPr id="988179" name="Object 19"/>
          <p:cNvGraphicFramePr>
            <a:graphicFrameLocks noChangeAspect="1"/>
          </p:cNvGraphicFramePr>
          <p:nvPr/>
        </p:nvGraphicFramePr>
        <p:xfrm>
          <a:off x="2235200" y="5394325"/>
          <a:ext cx="35814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61" name="Equation" r:id="rId23" imgW="1384200" imgH="228600" progId="Equation.3">
                  <p:embed/>
                </p:oleObj>
              </mc:Choice>
              <mc:Fallback>
                <p:oleObj name="Equation" r:id="rId23" imgW="13842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5394325"/>
                        <a:ext cx="35814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98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8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8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8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8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88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8162" grpId="0" autoUpdateAnimBg="0"/>
      <p:bldP spid="988165" grpId="0" autoUpdateAnimBg="0"/>
      <p:bldP spid="988173" grpId="0" autoUpdateAnimBg="0"/>
      <p:bldP spid="988178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1D36A-C7D6-4B76-A88F-2B2FFA8BCD99}" type="slidenum">
              <a:rPr lang="zh-CN" altLang="en-US"/>
              <a:pPr/>
              <a:t>80</a:t>
            </a:fld>
            <a:endParaRPr lang="zh-CN" altLang="en-US"/>
          </a:p>
        </p:txBody>
      </p:sp>
      <p:grpSp>
        <p:nvGrpSpPr>
          <p:cNvPr id="989186" name="Group 2"/>
          <p:cNvGrpSpPr>
            <a:grpSpLocks/>
          </p:cNvGrpSpPr>
          <p:nvPr/>
        </p:nvGrpSpPr>
        <p:grpSpPr bwMode="auto">
          <a:xfrm>
            <a:off x="914400" y="1092200"/>
            <a:ext cx="5375275" cy="1662113"/>
            <a:chOff x="816" y="784"/>
            <a:chExt cx="3386" cy="1047"/>
          </a:xfrm>
        </p:grpSpPr>
        <p:sp>
          <p:nvSpPr>
            <p:cNvPr id="989187" name="Rectangle 3"/>
            <p:cNvSpPr>
              <a:spLocks noChangeArrowheads="1"/>
            </p:cNvSpPr>
            <p:nvPr/>
          </p:nvSpPr>
          <p:spPr bwMode="auto">
            <a:xfrm>
              <a:off x="816" y="1104"/>
              <a:ext cx="33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求方阵              的逆矩阵.</a:t>
              </a:r>
            </a:p>
          </p:txBody>
        </p:sp>
        <p:graphicFrame>
          <p:nvGraphicFramePr>
            <p:cNvPr id="989188" name="Object 4"/>
            <p:cNvGraphicFramePr>
              <a:graphicFrameLocks noChangeAspect="1"/>
            </p:cNvGraphicFramePr>
            <p:nvPr/>
          </p:nvGraphicFramePr>
          <p:xfrm>
            <a:off x="1584" y="784"/>
            <a:ext cx="1536" cy="10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883" name="Equation" r:id="rId3" imgW="977760" imgH="711000" progId="Equation.3">
                    <p:embed/>
                  </p:oleObj>
                </mc:Choice>
                <mc:Fallback>
                  <p:oleObj name="Equation" r:id="rId3" imgW="977760" imgH="7110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784"/>
                          <a:ext cx="1536" cy="10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9189" name="Rectangle 5"/>
          <p:cNvSpPr>
            <a:spLocks noChangeArrowheads="1"/>
          </p:cNvSpPr>
          <p:nvPr/>
        </p:nvSpPr>
        <p:spPr bwMode="auto">
          <a:xfrm>
            <a:off x="279400" y="1620838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98919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6629400" cy="6858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逆矩阵的求法—</a:t>
            </a:r>
            <a:r>
              <a:rPr lang="zh-CN" altLang="en-US" sz="3200" b="1">
                <a:solidFill>
                  <a:srgbClr val="99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伴随矩阵法</a:t>
            </a:r>
          </a:p>
        </p:txBody>
      </p:sp>
      <p:sp>
        <p:nvSpPr>
          <p:cNvPr id="989191" name="Text Box 7"/>
          <p:cNvSpPr txBox="1">
            <a:spLocks noChangeArrowheads="1"/>
          </p:cNvSpPr>
          <p:nvPr/>
        </p:nvSpPr>
        <p:spPr bwMode="auto">
          <a:xfrm>
            <a:off x="304800" y="3484563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989192" name="Group 8"/>
          <p:cNvGrpSpPr>
            <a:grpSpLocks/>
          </p:cNvGrpSpPr>
          <p:nvPr/>
        </p:nvGrpSpPr>
        <p:grpSpPr bwMode="auto">
          <a:xfrm>
            <a:off x="2611438" y="990600"/>
            <a:ext cx="1905000" cy="1752600"/>
            <a:chOff x="2208" y="960"/>
            <a:chExt cx="1200" cy="1104"/>
          </a:xfrm>
        </p:grpSpPr>
        <p:sp>
          <p:nvSpPr>
            <p:cNvPr id="989193" name="Line 9"/>
            <p:cNvSpPr>
              <a:spLocks noChangeShapeType="1"/>
            </p:cNvSpPr>
            <p:nvPr/>
          </p:nvSpPr>
          <p:spPr bwMode="auto">
            <a:xfrm>
              <a:off x="2208" y="1200"/>
              <a:ext cx="120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9194" name="Line 10"/>
            <p:cNvSpPr>
              <a:spLocks noChangeShapeType="1"/>
            </p:cNvSpPr>
            <p:nvPr/>
          </p:nvSpPr>
          <p:spPr bwMode="auto">
            <a:xfrm>
              <a:off x="2544" y="960"/>
              <a:ext cx="0" cy="110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989195" name="Group 11"/>
          <p:cNvGrpSpPr>
            <a:grpSpLocks/>
          </p:cNvGrpSpPr>
          <p:nvPr/>
        </p:nvGrpSpPr>
        <p:grpSpPr bwMode="auto">
          <a:xfrm>
            <a:off x="2667000" y="1143000"/>
            <a:ext cx="1676400" cy="1600200"/>
            <a:chOff x="2256" y="1056"/>
            <a:chExt cx="1056" cy="1008"/>
          </a:xfrm>
        </p:grpSpPr>
        <p:sp>
          <p:nvSpPr>
            <p:cNvPr id="989196" name="Line 12"/>
            <p:cNvSpPr>
              <a:spLocks noChangeShapeType="1"/>
            </p:cNvSpPr>
            <p:nvPr/>
          </p:nvSpPr>
          <p:spPr bwMode="auto">
            <a:xfrm>
              <a:off x="2256" y="1200"/>
              <a:ext cx="105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9197" name="Line 13"/>
            <p:cNvSpPr>
              <a:spLocks noChangeShapeType="1"/>
            </p:cNvSpPr>
            <p:nvPr/>
          </p:nvSpPr>
          <p:spPr bwMode="auto">
            <a:xfrm>
              <a:off x="2880" y="1056"/>
              <a:ext cx="0" cy="100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989198" name="Object 14"/>
          <p:cNvGraphicFramePr>
            <a:graphicFrameLocks noChangeAspect="1"/>
          </p:cNvGraphicFramePr>
          <p:nvPr/>
        </p:nvGraphicFramePr>
        <p:xfrm>
          <a:off x="533400" y="5519738"/>
          <a:ext cx="9144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4" name="Equation" r:id="rId5" imgW="444240" imgH="215640" progId="Equation.3">
                  <p:embed/>
                </p:oleObj>
              </mc:Choice>
              <mc:Fallback>
                <p:oleObj name="Equation" r:id="rId5" imgW="44424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519738"/>
                        <a:ext cx="9144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199" name="Object 15"/>
          <p:cNvGraphicFramePr>
            <a:graphicFrameLocks noChangeAspect="1"/>
          </p:cNvGraphicFramePr>
          <p:nvPr/>
        </p:nvGraphicFramePr>
        <p:xfrm>
          <a:off x="3287713" y="5530850"/>
          <a:ext cx="4921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5" name="Equation" r:id="rId7" imgW="241200" imgH="215640" progId="Equation.3">
                  <p:embed/>
                </p:oleObj>
              </mc:Choice>
              <mc:Fallback>
                <p:oleObj name="Equation" r:id="rId7" imgW="24120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5530850"/>
                        <a:ext cx="4921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0" name="Object 16"/>
          <p:cNvGraphicFramePr>
            <a:graphicFrameLocks noChangeAspect="1"/>
          </p:cNvGraphicFramePr>
          <p:nvPr/>
        </p:nvGraphicFramePr>
        <p:xfrm>
          <a:off x="1447800" y="5291138"/>
          <a:ext cx="175260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6" name="Equation" r:id="rId9" imgW="888840" imgH="457200" progId="Equation.3">
                  <p:embed/>
                </p:oleObj>
              </mc:Choice>
              <mc:Fallback>
                <p:oleObj name="Equation" r:id="rId9" imgW="888840" imgH="457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291138"/>
                        <a:ext cx="175260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1" name="Object 17"/>
          <p:cNvGraphicFramePr>
            <a:graphicFrameLocks noChangeAspect="1"/>
          </p:cNvGraphicFramePr>
          <p:nvPr/>
        </p:nvGraphicFramePr>
        <p:xfrm>
          <a:off x="3787775" y="5268913"/>
          <a:ext cx="199707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7" name="Equation" r:id="rId11" imgW="977760" imgH="457200" progId="Equation.3">
                  <p:embed/>
                </p:oleObj>
              </mc:Choice>
              <mc:Fallback>
                <p:oleObj name="Equation" r:id="rId11" imgW="97776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5268913"/>
                        <a:ext cx="1997075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2" name="Object 18"/>
          <p:cNvGraphicFramePr>
            <a:graphicFrameLocks noChangeAspect="1"/>
          </p:cNvGraphicFramePr>
          <p:nvPr/>
        </p:nvGraphicFramePr>
        <p:xfrm>
          <a:off x="6477000" y="1447800"/>
          <a:ext cx="236220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8" name="Equation" r:id="rId13" imgW="685800" imgH="711000" progId="Equation.3">
                  <p:embed/>
                </p:oleObj>
              </mc:Choice>
              <mc:Fallback>
                <p:oleObj name="Equation" r:id="rId13" imgW="685800" imgH="711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447800"/>
                        <a:ext cx="2362200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3" name="Object 19"/>
          <p:cNvGraphicFramePr>
            <a:graphicFrameLocks noChangeAspect="1"/>
          </p:cNvGraphicFramePr>
          <p:nvPr/>
        </p:nvGraphicFramePr>
        <p:xfrm>
          <a:off x="6781800" y="1477963"/>
          <a:ext cx="5334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89" name="Equation" r:id="rId15" imgW="241200" imgH="177480" progId="Equation.3">
                  <p:embed/>
                </p:oleObj>
              </mc:Choice>
              <mc:Fallback>
                <p:oleObj name="Equation" r:id="rId15" imgW="241200" imgH="177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477963"/>
                        <a:ext cx="5334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4" name="Object 20"/>
          <p:cNvGraphicFramePr>
            <a:graphicFrameLocks noChangeAspect="1"/>
          </p:cNvGraphicFramePr>
          <p:nvPr/>
        </p:nvGraphicFramePr>
        <p:xfrm>
          <a:off x="6781800" y="2011363"/>
          <a:ext cx="5048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0" name="Equation" r:id="rId17" imgW="228600" imgH="164880" progId="Equation.3">
                  <p:embed/>
                </p:oleObj>
              </mc:Choice>
              <mc:Fallback>
                <p:oleObj name="Equation" r:id="rId17" imgW="228600" imgH="1648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011363"/>
                        <a:ext cx="5048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5" name="Object 21"/>
          <p:cNvGraphicFramePr>
            <a:graphicFrameLocks noChangeAspect="1"/>
          </p:cNvGraphicFramePr>
          <p:nvPr/>
        </p:nvGraphicFramePr>
        <p:xfrm>
          <a:off x="5943600" y="5508625"/>
          <a:ext cx="5334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1" name="Equation" r:id="rId19" imgW="241200" imgH="228600" progId="Equation.3">
                  <p:embed/>
                </p:oleObj>
              </mc:Choice>
              <mc:Fallback>
                <p:oleObj name="Equation" r:id="rId19" imgW="24120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508625"/>
                        <a:ext cx="5334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6" name="Object 22"/>
          <p:cNvGraphicFramePr>
            <a:graphicFrameLocks noChangeAspect="1"/>
          </p:cNvGraphicFramePr>
          <p:nvPr/>
        </p:nvGraphicFramePr>
        <p:xfrm>
          <a:off x="6477000" y="5280025"/>
          <a:ext cx="17526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2" name="Equation" r:id="rId21" imgW="799920" imgH="457200" progId="Equation.3">
                  <p:embed/>
                </p:oleObj>
              </mc:Choice>
              <mc:Fallback>
                <p:oleObj name="Equation" r:id="rId21" imgW="799920" imgH="457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280025"/>
                        <a:ext cx="17526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7" name="Object 23"/>
          <p:cNvGraphicFramePr>
            <a:graphicFrameLocks noChangeAspect="1"/>
          </p:cNvGraphicFramePr>
          <p:nvPr/>
        </p:nvGraphicFramePr>
        <p:xfrm>
          <a:off x="5715000" y="2133600"/>
          <a:ext cx="6413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3" name="Equation" r:id="rId23" imgW="342720" imgH="190440" progId="Equation.3">
                  <p:embed/>
                </p:oleObj>
              </mc:Choice>
              <mc:Fallback>
                <p:oleObj name="Equation" r:id="rId23" imgW="342720" imgH="1904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133600"/>
                        <a:ext cx="6413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08" name="Object 24"/>
          <p:cNvGraphicFramePr>
            <a:graphicFrameLocks noChangeAspect="1"/>
          </p:cNvGraphicFramePr>
          <p:nvPr/>
        </p:nvGraphicFramePr>
        <p:xfrm>
          <a:off x="6934200" y="2667000"/>
          <a:ext cx="2778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4" name="Equation" r:id="rId25" imgW="126720" imgH="177480" progId="Equation.3">
                  <p:embed/>
                </p:oleObj>
              </mc:Choice>
              <mc:Fallback>
                <p:oleObj name="Equation" r:id="rId25" imgW="126720" imgH="177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667000"/>
                        <a:ext cx="2778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89209" name="Group 25"/>
          <p:cNvGrpSpPr>
            <a:grpSpLocks/>
          </p:cNvGrpSpPr>
          <p:nvPr/>
        </p:nvGrpSpPr>
        <p:grpSpPr bwMode="auto">
          <a:xfrm>
            <a:off x="2590800" y="1143000"/>
            <a:ext cx="1676400" cy="1600200"/>
            <a:chOff x="1632" y="624"/>
            <a:chExt cx="1056" cy="1008"/>
          </a:xfrm>
        </p:grpSpPr>
        <p:sp>
          <p:nvSpPr>
            <p:cNvPr id="989210" name="Line 26"/>
            <p:cNvSpPr>
              <a:spLocks noChangeShapeType="1"/>
            </p:cNvSpPr>
            <p:nvPr/>
          </p:nvSpPr>
          <p:spPr bwMode="auto">
            <a:xfrm>
              <a:off x="1632" y="768"/>
              <a:ext cx="105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9211" name="Line 27"/>
            <p:cNvSpPr>
              <a:spLocks noChangeShapeType="1"/>
            </p:cNvSpPr>
            <p:nvPr/>
          </p:nvSpPr>
          <p:spPr bwMode="auto">
            <a:xfrm>
              <a:off x="2654" y="624"/>
              <a:ext cx="0" cy="100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989212" name="Object 28"/>
          <p:cNvGraphicFramePr>
            <a:graphicFrameLocks noChangeAspect="1"/>
          </p:cNvGraphicFramePr>
          <p:nvPr/>
        </p:nvGraphicFramePr>
        <p:xfrm>
          <a:off x="838200" y="2971800"/>
          <a:ext cx="281940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5" name="Equation" r:id="rId27" imgW="977760" imgH="698400" progId="Equation.3">
                  <p:embed/>
                </p:oleObj>
              </mc:Choice>
              <mc:Fallback>
                <p:oleObj name="Equation" r:id="rId27" imgW="977760" imgH="6984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71800"/>
                        <a:ext cx="2819400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3" name="Object 29"/>
          <p:cNvGraphicFramePr>
            <a:graphicFrameLocks noChangeAspect="1"/>
          </p:cNvGraphicFramePr>
          <p:nvPr/>
        </p:nvGraphicFramePr>
        <p:xfrm>
          <a:off x="3603625" y="2971800"/>
          <a:ext cx="2286000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6" name="Equation" r:id="rId29" imgW="965160" imgH="711000" progId="Equation.3">
                  <p:embed/>
                </p:oleObj>
              </mc:Choice>
              <mc:Fallback>
                <p:oleObj name="Equation" r:id="rId29" imgW="965160" imgH="7110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5" y="2971800"/>
                        <a:ext cx="2286000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4" name="Object 30"/>
          <p:cNvGraphicFramePr>
            <a:graphicFrameLocks noChangeAspect="1"/>
          </p:cNvGraphicFramePr>
          <p:nvPr/>
        </p:nvGraphicFramePr>
        <p:xfrm>
          <a:off x="5889625" y="3352800"/>
          <a:ext cx="167640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7" name="公式" r:id="rId31" imgW="1726920" imgH="1041120" progId="Equation.3">
                  <p:embed/>
                </p:oleObj>
              </mc:Choice>
              <mc:Fallback>
                <p:oleObj name="公式" r:id="rId31" imgW="1726920" imgH="104112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5" y="3352800"/>
                        <a:ext cx="167640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5" name="Object 31"/>
          <p:cNvGraphicFramePr>
            <a:graphicFrameLocks noChangeAspect="1"/>
          </p:cNvGraphicFramePr>
          <p:nvPr/>
        </p:nvGraphicFramePr>
        <p:xfrm>
          <a:off x="7645400" y="3681413"/>
          <a:ext cx="4572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8" name="公式" r:id="rId33" imgW="520560" imgH="317160" progId="Equation.3">
                  <p:embed/>
                </p:oleObj>
              </mc:Choice>
              <mc:Fallback>
                <p:oleObj name="公式" r:id="rId33" imgW="520560" imgH="31716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5400" y="3681413"/>
                        <a:ext cx="45720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6" name="Object 32"/>
          <p:cNvGraphicFramePr>
            <a:graphicFrameLocks noChangeAspect="1"/>
          </p:cNvGraphicFramePr>
          <p:nvPr/>
        </p:nvGraphicFramePr>
        <p:xfrm>
          <a:off x="8178800" y="3659188"/>
          <a:ext cx="584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899" name="Equation" r:id="rId35" imgW="583920" imgH="368280" progId="Equation.3">
                  <p:embed/>
                </p:oleObj>
              </mc:Choice>
              <mc:Fallback>
                <p:oleObj name="Equation" r:id="rId35" imgW="583920" imgH="3682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8800" y="3659188"/>
                        <a:ext cx="584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9217" name="Object 33"/>
          <p:cNvGraphicFramePr>
            <a:graphicFrameLocks noChangeAspect="1"/>
          </p:cNvGraphicFramePr>
          <p:nvPr/>
        </p:nvGraphicFramePr>
        <p:xfrm>
          <a:off x="4114800" y="3581400"/>
          <a:ext cx="165258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900" name="Equation" r:id="rId37" imgW="711000" imgH="177480" progId="Equation.3">
                  <p:embed/>
                </p:oleObj>
              </mc:Choice>
              <mc:Fallback>
                <p:oleObj name="Equation" r:id="rId37" imgW="711000" imgH="17748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581400"/>
                        <a:ext cx="165258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9218" name="Text Box 34"/>
          <p:cNvSpPr txBox="1">
            <a:spLocks noChangeArrowheads="1"/>
          </p:cNvSpPr>
          <p:nvPr/>
        </p:nvSpPr>
        <p:spPr bwMode="auto">
          <a:xfrm>
            <a:off x="304800" y="464820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所以 </a:t>
            </a:r>
            <a:r>
              <a:rPr lang="en-US" altLang="zh-CN" i="1"/>
              <a:t>A</a:t>
            </a:r>
            <a:r>
              <a:rPr lang="en-US" altLang="zh-CN"/>
              <a:t> </a:t>
            </a:r>
            <a:r>
              <a:rPr lang="zh-CN" altLang="en-US"/>
              <a:t>可逆；</a:t>
            </a:r>
          </a:p>
        </p:txBody>
      </p:sp>
      <p:graphicFrame>
        <p:nvGraphicFramePr>
          <p:cNvPr id="989219" name="Object 35"/>
          <p:cNvGraphicFramePr>
            <a:graphicFrameLocks noChangeAspect="1"/>
          </p:cNvGraphicFramePr>
          <p:nvPr/>
        </p:nvGraphicFramePr>
        <p:xfrm>
          <a:off x="4129088" y="4114800"/>
          <a:ext cx="16224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901" name="Equation" r:id="rId39" imgW="698400" imgH="177480" progId="Equation.3">
                  <p:embed/>
                </p:oleObj>
              </mc:Choice>
              <mc:Fallback>
                <p:oleObj name="Equation" r:id="rId39" imgW="698400" imgH="17748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088" y="4114800"/>
                        <a:ext cx="16224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8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9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92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89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92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89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8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8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8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8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8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8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891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89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8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8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989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89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8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8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892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8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8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189" grpId="0" autoUpdateAnimBg="0"/>
      <p:bldP spid="989190" grpId="0" autoUpdateAnimBg="0"/>
      <p:bldP spid="989191" grpId="0" autoUpdateAnimBg="0"/>
      <p:bldP spid="989218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1A2F-9705-4A7B-81E6-5980412B5624}" type="slidenum">
              <a:rPr lang="zh-CN" altLang="en-US"/>
              <a:pPr/>
              <a:t>81</a:t>
            </a:fld>
            <a:endParaRPr lang="zh-CN" altLang="en-US"/>
          </a:p>
        </p:txBody>
      </p:sp>
      <p:graphicFrame>
        <p:nvGraphicFramePr>
          <p:cNvPr id="990210" name="Object 2"/>
          <p:cNvGraphicFramePr>
            <a:graphicFrameLocks noChangeAspect="1"/>
          </p:cNvGraphicFramePr>
          <p:nvPr/>
        </p:nvGraphicFramePr>
        <p:xfrm>
          <a:off x="4724400" y="228600"/>
          <a:ext cx="236220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898" name="Equation" r:id="rId3" imgW="685800" imgH="711000" progId="Equation.3">
                  <p:embed/>
                </p:oleObj>
              </mc:Choice>
              <mc:Fallback>
                <p:oleObj name="Equation" r:id="rId3" imgW="68580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28600"/>
                        <a:ext cx="2362200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1" name="Object 3"/>
          <p:cNvGraphicFramePr>
            <a:graphicFrameLocks noChangeAspect="1"/>
          </p:cNvGraphicFramePr>
          <p:nvPr/>
        </p:nvGraphicFramePr>
        <p:xfrm>
          <a:off x="3962400" y="914400"/>
          <a:ext cx="6413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899" name="Equation" r:id="rId5" imgW="342720" imgH="190440" progId="Equation.3">
                  <p:embed/>
                </p:oleObj>
              </mc:Choice>
              <mc:Fallback>
                <p:oleObj name="Equation" r:id="rId5" imgW="342720" imgH="1904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914400"/>
                        <a:ext cx="6413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2" name="Object 4"/>
          <p:cNvGraphicFramePr>
            <a:graphicFrameLocks noChangeAspect="1"/>
          </p:cNvGraphicFramePr>
          <p:nvPr/>
        </p:nvGraphicFramePr>
        <p:xfrm>
          <a:off x="762000" y="304800"/>
          <a:ext cx="2438400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900" name="Equation" r:id="rId7" imgW="977760" imgH="711000" progId="Equation.3">
                  <p:embed/>
                </p:oleObj>
              </mc:Choice>
              <mc:Fallback>
                <p:oleObj name="Equation" r:id="rId7" imgW="97776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4800"/>
                        <a:ext cx="2438400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3" name="Object 5"/>
          <p:cNvGraphicFramePr>
            <a:graphicFrameLocks noChangeAspect="1"/>
          </p:cNvGraphicFramePr>
          <p:nvPr/>
        </p:nvGraphicFramePr>
        <p:xfrm>
          <a:off x="457200" y="2667000"/>
          <a:ext cx="39497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901" name="Equation" r:id="rId9" imgW="1676160" imgH="228600" progId="Equation.3">
                  <p:embed/>
                </p:oleObj>
              </mc:Choice>
              <mc:Fallback>
                <p:oleObj name="Equation" r:id="rId9" imgW="167616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667000"/>
                        <a:ext cx="39497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4" name="Object 6"/>
          <p:cNvGraphicFramePr>
            <a:graphicFrameLocks noChangeAspect="1"/>
          </p:cNvGraphicFramePr>
          <p:nvPr/>
        </p:nvGraphicFramePr>
        <p:xfrm>
          <a:off x="4419600" y="2667000"/>
          <a:ext cx="38877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902" name="Equation" r:id="rId11" imgW="1650960" imgH="228600" progId="Equation.3">
                  <p:embed/>
                </p:oleObj>
              </mc:Choice>
              <mc:Fallback>
                <p:oleObj name="Equation" r:id="rId11" imgW="16509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667000"/>
                        <a:ext cx="3887788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0215" name="Text Box 7"/>
          <p:cNvSpPr txBox="1">
            <a:spLocks noChangeArrowheads="1"/>
          </p:cNvSpPr>
          <p:nvPr/>
        </p:nvSpPr>
        <p:spPr bwMode="auto">
          <a:xfrm>
            <a:off x="457200" y="2057400"/>
            <a:ext cx="1966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同理可求得</a:t>
            </a:r>
          </a:p>
        </p:txBody>
      </p:sp>
      <p:graphicFrame>
        <p:nvGraphicFramePr>
          <p:cNvPr id="990216" name="Object 8"/>
          <p:cNvGraphicFramePr>
            <a:graphicFrameLocks noChangeAspect="1"/>
          </p:cNvGraphicFramePr>
          <p:nvPr/>
        </p:nvGraphicFramePr>
        <p:xfrm>
          <a:off x="5638800" y="304800"/>
          <a:ext cx="490538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903" name="Equation" r:id="rId13" imgW="215640" imgH="672840" progId="Equation.3">
                  <p:embed/>
                </p:oleObj>
              </mc:Choice>
              <mc:Fallback>
                <p:oleObj name="Equation" r:id="rId13" imgW="215640" imgH="672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04800"/>
                        <a:ext cx="490538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7" name="Object 9"/>
          <p:cNvGraphicFramePr>
            <a:graphicFrameLocks noChangeAspect="1"/>
          </p:cNvGraphicFramePr>
          <p:nvPr/>
        </p:nvGraphicFramePr>
        <p:xfrm>
          <a:off x="4953000" y="304800"/>
          <a:ext cx="547688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904" name="Equation" r:id="rId15" imgW="241200" imgH="672840" progId="Equation.3">
                  <p:embed/>
                </p:oleObj>
              </mc:Choice>
              <mc:Fallback>
                <p:oleObj name="Equation" r:id="rId15" imgW="241200" imgH="6728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04800"/>
                        <a:ext cx="547688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8" name="Object 10"/>
          <p:cNvGraphicFramePr>
            <a:graphicFrameLocks noChangeAspect="1"/>
          </p:cNvGraphicFramePr>
          <p:nvPr/>
        </p:nvGraphicFramePr>
        <p:xfrm>
          <a:off x="6248400" y="304800"/>
          <a:ext cx="54927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905" name="Equation" r:id="rId17" imgW="241200" imgH="672840" progId="Equation.3">
                  <p:embed/>
                </p:oleObj>
              </mc:Choice>
              <mc:Fallback>
                <p:oleObj name="Equation" r:id="rId17" imgW="241200" imgH="6728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04800"/>
                        <a:ext cx="54927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19" name="Object 11"/>
          <p:cNvGraphicFramePr>
            <a:graphicFrameLocks noChangeAspect="1"/>
          </p:cNvGraphicFramePr>
          <p:nvPr/>
        </p:nvGraphicFramePr>
        <p:xfrm>
          <a:off x="2938463" y="3429000"/>
          <a:ext cx="2982912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906" name="公式" r:id="rId19" imgW="3174840" imgH="1625400" progId="Equation.3">
                  <p:embed/>
                </p:oleObj>
              </mc:Choice>
              <mc:Fallback>
                <p:oleObj name="公式" r:id="rId19" imgW="3174840" imgH="1625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3429000"/>
                        <a:ext cx="2982912" cy="152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0220" name="Object 12"/>
          <p:cNvGraphicFramePr>
            <a:graphicFrameLocks noChangeAspect="1"/>
          </p:cNvGraphicFramePr>
          <p:nvPr/>
        </p:nvGraphicFramePr>
        <p:xfrm>
          <a:off x="830263" y="3709988"/>
          <a:ext cx="21415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907" name="Equation" r:id="rId21" imgW="1028520" imgH="431640" progId="Equation.3">
                  <p:embed/>
                </p:oleObj>
              </mc:Choice>
              <mc:Fallback>
                <p:oleObj name="Equation" r:id="rId21" imgW="102852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3709988"/>
                        <a:ext cx="214153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0221" name="Text Box 13"/>
          <p:cNvSpPr txBox="1">
            <a:spLocks noChangeArrowheads="1"/>
          </p:cNvSpPr>
          <p:nvPr/>
        </p:nvSpPr>
        <p:spPr bwMode="auto">
          <a:xfrm>
            <a:off x="228600" y="5029200"/>
            <a:ext cx="8382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对于 3 阶及以上的矩阵，</a:t>
            </a:r>
            <a:r>
              <a:rPr lang="zh-CN" altLang="en-US">
                <a:latin typeface="宋体" panose="02010600030101010101" pitchFamily="2" charset="-122"/>
              </a:rPr>
              <a:t>用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伴随矩阵法</a:t>
            </a:r>
            <a:r>
              <a:rPr lang="zh-CN" altLang="en-US">
                <a:latin typeface="宋体" panose="02010600030101010101" pitchFamily="2" charset="-122"/>
              </a:rPr>
              <a:t>求逆矩阵较麻烦，以后将给出另一种求法--</a:t>
            </a:r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初等变换法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99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15" grpId="0" autoUpdateAnimBg="0"/>
      <p:bldP spid="990221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0F98E-F514-4090-8E2C-2C0DC1B29BC2}" type="slidenum">
              <a:rPr lang="zh-CN" altLang="en-US"/>
              <a:pPr/>
              <a:t>82</a:t>
            </a:fld>
            <a:endParaRPr lang="zh-CN" altLang="en-US"/>
          </a:p>
        </p:txBody>
      </p:sp>
      <p:graphicFrame>
        <p:nvGraphicFramePr>
          <p:cNvPr id="991240" name="Object 8"/>
          <p:cNvGraphicFramePr>
            <a:graphicFrameLocks noChangeAspect="1"/>
          </p:cNvGraphicFramePr>
          <p:nvPr/>
        </p:nvGraphicFramePr>
        <p:xfrm>
          <a:off x="304800" y="76200"/>
          <a:ext cx="8307388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17" name="Document" r:id="rId3" imgW="3215520" imgH="871560" progId="Word.Document.8">
                  <p:embed/>
                </p:oleObj>
              </mc:Choice>
              <mc:Fallback>
                <p:oleObj name="Document" r:id="rId3" imgW="3215520" imgH="87156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200"/>
                        <a:ext cx="8307388" cy="223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35" name="Rectangle 3"/>
          <p:cNvSpPr>
            <a:spLocks noChangeArrowheads="1"/>
          </p:cNvSpPr>
          <p:nvPr/>
        </p:nvSpPr>
        <p:spPr bwMode="auto">
          <a:xfrm>
            <a:off x="228600" y="666750"/>
            <a:ext cx="15240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991236" name="Rectangle 4"/>
          <p:cNvSpPr>
            <a:spLocks noChangeArrowheads="1"/>
          </p:cNvSpPr>
          <p:nvPr/>
        </p:nvSpPr>
        <p:spPr bwMode="auto">
          <a:xfrm>
            <a:off x="228600" y="2895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0033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991241" name="Object 9"/>
          <p:cNvGraphicFramePr>
            <a:graphicFrameLocks noChangeAspect="1"/>
          </p:cNvGraphicFramePr>
          <p:nvPr/>
        </p:nvGraphicFramePr>
        <p:xfrm>
          <a:off x="990600" y="2286000"/>
          <a:ext cx="510540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18" name="Document" r:id="rId5" imgW="2047320" imgH="698400" progId="Word.Document.8">
                  <p:embed/>
                </p:oleObj>
              </mc:Choice>
              <mc:Fallback>
                <p:oleObj name="Document" r:id="rId5" imgW="2047320" imgH="6984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5105400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1242" name="Text Box 10"/>
          <p:cNvSpPr txBox="1">
            <a:spLocks noChangeArrowheads="1"/>
          </p:cNvSpPr>
          <p:nvPr/>
        </p:nvSpPr>
        <p:spPr bwMode="auto">
          <a:xfrm>
            <a:off x="381000" y="4032250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所以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可逆，且逆矩阵为</a:t>
            </a:r>
            <a:endParaRPr lang="zh-CN" altLang="en-US"/>
          </a:p>
        </p:txBody>
      </p:sp>
      <p:graphicFrame>
        <p:nvGraphicFramePr>
          <p:cNvPr id="991244" name="Object 12"/>
          <p:cNvGraphicFramePr>
            <a:graphicFrameLocks noChangeAspect="1"/>
          </p:cNvGraphicFramePr>
          <p:nvPr/>
        </p:nvGraphicFramePr>
        <p:xfrm>
          <a:off x="381000" y="4953000"/>
          <a:ext cx="19050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19" name="Equation" r:id="rId7" imgW="850680" imgH="431640" progId="Equation.3">
                  <p:embed/>
                </p:oleObj>
              </mc:Choice>
              <mc:Fallback>
                <p:oleObj name="Equation" r:id="rId7" imgW="85068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953000"/>
                        <a:ext cx="1905000" cy="960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3" name="Object 11"/>
          <p:cNvGraphicFramePr>
            <a:graphicFrameLocks noChangeAspect="1"/>
          </p:cNvGraphicFramePr>
          <p:nvPr/>
        </p:nvGraphicFramePr>
        <p:xfrm>
          <a:off x="5391150" y="4457700"/>
          <a:ext cx="2819400" cy="211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20" name="Equation" r:id="rId9" imgW="1282680" imgH="965160" progId="Equation.3">
                  <p:embed/>
                </p:oleObj>
              </mc:Choice>
              <mc:Fallback>
                <p:oleObj name="Equation" r:id="rId9" imgW="1282680" imgH="9651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4457700"/>
                        <a:ext cx="2819400" cy="211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1246" name="Object 14"/>
          <p:cNvGraphicFramePr>
            <a:graphicFrameLocks noChangeAspect="1"/>
          </p:cNvGraphicFramePr>
          <p:nvPr/>
        </p:nvGraphicFramePr>
        <p:xfrm>
          <a:off x="2286000" y="4648200"/>
          <a:ext cx="31242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921" name="Equation" r:id="rId11" imgW="1282680" imgH="698400" progId="Equation.3">
                  <p:embed/>
                </p:oleObj>
              </mc:Choice>
              <mc:Fallback>
                <p:oleObj name="Equation" r:id="rId11" imgW="1282680" imgH="698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648200"/>
                        <a:ext cx="3124200" cy="169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9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1235" grpId="0" autoUpdateAnimBg="0"/>
      <p:bldP spid="991236" grpId="0" autoUpdateAnimBg="0"/>
      <p:bldP spid="991242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D0C51-04DF-4A93-AE69-CD5AE97CA540}" type="slidenum">
              <a:rPr lang="zh-CN" altLang="en-US"/>
              <a:pPr/>
              <a:t>83</a:t>
            </a:fld>
            <a:endParaRPr lang="zh-CN" altLang="en-US"/>
          </a:p>
        </p:txBody>
      </p:sp>
      <p:sp>
        <p:nvSpPr>
          <p:cNvPr id="992258" name="Rectangle 2"/>
          <p:cNvSpPr>
            <a:spLocks noChangeArrowheads="1"/>
          </p:cNvSpPr>
          <p:nvPr/>
        </p:nvSpPr>
        <p:spPr bwMode="auto">
          <a:xfrm>
            <a:off x="460375" y="595313"/>
            <a:ext cx="606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992259" name="Object 3"/>
          <p:cNvGraphicFramePr>
            <a:graphicFrameLocks noChangeAspect="1"/>
          </p:cNvGraphicFramePr>
          <p:nvPr/>
        </p:nvGraphicFramePr>
        <p:xfrm>
          <a:off x="1143000" y="374650"/>
          <a:ext cx="24384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49" name="Equation" r:id="rId3" imgW="1028520" imgH="457200" progId="Equation.3">
                  <p:embed/>
                </p:oleObj>
              </mc:Choice>
              <mc:Fallback>
                <p:oleObj name="Equation" r:id="rId3" imgW="102852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74650"/>
                        <a:ext cx="2438400" cy="1087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0" name="Object 4"/>
          <p:cNvGraphicFramePr>
            <a:graphicFrameLocks noChangeAspect="1"/>
          </p:cNvGraphicFramePr>
          <p:nvPr/>
        </p:nvGraphicFramePr>
        <p:xfrm>
          <a:off x="3582988" y="649288"/>
          <a:ext cx="264953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0" name="Equation" r:id="rId5" imgW="1117440" imgH="215640" progId="Equation.3">
                  <p:embed/>
                </p:oleObj>
              </mc:Choice>
              <mc:Fallback>
                <p:oleObj name="Equation" r:id="rId5" imgW="111744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988" y="649288"/>
                        <a:ext cx="2649537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2261" name="Group 5"/>
          <p:cNvGrpSpPr>
            <a:grpSpLocks/>
          </p:cNvGrpSpPr>
          <p:nvPr/>
        </p:nvGrpSpPr>
        <p:grpSpPr bwMode="auto">
          <a:xfrm>
            <a:off x="457200" y="1600200"/>
            <a:ext cx="6232525" cy="549275"/>
            <a:chOff x="389" y="1056"/>
            <a:chExt cx="3926" cy="346"/>
          </a:xfrm>
        </p:grpSpPr>
        <p:sp>
          <p:nvSpPr>
            <p:cNvPr id="992262" name="Text Box 6"/>
            <p:cNvSpPr txBox="1">
              <a:spLocks noChangeArrowheads="1"/>
            </p:cNvSpPr>
            <p:nvPr/>
          </p:nvSpPr>
          <p:spPr bwMode="auto">
            <a:xfrm>
              <a:off x="389" y="1056"/>
              <a:ext cx="274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故</a:t>
              </a:r>
              <a:r>
                <a:rPr lang="en-US" altLang="zh-CN" sz="3000" i="1"/>
                <a:t>A</a:t>
              </a:r>
              <a:r>
                <a:rPr lang="zh-CN" altLang="en-US"/>
                <a:t>可逆的充分必要条件是</a:t>
              </a:r>
            </a:p>
          </p:txBody>
        </p:sp>
        <p:graphicFrame>
          <p:nvGraphicFramePr>
            <p:cNvPr id="992263" name="Object 7"/>
            <p:cNvGraphicFramePr>
              <a:graphicFrameLocks noChangeAspect="1"/>
            </p:cNvGraphicFramePr>
            <p:nvPr/>
          </p:nvGraphicFramePr>
          <p:xfrm>
            <a:off x="3120" y="1091"/>
            <a:ext cx="119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1951" name="Equation" r:id="rId7" imgW="799920" imgH="203040" progId="Equation.3">
                    <p:embed/>
                  </p:oleObj>
                </mc:Choice>
                <mc:Fallback>
                  <p:oleObj name="Equation" r:id="rId7" imgW="799920" imgH="2030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091"/>
                          <a:ext cx="1195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2264" name="Text Box 8"/>
          <p:cNvSpPr txBox="1">
            <a:spLocks noChangeArrowheads="1"/>
          </p:cNvSpPr>
          <p:nvPr/>
        </p:nvSpPr>
        <p:spPr bwMode="auto">
          <a:xfrm>
            <a:off x="482600" y="2695575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且</a:t>
            </a:r>
          </a:p>
        </p:txBody>
      </p:sp>
      <p:graphicFrame>
        <p:nvGraphicFramePr>
          <p:cNvPr id="992265" name="Object 9"/>
          <p:cNvGraphicFramePr>
            <a:graphicFrameLocks noChangeAspect="1"/>
          </p:cNvGraphicFramePr>
          <p:nvPr/>
        </p:nvGraphicFramePr>
        <p:xfrm>
          <a:off x="1066800" y="2511425"/>
          <a:ext cx="220980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2" name="Equation" r:id="rId9" imgW="901440" imgH="393480" progId="Equation.3">
                  <p:embed/>
                </p:oleObj>
              </mc:Choice>
              <mc:Fallback>
                <p:oleObj name="Equation" r:id="rId9" imgW="90144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11425"/>
                        <a:ext cx="2209800" cy="969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2266" name="Text Box 10"/>
          <p:cNvSpPr txBox="1">
            <a:spLocks noChangeArrowheads="1"/>
          </p:cNvSpPr>
          <p:nvPr/>
        </p:nvSpPr>
        <p:spPr bwMode="auto">
          <a:xfrm>
            <a:off x="533400" y="4498975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例如，</a:t>
            </a:r>
          </a:p>
        </p:txBody>
      </p:sp>
      <p:graphicFrame>
        <p:nvGraphicFramePr>
          <p:cNvPr id="992267" name="Object 11"/>
          <p:cNvGraphicFramePr>
            <a:graphicFrameLocks noChangeAspect="1"/>
          </p:cNvGraphicFramePr>
          <p:nvPr/>
        </p:nvGraphicFramePr>
        <p:xfrm>
          <a:off x="1676400" y="4156075"/>
          <a:ext cx="1295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3" name="Equation" r:id="rId11" imgW="596880" imgH="495000" progId="Equation.3">
                  <p:embed/>
                </p:oleObj>
              </mc:Choice>
              <mc:Fallback>
                <p:oleObj name="Equation" r:id="rId11" imgW="596880" imgH="495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156075"/>
                        <a:ext cx="12954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8" name="Object 12"/>
          <p:cNvGraphicFramePr>
            <a:graphicFrameLocks noChangeAspect="1"/>
          </p:cNvGraphicFramePr>
          <p:nvPr/>
        </p:nvGraphicFramePr>
        <p:xfrm>
          <a:off x="2819400" y="4283075"/>
          <a:ext cx="6175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4" name="Equation" r:id="rId13" imgW="266400" imgH="406080" progId="Equation.3">
                  <p:embed/>
                </p:oleObj>
              </mc:Choice>
              <mc:Fallback>
                <p:oleObj name="Equation" r:id="rId13" imgW="26640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283075"/>
                        <a:ext cx="61753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69" name="Object 13"/>
          <p:cNvGraphicFramePr>
            <a:graphicFrameLocks noChangeAspect="1"/>
          </p:cNvGraphicFramePr>
          <p:nvPr/>
        </p:nvGraphicFramePr>
        <p:xfrm>
          <a:off x="4953000" y="3863975"/>
          <a:ext cx="1985963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5" name="Equation" r:id="rId15" imgW="927000" imgH="787320" progId="Equation.3">
                  <p:embed/>
                </p:oleObj>
              </mc:Choice>
              <mc:Fallback>
                <p:oleObj name="Equation" r:id="rId15" imgW="927000" imgH="7873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863975"/>
                        <a:ext cx="1985963" cy="185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0" name="Object 14"/>
          <p:cNvGraphicFramePr>
            <a:graphicFrameLocks noChangeAspect="1"/>
          </p:cNvGraphicFramePr>
          <p:nvPr/>
        </p:nvGraphicFramePr>
        <p:xfrm>
          <a:off x="3200400" y="2352675"/>
          <a:ext cx="1720850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6" name="Equation" r:id="rId17" imgW="482400" imgH="469800" progId="Equation.3">
                  <p:embed/>
                </p:oleObj>
              </mc:Choice>
              <mc:Fallback>
                <p:oleObj name="Equation" r:id="rId17" imgW="482400" imgH="469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352675"/>
                        <a:ext cx="1720850" cy="1323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1" name="Object 15"/>
          <p:cNvGraphicFramePr>
            <a:graphicFrameLocks noChangeAspect="1"/>
          </p:cNvGraphicFramePr>
          <p:nvPr/>
        </p:nvGraphicFramePr>
        <p:xfrm>
          <a:off x="3429000" y="2438400"/>
          <a:ext cx="3413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7" name="Equation" r:id="rId19" imgW="139680" imgH="177480" progId="Equation.3">
                  <p:embed/>
                </p:oleObj>
              </mc:Choice>
              <mc:Fallback>
                <p:oleObj name="Equation" r:id="rId19" imgW="139680" imgH="177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438400"/>
                        <a:ext cx="341313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2" name="Object 16"/>
          <p:cNvGraphicFramePr>
            <a:graphicFrameLocks noChangeAspect="1"/>
          </p:cNvGraphicFramePr>
          <p:nvPr/>
        </p:nvGraphicFramePr>
        <p:xfrm>
          <a:off x="3352800" y="3200400"/>
          <a:ext cx="557213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8" name="Equation" r:id="rId21" imgW="228600" imgH="139680" progId="Equation.3">
                  <p:embed/>
                </p:oleObj>
              </mc:Choice>
              <mc:Fallback>
                <p:oleObj name="Equation" r:id="rId21" imgW="228600" imgH="139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00400"/>
                        <a:ext cx="557213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3" name="Object 17"/>
          <p:cNvGraphicFramePr>
            <a:graphicFrameLocks noChangeAspect="1"/>
          </p:cNvGraphicFramePr>
          <p:nvPr/>
        </p:nvGraphicFramePr>
        <p:xfrm>
          <a:off x="4022725" y="2468563"/>
          <a:ext cx="5889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59" name="Equation" r:id="rId23" imgW="241200" imgH="177480" progId="Equation.3">
                  <p:embed/>
                </p:oleObj>
              </mc:Choice>
              <mc:Fallback>
                <p:oleObj name="Equation" r:id="rId23" imgW="241200" imgH="177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5" y="2468563"/>
                        <a:ext cx="588963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2274" name="Object 18"/>
          <p:cNvGraphicFramePr>
            <a:graphicFrameLocks noChangeAspect="1"/>
          </p:cNvGraphicFramePr>
          <p:nvPr/>
        </p:nvGraphicFramePr>
        <p:xfrm>
          <a:off x="4178300" y="3170238"/>
          <a:ext cx="30956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60" name="Equation" r:id="rId25" imgW="126720" imgH="139680" progId="Equation.3">
                  <p:embed/>
                </p:oleObj>
              </mc:Choice>
              <mc:Fallback>
                <p:oleObj name="Equation" r:id="rId25" imgW="126720" imgH="1396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3170238"/>
                        <a:ext cx="309563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2275" name="Text Box 19"/>
          <p:cNvSpPr txBox="1">
            <a:spLocks noChangeArrowheads="1"/>
          </p:cNvSpPr>
          <p:nvPr/>
        </p:nvSpPr>
        <p:spPr bwMode="auto">
          <a:xfrm>
            <a:off x="5638800" y="2438400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对角元换位，</a:t>
            </a:r>
          </a:p>
        </p:txBody>
      </p:sp>
      <p:sp>
        <p:nvSpPr>
          <p:cNvPr id="992276" name="Text Box 20"/>
          <p:cNvSpPr txBox="1">
            <a:spLocks noChangeArrowheads="1"/>
          </p:cNvSpPr>
          <p:nvPr/>
        </p:nvSpPr>
        <p:spPr bwMode="auto">
          <a:xfrm>
            <a:off x="5638800" y="304800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非对角元变号。</a:t>
            </a:r>
          </a:p>
        </p:txBody>
      </p:sp>
      <p:graphicFrame>
        <p:nvGraphicFramePr>
          <p:cNvPr id="992277" name="Object 21"/>
          <p:cNvGraphicFramePr>
            <a:graphicFrameLocks noChangeAspect="1"/>
          </p:cNvGraphicFramePr>
          <p:nvPr/>
        </p:nvGraphicFramePr>
        <p:xfrm>
          <a:off x="3289300" y="4206875"/>
          <a:ext cx="173513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961" name="Equation" r:id="rId27" imgW="749160" imgH="469800" progId="Equation.3">
                  <p:embed/>
                </p:oleObj>
              </mc:Choice>
              <mc:Fallback>
                <p:oleObj name="Equation" r:id="rId27" imgW="749160" imgH="4698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206875"/>
                        <a:ext cx="1735138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2278" name="Rectangle 22"/>
          <p:cNvSpPr>
            <a:spLocks noChangeArrowheads="1"/>
          </p:cNvSpPr>
          <p:nvPr/>
        </p:nvSpPr>
        <p:spPr bwMode="auto">
          <a:xfrm>
            <a:off x="1066800" y="2286000"/>
            <a:ext cx="3810000" cy="15240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9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9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9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9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9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9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9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9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9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9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9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92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92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9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9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9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9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9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58" grpId="0" autoUpdateAnimBg="0"/>
      <p:bldP spid="992264" grpId="0" autoUpdateAnimBg="0"/>
      <p:bldP spid="992266" grpId="0" autoUpdateAnimBg="0"/>
      <p:bldP spid="992275" grpId="0" autoUpdateAnimBg="0"/>
      <p:bldP spid="992276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D3EBA-9510-43ED-83C0-0130F988A29E}" type="slidenum">
              <a:rPr lang="zh-CN" altLang="en-US"/>
              <a:pPr/>
              <a:t>84</a:t>
            </a:fld>
            <a:endParaRPr lang="zh-CN" altLang="en-US"/>
          </a:p>
        </p:txBody>
      </p:sp>
      <p:sp>
        <p:nvSpPr>
          <p:cNvPr id="993282" name="Rectangle 2"/>
          <p:cNvSpPr>
            <a:spLocks noChangeArrowheads="1"/>
          </p:cNvSpPr>
          <p:nvPr/>
        </p:nvSpPr>
        <p:spPr bwMode="auto">
          <a:xfrm>
            <a:off x="304800" y="390525"/>
            <a:ext cx="566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grpSp>
        <p:nvGrpSpPr>
          <p:cNvPr id="993283" name="Group 3"/>
          <p:cNvGrpSpPr>
            <a:grpSpLocks/>
          </p:cNvGrpSpPr>
          <p:nvPr/>
        </p:nvGrpSpPr>
        <p:grpSpPr bwMode="auto">
          <a:xfrm>
            <a:off x="1009650" y="381000"/>
            <a:ext cx="7329488" cy="588963"/>
            <a:chOff x="768" y="1968"/>
            <a:chExt cx="4617" cy="371"/>
          </a:xfrm>
        </p:grpSpPr>
        <p:sp>
          <p:nvSpPr>
            <p:cNvPr id="993284" name="Text Box 4"/>
            <p:cNvSpPr txBox="1">
              <a:spLocks noChangeArrowheads="1"/>
            </p:cNvSpPr>
            <p:nvPr/>
          </p:nvSpPr>
          <p:spPr bwMode="auto">
            <a:xfrm>
              <a:off x="768" y="1968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对角阵</a:t>
              </a:r>
            </a:p>
          </p:txBody>
        </p:sp>
        <p:graphicFrame>
          <p:nvGraphicFramePr>
            <p:cNvPr id="993285" name="Object 5"/>
            <p:cNvGraphicFramePr>
              <a:graphicFrameLocks noChangeAspect="1"/>
            </p:cNvGraphicFramePr>
            <p:nvPr/>
          </p:nvGraphicFramePr>
          <p:xfrm>
            <a:off x="1515" y="1996"/>
            <a:ext cx="2150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969" name="Equation" r:id="rId3" imgW="1434960" imgH="228600" progId="Equation.3">
                    <p:embed/>
                  </p:oleObj>
                </mc:Choice>
                <mc:Fallback>
                  <p:oleObj name="Equation" r:id="rId3" imgW="143496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5" y="1996"/>
                          <a:ext cx="2150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286" name="Text Box 6"/>
            <p:cNvSpPr txBox="1">
              <a:spLocks noChangeArrowheads="1"/>
            </p:cNvSpPr>
            <p:nvPr/>
          </p:nvSpPr>
          <p:spPr bwMode="auto">
            <a:xfrm>
              <a:off x="3696" y="1995"/>
              <a:ext cx="16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可逆的充分必要</a:t>
              </a:r>
            </a:p>
          </p:txBody>
        </p:sp>
      </p:grpSp>
      <p:grpSp>
        <p:nvGrpSpPr>
          <p:cNvPr id="993287" name="Group 7"/>
          <p:cNvGrpSpPr>
            <a:grpSpLocks/>
          </p:cNvGrpSpPr>
          <p:nvPr/>
        </p:nvGrpSpPr>
        <p:grpSpPr bwMode="auto">
          <a:xfrm>
            <a:off x="338138" y="1000125"/>
            <a:ext cx="4729162" cy="577850"/>
            <a:chOff x="384" y="2358"/>
            <a:chExt cx="2979" cy="364"/>
          </a:xfrm>
        </p:grpSpPr>
        <p:sp>
          <p:nvSpPr>
            <p:cNvPr id="993288" name="Text Box 8"/>
            <p:cNvSpPr txBox="1">
              <a:spLocks noChangeArrowheads="1"/>
            </p:cNvSpPr>
            <p:nvPr/>
          </p:nvSpPr>
          <p:spPr bwMode="auto">
            <a:xfrm>
              <a:off x="384" y="2365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条件是</a:t>
              </a:r>
            </a:p>
          </p:txBody>
        </p:sp>
        <p:graphicFrame>
          <p:nvGraphicFramePr>
            <p:cNvPr id="993289" name="Object 9"/>
            <p:cNvGraphicFramePr>
              <a:graphicFrameLocks noChangeAspect="1"/>
            </p:cNvGraphicFramePr>
            <p:nvPr/>
          </p:nvGraphicFramePr>
          <p:xfrm>
            <a:off x="1152" y="2379"/>
            <a:ext cx="1865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970" name="Equation" r:id="rId5" imgW="1244520" imgH="228600" progId="Equation.3">
                    <p:embed/>
                  </p:oleObj>
                </mc:Choice>
                <mc:Fallback>
                  <p:oleObj name="Equation" r:id="rId5" imgW="124452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379"/>
                          <a:ext cx="1865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3290" name="Text Box 10"/>
            <p:cNvSpPr txBox="1">
              <a:spLocks noChangeArrowheads="1"/>
            </p:cNvSpPr>
            <p:nvPr/>
          </p:nvSpPr>
          <p:spPr bwMode="auto">
            <a:xfrm>
              <a:off x="3024" y="2358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且</a:t>
              </a:r>
            </a:p>
          </p:txBody>
        </p:sp>
      </p:grpSp>
      <p:grpSp>
        <p:nvGrpSpPr>
          <p:cNvPr id="993291" name="Group 11"/>
          <p:cNvGrpSpPr>
            <a:grpSpLocks/>
          </p:cNvGrpSpPr>
          <p:nvPr/>
        </p:nvGrpSpPr>
        <p:grpSpPr bwMode="auto">
          <a:xfrm>
            <a:off x="1023938" y="1752600"/>
            <a:ext cx="6324600" cy="2181225"/>
            <a:chOff x="816" y="2688"/>
            <a:chExt cx="3984" cy="1374"/>
          </a:xfrm>
        </p:grpSpPr>
        <p:graphicFrame>
          <p:nvGraphicFramePr>
            <p:cNvPr id="993292" name="Object 12"/>
            <p:cNvGraphicFramePr>
              <a:graphicFrameLocks noChangeAspect="1"/>
            </p:cNvGraphicFramePr>
            <p:nvPr/>
          </p:nvGraphicFramePr>
          <p:xfrm>
            <a:off x="816" y="2688"/>
            <a:ext cx="3984" cy="1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971" name="Equation" r:id="rId7" imgW="2793960" imgH="965160" progId="Equation.3">
                    <p:embed/>
                  </p:oleObj>
                </mc:Choice>
                <mc:Fallback>
                  <p:oleObj name="Equation" r:id="rId7" imgW="2793960" imgH="96516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688"/>
                          <a:ext cx="3984" cy="13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293" name="Object 13"/>
            <p:cNvGraphicFramePr>
              <a:graphicFrameLocks noChangeAspect="1"/>
            </p:cNvGraphicFramePr>
            <p:nvPr/>
          </p:nvGraphicFramePr>
          <p:xfrm>
            <a:off x="1776" y="2880"/>
            <a:ext cx="26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972" name="Equation" r:id="rId9" imgW="164880" imgH="177480" progId="Equation.3">
                    <p:embed/>
                  </p:oleObj>
                </mc:Choice>
                <mc:Fallback>
                  <p:oleObj name="Equation" r:id="rId9" imgW="164880" imgH="1774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880"/>
                          <a:ext cx="26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294" name="Object 14"/>
            <p:cNvGraphicFramePr>
              <a:graphicFrameLocks noChangeAspect="1"/>
            </p:cNvGraphicFramePr>
            <p:nvPr/>
          </p:nvGraphicFramePr>
          <p:xfrm>
            <a:off x="1248" y="3552"/>
            <a:ext cx="26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973" name="Equation" r:id="rId11" imgW="164880" imgH="177480" progId="Equation.3">
                    <p:embed/>
                  </p:oleObj>
                </mc:Choice>
                <mc:Fallback>
                  <p:oleObj name="Equation" r:id="rId11" imgW="16488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552"/>
                          <a:ext cx="26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295" name="Object 15"/>
            <p:cNvGraphicFramePr>
              <a:graphicFrameLocks noChangeAspect="1"/>
            </p:cNvGraphicFramePr>
            <p:nvPr/>
          </p:nvGraphicFramePr>
          <p:xfrm>
            <a:off x="3888" y="2880"/>
            <a:ext cx="26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974" name="Equation" r:id="rId12" imgW="164880" imgH="177480" progId="Equation.3">
                    <p:embed/>
                  </p:oleObj>
                </mc:Choice>
                <mc:Fallback>
                  <p:oleObj name="Equation" r:id="rId12" imgW="164880" imgH="1774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880"/>
                          <a:ext cx="26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296" name="Object 16"/>
            <p:cNvGraphicFramePr>
              <a:graphicFrameLocks noChangeAspect="1"/>
            </p:cNvGraphicFramePr>
            <p:nvPr/>
          </p:nvGraphicFramePr>
          <p:xfrm>
            <a:off x="3360" y="3552"/>
            <a:ext cx="26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2975" name="Equation" r:id="rId13" imgW="164880" imgH="177480" progId="Equation.3">
                    <p:embed/>
                  </p:oleObj>
                </mc:Choice>
                <mc:Fallback>
                  <p:oleObj name="Equation" r:id="rId13" imgW="164880" imgH="1774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552"/>
                          <a:ext cx="26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3297" name="Text Box 17"/>
          <p:cNvSpPr txBox="1">
            <a:spLocks noChangeArrowheads="1"/>
          </p:cNvSpPr>
          <p:nvPr/>
        </p:nvSpPr>
        <p:spPr bwMode="auto">
          <a:xfrm>
            <a:off x="490538" y="4648200"/>
            <a:ext cx="1252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例如，</a:t>
            </a:r>
          </a:p>
        </p:txBody>
      </p:sp>
      <p:graphicFrame>
        <p:nvGraphicFramePr>
          <p:cNvPr id="993298" name="Object 18"/>
          <p:cNvGraphicFramePr>
            <a:graphicFrameLocks noChangeAspect="1"/>
          </p:cNvGraphicFramePr>
          <p:nvPr/>
        </p:nvGraphicFramePr>
        <p:xfrm>
          <a:off x="1709738" y="4114800"/>
          <a:ext cx="1654175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976" name="Equation" r:id="rId14" imgW="914400" imgH="736560" progId="Equation.3">
                  <p:embed/>
                </p:oleObj>
              </mc:Choice>
              <mc:Fallback>
                <p:oleObj name="Equation" r:id="rId14" imgW="914400" imgH="7365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4114800"/>
                        <a:ext cx="1654175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299" name="Object 19"/>
          <p:cNvGraphicFramePr>
            <a:graphicFrameLocks noChangeAspect="1"/>
          </p:cNvGraphicFramePr>
          <p:nvPr/>
        </p:nvGraphicFramePr>
        <p:xfrm>
          <a:off x="3462338" y="4191000"/>
          <a:ext cx="2366962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977" name="Equation" r:id="rId16" imgW="1307880" imgH="711000" progId="Equation.3">
                  <p:embed/>
                </p:oleObj>
              </mc:Choice>
              <mc:Fallback>
                <p:oleObj name="Equation" r:id="rId16" imgW="1307880" imgH="7110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338" y="4191000"/>
                        <a:ext cx="2366962" cy="160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9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9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9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9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9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282" grpId="0" autoUpdateAnimBg="0"/>
      <p:bldP spid="993297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9B0E-EFA1-418E-B210-20E9CCDF1005}" type="slidenum">
              <a:rPr lang="zh-CN" altLang="en-US"/>
              <a:pPr/>
              <a:t>85</a:t>
            </a:fld>
            <a:endParaRPr lang="zh-CN" altLang="en-US"/>
          </a:p>
        </p:txBody>
      </p:sp>
      <p:graphicFrame>
        <p:nvGraphicFramePr>
          <p:cNvPr id="1055746" name="Object 2"/>
          <p:cNvGraphicFramePr>
            <a:graphicFrameLocks noChangeAspect="1"/>
          </p:cNvGraphicFramePr>
          <p:nvPr/>
        </p:nvGraphicFramePr>
        <p:xfrm>
          <a:off x="312738" y="996950"/>
          <a:ext cx="65373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995" name="Equation" r:id="rId3" imgW="2730240" imgH="228600" progId="Equation.3">
                  <p:embed/>
                </p:oleObj>
              </mc:Choice>
              <mc:Fallback>
                <p:oleObj name="Equation" r:id="rId3" imgW="273024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8" y="996950"/>
                        <a:ext cx="65373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47" name="Object 3"/>
          <p:cNvGraphicFramePr>
            <a:graphicFrameLocks noChangeAspect="1"/>
          </p:cNvGraphicFramePr>
          <p:nvPr/>
        </p:nvGraphicFramePr>
        <p:xfrm>
          <a:off x="288925" y="1738313"/>
          <a:ext cx="5435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996" name="Equation" r:id="rId5" imgW="2323800" imgH="215640" progId="Equation.3">
                  <p:embed/>
                </p:oleObj>
              </mc:Choice>
              <mc:Fallback>
                <p:oleObj name="Equation" r:id="rId5" imgW="232380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738313"/>
                        <a:ext cx="54356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48" name="Object 4"/>
          <p:cNvGraphicFramePr>
            <a:graphicFrameLocks noChangeAspect="1"/>
          </p:cNvGraphicFramePr>
          <p:nvPr/>
        </p:nvGraphicFramePr>
        <p:xfrm>
          <a:off x="293688" y="2444750"/>
          <a:ext cx="756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997" name="Equation" r:id="rId7" imgW="3213000" imgH="215640" progId="Equation.3">
                  <p:embed/>
                </p:oleObj>
              </mc:Choice>
              <mc:Fallback>
                <p:oleObj name="Equation" r:id="rId7" imgW="321300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2444750"/>
                        <a:ext cx="7569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49" name="Object 5"/>
          <p:cNvGraphicFramePr>
            <a:graphicFrameLocks noChangeAspect="1"/>
          </p:cNvGraphicFramePr>
          <p:nvPr/>
        </p:nvGraphicFramePr>
        <p:xfrm>
          <a:off x="5745163" y="1466850"/>
          <a:ext cx="240823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998" name="Equation" r:id="rId9" imgW="1002960" imgH="406080" progId="Equation.3">
                  <p:embed/>
                </p:oleObj>
              </mc:Choice>
              <mc:Fallback>
                <p:oleObj name="Equation" r:id="rId9" imgW="100296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163" y="1466850"/>
                        <a:ext cx="2408237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50" name="Object 6"/>
          <p:cNvGraphicFramePr>
            <a:graphicFrameLocks noChangeAspect="1"/>
          </p:cNvGraphicFramePr>
          <p:nvPr/>
        </p:nvGraphicFramePr>
        <p:xfrm>
          <a:off x="1066800" y="3629025"/>
          <a:ext cx="2057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999" name="Equation" r:id="rId11" imgW="939600" imgH="228600" progId="Equation.3">
                  <p:embed/>
                </p:oleObj>
              </mc:Choice>
              <mc:Fallback>
                <p:oleObj name="Equation" r:id="rId11" imgW="939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29025"/>
                        <a:ext cx="20574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51" name="Object 7"/>
          <p:cNvGraphicFramePr>
            <a:graphicFrameLocks noChangeAspect="1"/>
          </p:cNvGraphicFramePr>
          <p:nvPr/>
        </p:nvGraphicFramePr>
        <p:xfrm>
          <a:off x="5235575" y="3673475"/>
          <a:ext cx="129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000" name="Equation" r:id="rId13" imgW="1295280" imgH="380880" progId="Equation.3">
                  <p:embed/>
                </p:oleObj>
              </mc:Choice>
              <mc:Fallback>
                <p:oleObj name="Equation" r:id="rId13" imgW="1295280" imgH="3808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75" y="3673475"/>
                        <a:ext cx="1295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52" name="Object 8"/>
          <p:cNvGraphicFramePr>
            <a:graphicFrameLocks noChangeAspect="1"/>
          </p:cNvGraphicFramePr>
          <p:nvPr/>
        </p:nvGraphicFramePr>
        <p:xfrm>
          <a:off x="6507163" y="3640138"/>
          <a:ext cx="195103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001" name="Equation" r:id="rId15" imgW="850680" imgH="228600" progId="Equation.3">
                  <p:embed/>
                </p:oleObj>
              </mc:Choice>
              <mc:Fallback>
                <p:oleObj name="Equation" r:id="rId15" imgW="85068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3640138"/>
                        <a:ext cx="1951037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753" name="Rectangle 9"/>
          <p:cNvSpPr>
            <a:spLocks noChangeArrowheads="1"/>
          </p:cNvSpPr>
          <p:nvPr/>
        </p:nvSpPr>
        <p:spPr bwMode="auto">
          <a:xfrm>
            <a:off x="381000" y="36195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55754" name="Object 10"/>
          <p:cNvGraphicFramePr>
            <a:graphicFrameLocks noChangeAspect="1"/>
          </p:cNvGraphicFramePr>
          <p:nvPr/>
        </p:nvGraphicFramePr>
        <p:xfrm>
          <a:off x="3124200" y="3619500"/>
          <a:ext cx="21336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002" name="Equation" r:id="rId17" imgW="927000" imgH="228600" progId="Equation.3">
                  <p:embed/>
                </p:oleObj>
              </mc:Choice>
              <mc:Fallback>
                <p:oleObj name="Equation" r:id="rId17" imgW="927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619500"/>
                        <a:ext cx="21336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755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5562600" cy="5334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0033CC"/>
                </a:solidFill>
                <a:ea typeface="黑体" panose="02010609060101010101" pitchFamily="49" charset="-122"/>
              </a:rPr>
              <a:t>(三) 逆矩阵的运算性质</a:t>
            </a:r>
          </a:p>
        </p:txBody>
      </p:sp>
      <p:sp>
        <p:nvSpPr>
          <p:cNvPr id="1055756" name="Text Box 12"/>
          <p:cNvSpPr txBox="1">
            <a:spLocks noChangeArrowheads="1"/>
          </p:cNvSpPr>
          <p:nvPr/>
        </p:nvSpPr>
        <p:spPr bwMode="auto">
          <a:xfrm>
            <a:off x="304800" y="4964113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注意</a:t>
            </a:r>
          </a:p>
        </p:txBody>
      </p:sp>
      <p:sp>
        <p:nvSpPr>
          <p:cNvPr id="1055757" name="Text Box 13"/>
          <p:cNvSpPr txBox="1">
            <a:spLocks noChangeArrowheads="1"/>
          </p:cNvSpPr>
          <p:nvPr/>
        </p:nvSpPr>
        <p:spPr bwMode="auto">
          <a:xfrm>
            <a:off x="1295400" y="4964113"/>
            <a:ext cx="5410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en-US" altLang="zh-CN" sz="3000" i="1"/>
              <a:t>A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en-US" altLang="zh-CN" sz="3000" i="1"/>
              <a:t>B </a:t>
            </a:r>
            <a:r>
              <a:rPr lang="zh-CN" altLang="en-US">
                <a:latin typeface="宋体" panose="02010600030101010101" pitchFamily="2" charset="-122"/>
              </a:rPr>
              <a:t>可逆，</a:t>
            </a:r>
            <a:r>
              <a:rPr lang="en-US" altLang="zh-CN" sz="3000" i="1"/>
              <a:t>A</a:t>
            </a:r>
            <a:r>
              <a:rPr lang="en-US" altLang="zh-CN">
                <a:latin typeface="宋体" panose="02010600030101010101" pitchFamily="2" charset="-122"/>
              </a:rPr>
              <a:t>+</a:t>
            </a:r>
            <a:r>
              <a:rPr lang="en-US" altLang="zh-CN" sz="3000" i="1"/>
              <a:t>B </a:t>
            </a:r>
            <a:r>
              <a:rPr lang="zh-CN" altLang="en-US">
                <a:latin typeface="宋体" panose="02010600030101010101" pitchFamily="2" charset="-122"/>
              </a:rPr>
              <a:t>不一定可逆，</a:t>
            </a:r>
            <a:endParaRPr lang="zh-CN" altLang="en-US"/>
          </a:p>
        </p:txBody>
      </p:sp>
      <p:sp>
        <p:nvSpPr>
          <p:cNvPr id="1055758" name="Text Box 14"/>
          <p:cNvSpPr txBox="1">
            <a:spLocks noChangeArrowheads="1"/>
          </p:cNvSpPr>
          <p:nvPr/>
        </p:nvSpPr>
        <p:spPr bwMode="auto">
          <a:xfrm>
            <a:off x="6019800" y="49530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即使可逆,一般</a:t>
            </a:r>
            <a:endParaRPr lang="zh-CN" altLang="en-US"/>
          </a:p>
        </p:txBody>
      </p:sp>
      <p:graphicFrame>
        <p:nvGraphicFramePr>
          <p:cNvPr id="1055759" name="Object 15"/>
          <p:cNvGraphicFramePr>
            <a:graphicFrameLocks noChangeAspect="1"/>
          </p:cNvGraphicFramePr>
          <p:nvPr/>
        </p:nvGraphicFramePr>
        <p:xfrm>
          <a:off x="2286000" y="5562600"/>
          <a:ext cx="35814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003" name="Equation" r:id="rId19" imgW="1447560" imgH="228600" progId="Equation.3">
                  <p:embed/>
                </p:oleObj>
              </mc:Choice>
              <mc:Fallback>
                <p:oleObj name="Equation" r:id="rId19" imgW="144756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562600"/>
                        <a:ext cx="3581400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60" name="Object 16"/>
          <p:cNvGraphicFramePr>
            <a:graphicFrameLocks noChangeAspect="1"/>
          </p:cNvGraphicFramePr>
          <p:nvPr/>
        </p:nvGraphicFramePr>
        <p:xfrm>
          <a:off x="2590800" y="2971800"/>
          <a:ext cx="25146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004" name="Equation" r:id="rId21" imgW="1079280" imgH="228600" progId="Equation.3">
                  <p:embed/>
                </p:oleObj>
              </mc:Choice>
              <mc:Fallback>
                <p:oleObj name="Equation" r:id="rId21" imgW="107928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971800"/>
                        <a:ext cx="25146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761" name="Object 17"/>
          <p:cNvGraphicFramePr>
            <a:graphicFrameLocks noChangeAspect="1"/>
          </p:cNvGraphicFramePr>
          <p:nvPr/>
        </p:nvGraphicFramePr>
        <p:xfrm>
          <a:off x="457200" y="4267200"/>
          <a:ext cx="57912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005" name="Equation" r:id="rId23" imgW="2349360" imgH="241200" progId="Equation.3">
                  <p:embed/>
                </p:oleObj>
              </mc:Choice>
              <mc:Fallback>
                <p:oleObj name="Equation" r:id="rId23" imgW="2349360" imgH="241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267200"/>
                        <a:ext cx="57912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57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57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5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105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5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5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5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5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5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5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5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5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5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53" grpId="0" autoUpdateAnimBg="0"/>
      <p:bldP spid="1055755" grpId="0" autoUpdateAnimBg="0"/>
      <p:bldP spid="1055756" grpId="0" autoUpdateAnimBg="0"/>
      <p:bldP spid="1055757" grpId="0" autoUpdateAnimBg="0"/>
      <p:bldP spid="1055758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89328-16FB-4595-8C0E-2ED49841C5EF}" type="slidenum">
              <a:rPr lang="zh-CN" altLang="en-US"/>
              <a:pPr/>
              <a:t>86</a:t>
            </a:fld>
            <a:endParaRPr lang="zh-CN" altLang="en-US"/>
          </a:p>
        </p:txBody>
      </p:sp>
      <p:grpSp>
        <p:nvGrpSpPr>
          <p:cNvPr id="1056770" name="Group 2"/>
          <p:cNvGrpSpPr>
            <a:grpSpLocks/>
          </p:cNvGrpSpPr>
          <p:nvPr/>
        </p:nvGrpSpPr>
        <p:grpSpPr bwMode="auto">
          <a:xfrm>
            <a:off x="152400" y="1524000"/>
            <a:ext cx="8839200" cy="549275"/>
            <a:chOff x="96" y="1200"/>
            <a:chExt cx="5568" cy="346"/>
          </a:xfrm>
        </p:grpSpPr>
        <p:sp>
          <p:nvSpPr>
            <p:cNvPr id="1056771" name="Text Box 3"/>
            <p:cNvSpPr txBox="1">
              <a:spLocks noChangeArrowheads="1"/>
            </p:cNvSpPr>
            <p:nvPr/>
          </p:nvSpPr>
          <p:spPr bwMode="auto">
            <a:xfrm>
              <a:off x="96" y="1200"/>
              <a:ext cx="556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推论：可逆阵</a:t>
              </a:r>
              <a:r>
                <a:rPr lang="en-US" altLang="zh-CN" sz="3000" i="1"/>
                <a:t>A</a:t>
              </a:r>
              <a:r>
                <a:rPr lang="zh-CN" altLang="en-US">
                  <a:latin typeface="宋体" panose="02010600030101010101" pitchFamily="2" charset="-122"/>
                </a:rPr>
                <a:t>若对称(反对称)</a:t>
              </a:r>
              <a:r>
                <a:rPr lang="en-US" altLang="zh-CN">
                  <a:latin typeface="宋体" panose="02010600030101010101" pitchFamily="2" charset="-122"/>
                </a:rPr>
                <a:t>,</a:t>
              </a:r>
              <a:r>
                <a:rPr lang="zh-CN" altLang="en-US">
                  <a:latin typeface="宋体" panose="02010600030101010101" pitchFamily="2" charset="-122"/>
                </a:rPr>
                <a:t>则   也对称(反对称)</a:t>
              </a:r>
              <a:r>
                <a:rPr lang="en-US" altLang="zh-CN" sz="3000" i="1"/>
                <a:t>.</a:t>
              </a:r>
              <a:endParaRPr lang="zh-CN" altLang="en-US" sz="3000" i="1"/>
            </a:p>
          </p:txBody>
        </p:sp>
        <p:graphicFrame>
          <p:nvGraphicFramePr>
            <p:cNvPr id="1056772" name="Object 4"/>
            <p:cNvGraphicFramePr>
              <a:graphicFrameLocks noChangeAspect="1"/>
            </p:cNvGraphicFramePr>
            <p:nvPr/>
          </p:nvGraphicFramePr>
          <p:xfrm>
            <a:off x="3584" y="1208"/>
            <a:ext cx="33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032" name="Equation" r:id="rId3" imgW="253800" imgH="190440" progId="Equation.3">
                    <p:embed/>
                  </p:oleObj>
                </mc:Choice>
                <mc:Fallback>
                  <p:oleObj name="Equation" r:id="rId3" imgW="253800" imgH="1904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4" y="1208"/>
                          <a:ext cx="336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56773" name="Object 5"/>
          <p:cNvGraphicFramePr>
            <a:graphicFrameLocks noChangeAspect="1"/>
          </p:cNvGraphicFramePr>
          <p:nvPr/>
        </p:nvGraphicFramePr>
        <p:xfrm>
          <a:off x="609600" y="2209800"/>
          <a:ext cx="990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3" name="Equation" r:id="rId5" imgW="444240" imgH="228600" progId="Equation.3">
                  <p:embed/>
                </p:oleObj>
              </mc:Choice>
              <mc:Fallback>
                <p:oleObj name="Equation" r:id="rId5" imgW="4442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09800"/>
                        <a:ext cx="990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4" name="Object 6"/>
          <p:cNvGraphicFramePr>
            <a:graphicFrameLocks noChangeAspect="1"/>
          </p:cNvGraphicFramePr>
          <p:nvPr/>
        </p:nvGraphicFramePr>
        <p:xfrm>
          <a:off x="1600200" y="2209800"/>
          <a:ext cx="1295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4" name="Equation" r:id="rId7" imgW="571320" imgH="228600" progId="Equation.3">
                  <p:embed/>
                </p:oleObj>
              </mc:Choice>
              <mc:Fallback>
                <p:oleObj name="Equation" r:id="rId7" imgW="57132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09800"/>
                        <a:ext cx="12954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5" name="Object 7"/>
          <p:cNvGraphicFramePr>
            <a:graphicFrameLocks noChangeAspect="1"/>
          </p:cNvGraphicFramePr>
          <p:nvPr/>
        </p:nvGraphicFramePr>
        <p:xfrm>
          <a:off x="2882900" y="2252663"/>
          <a:ext cx="10033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5" name="Equation" r:id="rId9" imgW="469800" imgH="228600" progId="Equation.3">
                  <p:embed/>
                </p:oleObj>
              </mc:Choice>
              <mc:Fallback>
                <p:oleObj name="Equation" r:id="rId9" imgW="469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2252663"/>
                        <a:ext cx="10033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6" name="Text Box 8"/>
          <p:cNvSpPr txBox="1">
            <a:spLocks noChangeArrowheads="1"/>
          </p:cNvSpPr>
          <p:nvPr/>
        </p:nvSpPr>
        <p:spPr bwMode="auto">
          <a:xfrm>
            <a:off x="4002088" y="2222500"/>
            <a:ext cx="1636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对称；</a:t>
            </a:r>
          </a:p>
        </p:txBody>
      </p:sp>
      <p:graphicFrame>
        <p:nvGraphicFramePr>
          <p:cNvPr id="1056777" name="Object 9"/>
          <p:cNvGraphicFramePr>
            <a:graphicFrameLocks noChangeAspect="1"/>
          </p:cNvGraphicFramePr>
          <p:nvPr/>
        </p:nvGraphicFramePr>
        <p:xfrm>
          <a:off x="563563" y="2854325"/>
          <a:ext cx="990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6" name="Equation" r:id="rId11" imgW="444240" imgH="228600" progId="Equation.3">
                  <p:embed/>
                </p:oleObj>
              </mc:Choice>
              <mc:Fallback>
                <p:oleObj name="Equation" r:id="rId11" imgW="44424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2854325"/>
                        <a:ext cx="990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8" name="Object 10"/>
          <p:cNvGraphicFramePr>
            <a:graphicFrameLocks noChangeAspect="1"/>
          </p:cNvGraphicFramePr>
          <p:nvPr/>
        </p:nvGraphicFramePr>
        <p:xfrm>
          <a:off x="1541463" y="2854325"/>
          <a:ext cx="12652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7" name="Equation" r:id="rId13" imgW="571320" imgH="228600" progId="Equation.3">
                  <p:embed/>
                </p:oleObj>
              </mc:Choice>
              <mc:Fallback>
                <p:oleObj name="Equation" r:id="rId13" imgW="57132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463" y="2854325"/>
                        <a:ext cx="126523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9" name="Object 11"/>
          <p:cNvGraphicFramePr>
            <a:graphicFrameLocks noChangeAspect="1"/>
          </p:cNvGraphicFramePr>
          <p:nvPr/>
        </p:nvGraphicFramePr>
        <p:xfrm>
          <a:off x="2806700" y="2882900"/>
          <a:ext cx="126523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8" name="Equation" r:id="rId15" imgW="571320" imgH="228600" progId="Equation.3">
                  <p:embed/>
                </p:oleObj>
              </mc:Choice>
              <mc:Fallback>
                <p:oleObj name="Equation" r:id="rId15" imgW="57132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2882900"/>
                        <a:ext cx="1265238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80" name="Text Box 12"/>
          <p:cNvSpPr txBox="1">
            <a:spLocks noChangeArrowheads="1"/>
          </p:cNvSpPr>
          <p:nvPr/>
        </p:nvSpPr>
        <p:spPr bwMode="auto">
          <a:xfrm>
            <a:off x="5397500" y="2844800"/>
            <a:ext cx="2298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反对称。</a:t>
            </a:r>
          </a:p>
        </p:txBody>
      </p:sp>
      <p:graphicFrame>
        <p:nvGraphicFramePr>
          <p:cNvPr id="1056781" name="Object 13"/>
          <p:cNvGraphicFramePr>
            <a:graphicFrameLocks noChangeAspect="1"/>
          </p:cNvGraphicFramePr>
          <p:nvPr/>
        </p:nvGraphicFramePr>
        <p:xfrm>
          <a:off x="4089400" y="2882900"/>
          <a:ext cx="12652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39" name="Equation" r:id="rId17" imgW="558720" imgH="228600" progId="Equation.3">
                  <p:embed/>
                </p:oleObj>
              </mc:Choice>
              <mc:Fallback>
                <p:oleObj name="Equation" r:id="rId17" imgW="55872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882900"/>
                        <a:ext cx="1265238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82" name="Object 14"/>
          <p:cNvGraphicFramePr>
            <a:graphicFrameLocks noChangeAspect="1"/>
          </p:cNvGraphicFramePr>
          <p:nvPr/>
        </p:nvGraphicFramePr>
        <p:xfrm>
          <a:off x="228600" y="3657600"/>
          <a:ext cx="55626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40" name="Document" r:id="rId19" imgW="2359800" imgH="203040" progId="Word.Document.8">
                  <p:embed/>
                </p:oleObj>
              </mc:Choice>
              <mc:Fallback>
                <p:oleObj name="Document" r:id="rId19" imgW="2359800" imgH="20304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657600"/>
                        <a:ext cx="55626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83" name="Object 15"/>
          <p:cNvGraphicFramePr>
            <a:graphicFrameLocks noChangeAspect="1"/>
          </p:cNvGraphicFramePr>
          <p:nvPr/>
        </p:nvGraphicFramePr>
        <p:xfrm>
          <a:off x="5791200" y="3632200"/>
          <a:ext cx="31242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41" name="Document" r:id="rId21" imgW="1273680" imgH="178200" progId="Word.Document.8">
                  <p:embed/>
                </p:oleObj>
              </mc:Choice>
              <mc:Fallback>
                <p:oleObj name="Document" r:id="rId21" imgW="1273680" imgH="17820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632200"/>
                        <a:ext cx="31242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84" name="Text Box 16"/>
          <p:cNvSpPr txBox="1">
            <a:spLocks noChangeArrowheads="1"/>
          </p:cNvSpPr>
          <p:nvPr/>
        </p:nvSpPr>
        <p:spPr bwMode="auto">
          <a:xfrm>
            <a:off x="381000" y="4191000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对于可逆矩阵而言，矩阵乘法的</a:t>
            </a:r>
            <a:r>
              <a:rPr lang="zh-CN" altLang="en-US" u="sng">
                <a:solidFill>
                  <a:srgbClr val="CC66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消去律</a:t>
            </a:r>
            <a:r>
              <a:rPr lang="zh-CN" altLang="en-US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成立。</a:t>
            </a:r>
            <a:endParaRPr lang="zh-CN" altLang="en-US">
              <a:solidFill>
                <a:srgbClr val="0033CC"/>
              </a:solidFill>
              <a:ea typeface="黑体" panose="02010609060101010101" pitchFamily="49" charset="-122"/>
            </a:endParaRPr>
          </a:p>
        </p:txBody>
      </p:sp>
      <p:grpSp>
        <p:nvGrpSpPr>
          <p:cNvPr id="1056785" name="Group 17"/>
          <p:cNvGrpSpPr>
            <a:grpSpLocks/>
          </p:cNvGrpSpPr>
          <p:nvPr/>
        </p:nvGrpSpPr>
        <p:grpSpPr bwMode="auto">
          <a:xfrm>
            <a:off x="152400" y="228600"/>
            <a:ext cx="7102475" cy="558800"/>
            <a:chOff x="278" y="3072"/>
            <a:chExt cx="4474" cy="352"/>
          </a:xfrm>
        </p:grpSpPr>
        <p:graphicFrame>
          <p:nvGraphicFramePr>
            <p:cNvPr id="1056786" name="Object 18"/>
            <p:cNvGraphicFramePr>
              <a:graphicFrameLocks noChangeAspect="1"/>
            </p:cNvGraphicFramePr>
            <p:nvPr/>
          </p:nvGraphicFramePr>
          <p:xfrm>
            <a:off x="278" y="3072"/>
            <a:ext cx="4474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042" name="Equation" r:id="rId23" imgW="2908080" imgH="228600" progId="Equation.3">
                    <p:embed/>
                  </p:oleObj>
                </mc:Choice>
                <mc:Fallback>
                  <p:oleObj name="Equation" r:id="rId23" imgW="2908080" imgH="2286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" y="3072"/>
                          <a:ext cx="4474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6787" name="Object 19"/>
            <p:cNvGraphicFramePr>
              <a:graphicFrameLocks noChangeAspect="1"/>
            </p:cNvGraphicFramePr>
            <p:nvPr/>
          </p:nvGraphicFramePr>
          <p:xfrm>
            <a:off x="3528" y="3072"/>
            <a:ext cx="12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043" name="Equation" r:id="rId25" imgW="190440" imgH="380880" progId="Equation.3">
                    <p:embed/>
                  </p:oleObj>
                </mc:Choice>
                <mc:Fallback>
                  <p:oleObj name="Equation" r:id="rId25" imgW="190440" imgH="3808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8" y="3072"/>
                          <a:ext cx="12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6788" name="Object 20"/>
            <p:cNvGraphicFramePr>
              <a:graphicFrameLocks noChangeAspect="1"/>
            </p:cNvGraphicFramePr>
            <p:nvPr/>
          </p:nvGraphicFramePr>
          <p:xfrm>
            <a:off x="4491" y="3072"/>
            <a:ext cx="12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044" name="Equation" r:id="rId27" imgW="190440" imgH="380880" progId="Equation.3">
                    <p:embed/>
                  </p:oleObj>
                </mc:Choice>
                <mc:Fallback>
                  <p:oleObj name="Equation" r:id="rId27" imgW="190440" imgH="3808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1" y="3072"/>
                          <a:ext cx="12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6789" name="Object 21"/>
            <p:cNvGraphicFramePr>
              <a:graphicFrameLocks noChangeAspect="1"/>
            </p:cNvGraphicFramePr>
            <p:nvPr/>
          </p:nvGraphicFramePr>
          <p:xfrm>
            <a:off x="3672" y="3072"/>
            <a:ext cx="1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045" name="Equation" r:id="rId29" imgW="266400" imgH="380880" progId="Equation.3">
                    <p:embed/>
                  </p:oleObj>
                </mc:Choice>
                <mc:Fallback>
                  <p:oleObj name="Equation" r:id="rId29" imgW="266400" imgH="3808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2" y="3072"/>
                          <a:ext cx="16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6790" name="Object 22"/>
            <p:cNvGraphicFramePr>
              <a:graphicFrameLocks noChangeAspect="1"/>
            </p:cNvGraphicFramePr>
            <p:nvPr/>
          </p:nvGraphicFramePr>
          <p:xfrm>
            <a:off x="4268" y="3072"/>
            <a:ext cx="1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046" name="Equation" r:id="rId31" imgW="266400" imgH="380880" progId="Equation.3">
                    <p:embed/>
                  </p:oleObj>
                </mc:Choice>
                <mc:Fallback>
                  <p:oleObj name="Equation" r:id="rId31" imgW="266400" imgH="38088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8" y="3072"/>
                          <a:ext cx="16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56791" name="Object 23"/>
          <p:cNvGraphicFramePr>
            <a:graphicFrameLocks noChangeAspect="1"/>
          </p:cNvGraphicFramePr>
          <p:nvPr/>
        </p:nvGraphicFramePr>
        <p:xfrm>
          <a:off x="990600" y="922338"/>
          <a:ext cx="14938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47" name="Equation" r:id="rId33" imgW="647640" imgH="228600" progId="Equation.3">
                  <p:embed/>
                </p:oleObj>
              </mc:Choice>
              <mc:Fallback>
                <p:oleObj name="Equation" r:id="rId33" imgW="64764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922338"/>
                        <a:ext cx="149383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92" name="Object 24"/>
          <p:cNvGraphicFramePr>
            <a:graphicFrameLocks noChangeAspect="1"/>
          </p:cNvGraphicFramePr>
          <p:nvPr/>
        </p:nvGraphicFramePr>
        <p:xfrm>
          <a:off x="4025900" y="952500"/>
          <a:ext cx="9906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48" name="Equation" r:id="rId35" imgW="761760" imgH="380880" progId="Equation.3">
                  <p:embed/>
                </p:oleObj>
              </mc:Choice>
              <mc:Fallback>
                <p:oleObj name="Equation" r:id="rId35" imgW="761760" imgH="3808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952500"/>
                        <a:ext cx="9906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93" name="Object 25"/>
          <p:cNvGraphicFramePr>
            <a:graphicFrameLocks noChangeAspect="1"/>
          </p:cNvGraphicFramePr>
          <p:nvPr/>
        </p:nvGraphicFramePr>
        <p:xfrm>
          <a:off x="4940300" y="977900"/>
          <a:ext cx="7620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49" name="Equation" r:id="rId37" imgW="355320" imgH="203040" progId="Equation.3">
                  <p:embed/>
                </p:oleObj>
              </mc:Choice>
              <mc:Fallback>
                <p:oleObj name="Equation" r:id="rId37" imgW="355320" imgH="2030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977900"/>
                        <a:ext cx="7620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94" name="Rectangle 26"/>
          <p:cNvSpPr>
            <a:spLocks noChangeArrowheads="1"/>
          </p:cNvSpPr>
          <p:nvPr/>
        </p:nvSpPr>
        <p:spPr bwMode="auto">
          <a:xfrm>
            <a:off x="228600" y="911225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56795" name="Object 27"/>
          <p:cNvGraphicFramePr>
            <a:graphicFrameLocks noChangeAspect="1"/>
          </p:cNvGraphicFramePr>
          <p:nvPr/>
        </p:nvGraphicFramePr>
        <p:xfrm>
          <a:off x="2425700" y="909638"/>
          <a:ext cx="1600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50" name="Equation" r:id="rId39" imgW="672840" imgH="228600" progId="Equation.3">
                  <p:embed/>
                </p:oleObj>
              </mc:Choice>
              <mc:Fallback>
                <p:oleObj name="Equation" r:id="rId39" imgW="67284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909638"/>
                        <a:ext cx="16002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96" name="Object 28"/>
          <p:cNvGraphicFramePr>
            <a:graphicFrameLocks noChangeAspect="1"/>
          </p:cNvGraphicFramePr>
          <p:nvPr/>
        </p:nvGraphicFramePr>
        <p:xfrm>
          <a:off x="6248400" y="889000"/>
          <a:ext cx="23622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51" name="Equation" r:id="rId41" imgW="977760" imgH="228600" progId="Equation.3">
                  <p:embed/>
                </p:oleObj>
              </mc:Choice>
              <mc:Fallback>
                <p:oleObj name="Equation" r:id="rId41" imgW="977760" imgH="228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889000"/>
                        <a:ext cx="2362200" cy="550863"/>
                      </a:xfrm>
                      <a:prstGeom prst="rect">
                        <a:avLst/>
                      </a:prstGeom>
                      <a:noFill/>
                      <a:ln w="31750">
                        <a:solidFill>
                          <a:srgbClr val="0033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97" name="Object 29"/>
          <p:cNvGraphicFramePr>
            <a:graphicFrameLocks noChangeAspect="1"/>
          </p:cNvGraphicFramePr>
          <p:nvPr/>
        </p:nvGraphicFramePr>
        <p:xfrm>
          <a:off x="173038" y="4878388"/>
          <a:ext cx="523716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52" name="Equation" r:id="rId43" imgW="2133360" imgH="228600" progId="Equation.3">
                  <p:embed/>
                </p:oleObj>
              </mc:Choice>
              <mc:Fallback>
                <p:oleObj name="Equation" r:id="rId43" imgW="213336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8" y="4878388"/>
                        <a:ext cx="5237162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98" name="Object 30"/>
          <p:cNvGraphicFramePr>
            <a:graphicFrameLocks noChangeAspect="1"/>
          </p:cNvGraphicFramePr>
          <p:nvPr/>
        </p:nvGraphicFramePr>
        <p:xfrm>
          <a:off x="838200" y="5562600"/>
          <a:ext cx="20574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53" name="Equation" r:id="rId45" imgW="850680" imgH="228600" progId="Equation.3">
                  <p:embed/>
                </p:oleObj>
              </mc:Choice>
              <mc:Fallback>
                <p:oleObj name="Equation" r:id="rId45" imgW="85068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562600"/>
                        <a:ext cx="20574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99" name="Object 31"/>
          <p:cNvGraphicFramePr>
            <a:graphicFrameLocks noChangeAspect="1"/>
          </p:cNvGraphicFramePr>
          <p:nvPr/>
        </p:nvGraphicFramePr>
        <p:xfrm>
          <a:off x="2951163" y="5549900"/>
          <a:ext cx="277971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54" name="Equation" r:id="rId47" imgW="1155600" imgH="228600" progId="Equation.3">
                  <p:embed/>
                </p:oleObj>
              </mc:Choice>
              <mc:Fallback>
                <p:oleObj name="Equation" r:id="rId47" imgW="1155600" imgH="2286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5549900"/>
                        <a:ext cx="2779712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800" name="Object 32"/>
          <p:cNvGraphicFramePr>
            <a:graphicFrameLocks noChangeAspect="1"/>
          </p:cNvGraphicFramePr>
          <p:nvPr/>
        </p:nvGraphicFramePr>
        <p:xfrm>
          <a:off x="5794375" y="5541963"/>
          <a:ext cx="30448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55" name="Equation" r:id="rId49" imgW="1231560" imgH="228600" progId="Equation.3">
                  <p:embed/>
                </p:oleObj>
              </mc:Choice>
              <mc:Fallback>
                <p:oleObj name="Equation" r:id="rId49" imgW="1231560" imgH="2286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5541963"/>
                        <a:ext cx="30448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801" name="Rectangle 33"/>
          <p:cNvSpPr>
            <a:spLocks noChangeArrowheads="1"/>
          </p:cNvSpPr>
          <p:nvPr/>
        </p:nvSpPr>
        <p:spPr bwMode="auto">
          <a:xfrm>
            <a:off x="228600" y="55626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056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6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67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6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6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5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5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5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5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5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5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56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5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5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5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5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75"/>
                                        <p:tgtEl>
                                          <p:spTgt spid="105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56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05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05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6" grpId="0" autoUpdateAnimBg="0"/>
      <p:bldP spid="1056780" grpId="0" autoUpdateAnimBg="0"/>
      <p:bldP spid="1056784" grpId="0" autoUpdateAnimBg="0"/>
      <p:bldP spid="1056794" grpId="0" autoUpdateAnimBg="0"/>
      <p:bldP spid="1056801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99F4C-3232-40A7-B5D4-71B881A2A8A1}" type="slidenum">
              <a:rPr lang="zh-CN" altLang="en-US"/>
              <a:pPr/>
              <a:t>87</a:t>
            </a:fld>
            <a:endParaRPr lang="zh-CN" altLang="en-US"/>
          </a:p>
        </p:txBody>
      </p:sp>
      <p:graphicFrame>
        <p:nvGraphicFramePr>
          <p:cNvPr id="1057794" name="Object 2"/>
          <p:cNvGraphicFramePr>
            <a:graphicFrameLocks noChangeAspect="1"/>
          </p:cNvGraphicFramePr>
          <p:nvPr/>
        </p:nvGraphicFramePr>
        <p:xfrm>
          <a:off x="766763" y="304800"/>
          <a:ext cx="81486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38" name="Document" r:id="rId3" imgW="3311640" imgH="228600" progId="Word.Document.8">
                  <p:embed/>
                </p:oleObj>
              </mc:Choice>
              <mc:Fallback>
                <p:oleObj name="Document" r:id="rId3" imgW="3311640" imgH="228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304800"/>
                        <a:ext cx="81486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7795" name="Rectangle 3"/>
          <p:cNvSpPr>
            <a:spLocks noChangeArrowheads="1"/>
          </p:cNvSpPr>
          <p:nvPr/>
        </p:nvSpPr>
        <p:spPr bwMode="auto">
          <a:xfrm>
            <a:off x="152400" y="3175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57796" name="Text Box 4"/>
          <p:cNvSpPr txBox="1">
            <a:spLocks noChangeArrowheads="1"/>
          </p:cNvSpPr>
          <p:nvPr/>
        </p:nvSpPr>
        <p:spPr bwMode="auto">
          <a:xfrm>
            <a:off x="152400" y="175101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57797" name="Object 5"/>
          <p:cNvGraphicFramePr>
            <a:graphicFrameLocks noChangeAspect="1"/>
          </p:cNvGraphicFramePr>
          <p:nvPr/>
        </p:nvGraphicFramePr>
        <p:xfrm>
          <a:off x="2895600" y="1028700"/>
          <a:ext cx="23828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39" name="Equation" r:id="rId5" imgW="939600" imgH="228600" progId="Equation.3">
                  <p:embed/>
                </p:oleObj>
              </mc:Choice>
              <mc:Fallback>
                <p:oleObj name="Equation" r:id="rId5" imgW="9396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028700"/>
                        <a:ext cx="2382838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798" name="Object 6"/>
          <p:cNvGraphicFramePr>
            <a:graphicFrameLocks noChangeAspect="1"/>
          </p:cNvGraphicFramePr>
          <p:nvPr/>
        </p:nvGraphicFramePr>
        <p:xfrm>
          <a:off x="879475" y="1743075"/>
          <a:ext cx="23971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40" name="Equation" r:id="rId7" imgW="977760" imgH="228600" progId="Equation.3">
                  <p:embed/>
                </p:oleObj>
              </mc:Choice>
              <mc:Fallback>
                <p:oleObj name="Equation" r:id="rId7" imgW="9777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1743075"/>
                        <a:ext cx="2397125" cy="563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7799" name="Text Box 7"/>
          <p:cNvSpPr txBox="1">
            <a:spLocks noChangeArrowheads="1"/>
          </p:cNvSpPr>
          <p:nvPr/>
        </p:nvSpPr>
        <p:spPr bwMode="auto">
          <a:xfrm>
            <a:off x="3352800" y="1743075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两边取行列式，得</a:t>
            </a:r>
          </a:p>
        </p:txBody>
      </p:sp>
      <p:graphicFrame>
        <p:nvGraphicFramePr>
          <p:cNvPr id="1057800" name="Object 8"/>
          <p:cNvGraphicFramePr>
            <a:graphicFrameLocks noChangeAspect="1"/>
          </p:cNvGraphicFramePr>
          <p:nvPr/>
        </p:nvGraphicFramePr>
        <p:xfrm>
          <a:off x="615950" y="2587625"/>
          <a:ext cx="2692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41" name="Equation" r:id="rId9" imgW="1155600" imgH="228600" progId="Equation.3">
                  <p:embed/>
                </p:oleObj>
              </mc:Choice>
              <mc:Fallback>
                <p:oleObj name="Equation" r:id="rId9" imgW="1155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2587625"/>
                        <a:ext cx="26924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801" name="Object 9"/>
          <p:cNvGraphicFramePr>
            <a:graphicFrameLocks noChangeAspect="1"/>
          </p:cNvGraphicFramePr>
          <p:nvPr/>
        </p:nvGraphicFramePr>
        <p:xfrm>
          <a:off x="3503613" y="2633663"/>
          <a:ext cx="1830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42" name="Equation" r:id="rId11" imgW="774360" imgH="203040" progId="Equation.3">
                  <p:embed/>
                </p:oleObj>
              </mc:Choice>
              <mc:Fallback>
                <p:oleObj name="Equation" r:id="rId11" imgW="77436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2633663"/>
                        <a:ext cx="1830387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7802" name="Text Box 10"/>
          <p:cNvSpPr txBox="1">
            <a:spLocks noChangeArrowheads="1"/>
          </p:cNvSpPr>
          <p:nvPr/>
        </p:nvSpPr>
        <p:spPr bwMode="auto">
          <a:xfrm>
            <a:off x="457200" y="3427413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所以</a:t>
            </a:r>
          </a:p>
        </p:txBody>
      </p:sp>
      <p:graphicFrame>
        <p:nvGraphicFramePr>
          <p:cNvPr id="1057803" name="Object 11"/>
          <p:cNvGraphicFramePr>
            <a:graphicFrameLocks noChangeAspect="1"/>
          </p:cNvGraphicFramePr>
          <p:nvPr/>
        </p:nvGraphicFramePr>
        <p:xfrm>
          <a:off x="1450975" y="3390900"/>
          <a:ext cx="23590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6043" name="Equation" r:id="rId13" imgW="939600" imgH="228600" progId="Equation.3">
                  <p:embed/>
                </p:oleObj>
              </mc:Choice>
              <mc:Fallback>
                <p:oleObj name="Equation" r:id="rId13" imgW="9396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3390900"/>
                        <a:ext cx="2359025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7804" name="Text Box 12"/>
          <p:cNvSpPr txBox="1">
            <a:spLocks noChangeArrowheads="1"/>
          </p:cNvSpPr>
          <p:nvPr/>
        </p:nvSpPr>
        <p:spPr bwMode="auto">
          <a:xfrm>
            <a:off x="152400" y="4205288"/>
            <a:ext cx="8991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可以证明，去掉</a:t>
            </a:r>
            <a:r>
              <a:rPr lang="en-US" altLang="zh-CN" sz="3000" i="1"/>
              <a:t>A</a:t>
            </a:r>
            <a:r>
              <a:rPr lang="zh-CN" altLang="en-US"/>
              <a:t>可逆这个条件，上述结论仍然成立。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7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5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5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5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5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5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5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5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5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5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795" grpId="0" autoUpdateAnimBg="0"/>
      <p:bldP spid="1057796" grpId="0" autoUpdateAnimBg="0"/>
      <p:bldP spid="1057799" grpId="0" autoUpdateAnimBg="0"/>
      <p:bldP spid="1057802" grpId="0" autoUpdateAnimBg="0"/>
      <p:bldP spid="1057804" grpId="0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DC8E0-2188-4EA4-A177-F3963B334B8F}" type="slidenum">
              <a:rPr lang="zh-CN" altLang="en-US"/>
              <a:pPr/>
              <a:t>88</a:t>
            </a:fld>
            <a:endParaRPr lang="zh-CN" altLang="en-US"/>
          </a:p>
        </p:txBody>
      </p:sp>
      <p:sp>
        <p:nvSpPr>
          <p:cNvPr id="1058818" name="Rectangle 2"/>
          <p:cNvSpPr>
            <a:spLocks noChangeArrowheads="1"/>
          </p:cNvSpPr>
          <p:nvPr/>
        </p:nvSpPr>
        <p:spPr bwMode="auto">
          <a:xfrm>
            <a:off x="228600" y="457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58819" name="Rectangle 3"/>
          <p:cNvSpPr>
            <a:spLocks noChangeArrowheads="1"/>
          </p:cNvSpPr>
          <p:nvPr/>
        </p:nvSpPr>
        <p:spPr bwMode="auto">
          <a:xfrm>
            <a:off x="228600" y="1371600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058820" name="Object 4"/>
          <p:cNvGraphicFramePr>
            <a:graphicFrameLocks noChangeAspect="1"/>
          </p:cNvGraphicFramePr>
          <p:nvPr/>
        </p:nvGraphicFramePr>
        <p:xfrm>
          <a:off x="838200" y="228600"/>
          <a:ext cx="7086600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2" name="Document" r:id="rId3" imgW="2967840" imgH="444600" progId="Word.Document.8">
                  <p:embed/>
                </p:oleObj>
              </mc:Choice>
              <mc:Fallback>
                <p:oleObj name="Document" r:id="rId3" imgW="2967840" imgH="444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"/>
                        <a:ext cx="7086600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1" name="Object 5"/>
          <p:cNvGraphicFramePr>
            <a:graphicFrameLocks noChangeAspect="1"/>
          </p:cNvGraphicFramePr>
          <p:nvPr/>
        </p:nvGraphicFramePr>
        <p:xfrm>
          <a:off x="990600" y="1363663"/>
          <a:ext cx="273843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3" name="Document" r:id="rId5" imgW="1099800" imgH="231120" progId="Word.Document.8">
                  <p:embed/>
                </p:oleObj>
              </mc:Choice>
              <mc:Fallback>
                <p:oleObj name="Document" r:id="rId5" imgW="1099800" imgH="23112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363663"/>
                        <a:ext cx="273843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2" name="Object 6"/>
          <p:cNvGraphicFramePr>
            <a:graphicFrameLocks noChangeAspect="1"/>
          </p:cNvGraphicFramePr>
          <p:nvPr/>
        </p:nvGraphicFramePr>
        <p:xfrm>
          <a:off x="457200" y="2209800"/>
          <a:ext cx="38100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4" name="Document" r:id="rId7" imgW="1538640" imgH="206280" progId="Word.Document.8">
                  <p:embed/>
                </p:oleObj>
              </mc:Choice>
              <mc:Fallback>
                <p:oleObj name="Document" r:id="rId7" imgW="1538640" imgH="20628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09800"/>
                        <a:ext cx="38100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3" name="Object 7"/>
          <p:cNvGraphicFramePr>
            <a:graphicFrameLocks noChangeAspect="1"/>
          </p:cNvGraphicFramePr>
          <p:nvPr/>
        </p:nvGraphicFramePr>
        <p:xfrm>
          <a:off x="449263" y="2911475"/>
          <a:ext cx="3132137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5" name="Equation" r:id="rId9" imgW="1244520" imgH="431640" progId="Equation.3">
                  <p:embed/>
                </p:oleObj>
              </mc:Choice>
              <mc:Fallback>
                <p:oleObj name="Equation" r:id="rId9" imgW="124452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2911475"/>
                        <a:ext cx="3132137" cy="1093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4" name="Object 8"/>
          <p:cNvGraphicFramePr>
            <a:graphicFrameLocks noChangeAspect="1"/>
          </p:cNvGraphicFramePr>
          <p:nvPr/>
        </p:nvGraphicFramePr>
        <p:xfrm>
          <a:off x="3505200" y="3987800"/>
          <a:ext cx="267811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6" name="Equation" r:id="rId11" imgW="1041120" imgH="431640" progId="Equation.3">
                  <p:embed/>
                </p:oleObj>
              </mc:Choice>
              <mc:Fallback>
                <p:oleObj name="Equation" r:id="rId11" imgW="104112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987800"/>
                        <a:ext cx="2678113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25" name="Object 9"/>
          <p:cNvGraphicFramePr>
            <a:graphicFrameLocks noChangeAspect="1"/>
          </p:cNvGraphicFramePr>
          <p:nvPr/>
        </p:nvGraphicFramePr>
        <p:xfrm>
          <a:off x="533400" y="4191000"/>
          <a:ext cx="29718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067" name="Document" r:id="rId13" imgW="1067400" imgH="203760" progId="Word.Document.8">
                  <p:embed/>
                </p:oleObj>
              </mc:Choice>
              <mc:Fallback>
                <p:oleObj name="Document" r:id="rId13" imgW="1067400" imgH="20376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91000"/>
                        <a:ext cx="29718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5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58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5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818" grpId="0" autoUpdateAnimBg="0"/>
      <p:bldP spid="1058819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79150-173E-44B0-B018-E8A252C6E411}" type="slidenum">
              <a:rPr lang="zh-CN" altLang="en-US"/>
              <a:pPr/>
              <a:t>89</a:t>
            </a:fld>
            <a:endParaRPr lang="zh-CN" altLang="en-US"/>
          </a:p>
        </p:txBody>
      </p:sp>
      <p:graphicFrame>
        <p:nvGraphicFramePr>
          <p:cNvPr id="1059842" name="Object 2"/>
          <p:cNvGraphicFramePr>
            <a:graphicFrameLocks noChangeAspect="1"/>
          </p:cNvGraphicFramePr>
          <p:nvPr/>
        </p:nvGraphicFramePr>
        <p:xfrm>
          <a:off x="914400" y="203200"/>
          <a:ext cx="5791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092" name="Document" r:id="rId3" imgW="2379240" imgH="405720" progId="Word.Document.8">
                  <p:embed/>
                </p:oleObj>
              </mc:Choice>
              <mc:Fallback>
                <p:oleObj name="Document" r:id="rId3" imgW="2379240" imgH="4057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03200"/>
                        <a:ext cx="5791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43" name="Object 3"/>
          <p:cNvGraphicFramePr>
            <a:graphicFrameLocks noChangeAspect="1"/>
          </p:cNvGraphicFramePr>
          <p:nvPr/>
        </p:nvGraphicFramePr>
        <p:xfrm>
          <a:off x="457200" y="1292225"/>
          <a:ext cx="34290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093" name="Document" r:id="rId5" imgW="1455480" imgH="241560" progId="Word.Document.8">
                  <p:embed/>
                </p:oleObj>
              </mc:Choice>
              <mc:Fallback>
                <p:oleObj name="Document" r:id="rId5" imgW="1455480" imgH="24156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2225"/>
                        <a:ext cx="34290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44" name="Object 4"/>
          <p:cNvGraphicFramePr>
            <a:graphicFrameLocks noChangeAspect="1"/>
          </p:cNvGraphicFramePr>
          <p:nvPr/>
        </p:nvGraphicFramePr>
        <p:xfrm>
          <a:off x="3886200" y="1295400"/>
          <a:ext cx="39639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094" name="Document" r:id="rId7" imgW="1631160" imgH="203760" progId="Word.Document.8">
                  <p:embed/>
                </p:oleObj>
              </mc:Choice>
              <mc:Fallback>
                <p:oleObj name="Document" r:id="rId7" imgW="1631160" imgH="2037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295400"/>
                        <a:ext cx="39639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9845" name="Text Box 5"/>
          <p:cNvSpPr txBox="1">
            <a:spLocks noChangeArrowheads="1"/>
          </p:cNvSpPr>
          <p:nvPr/>
        </p:nvSpPr>
        <p:spPr bwMode="auto">
          <a:xfrm>
            <a:off x="228600" y="43815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>
              <a:solidFill>
                <a:srgbClr val="221304"/>
              </a:solidFill>
            </a:endParaRPr>
          </a:p>
        </p:txBody>
      </p:sp>
      <p:sp>
        <p:nvSpPr>
          <p:cNvPr id="1059846" name="Rectangle 6"/>
          <p:cNvSpPr>
            <a:spLocks noChangeArrowheads="1"/>
          </p:cNvSpPr>
          <p:nvPr/>
        </p:nvSpPr>
        <p:spPr bwMode="auto">
          <a:xfrm>
            <a:off x="228600" y="2335213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59847" name="Object 7"/>
          <p:cNvGraphicFramePr>
            <a:graphicFrameLocks noChangeAspect="1"/>
          </p:cNvGraphicFramePr>
          <p:nvPr/>
        </p:nvGraphicFramePr>
        <p:xfrm>
          <a:off x="914400" y="2336800"/>
          <a:ext cx="22098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095" name="Equation" r:id="rId9" imgW="876240" imgH="228600" progId="Equation.3">
                  <p:embed/>
                </p:oleObj>
              </mc:Choice>
              <mc:Fallback>
                <p:oleObj name="Equation" r:id="rId9" imgW="8762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36800"/>
                        <a:ext cx="2209800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48" name="Object 8"/>
          <p:cNvGraphicFramePr>
            <a:graphicFrameLocks noChangeAspect="1"/>
          </p:cNvGraphicFramePr>
          <p:nvPr/>
        </p:nvGraphicFramePr>
        <p:xfrm>
          <a:off x="609600" y="3403600"/>
          <a:ext cx="275431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096" name="Equation" r:id="rId11" imgW="1193760" imgH="228600" progId="Equation.3">
                  <p:embed/>
                </p:oleObj>
              </mc:Choice>
              <mc:Fallback>
                <p:oleObj name="Equation" r:id="rId11" imgW="11937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403600"/>
                        <a:ext cx="2754313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49" name="Object 9"/>
          <p:cNvGraphicFramePr>
            <a:graphicFrameLocks noChangeAspect="1"/>
          </p:cNvGraphicFramePr>
          <p:nvPr/>
        </p:nvGraphicFramePr>
        <p:xfrm>
          <a:off x="3124200" y="2146300"/>
          <a:ext cx="14478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097" name="Equation" r:id="rId13" imgW="583920" imgH="406080" progId="Equation.3">
                  <p:embed/>
                </p:oleObj>
              </mc:Choice>
              <mc:Fallback>
                <p:oleObj name="Equation" r:id="rId13" imgW="583920" imgH="406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146300"/>
                        <a:ext cx="1447800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50" name="Object 10"/>
          <p:cNvGraphicFramePr>
            <a:graphicFrameLocks noChangeAspect="1"/>
          </p:cNvGraphicFramePr>
          <p:nvPr/>
        </p:nvGraphicFramePr>
        <p:xfrm>
          <a:off x="3352800" y="3208338"/>
          <a:ext cx="2465388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098" name="Equation" r:id="rId15" imgW="1054080" imgH="406080" progId="Equation.3">
                  <p:embed/>
                </p:oleObj>
              </mc:Choice>
              <mc:Fallback>
                <p:oleObj name="Equation" r:id="rId15" imgW="105408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08338"/>
                        <a:ext cx="2465388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51" name="Object 11"/>
          <p:cNvGraphicFramePr>
            <a:graphicFrameLocks noChangeAspect="1"/>
          </p:cNvGraphicFramePr>
          <p:nvPr/>
        </p:nvGraphicFramePr>
        <p:xfrm>
          <a:off x="3262313" y="4391025"/>
          <a:ext cx="20812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099" name="Equation" r:id="rId17" imgW="876240" imgH="406080" progId="Equation.3">
                  <p:embed/>
                </p:oleObj>
              </mc:Choice>
              <mc:Fallback>
                <p:oleObj name="Equation" r:id="rId17" imgW="87624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4391025"/>
                        <a:ext cx="2081212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52" name="Object 12"/>
          <p:cNvGraphicFramePr>
            <a:graphicFrameLocks noChangeAspect="1"/>
          </p:cNvGraphicFramePr>
          <p:nvPr/>
        </p:nvGraphicFramePr>
        <p:xfrm>
          <a:off x="6800850" y="4433888"/>
          <a:ext cx="1277938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0" name="Equation" r:id="rId19" imgW="545760" imgH="406080" progId="Equation.3">
                  <p:embed/>
                </p:oleObj>
              </mc:Choice>
              <mc:Fallback>
                <p:oleObj name="Equation" r:id="rId19" imgW="54576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4433888"/>
                        <a:ext cx="1277938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53" name="Object 13"/>
          <p:cNvGraphicFramePr>
            <a:graphicFrameLocks noChangeAspect="1"/>
          </p:cNvGraphicFramePr>
          <p:nvPr/>
        </p:nvGraphicFramePr>
        <p:xfrm>
          <a:off x="1114425" y="4391025"/>
          <a:ext cx="2176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1" name="Equation" r:id="rId21" imgW="939600" imgH="406080" progId="Equation.3">
                  <p:embed/>
                </p:oleObj>
              </mc:Choice>
              <mc:Fallback>
                <p:oleObj name="Equation" r:id="rId21" imgW="93960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4391025"/>
                        <a:ext cx="2176463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54" name="Object 14"/>
          <p:cNvGraphicFramePr>
            <a:graphicFrameLocks noChangeAspect="1"/>
          </p:cNvGraphicFramePr>
          <p:nvPr/>
        </p:nvGraphicFramePr>
        <p:xfrm>
          <a:off x="5303838" y="4419600"/>
          <a:ext cx="15081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2" name="Equation" r:id="rId23" imgW="634680" imgH="406080" progId="Equation.3">
                  <p:embed/>
                </p:oleObj>
              </mc:Choice>
              <mc:Fallback>
                <p:oleObj name="Equation" r:id="rId23" imgW="634680" imgH="406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4419600"/>
                        <a:ext cx="150812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9855" name="Object 15"/>
          <p:cNvGraphicFramePr>
            <a:graphicFrameLocks noChangeAspect="1"/>
          </p:cNvGraphicFramePr>
          <p:nvPr/>
        </p:nvGraphicFramePr>
        <p:xfrm>
          <a:off x="5791200" y="3200400"/>
          <a:ext cx="1900238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3" name="Equation" r:id="rId25" imgW="812520" imgH="406080" progId="Equation.3">
                  <p:embed/>
                </p:oleObj>
              </mc:Choice>
              <mc:Fallback>
                <p:oleObj name="Equation" r:id="rId25" imgW="812520" imgH="4060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200400"/>
                        <a:ext cx="1900238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5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5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5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5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5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5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5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5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5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5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5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845" grpId="0" autoUpdateAnimBg="0"/>
      <p:bldP spid="1059846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96CD-5918-4893-A174-1B293EB4763E}" type="slidenum">
              <a:rPr lang="zh-CN" altLang="en-US"/>
              <a:pPr/>
              <a:t>90</a:t>
            </a:fld>
            <a:endParaRPr lang="zh-CN" altLang="en-US"/>
          </a:p>
        </p:txBody>
      </p:sp>
      <p:sp>
        <p:nvSpPr>
          <p:cNvPr id="1060866" name="Rectangle 2"/>
          <p:cNvSpPr>
            <a:spLocks noChangeArrowheads="1"/>
          </p:cNvSpPr>
          <p:nvPr/>
        </p:nvSpPr>
        <p:spPr bwMode="auto">
          <a:xfrm>
            <a:off x="381000" y="447675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  <a:endParaRPr lang="zh-CN" altLang="en-US"/>
          </a:p>
        </p:txBody>
      </p:sp>
      <p:sp>
        <p:nvSpPr>
          <p:cNvPr id="1060867" name="Text Box 3"/>
          <p:cNvSpPr txBox="1">
            <a:spLocks noChangeArrowheads="1"/>
          </p:cNvSpPr>
          <p:nvPr/>
        </p:nvSpPr>
        <p:spPr bwMode="auto">
          <a:xfrm>
            <a:off x="381000" y="210185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60868" name="Object 4"/>
          <p:cNvGraphicFramePr>
            <a:graphicFrameLocks noChangeAspect="1"/>
          </p:cNvGraphicFramePr>
          <p:nvPr/>
        </p:nvGraphicFramePr>
        <p:xfrm>
          <a:off x="990600" y="215900"/>
          <a:ext cx="6400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3" name="Equation" r:id="rId3" imgW="2705040" imgH="469800" progId="Equation.3">
                  <p:embed/>
                </p:oleObj>
              </mc:Choice>
              <mc:Fallback>
                <p:oleObj name="Equation" r:id="rId3" imgW="270504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15900"/>
                        <a:ext cx="64008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69" name="Object 5"/>
          <p:cNvGraphicFramePr>
            <a:graphicFrameLocks noChangeAspect="1"/>
          </p:cNvGraphicFramePr>
          <p:nvPr/>
        </p:nvGraphicFramePr>
        <p:xfrm>
          <a:off x="457200" y="1371600"/>
          <a:ext cx="34940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4" name="Equation" r:id="rId5" imgW="1396800" imgH="228600" progId="Equation.3">
                  <p:embed/>
                </p:oleObj>
              </mc:Choice>
              <mc:Fallback>
                <p:oleObj name="Equation" r:id="rId5" imgW="13968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71600"/>
                        <a:ext cx="349408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0" name="Object 6"/>
          <p:cNvGraphicFramePr>
            <a:graphicFrameLocks noChangeAspect="1"/>
          </p:cNvGraphicFramePr>
          <p:nvPr/>
        </p:nvGraphicFramePr>
        <p:xfrm>
          <a:off x="1066800" y="2133600"/>
          <a:ext cx="1981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5" name="Equation" r:id="rId7" imgW="838080" imgH="215640" progId="Equation.3">
                  <p:embed/>
                </p:oleObj>
              </mc:Choice>
              <mc:Fallback>
                <p:oleObj name="Equation" r:id="rId7" imgW="8380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133600"/>
                        <a:ext cx="1981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1" name="Object 7"/>
          <p:cNvGraphicFramePr>
            <a:graphicFrameLocks noChangeAspect="1"/>
          </p:cNvGraphicFramePr>
          <p:nvPr/>
        </p:nvGraphicFramePr>
        <p:xfrm>
          <a:off x="3103563" y="2143125"/>
          <a:ext cx="32972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6" name="Equation" r:id="rId9" imgW="1434960" imgH="215640" progId="Equation.3">
                  <p:embed/>
                </p:oleObj>
              </mc:Choice>
              <mc:Fallback>
                <p:oleObj name="Equation" r:id="rId9" imgW="143496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2143125"/>
                        <a:ext cx="32972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2" name="Object 8"/>
          <p:cNvGraphicFramePr>
            <a:graphicFrameLocks noChangeAspect="1"/>
          </p:cNvGraphicFramePr>
          <p:nvPr/>
        </p:nvGraphicFramePr>
        <p:xfrm>
          <a:off x="6629400" y="2133600"/>
          <a:ext cx="15240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7" name="Equation" r:id="rId11" imgW="660240" imgH="215640" progId="Equation.3">
                  <p:embed/>
                </p:oleObj>
              </mc:Choice>
              <mc:Fallback>
                <p:oleObj name="Equation" r:id="rId11" imgW="66024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133600"/>
                        <a:ext cx="15240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3" name="Object 9"/>
          <p:cNvGraphicFramePr>
            <a:graphicFrameLocks noChangeAspect="1"/>
          </p:cNvGraphicFramePr>
          <p:nvPr/>
        </p:nvGraphicFramePr>
        <p:xfrm>
          <a:off x="609600" y="2819400"/>
          <a:ext cx="28194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8" name="Equation" r:id="rId13" imgW="1231560" imgH="457200" progId="Equation.3">
                  <p:embed/>
                </p:oleObj>
              </mc:Choice>
              <mc:Fallback>
                <p:oleObj name="Equation" r:id="rId13" imgW="123156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19400"/>
                        <a:ext cx="2819400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4" name="Object 10"/>
          <p:cNvGraphicFramePr>
            <a:graphicFrameLocks noChangeAspect="1"/>
          </p:cNvGraphicFramePr>
          <p:nvPr/>
        </p:nvGraphicFramePr>
        <p:xfrm>
          <a:off x="609600" y="3886200"/>
          <a:ext cx="46482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19" name="Equation" r:id="rId15" imgW="2019240" imgH="469800" progId="Equation.3">
                  <p:embed/>
                </p:oleObj>
              </mc:Choice>
              <mc:Fallback>
                <p:oleObj name="Equation" r:id="rId15" imgW="201924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86200"/>
                        <a:ext cx="46482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5" name="Object 11"/>
          <p:cNvGraphicFramePr>
            <a:graphicFrameLocks noChangeAspect="1"/>
          </p:cNvGraphicFramePr>
          <p:nvPr/>
        </p:nvGraphicFramePr>
        <p:xfrm>
          <a:off x="914400" y="5105400"/>
          <a:ext cx="3795713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20" name="Equation" r:id="rId17" imgW="1676160" imgH="457200" progId="Equation.3">
                  <p:embed/>
                </p:oleObj>
              </mc:Choice>
              <mc:Fallback>
                <p:oleObj name="Equation" r:id="rId17" imgW="167616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105400"/>
                        <a:ext cx="3795713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0876" name="Object 12"/>
          <p:cNvGraphicFramePr>
            <a:graphicFrameLocks noChangeAspect="1"/>
          </p:cNvGraphicFramePr>
          <p:nvPr/>
        </p:nvGraphicFramePr>
        <p:xfrm>
          <a:off x="4648200" y="5105400"/>
          <a:ext cx="1754188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21" name="Equation" r:id="rId19" imgW="774360" imgH="457200" progId="Equation.3">
                  <p:embed/>
                </p:oleObj>
              </mc:Choice>
              <mc:Fallback>
                <p:oleObj name="Equation" r:id="rId19" imgW="77436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105400"/>
                        <a:ext cx="1754188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106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60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6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60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6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6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60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6" grpId="0" autoUpdateAnimBg="0"/>
      <p:bldP spid="1060867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4CDBA-D373-441F-A456-3B0110ECA3ED}" type="slidenum">
              <a:rPr lang="zh-CN" altLang="en-US"/>
              <a:pPr/>
              <a:t>91</a:t>
            </a:fld>
            <a:endParaRPr lang="zh-CN" altLang="en-US"/>
          </a:p>
        </p:txBody>
      </p:sp>
      <p:graphicFrame>
        <p:nvGraphicFramePr>
          <p:cNvPr id="1061890" name="Object 2"/>
          <p:cNvGraphicFramePr>
            <a:graphicFrameLocks noChangeAspect="1"/>
          </p:cNvGraphicFramePr>
          <p:nvPr/>
        </p:nvGraphicFramePr>
        <p:xfrm>
          <a:off x="762000" y="1835150"/>
          <a:ext cx="2971800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0" name="Equation" r:id="rId3" imgW="1257120" imgH="914400" progId="Equation.3">
                  <p:embed/>
                </p:oleObj>
              </mc:Choice>
              <mc:Fallback>
                <p:oleObj name="Equation" r:id="rId3" imgW="125712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835150"/>
                        <a:ext cx="2971800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1" name="Object 3"/>
          <p:cNvGraphicFramePr>
            <a:graphicFrameLocks noChangeAspect="1"/>
          </p:cNvGraphicFramePr>
          <p:nvPr/>
        </p:nvGraphicFramePr>
        <p:xfrm>
          <a:off x="4114800" y="1835150"/>
          <a:ext cx="8890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1" name="Equation" r:id="rId5" imgW="380880" imgH="914400" progId="Equation.3">
                  <p:embed/>
                </p:oleObj>
              </mc:Choice>
              <mc:Fallback>
                <p:oleObj name="Equation" r:id="rId5" imgW="38088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835150"/>
                        <a:ext cx="8890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2" name="Object 4"/>
          <p:cNvGraphicFramePr>
            <a:graphicFrameLocks noChangeAspect="1"/>
          </p:cNvGraphicFramePr>
          <p:nvPr/>
        </p:nvGraphicFramePr>
        <p:xfrm>
          <a:off x="3200400" y="311150"/>
          <a:ext cx="3508375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2" name="Equation" r:id="rId7" imgW="1549080" imgH="457200" progId="Equation.3">
                  <p:embed/>
                </p:oleObj>
              </mc:Choice>
              <mc:Fallback>
                <p:oleObj name="Equation" r:id="rId7" imgW="154908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11150"/>
                        <a:ext cx="3508375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3" name="Object 5"/>
          <p:cNvGraphicFramePr>
            <a:graphicFrameLocks noChangeAspect="1"/>
          </p:cNvGraphicFramePr>
          <p:nvPr/>
        </p:nvGraphicFramePr>
        <p:xfrm>
          <a:off x="6705600" y="311150"/>
          <a:ext cx="1754188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3" name="Equation" r:id="rId9" imgW="774360" imgH="457200" progId="Equation.3">
                  <p:embed/>
                </p:oleObj>
              </mc:Choice>
              <mc:Fallback>
                <p:oleObj name="Equation" r:id="rId9" imgW="77436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11150"/>
                        <a:ext cx="1754188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1894" name="Line 6"/>
          <p:cNvSpPr>
            <a:spLocks noChangeShapeType="1"/>
          </p:cNvSpPr>
          <p:nvPr/>
        </p:nvSpPr>
        <p:spPr bwMode="auto">
          <a:xfrm>
            <a:off x="152400" y="1454150"/>
            <a:ext cx="88392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61895" name="Object 7"/>
          <p:cNvGraphicFramePr>
            <a:graphicFrameLocks noChangeAspect="1"/>
          </p:cNvGraphicFramePr>
          <p:nvPr/>
        </p:nvGraphicFramePr>
        <p:xfrm>
          <a:off x="4876800" y="3435350"/>
          <a:ext cx="13716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4" name="Equation" r:id="rId11" imgW="596880" imgH="228600" progId="Equation.3">
                  <p:embed/>
                </p:oleObj>
              </mc:Choice>
              <mc:Fallback>
                <p:oleObj name="Equation" r:id="rId11" imgW="5968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435350"/>
                        <a:ext cx="13716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6" name="Object 8"/>
          <p:cNvGraphicFramePr>
            <a:graphicFrameLocks noChangeAspect="1"/>
          </p:cNvGraphicFramePr>
          <p:nvPr/>
        </p:nvGraphicFramePr>
        <p:xfrm>
          <a:off x="4870450" y="2957513"/>
          <a:ext cx="12255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5" name="Equation" r:id="rId13" imgW="533160" imgH="203040" progId="Equation.3">
                  <p:embed/>
                </p:oleObj>
              </mc:Choice>
              <mc:Fallback>
                <p:oleObj name="Equation" r:id="rId13" imgW="53316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2957513"/>
                        <a:ext cx="122555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7" name="Object 9"/>
          <p:cNvGraphicFramePr>
            <a:graphicFrameLocks noChangeAspect="1"/>
          </p:cNvGraphicFramePr>
          <p:nvPr/>
        </p:nvGraphicFramePr>
        <p:xfrm>
          <a:off x="4800600" y="1803400"/>
          <a:ext cx="14589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6" name="Equation" r:id="rId15" imgW="634680" imgH="228600" progId="Equation.3">
                  <p:embed/>
                </p:oleObj>
              </mc:Choice>
              <mc:Fallback>
                <p:oleObj name="Equation" r:id="rId15" imgW="6346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803400"/>
                        <a:ext cx="145891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8" name="Object 10"/>
          <p:cNvGraphicFramePr>
            <a:graphicFrameLocks noChangeAspect="1"/>
          </p:cNvGraphicFramePr>
          <p:nvPr/>
        </p:nvGraphicFramePr>
        <p:xfrm>
          <a:off x="660400" y="311150"/>
          <a:ext cx="24130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7" name="Equation" r:id="rId17" imgW="1054080" imgH="457200" progId="Equation.3">
                  <p:embed/>
                </p:oleObj>
              </mc:Choice>
              <mc:Fallback>
                <p:oleObj name="Equation" r:id="rId17" imgW="105408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311150"/>
                        <a:ext cx="2413000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899" name="Object 11"/>
          <p:cNvGraphicFramePr>
            <a:graphicFrameLocks noChangeAspect="1"/>
          </p:cNvGraphicFramePr>
          <p:nvPr/>
        </p:nvGraphicFramePr>
        <p:xfrm>
          <a:off x="725488" y="4219575"/>
          <a:ext cx="22177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8" name="Equation" r:id="rId19" imgW="965160" imgH="203040" progId="Equation.3">
                  <p:embed/>
                </p:oleObj>
              </mc:Choice>
              <mc:Fallback>
                <p:oleObj name="Equation" r:id="rId19" imgW="96516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4219575"/>
                        <a:ext cx="2217737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900" name="Object 12"/>
          <p:cNvGraphicFramePr>
            <a:graphicFrameLocks noChangeAspect="1"/>
          </p:cNvGraphicFramePr>
          <p:nvPr/>
        </p:nvGraphicFramePr>
        <p:xfrm>
          <a:off x="3011488" y="4197350"/>
          <a:ext cx="22463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49" name="Equation" r:id="rId21" imgW="977760" imgH="203040" progId="Equation.3">
                  <p:embed/>
                </p:oleObj>
              </mc:Choice>
              <mc:Fallback>
                <p:oleObj name="Equation" r:id="rId21" imgW="97776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4197350"/>
                        <a:ext cx="224631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901" name="Object 13"/>
          <p:cNvGraphicFramePr>
            <a:graphicFrameLocks noChangeAspect="1"/>
          </p:cNvGraphicFramePr>
          <p:nvPr/>
        </p:nvGraphicFramePr>
        <p:xfrm>
          <a:off x="4829175" y="2368550"/>
          <a:ext cx="23336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50" name="Equation" r:id="rId23" imgW="1015920" imgH="228600" progId="Equation.3">
                  <p:embed/>
                </p:oleObj>
              </mc:Choice>
              <mc:Fallback>
                <p:oleObj name="Equation" r:id="rId23" imgW="101592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175" y="2368550"/>
                        <a:ext cx="23336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1902" name="Object 14"/>
          <p:cNvGraphicFramePr>
            <a:graphicFrameLocks noChangeAspect="1"/>
          </p:cNvGraphicFramePr>
          <p:nvPr/>
        </p:nvGraphicFramePr>
        <p:xfrm>
          <a:off x="762000" y="4730750"/>
          <a:ext cx="6853238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151" name="Equation" r:id="rId25" imgW="2869920" imgH="507960" progId="Equation.3">
                  <p:embed/>
                </p:oleObj>
              </mc:Choice>
              <mc:Fallback>
                <p:oleObj name="Equation" r:id="rId25" imgW="2869920" imgH="5079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30750"/>
                        <a:ext cx="6853238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AD90D-6E53-4A9E-AA4F-7E9944352F77}" type="slidenum">
              <a:rPr lang="zh-CN" altLang="en-US"/>
              <a:pPr/>
              <a:t>92</a:t>
            </a:fld>
            <a:endParaRPr lang="zh-CN" altLang="en-US"/>
          </a:p>
        </p:txBody>
      </p:sp>
      <p:graphicFrame>
        <p:nvGraphicFramePr>
          <p:cNvPr id="1062914" name="Object 2"/>
          <p:cNvGraphicFramePr>
            <a:graphicFrameLocks noChangeAspect="1"/>
          </p:cNvGraphicFramePr>
          <p:nvPr/>
        </p:nvGraphicFramePr>
        <p:xfrm>
          <a:off x="1752600" y="1555750"/>
          <a:ext cx="4754563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58" name="Equation" r:id="rId3" imgW="2031840" imgH="507960" progId="Equation.3">
                  <p:embed/>
                </p:oleObj>
              </mc:Choice>
              <mc:Fallback>
                <p:oleObj name="Equation" r:id="rId3" imgW="2031840" imgH="507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555750"/>
                        <a:ext cx="4754563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915" name="Text Box 3"/>
          <p:cNvSpPr txBox="1">
            <a:spLocks noChangeArrowheads="1"/>
          </p:cNvSpPr>
          <p:nvPr/>
        </p:nvSpPr>
        <p:spPr bwMode="auto">
          <a:xfrm>
            <a:off x="395288" y="1917700"/>
            <a:ext cx="1252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类似有</a:t>
            </a:r>
          </a:p>
        </p:txBody>
      </p:sp>
      <p:graphicFrame>
        <p:nvGraphicFramePr>
          <p:cNvPr id="1062916" name="Object 4"/>
          <p:cNvGraphicFramePr>
            <a:graphicFrameLocks noChangeAspect="1"/>
          </p:cNvGraphicFramePr>
          <p:nvPr/>
        </p:nvGraphicFramePr>
        <p:xfrm>
          <a:off x="457200" y="4800600"/>
          <a:ext cx="4510088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59" name="Equation" r:id="rId5" imgW="2082600" imgH="507960" progId="Equation.3">
                  <p:embed/>
                </p:oleObj>
              </mc:Choice>
              <mc:Fallback>
                <p:oleObj name="Equation" r:id="rId5" imgW="2082600" imgH="507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800600"/>
                        <a:ext cx="4510088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917" name="Text Box 5"/>
          <p:cNvSpPr txBox="1">
            <a:spLocks noChangeArrowheads="1"/>
          </p:cNvSpPr>
          <p:nvPr/>
        </p:nvSpPr>
        <p:spPr bwMode="auto">
          <a:xfrm>
            <a:off x="471488" y="3224213"/>
            <a:ext cx="1252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特别，</a:t>
            </a:r>
          </a:p>
        </p:txBody>
      </p:sp>
      <p:graphicFrame>
        <p:nvGraphicFramePr>
          <p:cNvPr id="1062918" name="Object 6"/>
          <p:cNvGraphicFramePr>
            <a:graphicFrameLocks noChangeAspect="1"/>
          </p:cNvGraphicFramePr>
          <p:nvPr/>
        </p:nvGraphicFramePr>
        <p:xfrm>
          <a:off x="1676400" y="2919413"/>
          <a:ext cx="3800475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0" name="Equation" r:id="rId7" imgW="1612800" imgH="507960" progId="Equation.3">
                  <p:embed/>
                </p:oleObj>
              </mc:Choice>
              <mc:Fallback>
                <p:oleObj name="Equation" r:id="rId7" imgW="1612800" imgH="5079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919413"/>
                        <a:ext cx="3800475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19" name="Object 7"/>
          <p:cNvGraphicFramePr>
            <a:graphicFrameLocks noChangeAspect="1"/>
          </p:cNvGraphicFramePr>
          <p:nvPr/>
        </p:nvGraphicFramePr>
        <p:xfrm>
          <a:off x="609600" y="228600"/>
          <a:ext cx="4911725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1" name="Equation" r:id="rId9" imgW="2057400" imgH="507960" progId="Equation.3">
                  <p:embed/>
                </p:oleObj>
              </mc:Choice>
              <mc:Fallback>
                <p:oleObj name="Equation" r:id="rId9" imgW="2057400" imgH="5079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8600"/>
                        <a:ext cx="4911725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20" name="Object 8"/>
          <p:cNvGraphicFramePr>
            <a:graphicFrameLocks noChangeAspect="1"/>
          </p:cNvGraphicFramePr>
          <p:nvPr/>
        </p:nvGraphicFramePr>
        <p:xfrm>
          <a:off x="5181600" y="4800600"/>
          <a:ext cx="365760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2" name="Equation" r:id="rId11" imgW="1600200" imgH="507960" progId="Equation.3">
                  <p:embed/>
                </p:oleObj>
              </mc:Choice>
              <mc:Fallback>
                <p:oleObj name="Equation" r:id="rId11" imgW="1600200" imgH="5079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800600"/>
                        <a:ext cx="3657600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921" name="Text Box 9"/>
          <p:cNvSpPr txBox="1">
            <a:spLocks noChangeArrowheads="1"/>
          </p:cNvSpPr>
          <p:nvPr/>
        </p:nvSpPr>
        <p:spPr bwMode="auto">
          <a:xfrm>
            <a:off x="457200" y="4191000"/>
            <a:ext cx="1252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另外，</a:t>
            </a:r>
          </a:p>
        </p:txBody>
      </p:sp>
      <p:graphicFrame>
        <p:nvGraphicFramePr>
          <p:cNvPr id="1062922" name="Object 10"/>
          <p:cNvGraphicFramePr>
            <a:graphicFrameLocks noChangeAspect="1"/>
          </p:cNvGraphicFramePr>
          <p:nvPr/>
        </p:nvGraphicFramePr>
        <p:xfrm>
          <a:off x="5364163" y="3733800"/>
          <a:ext cx="36274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3" name="Equation" r:id="rId13" imgW="1587240" imgH="469800" progId="Equation.3">
                  <p:embed/>
                </p:oleObj>
              </mc:Choice>
              <mc:Fallback>
                <p:oleObj name="Equation" r:id="rId13" imgW="158724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733800"/>
                        <a:ext cx="3627437" cy="11049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33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6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2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6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6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6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5" grpId="0" autoUpdateAnimBg="0"/>
      <p:bldP spid="1062917" grpId="0" autoUpdateAnimBg="0"/>
      <p:bldP spid="1062921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9101-2D2A-4FF0-A6E3-690B6B94463A}" type="slidenum">
              <a:rPr lang="zh-CN" altLang="en-US"/>
              <a:pPr/>
              <a:t>93</a:t>
            </a:fld>
            <a:endParaRPr lang="zh-CN" altLang="en-US"/>
          </a:p>
        </p:txBody>
      </p:sp>
      <p:graphicFrame>
        <p:nvGraphicFramePr>
          <p:cNvPr id="1063939" name="Object 3"/>
          <p:cNvGraphicFramePr>
            <a:graphicFrameLocks noChangeAspect="1"/>
          </p:cNvGraphicFramePr>
          <p:nvPr/>
        </p:nvGraphicFramePr>
        <p:xfrm>
          <a:off x="457200" y="914400"/>
          <a:ext cx="5065713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2187" name="Equation" r:id="rId3" imgW="1981080" imgH="228600" progId="Equation.3">
                  <p:embed/>
                </p:oleObj>
              </mc:Choice>
              <mc:Fallback>
                <p:oleObj name="Equation" r:id="rId3" imgW="19810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914400"/>
                        <a:ext cx="5065713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3952" name="Text Box 16"/>
          <p:cNvSpPr txBox="1">
            <a:spLocks noChangeArrowheads="1"/>
          </p:cNvSpPr>
          <p:nvPr/>
        </p:nvSpPr>
        <p:spPr bwMode="auto">
          <a:xfrm>
            <a:off x="304800" y="2286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一般地，有</a:t>
            </a:r>
          </a:p>
        </p:txBody>
      </p:sp>
      <p:grpSp>
        <p:nvGrpSpPr>
          <p:cNvPr id="1063964" name="Group 28"/>
          <p:cNvGrpSpPr>
            <a:grpSpLocks/>
          </p:cNvGrpSpPr>
          <p:nvPr/>
        </p:nvGrpSpPr>
        <p:grpSpPr bwMode="auto">
          <a:xfrm>
            <a:off x="762000" y="1524000"/>
            <a:ext cx="6159500" cy="2112963"/>
            <a:chOff x="480" y="960"/>
            <a:chExt cx="3880" cy="1331"/>
          </a:xfrm>
        </p:grpSpPr>
        <p:graphicFrame>
          <p:nvGraphicFramePr>
            <p:cNvPr id="1063954" name="Object 18"/>
            <p:cNvGraphicFramePr>
              <a:graphicFrameLocks noChangeAspect="1"/>
            </p:cNvGraphicFramePr>
            <p:nvPr/>
          </p:nvGraphicFramePr>
          <p:xfrm>
            <a:off x="480" y="960"/>
            <a:ext cx="3880" cy="1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88" name="Equation" r:id="rId5" imgW="2908080" imgH="965160" progId="Equation.3">
                    <p:embed/>
                  </p:oleObj>
                </mc:Choice>
                <mc:Fallback>
                  <p:oleObj name="Equation" r:id="rId5" imgW="2908080" imgH="96516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960"/>
                          <a:ext cx="3880" cy="1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3955" name="Object 19"/>
            <p:cNvGraphicFramePr>
              <a:graphicFrameLocks noChangeAspect="1"/>
            </p:cNvGraphicFramePr>
            <p:nvPr/>
          </p:nvGraphicFramePr>
          <p:xfrm>
            <a:off x="1584" y="1200"/>
            <a:ext cx="165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89" name="Equation" r:id="rId7" imgW="291960" imgH="317160" progId="Equation.3">
                    <p:embed/>
                  </p:oleObj>
                </mc:Choice>
                <mc:Fallback>
                  <p:oleObj name="Equation" r:id="rId7" imgW="291960" imgH="31716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200"/>
                          <a:ext cx="165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3956" name="Object 20"/>
            <p:cNvGraphicFramePr>
              <a:graphicFrameLocks noChangeAspect="1"/>
            </p:cNvGraphicFramePr>
            <p:nvPr/>
          </p:nvGraphicFramePr>
          <p:xfrm>
            <a:off x="816" y="1824"/>
            <a:ext cx="16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90" name="Equation" r:id="rId9" imgW="291960" imgH="317160" progId="Equation.3">
                    <p:embed/>
                  </p:oleObj>
                </mc:Choice>
                <mc:Fallback>
                  <p:oleObj name="Equation" r:id="rId9" imgW="291960" imgH="31716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824"/>
                          <a:ext cx="16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3958" name="Object 22"/>
            <p:cNvGraphicFramePr>
              <a:graphicFrameLocks noChangeAspect="1"/>
            </p:cNvGraphicFramePr>
            <p:nvPr/>
          </p:nvGraphicFramePr>
          <p:xfrm>
            <a:off x="3744" y="1152"/>
            <a:ext cx="165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91" name="Equation" r:id="rId10" imgW="291960" imgH="317160" progId="Equation.3">
                    <p:embed/>
                  </p:oleObj>
                </mc:Choice>
                <mc:Fallback>
                  <p:oleObj name="Equation" r:id="rId10" imgW="291960" imgH="31716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152"/>
                          <a:ext cx="165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3959" name="Object 23"/>
            <p:cNvGraphicFramePr>
              <a:graphicFrameLocks noChangeAspect="1"/>
            </p:cNvGraphicFramePr>
            <p:nvPr/>
          </p:nvGraphicFramePr>
          <p:xfrm>
            <a:off x="2784" y="1824"/>
            <a:ext cx="16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92" name="Equation" r:id="rId11" imgW="291960" imgH="317160" progId="Equation.3">
                    <p:embed/>
                  </p:oleObj>
                </mc:Choice>
                <mc:Fallback>
                  <p:oleObj name="Equation" r:id="rId11" imgW="291960" imgH="31716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824"/>
                          <a:ext cx="16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3965" name="Group 29"/>
          <p:cNvGrpSpPr>
            <a:grpSpLocks/>
          </p:cNvGrpSpPr>
          <p:nvPr/>
        </p:nvGrpSpPr>
        <p:grpSpPr bwMode="auto">
          <a:xfrm>
            <a:off x="762000" y="3962400"/>
            <a:ext cx="6213475" cy="2112963"/>
            <a:chOff x="480" y="2496"/>
            <a:chExt cx="3914" cy="1331"/>
          </a:xfrm>
        </p:grpSpPr>
        <p:graphicFrame>
          <p:nvGraphicFramePr>
            <p:cNvPr id="1063957" name="Object 21"/>
            <p:cNvGraphicFramePr>
              <a:graphicFrameLocks noChangeAspect="1"/>
            </p:cNvGraphicFramePr>
            <p:nvPr/>
          </p:nvGraphicFramePr>
          <p:xfrm>
            <a:off x="480" y="2496"/>
            <a:ext cx="3914" cy="1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93" name="Equation" r:id="rId12" imgW="2933640" imgH="965160" progId="Equation.3">
                    <p:embed/>
                  </p:oleObj>
                </mc:Choice>
                <mc:Fallback>
                  <p:oleObj name="Equation" r:id="rId12" imgW="2933640" imgH="96516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496"/>
                          <a:ext cx="3914" cy="1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3960" name="Object 24"/>
            <p:cNvGraphicFramePr>
              <a:graphicFrameLocks noChangeAspect="1"/>
            </p:cNvGraphicFramePr>
            <p:nvPr/>
          </p:nvGraphicFramePr>
          <p:xfrm>
            <a:off x="816" y="2784"/>
            <a:ext cx="16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94" name="Equation" r:id="rId14" imgW="291960" imgH="317160" progId="Equation.3">
                    <p:embed/>
                  </p:oleObj>
                </mc:Choice>
                <mc:Fallback>
                  <p:oleObj name="Equation" r:id="rId14" imgW="291960" imgH="31716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784"/>
                          <a:ext cx="16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3961" name="Object 25"/>
            <p:cNvGraphicFramePr>
              <a:graphicFrameLocks noChangeAspect="1"/>
            </p:cNvGraphicFramePr>
            <p:nvPr/>
          </p:nvGraphicFramePr>
          <p:xfrm>
            <a:off x="1536" y="3408"/>
            <a:ext cx="16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95" name="Equation" r:id="rId15" imgW="291960" imgH="317160" progId="Equation.3">
                    <p:embed/>
                  </p:oleObj>
                </mc:Choice>
                <mc:Fallback>
                  <p:oleObj name="Equation" r:id="rId15" imgW="291960" imgH="31716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408"/>
                          <a:ext cx="16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3962" name="Object 26"/>
            <p:cNvGraphicFramePr>
              <a:graphicFrameLocks noChangeAspect="1"/>
            </p:cNvGraphicFramePr>
            <p:nvPr/>
          </p:nvGraphicFramePr>
          <p:xfrm>
            <a:off x="2880" y="2744"/>
            <a:ext cx="16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96" name="Equation" r:id="rId16" imgW="291960" imgH="317160" progId="Equation.3">
                    <p:embed/>
                  </p:oleObj>
                </mc:Choice>
                <mc:Fallback>
                  <p:oleObj name="Equation" r:id="rId16" imgW="291960" imgH="31716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744"/>
                          <a:ext cx="16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3963" name="Object 27"/>
            <p:cNvGraphicFramePr>
              <a:graphicFrameLocks noChangeAspect="1"/>
            </p:cNvGraphicFramePr>
            <p:nvPr/>
          </p:nvGraphicFramePr>
          <p:xfrm>
            <a:off x="3675" y="3416"/>
            <a:ext cx="16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2197" name="Equation" r:id="rId17" imgW="291960" imgH="317160" progId="Equation.3">
                    <p:embed/>
                  </p:oleObj>
                </mc:Choice>
                <mc:Fallback>
                  <p:oleObj name="Equation" r:id="rId17" imgW="291960" imgH="31716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5" y="3416"/>
                          <a:ext cx="16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952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2250C-0D25-418B-9B0A-DE23C442D605}" type="slidenum">
              <a:rPr lang="zh-CN" altLang="en-US"/>
              <a:pPr/>
              <a:t>94</a:t>
            </a:fld>
            <a:endParaRPr lang="zh-CN" altLang="en-US"/>
          </a:p>
        </p:txBody>
      </p:sp>
      <p:sp>
        <p:nvSpPr>
          <p:cNvPr id="1064962" name="Text Box 2"/>
          <p:cNvSpPr txBox="1">
            <a:spLocks noChangeArrowheads="1"/>
          </p:cNvSpPr>
          <p:nvPr/>
        </p:nvSpPr>
        <p:spPr bwMode="auto">
          <a:xfrm>
            <a:off x="304800" y="1131888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solidFill>
                  <a:schemeClr val="tx2"/>
                </a:solidFill>
              </a:rPr>
              <a:t>设</a:t>
            </a:r>
          </a:p>
        </p:txBody>
      </p:sp>
      <p:graphicFrame>
        <p:nvGraphicFramePr>
          <p:cNvPr id="1064963" name="Object 3"/>
          <p:cNvGraphicFramePr>
            <a:graphicFrameLocks noChangeAspect="1"/>
          </p:cNvGraphicFramePr>
          <p:nvPr/>
        </p:nvGraphicFramePr>
        <p:xfrm>
          <a:off x="1447800" y="66675"/>
          <a:ext cx="3505200" cy="271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05" name="Equation" r:id="rId3" imgW="1473120" imgH="1143000" progId="Equation.3">
                  <p:embed/>
                </p:oleObj>
              </mc:Choice>
              <mc:Fallback>
                <p:oleObj name="Equation" r:id="rId3" imgW="1473120" imgH="1143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66675"/>
                        <a:ext cx="3505200" cy="271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64" name="Object 4"/>
          <p:cNvGraphicFramePr>
            <a:graphicFrameLocks noChangeAspect="1"/>
          </p:cNvGraphicFramePr>
          <p:nvPr/>
        </p:nvGraphicFramePr>
        <p:xfrm>
          <a:off x="5105400" y="1143000"/>
          <a:ext cx="11715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06" name="Equation" r:id="rId5" imgW="507960" imgH="228600" progId="Equation.3">
                  <p:embed/>
                </p:oleObj>
              </mc:Choice>
              <mc:Fallback>
                <p:oleObj name="Equation" r:id="rId5" imgW="5079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143000"/>
                        <a:ext cx="117157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4965" name="Text Box 5"/>
          <p:cNvSpPr txBox="1">
            <a:spLocks noChangeArrowheads="1"/>
          </p:cNvSpPr>
          <p:nvPr/>
        </p:nvSpPr>
        <p:spPr bwMode="auto">
          <a:xfrm>
            <a:off x="381000" y="334168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64966" name="Line 6"/>
          <p:cNvSpPr>
            <a:spLocks noChangeShapeType="1"/>
          </p:cNvSpPr>
          <p:nvPr/>
        </p:nvSpPr>
        <p:spPr bwMode="auto">
          <a:xfrm>
            <a:off x="1981200" y="598488"/>
            <a:ext cx="2819400" cy="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64967" name="Line 7"/>
          <p:cNvSpPr>
            <a:spLocks noChangeShapeType="1"/>
          </p:cNvSpPr>
          <p:nvPr/>
        </p:nvSpPr>
        <p:spPr bwMode="auto">
          <a:xfrm>
            <a:off x="2667000" y="141288"/>
            <a:ext cx="0" cy="259080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64968" name="Line 8"/>
          <p:cNvSpPr>
            <a:spLocks noChangeShapeType="1"/>
          </p:cNvSpPr>
          <p:nvPr/>
        </p:nvSpPr>
        <p:spPr bwMode="auto">
          <a:xfrm>
            <a:off x="3733800" y="109538"/>
            <a:ext cx="0" cy="259080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64969" name="Line 9"/>
          <p:cNvSpPr>
            <a:spLocks noChangeShapeType="1"/>
          </p:cNvSpPr>
          <p:nvPr/>
        </p:nvSpPr>
        <p:spPr bwMode="auto">
          <a:xfrm>
            <a:off x="2057400" y="1687513"/>
            <a:ext cx="2819400" cy="0"/>
          </a:xfrm>
          <a:prstGeom prst="line">
            <a:avLst/>
          </a:prstGeom>
          <a:noFill/>
          <a:ln w="381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64970" name="Object 10"/>
          <p:cNvGraphicFramePr>
            <a:graphicFrameLocks noChangeAspect="1"/>
          </p:cNvGraphicFramePr>
          <p:nvPr/>
        </p:nvGraphicFramePr>
        <p:xfrm>
          <a:off x="1066800" y="2830513"/>
          <a:ext cx="2971800" cy="164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07" name="Equation" r:id="rId7" imgW="1307880" imgH="711000" progId="Equation.3">
                  <p:embed/>
                </p:oleObj>
              </mc:Choice>
              <mc:Fallback>
                <p:oleObj name="Equation" r:id="rId7" imgW="1307880" imgH="71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30513"/>
                        <a:ext cx="2971800" cy="164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73" name="Object 13"/>
          <p:cNvGraphicFramePr>
            <a:graphicFrameLocks noChangeAspect="1"/>
          </p:cNvGraphicFramePr>
          <p:nvPr/>
        </p:nvGraphicFramePr>
        <p:xfrm>
          <a:off x="595313" y="4430713"/>
          <a:ext cx="3565525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08" name="Equation" r:id="rId9" imgW="1536480" imgH="736560" progId="Equation.3">
                  <p:embed/>
                </p:oleObj>
              </mc:Choice>
              <mc:Fallback>
                <p:oleObj name="Equation" r:id="rId9" imgW="1536480" imgH="7365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4430713"/>
                        <a:ext cx="3565525" cy="174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74" name="Object 14"/>
          <p:cNvGraphicFramePr>
            <a:graphicFrameLocks noChangeAspect="1"/>
          </p:cNvGraphicFramePr>
          <p:nvPr/>
        </p:nvGraphicFramePr>
        <p:xfrm>
          <a:off x="4114800" y="3821113"/>
          <a:ext cx="4200525" cy="296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209" name="Equation" r:id="rId11" imgW="1765080" imgH="1244520" progId="Equation.3">
                  <p:embed/>
                </p:oleObj>
              </mc:Choice>
              <mc:Fallback>
                <p:oleObj name="Equation" r:id="rId11" imgW="1765080" imgH="12445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821113"/>
                        <a:ext cx="4200525" cy="296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6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6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64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6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6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62" grpId="0" autoUpdateAnimBg="0"/>
      <p:bldP spid="1064965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47BA-26F1-4BFD-B786-0F25531A2DB3}" type="slidenum">
              <a:rPr lang="zh-CN" altLang="en-US"/>
              <a:pPr/>
              <a:t>95</a:t>
            </a:fld>
            <a:endParaRPr lang="zh-CN" altLang="en-US"/>
          </a:p>
        </p:txBody>
      </p:sp>
      <p:graphicFrame>
        <p:nvGraphicFramePr>
          <p:cNvPr id="1067010" name="Object 2"/>
          <p:cNvGraphicFramePr>
            <a:graphicFrameLocks noChangeAspect="1"/>
          </p:cNvGraphicFramePr>
          <p:nvPr/>
        </p:nvGraphicFramePr>
        <p:xfrm>
          <a:off x="609600" y="762000"/>
          <a:ext cx="3271838" cy="243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29" name="Equation" r:id="rId3" imgW="1562040" imgH="1168200" progId="Equation.3">
                  <p:embed/>
                </p:oleObj>
              </mc:Choice>
              <mc:Fallback>
                <p:oleObj name="Equation" r:id="rId3" imgW="1562040" imgH="1168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762000"/>
                        <a:ext cx="3271838" cy="2439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7011" name="Rectangle 3"/>
          <p:cNvSpPr>
            <a:spLocks noChangeArrowheads="1"/>
          </p:cNvSpPr>
          <p:nvPr/>
        </p:nvSpPr>
        <p:spPr bwMode="auto">
          <a:xfrm>
            <a:off x="3962400" y="1462088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67013" name="Text Box 5"/>
          <p:cNvSpPr txBox="1">
            <a:spLocks noChangeArrowheads="1"/>
          </p:cNvSpPr>
          <p:nvPr/>
        </p:nvSpPr>
        <p:spPr bwMode="auto">
          <a:xfrm>
            <a:off x="228600" y="209550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利用矩阵分块的方法，求下列矩阵的逆矩阵</a:t>
            </a:r>
            <a:r>
              <a:rPr lang="zh-CN" altLang="en-US"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1067014" name="Text Box 6"/>
          <p:cNvSpPr txBox="1">
            <a:spLocks noChangeArrowheads="1"/>
          </p:cNvSpPr>
          <p:nvPr/>
        </p:nvSpPr>
        <p:spPr bwMode="auto">
          <a:xfrm>
            <a:off x="381000" y="4724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所以</a:t>
            </a:r>
          </a:p>
        </p:txBody>
      </p:sp>
      <p:graphicFrame>
        <p:nvGraphicFramePr>
          <p:cNvPr id="1067015" name="Object 7"/>
          <p:cNvGraphicFramePr>
            <a:graphicFrameLocks noChangeAspect="1"/>
          </p:cNvGraphicFramePr>
          <p:nvPr/>
        </p:nvGraphicFramePr>
        <p:xfrm>
          <a:off x="4572000" y="1154113"/>
          <a:ext cx="44958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30" name="Document" r:id="rId5" imgW="2059920" imgH="511200" progId="Word.Document.8">
                  <p:embed/>
                </p:oleObj>
              </mc:Choice>
              <mc:Fallback>
                <p:oleObj name="Document" r:id="rId5" imgW="2059920" imgH="5112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154113"/>
                        <a:ext cx="44958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7016" name="Line 8"/>
          <p:cNvSpPr>
            <a:spLocks noChangeShapeType="1"/>
          </p:cNvSpPr>
          <p:nvPr/>
        </p:nvSpPr>
        <p:spPr bwMode="auto">
          <a:xfrm>
            <a:off x="1238250" y="782638"/>
            <a:ext cx="0" cy="2438400"/>
          </a:xfrm>
          <a:prstGeom prst="line">
            <a:avLst/>
          </a:prstGeom>
          <a:noFill/>
          <a:ln w="31750">
            <a:solidFill>
              <a:srgbClr val="00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67017" name="Line 9"/>
          <p:cNvSpPr>
            <a:spLocks noChangeShapeType="1"/>
          </p:cNvSpPr>
          <p:nvPr/>
        </p:nvSpPr>
        <p:spPr bwMode="auto">
          <a:xfrm>
            <a:off x="685800" y="2667000"/>
            <a:ext cx="3657600" cy="0"/>
          </a:xfrm>
          <a:prstGeom prst="line">
            <a:avLst/>
          </a:prstGeom>
          <a:noFill/>
          <a:ln w="31750">
            <a:solidFill>
              <a:srgbClr val="00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67018" name="Object 10"/>
          <p:cNvGraphicFramePr>
            <a:graphicFrameLocks noChangeAspect="1"/>
          </p:cNvGraphicFramePr>
          <p:nvPr/>
        </p:nvGraphicFramePr>
        <p:xfrm>
          <a:off x="762000" y="3276600"/>
          <a:ext cx="2971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31" r:id="rId7" imgW="1231366" imgH="228501" progId="Equation.3">
                  <p:embed/>
                </p:oleObj>
              </mc:Choice>
              <mc:Fallback>
                <p:oleObj r:id="rId7" imgW="1231366" imgH="2285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76600"/>
                        <a:ext cx="29718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19" name="Object 11"/>
          <p:cNvGraphicFramePr>
            <a:graphicFrameLocks noChangeAspect="1"/>
          </p:cNvGraphicFramePr>
          <p:nvPr/>
        </p:nvGraphicFramePr>
        <p:xfrm>
          <a:off x="1295400" y="3810000"/>
          <a:ext cx="36576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32" r:id="rId9" imgW="1714500" imgH="1193800" progId="Equation.3">
                  <p:embed/>
                </p:oleObj>
              </mc:Choice>
              <mc:Fallback>
                <p:oleObj r:id="rId9" imgW="1714500" imgH="1193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10000"/>
                        <a:ext cx="3657600" cy="2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7020" name="Object 12"/>
          <p:cNvGraphicFramePr>
            <a:graphicFrameLocks noChangeAspect="1"/>
          </p:cNvGraphicFramePr>
          <p:nvPr/>
        </p:nvGraphicFramePr>
        <p:xfrm>
          <a:off x="4876800" y="3200400"/>
          <a:ext cx="35052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4233" r:id="rId11" imgW="1828800" imgH="1828800" progId="Equation.3">
                  <p:embed/>
                </p:oleObj>
              </mc:Choice>
              <mc:Fallback>
                <p:oleObj r:id="rId11" imgW="1828800" imgH="1828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200400"/>
                        <a:ext cx="3505200" cy="350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6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6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6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6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6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6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6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7011" grpId="0" autoUpdateAnimBg="0"/>
      <p:bldP spid="1067013" grpId="0" autoUpdateAnimBg="0"/>
      <p:bldP spid="1067014" grpId="0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60AEE-7C2D-4FD4-B0AB-CCD557836412}" type="slidenum">
              <a:rPr lang="zh-CN" altLang="en-US"/>
              <a:pPr/>
              <a:t>96</a:t>
            </a:fld>
            <a:endParaRPr lang="zh-CN" altLang="en-US"/>
          </a:p>
        </p:txBody>
      </p:sp>
      <p:sp>
        <p:nvSpPr>
          <p:cNvPr id="106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第六节  矩阵的初等变换</a:t>
            </a:r>
          </a:p>
        </p:txBody>
      </p:sp>
      <p:sp>
        <p:nvSpPr>
          <p:cNvPr id="1068035" name="Text Box 3"/>
          <p:cNvSpPr txBox="1">
            <a:spLocks noChangeArrowheads="1"/>
          </p:cNvSpPr>
          <p:nvPr/>
        </p:nvSpPr>
        <p:spPr bwMode="auto">
          <a:xfrm>
            <a:off x="457200" y="8810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068036" name="Text Box 4"/>
          <p:cNvSpPr txBox="1">
            <a:spLocks noChangeArrowheads="1"/>
          </p:cNvSpPr>
          <p:nvPr/>
        </p:nvSpPr>
        <p:spPr bwMode="auto">
          <a:xfrm>
            <a:off x="1447800" y="885825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下面三种变换称为矩阵的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初等</a:t>
            </a:r>
            <a:r>
              <a:rPr lang="zh-CN" altLang="en-US" u="sng">
                <a:solidFill>
                  <a:srgbClr val="0033CC"/>
                </a:solidFill>
                <a:ea typeface="黑体" panose="02010609060101010101" pitchFamily="49" charset="-122"/>
              </a:rPr>
              <a:t>行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变换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:</a:t>
            </a:r>
          </a:p>
        </p:txBody>
      </p:sp>
      <p:graphicFrame>
        <p:nvGraphicFramePr>
          <p:cNvPr id="1068037" name="Object 5"/>
          <p:cNvGraphicFramePr>
            <a:graphicFrameLocks noChangeAspect="1"/>
          </p:cNvGraphicFramePr>
          <p:nvPr/>
        </p:nvGraphicFramePr>
        <p:xfrm>
          <a:off x="914400" y="1625600"/>
          <a:ext cx="70866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52" name="Equation" r:id="rId3" imgW="2869920" imgH="241200" progId="Equation.3">
                  <p:embed/>
                </p:oleObj>
              </mc:Choice>
              <mc:Fallback>
                <p:oleObj name="Equation" r:id="rId3" imgW="286992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25600"/>
                        <a:ext cx="70866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8038" name="Object 6"/>
          <p:cNvGraphicFramePr>
            <a:graphicFrameLocks noChangeAspect="1"/>
          </p:cNvGraphicFramePr>
          <p:nvPr/>
        </p:nvGraphicFramePr>
        <p:xfrm>
          <a:off x="914400" y="2311400"/>
          <a:ext cx="70104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53" name="Equation" r:id="rId5" imgW="2616120" imgH="215640" progId="Equation.3">
                  <p:embed/>
                </p:oleObj>
              </mc:Choice>
              <mc:Fallback>
                <p:oleObj name="Equation" r:id="rId5" imgW="261612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11400"/>
                        <a:ext cx="70104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8039" name="Object 7"/>
          <p:cNvGraphicFramePr>
            <a:graphicFrameLocks noChangeAspect="1"/>
          </p:cNvGraphicFramePr>
          <p:nvPr/>
        </p:nvGraphicFramePr>
        <p:xfrm>
          <a:off x="1752600" y="2921000"/>
          <a:ext cx="40386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54" name="Equation" r:id="rId7" imgW="1663560" imgH="228600" progId="Equation.3">
                  <p:embed/>
                </p:oleObj>
              </mc:Choice>
              <mc:Fallback>
                <p:oleObj name="Equation" r:id="rId7" imgW="166356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921000"/>
                        <a:ext cx="40386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8040" name="Object 8"/>
          <p:cNvGraphicFramePr>
            <a:graphicFrameLocks noChangeAspect="1"/>
          </p:cNvGraphicFramePr>
          <p:nvPr/>
        </p:nvGraphicFramePr>
        <p:xfrm>
          <a:off x="457200" y="3530600"/>
          <a:ext cx="7620000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55" name="Equation" r:id="rId9" imgW="3098520" imgH="711000" progId="Equation.3">
                  <p:embed/>
                </p:oleObj>
              </mc:Choice>
              <mc:Fallback>
                <p:oleObj name="Equation" r:id="rId9" imgW="309852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30600"/>
                        <a:ext cx="7620000" cy="171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8041" name="Rectangle 9"/>
          <p:cNvSpPr>
            <a:spLocks noChangeArrowheads="1"/>
          </p:cNvSpPr>
          <p:nvPr/>
        </p:nvSpPr>
        <p:spPr bwMode="auto">
          <a:xfrm>
            <a:off x="381000" y="5283200"/>
            <a:ext cx="7924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chemeClr val="bg2"/>
                </a:solidFill>
              </a:rPr>
              <a:t>        </a:t>
            </a:r>
            <a:r>
              <a:rPr lang="zh-CN" altLang="en-US">
                <a:solidFill>
                  <a:schemeClr val="tx2"/>
                </a:solidFill>
              </a:rPr>
              <a:t>同理可定义矩阵的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初等</a:t>
            </a:r>
            <a:r>
              <a:rPr lang="zh-CN" altLang="en-US" u="sng">
                <a:solidFill>
                  <a:srgbClr val="0033CC"/>
                </a:solidFill>
                <a:ea typeface="黑体" panose="02010609060101010101" pitchFamily="49" charset="-122"/>
              </a:rPr>
              <a:t>列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变换 </a:t>
            </a:r>
            <a:r>
              <a:rPr lang="zh-CN" altLang="en-US">
                <a:solidFill>
                  <a:schemeClr val="tx2"/>
                </a:solidFill>
              </a:rPr>
              <a:t>(所用记号是把“</a:t>
            </a:r>
            <a:r>
              <a:rPr lang="en-US" altLang="zh-CN" i="1">
                <a:solidFill>
                  <a:schemeClr val="tx2"/>
                </a:solidFill>
              </a:rPr>
              <a:t>r</a:t>
            </a:r>
            <a:r>
              <a:rPr lang="en-US" altLang="zh-CN">
                <a:solidFill>
                  <a:schemeClr val="tx2"/>
                </a:solidFill>
              </a:rPr>
              <a:t>”</a:t>
            </a:r>
            <a:r>
              <a:rPr lang="zh-CN" altLang="en-US">
                <a:solidFill>
                  <a:schemeClr val="tx2"/>
                </a:solidFill>
              </a:rPr>
              <a:t>换成“</a:t>
            </a:r>
            <a:r>
              <a:rPr lang="en-US" altLang="zh-CN" i="1">
                <a:solidFill>
                  <a:schemeClr val="tx2"/>
                </a:solidFill>
              </a:rPr>
              <a:t>c</a:t>
            </a:r>
            <a:r>
              <a:rPr lang="en-US" altLang="zh-CN">
                <a:solidFill>
                  <a:schemeClr val="tx2"/>
                </a:solidFill>
              </a:rPr>
              <a:t>”)．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6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8034" grpId="0" autoUpdateAnimBg="0"/>
      <p:bldP spid="1068035" grpId="0" autoUpdateAnimBg="0"/>
      <p:bldP spid="1068036" grpId="0" autoUpdateAnimBg="0"/>
      <p:bldP spid="1068041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15DA6-E484-48A9-99A6-EBB97486EC1A}" type="slidenum">
              <a:rPr lang="zh-CN" altLang="en-US"/>
              <a:pPr/>
              <a:t>97</a:t>
            </a:fld>
            <a:endParaRPr lang="zh-CN" altLang="en-US"/>
          </a:p>
        </p:txBody>
      </p:sp>
      <p:sp>
        <p:nvSpPr>
          <p:cNvPr id="1069058" name="Rectangle 2"/>
          <p:cNvSpPr>
            <a:spLocks noChangeArrowheads="1"/>
          </p:cNvSpPr>
          <p:nvPr/>
        </p:nvSpPr>
        <p:spPr bwMode="auto">
          <a:xfrm>
            <a:off x="457200" y="457200"/>
            <a:ext cx="845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初等变换的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逆变换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仍为初等变换, 且变换类型相同．</a:t>
            </a:r>
          </a:p>
        </p:txBody>
      </p:sp>
      <p:graphicFrame>
        <p:nvGraphicFramePr>
          <p:cNvPr id="1069059" name="Object 3"/>
          <p:cNvGraphicFramePr>
            <a:graphicFrameLocks noChangeAspect="1"/>
          </p:cNvGraphicFramePr>
          <p:nvPr/>
        </p:nvGraphicFramePr>
        <p:xfrm>
          <a:off x="1454150" y="1266825"/>
          <a:ext cx="1028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78" name="Equation" r:id="rId3" imgW="1028520" imgH="469800" progId="Equation.3">
                  <p:embed/>
                </p:oleObj>
              </mc:Choice>
              <mc:Fallback>
                <p:oleObj name="Equation" r:id="rId3" imgW="102852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1266825"/>
                        <a:ext cx="1028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0" name="Object 4"/>
          <p:cNvGraphicFramePr>
            <a:graphicFrameLocks noChangeAspect="1"/>
          </p:cNvGraphicFramePr>
          <p:nvPr/>
        </p:nvGraphicFramePr>
        <p:xfrm>
          <a:off x="1524000" y="2209800"/>
          <a:ext cx="76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79" name="Equation" r:id="rId5" imgW="761760" imgH="431640" progId="Equation.3">
                  <p:embed/>
                </p:oleObj>
              </mc:Choice>
              <mc:Fallback>
                <p:oleObj name="Equation" r:id="rId5" imgW="76176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09800"/>
                        <a:ext cx="76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061" name="Text Box 5"/>
          <p:cNvSpPr txBox="1">
            <a:spLocks noChangeArrowheads="1"/>
          </p:cNvSpPr>
          <p:nvPr/>
        </p:nvSpPr>
        <p:spPr bwMode="auto">
          <a:xfrm>
            <a:off x="2667000" y="12192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逆变换</a:t>
            </a:r>
          </a:p>
        </p:txBody>
      </p:sp>
      <p:graphicFrame>
        <p:nvGraphicFramePr>
          <p:cNvPr id="1069062" name="Object 6"/>
          <p:cNvGraphicFramePr>
            <a:graphicFrameLocks noChangeAspect="1"/>
          </p:cNvGraphicFramePr>
          <p:nvPr/>
        </p:nvGraphicFramePr>
        <p:xfrm>
          <a:off x="4114800" y="1273175"/>
          <a:ext cx="1143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0" name="Equation" r:id="rId7" imgW="1143000" imgH="469800" progId="Equation.3">
                  <p:embed/>
                </p:oleObj>
              </mc:Choice>
              <mc:Fallback>
                <p:oleObj name="Equation" r:id="rId7" imgW="114300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273175"/>
                        <a:ext cx="1143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063" name="Text Box 7"/>
          <p:cNvSpPr txBox="1">
            <a:spLocks noChangeArrowheads="1"/>
          </p:cNvSpPr>
          <p:nvPr/>
        </p:nvSpPr>
        <p:spPr bwMode="auto">
          <a:xfrm>
            <a:off x="2667000" y="2122488"/>
            <a:ext cx="1339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逆变换</a:t>
            </a:r>
          </a:p>
        </p:txBody>
      </p:sp>
      <p:graphicFrame>
        <p:nvGraphicFramePr>
          <p:cNvPr id="1069064" name="Object 8"/>
          <p:cNvGraphicFramePr>
            <a:graphicFrameLocks noChangeAspect="1"/>
          </p:cNvGraphicFramePr>
          <p:nvPr/>
        </p:nvGraphicFramePr>
        <p:xfrm>
          <a:off x="4114800" y="1927225"/>
          <a:ext cx="12954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1" name="Equation" r:id="rId9" imgW="558720" imgH="393480" progId="Equation.3">
                  <p:embed/>
                </p:oleObj>
              </mc:Choice>
              <mc:Fallback>
                <p:oleObj name="Equation" r:id="rId9" imgW="55872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927225"/>
                        <a:ext cx="12954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9065" name="Object 9"/>
          <p:cNvGraphicFramePr>
            <a:graphicFrameLocks noChangeAspect="1"/>
          </p:cNvGraphicFramePr>
          <p:nvPr/>
        </p:nvGraphicFramePr>
        <p:xfrm>
          <a:off x="1447800" y="3124200"/>
          <a:ext cx="1003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2" name="Equation" r:id="rId11" imgW="1002960" imgH="469800" progId="Equation.3">
                  <p:embed/>
                </p:oleObj>
              </mc:Choice>
              <mc:Fallback>
                <p:oleObj name="Equation" r:id="rId11" imgW="100296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124200"/>
                        <a:ext cx="1003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066" name="Text Box 10"/>
          <p:cNvSpPr txBox="1">
            <a:spLocks noChangeArrowheads="1"/>
          </p:cNvSpPr>
          <p:nvPr/>
        </p:nvSpPr>
        <p:spPr bwMode="auto">
          <a:xfrm>
            <a:off x="2644775" y="3048000"/>
            <a:ext cx="1327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逆变换</a:t>
            </a:r>
          </a:p>
        </p:txBody>
      </p:sp>
      <p:graphicFrame>
        <p:nvGraphicFramePr>
          <p:cNvPr id="1069067" name="Object 11"/>
          <p:cNvGraphicFramePr>
            <a:graphicFrameLocks noChangeAspect="1"/>
          </p:cNvGraphicFramePr>
          <p:nvPr/>
        </p:nvGraphicFramePr>
        <p:xfrm>
          <a:off x="4038600" y="3048000"/>
          <a:ext cx="17526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283" name="Equation" r:id="rId13" imgW="749160" imgH="241200" progId="Equation.3">
                  <p:embed/>
                </p:oleObj>
              </mc:Choice>
              <mc:Fallback>
                <p:oleObj name="Equation" r:id="rId13" imgW="74916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048000"/>
                        <a:ext cx="17526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068" name="Rectangle 12"/>
          <p:cNvSpPr>
            <a:spLocks noChangeArrowheads="1"/>
          </p:cNvSpPr>
          <p:nvPr/>
        </p:nvSpPr>
        <p:spPr bwMode="auto">
          <a:xfrm>
            <a:off x="457200" y="3886200"/>
            <a:ext cx="8229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定义   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由单位矩阵</a:t>
            </a:r>
            <a:r>
              <a:rPr lang="en-US" altLang="zh-CN" i="1">
                <a:solidFill>
                  <a:schemeClr val="tx2"/>
                </a:solidFill>
              </a:rPr>
              <a:t>E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经过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一次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初等变换，得到的矩阵称为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初等矩阵</a:t>
            </a:r>
            <a:r>
              <a:rPr lang="zh-CN" altLang="en-US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069069" name="Rectangle 13"/>
          <p:cNvSpPr>
            <a:spLocks noChangeArrowheads="1"/>
          </p:cNvSpPr>
          <p:nvPr/>
        </p:nvSpPr>
        <p:spPr bwMode="auto">
          <a:xfrm>
            <a:off x="477838" y="5181600"/>
            <a:ext cx="45513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2"/>
                </a:solidFill>
              </a:rPr>
              <a:t>初等矩阵有下列 3 种：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6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6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6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6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69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6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69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69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58" grpId="0" autoUpdateAnimBg="0"/>
      <p:bldP spid="1069061" grpId="0" autoUpdateAnimBg="0"/>
      <p:bldP spid="1069063" grpId="0" autoUpdateAnimBg="0"/>
      <p:bldP spid="1069066" grpId="0" autoUpdateAnimBg="0"/>
      <p:bldP spid="1069068" grpId="0" autoUpdateAnimBg="0"/>
      <p:bldP spid="1069069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B774-4B96-485B-A046-C3BEB122C10D}" type="slidenum">
              <a:rPr lang="zh-CN" altLang="en-US"/>
              <a:pPr/>
              <a:t>98</a:t>
            </a:fld>
            <a:endParaRPr lang="zh-CN" altLang="en-US"/>
          </a:p>
        </p:txBody>
      </p:sp>
      <p:sp>
        <p:nvSpPr>
          <p:cNvPr id="1070082" name="Rectangle 2"/>
          <p:cNvSpPr>
            <a:spLocks noChangeArrowheads="1"/>
          </p:cNvSpPr>
          <p:nvPr/>
        </p:nvSpPr>
        <p:spPr bwMode="auto">
          <a:xfrm>
            <a:off x="228600" y="304800"/>
            <a:ext cx="7239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2"/>
                </a:solidFill>
              </a:rPr>
              <a:t>(1) 对</a:t>
            </a:r>
            <a:r>
              <a:rPr lang="en-US" altLang="zh-CN" sz="2800" i="1">
                <a:solidFill>
                  <a:schemeClr val="tx2"/>
                </a:solidFill>
              </a:rPr>
              <a:t>E</a:t>
            </a:r>
            <a:r>
              <a:rPr lang="zh-CN" altLang="en-US" sz="2800">
                <a:solidFill>
                  <a:schemeClr val="tx2"/>
                </a:solidFill>
              </a:rPr>
              <a:t>施以第(1)种初等变换得到的矩阵.</a:t>
            </a:r>
          </a:p>
        </p:txBody>
      </p:sp>
      <p:grpSp>
        <p:nvGrpSpPr>
          <p:cNvPr id="1070083" name="Group 3"/>
          <p:cNvGrpSpPr>
            <a:grpSpLocks/>
          </p:cNvGrpSpPr>
          <p:nvPr/>
        </p:nvGrpSpPr>
        <p:grpSpPr bwMode="auto">
          <a:xfrm>
            <a:off x="609600" y="914400"/>
            <a:ext cx="7854950" cy="5586413"/>
            <a:chOff x="384" y="576"/>
            <a:chExt cx="4948" cy="3519"/>
          </a:xfrm>
        </p:grpSpPr>
        <p:sp>
          <p:nvSpPr>
            <p:cNvPr id="1070084" name="Text Box 4"/>
            <p:cNvSpPr txBox="1">
              <a:spLocks noChangeArrowheads="1"/>
            </p:cNvSpPr>
            <p:nvPr/>
          </p:nvSpPr>
          <p:spPr bwMode="auto">
            <a:xfrm>
              <a:off x="4801" y="1275"/>
              <a:ext cx="4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i="1"/>
                <a:t>i </a:t>
              </a:r>
              <a:r>
                <a:rPr kumimoji="0" lang="zh-CN" altLang="en-US"/>
                <a:t>行</a:t>
              </a:r>
            </a:p>
          </p:txBody>
        </p:sp>
        <p:sp>
          <p:nvSpPr>
            <p:cNvPr id="1070085" name="Text Box 5"/>
            <p:cNvSpPr txBox="1">
              <a:spLocks noChangeArrowheads="1"/>
            </p:cNvSpPr>
            <p:nvPr/>
          </p:nvSpPr>
          <p:spPr bwMode="auto">
            <a:xfrm>
              <a:off x="1968" y="3768"/>
              <a:ext cx="5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i="1"/>
                <a:t>i </a:t>
              </a:r>
              <a:r>
                <a:rPr kumimoji="0" lang="zh-CN" altLang="en-US"/>
                <a:t>列</a:t>
              </a:r>
            </a:p>
          </p:txBody>
        </p:sp>
        <p:sp>
          <p:nvSpPr>
            <p:cNvPr id="1070086" name="Text Box 6"/>
            <p:cNvSpPr txBox="1">
              <a:spLocks noChangeArrowheads="1"/>
            </p:cNvSpPr>
            <p:nvPr/>
          </p:nvSpPr>
          <p:spPr bwMode="auto">
            <a:xfrm>
              <a:off x="4848" y="2633"/>
              <a:ext cx="4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i="1"/>
                <a:t>j </a:t>
              </a:r>
              <a:r>
                <a:rPr kumimoji="0" lang="zh-CN" altLang="en-US"/>
                <a:t>行</a:t>
              </a:r>
            </a:p>
          </p:txBody>
        </p:sp>
        <p:sp>
          <p:nvSpPr>
            <p:cNvPr id="1070087" name="Text Box 7"/>
            <p:cNvSpPr txBox="1">
              <a:spLocks noChangeArrowheads="1"/>
            </p:cNvSpPr>
            <p:nvPr/>
          </p:nvSpPr>
          <p:spPr bwMode="auto">
            <a:xfrm>
              <a:off x="3552" y="3744"/>
              <a:ext cx="5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i="1"/>
                <a:t>j </a:t>
              </a:r>
              <a:r>
                <a:rPr kumimoji="0" lang="zh-CN" altLang="en-US"/>
                <a:t>列</a:t>
              </a:r>
            </a:p>
          </p:txBody>
        </p:sp>
        <p:graphicFrame>
          <p:nvGraphicFramePr>
            <p:cNvPr id="1070088" name="Object 8"/>
            <p:cNvGraphicFramePr>
              <a:graphicFrameLocks noChangeAspect="1"/>
            </p:cNvGraphicFramePr>
            <p:nvPr/>
          </p:nvGraphicFramePr>
          <p:xfrm>
            <a:off x="384" y="576"/>
            <a:ext cx="4272" cy="3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7297" name="Equation" r:id="rId3" imgW="2831760" imgH="2057400" progId="Equation.3">
                    <p:embed/>
                  </p:oleObj>
                </mc:Choice>
                <mc:Fallback>
                  <p:oleObj name="Equation" r:id="rId3" imgW="2831760" imgH="2057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576"/>
                          <a:ext cx="4272" cy="3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2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769-B2DB-44E9-880F-85E301D555CC}" type="slidenum">
              <a:rPr lang="zh-CN" altLang="en-US"/>
              <a:pPr/>
              <a:t>99</a:t>
            </a:fld>
            <a:endParaRPr lang="zh-CN" altLang="en-US"/>
          </a:p>
        </p:txBody>
      </p:sp>
      <p:sp>
        <p:nvSpPr>
          <p:cNvPr id="1071106" name="Text Box 2"/>
          <p:cNvSpPr txBox="1">
            <a:spLocks noChangeArrowheads="1"/>
          </p:cNvSpPr>
          <p:nvPr/>
        </p:nvSpPr>
        <p:spPr bwMode="auto">
          <a:xfrm>
            <a:off x="533400" y="457200"/>
            <a:ext cx="64452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(2) 对</a:t>
            </a:r>
            <a:r>
              <a:rPr lang="en-US" altLang="zh-CN" sz="3000" i="1">
                <a:solidFill>
                  <a:schemeClr val="tx2"/>
                </a:solidFill>
              </a:rPr>
              <a:t>E</a:t>
            </a:r>
            <a:r>
              <a:rPr lang="zh-CN" altLang="en-US">
                <a:solidFill>
                  <a:schemeClr val="tx2"/>
                </a:solidFill>
              </a:rPr>
              <a:t>施以第(2)种初等变换得到的矩阵.</a:t>
            </a:r>
            <a:endParaRPr lang="zh-CN" altLang="en-US"/>
          </a:p>
        </p:txBody>
      </p:sp>
      <p:grpSp>
        <p:nvGrpSpPr>
          <p:cNvPr id="1071107" name="Group 3"/>
          <p:cNvGrpSpPr>
            <a:grpSpLocks/>
          </p:cNvGrpSpPr>
          <p:nvPr/>
        </p:nvGrpSpPr>
        <p:grpSpPr bwMode="auto">
          <a:xfrm>
            <a:off x="1219200" y="1295400"/>
            <a:ext cx="6705600" cy="4892675"/>
            <a:chOff x="768" y="816"/>
            <a:chExt cx="4224" cy="3082"/>
          </a:xfrm>
        </p:grpSpPr>
        <p:graphicFrame>
          <p:nvGraphicFramePr>
            <p:cNvPr id="1071108" name="Object 4"/>
            <p:cNvGraphicFramePr>
              <a:graphicFrameLocks noChangeAspect="1"/>
            </p:cNvGraphicFramePr>
            <p:nvPr/>
          </p:nvGraphicFramePr>
          <p:xfrm>
            <a:off x="768" y="816"/>
            <a:ext cx="3637" cy="28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321" name="Equation" r:id="rId3" imgW="2311200" imgH="1790640" progId="Equation.3">
                    <p:embed/>
                  </p:oleObj>
                </mc:Choice>
                <mc:Fallback>
                  <p:oleObj name="Equation" r:id="rId3" imgW="2311200" imgH="17906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816"/>
                          <a:ext cx="3637" cy="28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1109" name="Text Box 5"/>
            <p:cNvSpPr txBox="1">
              <a:spLocks noChangeArrowheads="1"/>
            </p:cNvSpPr>
            <p:nvPr/>
          </p:nvSpPr>
          <p:spPr bwMode="auto">
            <a:xfrm>
              <a:off x="4530" y="1888"/>
              <a:ext cx="46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kumimoji="0" lang="en-US" altLang="zh-CN" sz="3000" i="1"/>
                <a:t>i</a:t>
              </a:r>
              <a:r>
                <a:rPr kumimoji="0" lang="en-US" altLang="zh-CN" i="1"/>
                <a:t> </a:t>
              </a:r>
              <a:r>
                <a:rPr kumimoji="0" lang="zh-CN" altLang="en-US"/>
                <a:t>行</a:t>
              </a:r>
            </a:p>
          </p:txBody>
        </p:sp>
        <p:sp>
          <p:nvSpPr>
            <p:cNvPr id="1071110" name="Text Box 6"/>
            <p:cNvSpPr txBox="1">
              <a:spLocks noChangeArrowheads="1"/>
            </p:cNvSpPr>
            <p:nvPr/>
          </p:nvSpPr>
          <p:spPr bwMode="auto">
            <a:xfrm>
              <a:off x="2832" y="3552"/>
              <a:ext cx="46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kumimoji="0" lang="en-US" altLang="zh-CN" sz="3000" i="1"/>
                <a:t>i</a:t>
              </a:r>
              <a:r>
                <a:rPr kumimoji="0" lang="en-US" altLang="zh-CN" i="1"/>
                <a:t> </a:t>
              </a:r>
              <a:r>
                <a:rPr kumimoji="0" lang="zh-CN" altLang="en-US"/>
                <a:t>列</a:t>
              </a: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6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AEAE-E1F3-4E9B-BBEE-91C8A53A5E01}" type="slidenum">
              <a:rPr lang="zh-CN" altLang="en-US"/>
              <a:pPr/>
              <a:t>100</a:t>
            </a:fld>
            <a:endParaRPr lang="zh-CN" altLang="en-US"/>
          </a:p>
        </p:txBody>
      </p:sp>
      <p:sp>
        <p:nvSpPr>
          <p:cNvPr id="1072130" name="Text Box 2"/>
          <p:cNvSpPr txBox="1">
            <a:spLocks noChangeArrowheads="1"/>
          </p:cNvSpPr>
          <p:nvPr/>
        </p:nvSpPr>
        <p:spPr bwMode="auto">
          <a:xfrm>
            <a:off x="533400" y="457200"/>
            <a:ext cx="64452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(3) 对</a:t>
            </a:r>
            <a:r>
              <a:rPr lang="en-US" altLang="zh-CN" sz="3000" i="1">
                <a:solidFill>
                  <a:schemeClr val="tx2"/>
                </a:solidFill>
              </a:rPr>
              <a:t>E</a:t>
            </a:r>
            <a:r>
              <a:rPr lang="zh-CN" altLang="en-US">
                <a:solidFill>
                  <a:schemeClr val="tx2"/>
                </a:solidFill>
              </a:rPr>
              <a:t>施以第(3)种初等变换得到的矩阵.</a:t>
            </a:r>
            <a:endParaRPr lang="zh-CN" altLang="en-US"/>
          </a:p>
        </p:txBody>
      </p:sp>
      <p:graphicFrame>
        <p:nvGraphicFramePr>
          <p:cNvPr id="1072131" name="Object 3"/>
          <p:cNvGraphicFramePr>
            <a:graphicFrameLocks noChangeAspect="1"/>
          </p:cNvGraphicFramePr>
          <p:nvPr/>
        </p:nvGraphicFramePr>
        <p:xfrm>
          <a:off x="838200" y="1143000"/>
          <a:ext cx="6858000" cy="451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345" name="Equation" r:id="rId3" imgW="2730240" imgH="1803240" progId="Equation.3">
                  <p:embed/>
                </p:oleObj>
              </mc:Choice>
              <mc:Fallback>
                <p:oleObj name="Equation" r:id="rId3" imgW="2730240" imgH="1803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43000"/>
                        <a:ext cx="6858000" cy="451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30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4A680-305D-4FFD-95E0-91981ECDB6E4}" type="slidenum">
              <a:rPr lang="zh-CN" altLang="en-US"/>
              <a:pPr/>
              <a:t>101</a:t>
            </a:fld>
            <a:endParaRPr lang="zh-CN" altLang="en-US"/>
          </a:p>
        </p:txBody>
      </p:sp>
      <p:sp>
        <p:nvSpPr>
          <p:cNvPr id="1073154" name="Text Box 2"/>
          <p:cNvSpPr txBox="1">
            <a:spLocks noChangeArrowheads="1"/>
          </p:cNvSpPr>
          <p:nvPr/>
        </p:nvSpPr>
        <p:spPr bwMode="auto">
          <a:xfrm>
            <a:off x="762000" y="685800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初等矩阵的逆矩阵还是同类型的初等矩阵</a:t>
            </a:r>
            <a:r>
              <a:rPr lang="zh-CN" altLang="en-US"/>
              <a:t>：</a:t>
            </a:r>
          </a:p>
        </p:txBody>
      </p:sp>
      <p:graphicFrame>
        <p:nvGraphicFramePr>
          <p:cNvPr id="1073155" name="Object 3"/>
          <p:cNvGraphicFramePr>
            <a:graphicFrameLocks noChangeAspect="1"/>
          </p:cNvGraphicFramePr>
          <p:nvPr/>
        </p:nvGraphicFramePr>
        <p:xfrm>
          <a:off x="914400" y="1524000"/>
          <a:ext cx="2895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371" name="Equation" r:id="rId3" imgW="1244520" imgH="228600" progId="Equation.3">
                  <p:embed/>
                </p:oleObj>
              </mc:Choice>
              <mc:Fallback>
                <p:oleObj name="Equation" r:id="rId3" imgW="124452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24000"/>
                        <a:ext cx="28956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3156" name="Object 4"/>
          <p:cNvGraphicFramePr>
            <a:graphicFrameLocks noChangeAspect="1"/>
          </p:cNvGraphicFramePr>
          <p:nvPr/>
        </p:nvGraphicFramePr>
        <p:xfrm>
          <a:off x="914400" y="2590800"/>
          <a:ext cx="32004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372" name="Equation" r:id="rId5" imgW="1346040" imgH="393480" progId="Equation.3">
                  <p:embed/>
                </p:oleObj>
              </mc:Choice>
              <mc:Fallback>
                <p:oleObj name="Equation" r:id="rId5" imgW="134604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90800"/>
                        <a:ext cx="3200400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3157" name="Object 5"/>
          <p:cNvGraphicFramePr>
            <a:graphicFrameLocks noChangeAspect="1"/>
          </p:cNvGraphicFramePr>
          <p:nvPr/>
        </p:nvGraphicFramePr>
        <p:xfrm>
          <a:off x="914400" y="3886200"/>
          <a:ext cx="41910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373" name="Equation" r:id="rId7" imgW="1726920" imgH="228600" progId="Equation.3">
                  <p:embed/>
                </p:oleObj>
              </mc:Choice>
              <mc:Fallback>
                <p:oleObj name="Equation" r:id="rId7" imgW="17269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886200"/>
                        <a:ext cx="4191000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4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6265-0815-4AC2-B40A-4A705D931317}" type="slidenum">
              <a:rPr lang="zh-CN" altLang="en-US"/>
              <a:pPr/>
              <a:t>102</a:t>
            </a:fld>
            <a:endParaRPr lang="zh-CN" altLang="en-US"/>
          </a:p>
        </p:txBody>
      </p:sp>
      <p:sp>
        <p:nvSpPr>
          <p:cNvPr id="1074178" name="Rectangle 2"/>
          <p:cNvSpPr>
            <a:spLocks noChangeArrowheads="1"/>
          </p:cNvSpPr>
          <p:nvPr/>
        </p:nvSpPr>
        <p:spPr bwMode="auto">
          <a:xfrm>
            <a:off x="304800" y="1752600"/>
            <a:ext cx="8458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chemeClr val="tx2"/>
                </a:solidFill>
                <a:sym typeface="Symbol" panose="05050102010706020507" pitchFamily="18" charset="2"/>
              </a:rPr>
              <a:t>(2)  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对</a:t>
            </a:r>
            <a:r>
              <a:rPr lang="en-US" altLang="zh-CN" sz="2800" i="1">
                <a:solidFill>
                  <a:schemeClr val="tx2"/>
                </a:solidFill>
                <a:sym typeface="Symbol" panose="05050102010706020507" pitchFamily="18" charset="2"/>
              </a:rPr>
              <a:t>A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施以某种初等</a:t>
            </a:r>
            <a:r>
              <a:rPr lang="zh-CN" altLang="en-US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列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变换, 相当于用同种的</a:t>
            </a:r>
            <a:r>
              <a:rPr lang="en-US" altLang="zh-CN" sz="2800" i="1">
                <a:solidFill>
                  <a:srgbClr val="FF3300"/>
                </a:solidFill>
                <a:sym typeface="Symbol" panose="05050102010706020507" pitchFamily="18" charset="2"/>
              </a:rPr>
              <a:t>n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阶初等矩阵</a:t>
            </a:r>
            <a:r>
              <a:rPr lang="zh-CN" altLang="en-US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右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乘</a:t>
            </a:r>
            <a:r>
              <a:rPr lang="en-US" altLang="zh-CN" sz="2800" i="1">
                <a:solidFill>
                  <a:schemeClr val="tx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>
                <a:solidFill>
                  <a:schemeClr val="tx2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74179" name="Rectangle 3"/>
          <p:cNvSpPr>
            <a:spLocks noChangeArrowheads="1"/>
          </p:cNvSpPr>
          <p:nvPr/>
        </p:nvSpPr>
        <p:spPr bwMode="auto">
          <a:xfrm>
            <a:off x="304800" y="685800"/>
            <a:ext cx="8458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chemeClr val="tx2"/>
                </a:solidFill>
                <a:sym typeface="Symbol" panose="05050102010706020507" pitchFamily="18" charset="2"/>
              </a:rPr>
              <a:t>(1)  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对</a:t>
            </a:r>
            <a:r>
              <a:rPr lang="en-US" altLang="zh-CN" sz="2800" i="1">
                <a:solidFill>
                  <a:schemeClr val="tx2"/>
                </a:solidFill>
                <a:sym typeface="Symbol" panose="05050102010706020507" pitchFamily="18" charset="2"/>
              </a:rPr>
              <a:t>A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施以某种</a:t>
            </a:r>
            <a:r>
              <a:rPr lang="zh-CN" altLang="en-US" sz="2800">
                <a:solidFill>
                  <a:schemeClr val="tx2"/>
                </a:solidFill>
              </a:rPr>
              <a:t>初等</a:t>
            </a:r>
            <a:r>
              <a:rPr lang="zh-CN" altLang="en-US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行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变换, 相当于用同种的</a:t>
            </a:r>
            <a:r>
              <a:rPr lang="en-US" altLang="zh-CN" sz="2800" i="1">
                <a:solidFill>
                  <a:srgbClr val="FF3300"/>
                </a:solidFill>
                <a:sym typeface="Symbol" panose="05050102010706020507" pitchFamily="18" charset="2"/>
              </a:rPr>
              <a:t>m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阶初等矩阵</a:t>
            </a:r>
            <a:r>
              <a:rPr lang="zh-CN" altLang="en-US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左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乘</a:t>
            </a:r>
            <a:r>
              <a:rPr lang="en-US" altLang="zh-CN" sz="2800" i="1">
                <a:solidFill>
                  <a:schemeClr val="tx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>
                <a:solidFill>
                  <a:schemeClr val="tx2"/>
                </a:solidFill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1074180" name="Group 4"/>
          <p:cNvGrpSpPr>
            <a:grpSpLocks/>
          </p:cNvGrpSpPr>
          <p:nvPr/>
        </p:nvGrpSpPr>
        <p:grpSpPr bwMode="auto">
          <a:xfrm>
            <a:off x="304800" y="152400"/>
            <a:ext cx="5867400" cy="685800"/>
            <a:chOff x="240" y="240"/>
            <a:chExt cx="3696" cy="432"/>
          </a:xfrm>
        </p:grpSpPr>
        <p:sp>
          <p:nvSpPr>
            <p:cNvPr id="1074181" name="Rectangle 5"/>
            <p:cNvSpPr>
              <a:spLocks noChangeArrowheads="1"/>
            </p:cNvSpPr>
            <p:nvPr/>
          </p:nvSpPr>
          <p:spPr bwMode="auto">
            <a:xfrm>
              <a:off x="240" y="240"/>
              <a:ext cx="3696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9144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1371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18288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2800">
                  <a:solidFill>
                    <a:srgbClr val="0033CC"/>
                  </a:solidFill>
                  <a:ea typeface="黑体" panose="02010609060101010101" pitchFamily="49" charset="-122"/>
                </a:rPr>
                <a:t>定理</a:t>
              </a:r>
              <a:r>
                <a:rPr lang="zh-CN" altLang="en-US" sz="2800">
                  <a:solidFill>
                    <a:schemeClr val="hlink"/>
                  </a:solidFill>
                </a:rPr>
                <a:t>   </a:t>
              </a:r>
              <a:r>
                <a:rPr lang="zh-CN" altLang="en-US" sz="2800">
                  <a:solidFill>
                    <a:schemeClr val="tx2"/>
                  </a:solidFill>
                </a:rPr>
                <a:t>  设</a:t>
              </a:r>
              <a:r>
                <a:rPr lang="en-US" altLang="zh-CN" sz="2800" i="1">
                  <a:solidFill>
                    <a:schemeClr val="tx2"/>
                  </a:solidFill>
                </a:rPr>
                <a:t>A</a:t>
              </a:r>
              <a:r>
                <a:rPr lang="zh-CN" altLang="en-US" sz="2800">
                  <a:solidFill>
                    <a:schemeClr val="tx2"/>
                  </a:solidFill>
                </a:rPr>
                <a:t>为            阶矩阵，</a:t>
              </a:r>
              <a:endParaRPr lang="en-US" altLang="zh-CN" sz="2800">
                <a:solidFill>
                  <a:schemeClr val="tx2"/>
                </a:solidFill>
              </a:endParaRPr>
            </a:p>
          </p:txBody>
        </p:sp>
        <p:graphicFrame>
          <p:nvGraphicFramePr>
            <p:cNvPr id="1074182" name="Object 6"/>
            <p:cNvGraphicFramePr>
              <a:graphicFrameLocks noChangeAspect="1"/>
            </p:cNvGraphicFramePr>
            <p:nvPr/>
          </p:nvGraphicFramePr>
          <p:xfrm>
            <a:off x="1646" y="357"/>
            <a:ext cx="62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1399" name="Equation" r:id="rId3" imgW="380880" imgH="139680" progId="Equation.3">
                    <p:embed/>
                  </p:oleObj>
                </mc:Choice>
                <mc:Fallback>
                  <p:oleObj name="Equation" r:id="rId3" imgW="380880" imgH="1396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6" y="357"/>
                          <a:ext cx="624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4183" name="Text Box 7"/>
          <p:cNvSpPr txBox="1">
            <a:spLocks noChangeArrowheads="1"/>
          </p:cNvSpPr>
          <p:nvPr/>
        </p:nvSpPr>
        <p:spPr bwMode="auto">
          <a:xfrm>
            <a:off x="3124200" y="2319338"/>
            <a:ext cx="1252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证略。</a:t>
            </a:r>
          </a:p>
        </p:txBody>
      </p:sp>
      <p:sp>
        <p:nvSpPr>
          <p:cNvPr id="1074184" name="Rectangle 8"/>
          <p:cNvSpPr>
            <a:spLocks noChangeArrowheads="1"/>
          </p:cNvSpPr>
          <p:nvPr/>
        </p:nvSpPr>
        <p:spPr bwMode="auto">
          <a:xfrm>
            <a:off x="330200" y="318293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  <a:endParaRPr lang="zh-CN" altLang="en-US"/>
          </a:p>
        </p:txBody>
      </p:sp>
      <p:graphicFrame>
        <p:nvGraphicFramePr>
          <p:cNvPr id="1074185" name="Object 9"/>
          <p:cNvGraphicFramePr>
            <a:graphicFrameLocks noChangeAspect="1"/>
          </p:cNvGraphicFramePr>
          <p:nvPr/>
        </p:nvGraphicFramePr>
        <p:xfrm>
          <a:off x="935038" y="2962275"/>
          <a:ext cx="2259012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00" name="Equation" r:id="rId5" imgW="965160" imgH="457200" progId="Equation.3">
                  <p:embed/>
                </p:oleObj>
              </mc:Choice>
              <mc:Fallback>
                <p:oleObj name="Equation" r:id="rId5" imgW="96516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2962275"/>
                        <a:ext cx="2259012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6" name="Object 10"/>
          <p:cNvGraphicFramePr>
            <a:graphicFrameLocks noChangeAspect="1"/>
          </p:cNvGraphicFramePr>
          <p:nvPr/>
        </p:nvGraphicFramePr>
        <p:xfrm>
          <a:off x="3130550" y="3114675"/>
          <a:ext cx="18923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01" name="Equation" r:id="rId7" imgW="787320" imgH="241200" progId="Equation.3">
                  <p:embed/>
                </p:oleObj>
              </mc:Choice>
              <mc:Fallback>
                <p:oleObj name="Equation" r:id="rId7" imgW="78732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3114675"/>
                        <a:ext cx="18923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7" name="Object 11"/>
          <p:cNvGraphicFramePr>
            <a:graphicFrameLocks noChangeAspect="1"/>
          </p:cNvGraphicFramePr>
          <p:nvPr/>
        </p:nvGraphicFramePr>
        <p:xfrm>
          <a:off x="4973638" y="2928938"/>
          <a:ext cx="1960562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02" name="Equation" r:id="rId9" imgW="838080" imgH="457200" progId="Equation.3">
                  <p:embed/>
                </p:oleObj>
              </mc:Choice>
              <mc:Fallback>
                <p:oleObj name="Equation" r:id="rId9" imgW="83808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3638" y="2928938"/>
                        <a:ext cx="1960562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8" name="Object 12"/>
          <p:cNvGraphicFramePr>
            <a:graphicFrameLocks noChangeAspect="1"/>
          </p:cNvGraphicFramePr>
          <p:nvPr/>
        </p:nvGraphicFramePr>
        <p:xfrm>
          <a:off x="1219200" y="4486275"/>
          <a:ext cx="16351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03" name="Equation" r:id="rId11" imgW="698400" imgH="457200" progId="Equation.3">
                  <p:embed/>
                </p:oleObj>
              </mc:Choice>
              <mc:Fallback>
                <p:oleObj name="Equation" r:id="rId11" imgW="69840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86275"/>
                        <a:ext cx="16351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89" name="Object 13"/>
          <p:cNvGraphicFramePr>
            <a:graphicFrameLocks noChangeAspect="1"/>
          </p:cNvGraphicFramePr>
          <p:nvPr/>
        </p:nvGraphicFramePr>
        <p:xfrm>
          <a:off x="2895600" y="4181475"/>
          <a:ext cx="1635125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04" name="Equation" r:id="rId13" imgW="698400" imgH="711000" progId="Equation.3">
                  <p:embed/>
                </p:oleObj>
              </mc:Choice>
              <mc:Fallback>
                <p:oleObj name="Equation" r:id="rId13" imgW="698400" imgH="711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81475"/>
                        <a:ext cx="1635125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4190" name="Object 14"/>
          <p:cNvGraphicFramePr>
            <a:graphicFrameLocks noChangeAspect="1"/>
          </p:cNvGraphicFramePr>
          <p:nvPr/>
        </p:nvGraphicFramePr>
        <p:xfrm>
          <a:off x="4516438" y="4454525"/>
          <a:ext cx="22574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05" name="Equation" r:id="rId15" imgW="965160" imgH="457200" progId="Equation.3">
                  <p:embed/>
                </p:oleObj>
              </mc:Choice>
              <mc:Fallback>
                <p:oleObj name="Equation" r:id="rId15" imgW="96516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8" y="4454525"/>
                        <a:ext cx="22574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7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7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7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78" grpId="0" autoUpdateAnimBg="0"/>
      <p:bldP spid="1074179" grpId="0" autoUpdateAnimBg="0"/>
      <p:bldP spid="1074183" grpId="0" autoUpdateAnimBg="0"/>
      <p:bldP spid="1074184" grpId="0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2FAB2-8E62-493C-A219-22B6995141E4}" type="slidenum">
              <a:rPr lang="zh-CN" altLang="en-US"/>
              <a:pPr/>
              <a:t>103</a:t>
            </a:fld>
            <a:endParaRPr lang="zh-CN" altLang="en-US"/>
          </a:p>
        </p:txBody>
      </p:sp>
      <p:sp>
        <p:nvSpPr>
          <p:cNvPr id="1075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11175" y="381000"/>
            <a:ext cx="3276600" cy="5334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矩阵等价：</a:t>
            </a:r>
          </a:p>
        </p:txBody>
      </p:sp>
      <p:sp>
        <p:nvSpPr>
          <p:cNvPr id="1075203" name="Text Box 3"/>
          <p:cNvSpPr txBox="1">
            <a:spLocks noChangeArrowheads="1"/>
          </p:cNvSpPr>
          <p:nvPr/>
        </p:nvSpPr>
        <p:spPr bwMode="auto">
          <a:xfrm>
            <a:off x="457200" y="22860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2"/>
                </a:solidFill>
              </a:rPr>
              <a:t>等价关系的性质：</a:t>
            </a:r>
          </a:p>
        </p:txBody>
      </p:sp>
      <p:graphicFrame>
        <p:nvGraphicFramePr>
          <p:cNvPr id="1075204" name="Object 4"/>
          <p:cNvGraphicFramePr>
            <a:graphicFrameLocks noChangeAspect="1"/>
          </p:cNvGraphicFramePr>
          <p:nvPr/>
        </p:nvGraphicFramePr>
        <p:xfrm>
          <a:off x="784225" y="2971800"/>
          <a:ext cx="36893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420" name="Equation" r:id="rId3" imgW="1473120" imgH="215640" progId="Equation.3">
                  <p:embed/>
                </p:oleObj>
              </mc:Choice>
              <mc:Fallback>
                <p:oleObj name="Equation" r:id="rId3" imgW="147312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2971800"/>
                        <a:ext cx="368935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05" name="Object 5"/>
          <p:cNvGraphicFramePr>
            <a:graphicFrameLocks noChangeAspect="1"/>
          </p:cNvGraphicFramePr>
          <p:nvPr/>
        </p:nvGraphicFramePr>
        <p:xfrm>
          <a:off x="762000" y="3657600"/>
          <a:ext cx="5715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421" name="Equation" r:id="rId5" imgW="2197080" imgH="215640" progId="Equation.3">
                  <p:embed/>
                </p:oleObj>
              </mc:Choice>
              <mc:Fallback>
                <p:oleObj name="Equation" r:id="rId5" imgW="21970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657600"/>
                        <a:ext cx="5715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06" name="Object 6"/>
          <p:cNvGraphicFramePr>
            <a:graphicFrameLocks noChangeAspect="1"/>
          </p:cNvGraphicFramePr>
          <p:nvPr/>
        </p:nvGraphicFramePr>
        <p:xfrm>
          <a:off x="758825" y="4343400"/>
          <a:ext cx="67706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422" name="Equation" r:id="rId7" imgW="2679480" imgH="215640" progId="Equation.3">
                  <p:embed/>
                </p:oleObj>
              </mc:Choice>
              <mc:Fallback>
                <p:oleObj name="Equation" r:id="rId7" imgW="267948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4343400"/>
                        <a:ext cx="677068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5207" name="Group 7"/>
          <p:cNvGrpSpPr>
            <a:grpSpLocks/>
          </p:cNvGrpSpPr>
          <p:nvPr/>
        </p:nvGrpSpPr>
        <p:grpSpPr bwMode="auto">
          <a:xfrm>
            <a:off x="457200" y="990600"/>
            <a:ext cx="8305800" cy="1125538"/>
            <a:chOff x="288" y="624"/>
            <a:chExt cx="5232" cy="709"/>
          </a:xfrm>
        </p:grpSpPr>
        <p:sp>
          <p:nvSpPr>
            <p:cNvPr id="1075208" name="Text Box 8"/>
            <p:cNvSpPr txBox="1">
              <a:spLocks noChangeArrowheads="1"/>
            </p:cNvSpPr>
            <p:nvPr/>
          </p:nvSpPr>
          <p:spPr bwMode="auto">
            <a:xfrm>
              <a:off x="288" y="624"/>
              <a:ext cx="5232" cy="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>
                  <a:latin typeface="宋体" panose="02010600030101010101" pitchFamily="2" charset="-122"/>
                </a:rPr>
                <a:t>      如果矩阵</a:t>
              </a:r>
              <a:r>
                <a:rPr lang="en-US" altLang="zh-CN" i="1"/>
                <a:t>B</a:t>
              </a:r>
              <a:r>
                <a:rPr lang="zh-CN" altLang="en-US">
                  <a:latin typeface="宋体" panose="02010600030101010101" pitchFamily="2" charset="-122"/>
                </a:rPr>
                <a:t>可以由矩阵</a:t>
              </a:r>
              <a:r>
                <a:rPr lang="en-US" altLang="zh-CN" i="1"/>
                <a:t>A</a:t>
              </a:r>
              <a:r>
                <a:rPr lang="zh-CN" altLang="en-US">
                  <a:latin typeface="宋体" panose="02010600030101010101" pitchFamily="2" charset="-122"/>
                </a:rPr>
                <a:t>经过有限次初等变换得到，则称矩阵</a:t>
              </a:r>
              <a:r>
                <a:rPr lang="en-US" altLang="zh-CN" i="1"/>
                <a:t>A</a:t>
              </a:r>
              <a:r>
                <a:rPr lang="zh-CN" altLang="en-US">
                  <a:latin typeface="宋体" panose="02010600030101010101" pitchFamily="2" charset="-122"/>
                </a:rPr>
                <a:t>和</a:t>
              </a:r>
              <a:r>
                <a:rPr lang="en-US" altLang="zh-CN" i="1"/>
                <a:t>B</a:t>
              </a:r>
              <a:r>
                <a:rPr lang="zh-CN" altLang="en-US">
                  <a:latin typeface="宋体" panose="02010600030101010101" pitchFamily="2" charset="-122"/>
                </a:rPr>
                <a:t>为</a:t>
              </a: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等价</a:t>
              </a:r>
              <a:r>
                <a:rPr lang="zh-CN" altLang="en-US">
                  <a:latin typeface="宋体" panose="02010600030101010101" pitchFamily="2" charset="-122"/>
                </a:rPr>
                <a:t>的，记作</a:t>
              </a:r>
              <a:r>
                <a:rPr lang="zh-CN" altLang="en-US"/>
                <a:t> </a:t>
              </a:r>
            </a:p>
          </p:txBody>
        </p:sp>
        <p:graphicFrame>
          <p:nvGraphicFramePr>
            <p:cNvPr id="1075209" name="Object 9"/>
            <p:cNvGraphicFramePr>
              <a:graphicFrameLocks noChangeAspect="1"/>
            </p:cNvGraphicFramePr>
            <p:nvPr/>
          </p:nvGraphicFramePr>
          <p:xfrm>
            <a:off x="3954" y="1016"/>
            <a:ext cx="81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2423" name="Equation" r:id="rId9" imgW="520560" imgH="203040" progId="Equation.3">
                    <p:embed/>
                  </p:oleObj>
                </mc:Choice>
                <mc:Fallback>
                  <p:oleObj name="Equation" r:id="rId9" imgW="520560" imgH="2030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4" y="1016"/>
                          <a:ext cx="81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5210" name="Text Box 10"/>
          <p:cNvSpPr txBox="1">
            <a:spLocks noChangeArrowheads="1"/>
          </p:cNvSpPr>
          <p:nvPr/>
        </p:nvSpPr>
        <p:spPr bwMode="auto">
          <a:xfrm>
            <a:off x="511175" y="1057275"/>
            <a:ext cx="1317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定义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7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7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7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7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7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02" grpId="0" autoUpdateAnimBg="0"/>
      <p:bldP spid="1075203" grpId="0" autoUpdateAnimBg="0"/>
      <p:bldP spid="1075210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73482-D32C-424E-8E06-B882C0EC3E66}" type="slidenum">
              <a:rPr lang="zh-CN" altLang="en-US"/>
              <a:pPr/>
              <a:t>104</a:t>
            </a:fld>
            <a:endParaRPr lang="zh-CN" altLang="en-US"/>
          </a:p>
        </p:txBody>
      </p:sp>
      <p:sp>
        <p:nvSpPr>
          <p:cNvPr id="1076226" name="Rectangle 2"/>
          <p:cNvSpPr>
            <a:spLocks noChangeArrowheads="1"/>
          </p:cNvSpPr>
          <p:nvPr/>
        </p:nvSpPr>
        <p:spPr bwMode="auto">
          <a:xfrm>
            <a:off x="381000" y="3810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定理</a:t>
            </a:r>
            <a:endParaRPr lang="en-US" altLang="zh-CN" sz="2800">
              <a:solidFill>
                <a:schemeClr val="tx2"/>
              </a:solidFill>
            </a:endParaRPr>
          </a:p>
        </p:txBody>
      </p:sp>
      <p:graphicFrame>
        <p:nvGraphicFramePr>
          <p:cNvPr id="1076227" name="Object 3"/>
          <p:cNvGraphicFramePr>
            <a:graphicFrameLocks noChangeAspect="1"/>
          </p:cNvGraphicFramePr>
          <p:nvPr/>
        </p:nvGraphicFramePr>
        <p:xfrm>
          <a:off x="2819400" y="1752600"/>
          <a:ext cx="2078038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443" name="Equation" r:id="rId3" imgW="799920" imgH="469800" progId="Equation.3">
                  <p:embed/>
                </p:oleObj>
              </mc:Choice>
              <mc:Fallback>
                <p:oleObj name="Equation" r:id="rId3" imgW="79992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752600"/>
                        <a:ext cx="2078038" cy="1208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6228" name="Group 4"/>
          <p:cNvGrpSpPr>
            <a:grpSpLocks/>
          </p:cNvGrpSpPr>
          <p:nvPr/>
        </p:nvGrpSpPr>
        <p:grpSpPr bwMode="auto">
          <a:xfrm>
            <a:off x="1371600" y="479425"/>
            <a:ext cx="7772400" cy="519113"/>
            <a:chOff x="864" y="302"/>
            <a:chExt cx="4896" cy="327"/>
          </a:xfrm>
        </p:grpSpPr>
        <p:sp>
          <p:nvSpPr>
            <p:cNvPr id="1076229" name="Text Box 5"/>
            <p:cNvSpPr txBox="1">
              <a:spLocks noChangeArrowheads="1"/>
            </p:cNvSpPr>
            <p:nvPr/>
          </p:nvSpPr>
          <p:spPr bwMode="auto">
            <a:xfrm>
              <a:off x="864" y="302"/>
              <a:ext cx="48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任意一个      矩阵</a:t>
              </a:r>
              <a:r>
                <a:rPr lang="zh-CN" altLang="en-US" sz="1400">
                  <a:latin typeface="宋体" panose="02010600030101010101" pitchFamily="2" charset="-122"/>
                </a:rPr>
                <a:t> </a:t>
              </a:r>
              <a:r>
                <a:rPr lang="en-US" altLang="zh-CN" i="1"/>
                <a:t>A</a:t>
              </a:r>
              <a:r>
                <a:rPr lang="en-US" altLang="zh-CN" sz="1600" i="1"/>
                <a:t> </a:t>
              </a:r>
              <a:r>
                <a:rPr lang="zh-CN" altLang="en-US">
                  <a:latin typeface="宋体" panose="02010600030101010101" pitchFamily="2" charset="-122"/>
                </a:rPr>
                <a:t>经过有限次初等变换，</a:t>
              </a:r>
            </a:p>
          </p:txBody>
        </p:sp>
        <p:graphicFrame>
          <p:nvGraphicFramePr>
            <p:cNvPr id="1076230" name="Object 6"/>
            <p:cNvGraphicFramePr>
              <a:graphicFrameLocks noChangeAspect="1"/>
            </p:cNvGraphicFramePr>
            <p:nvPr/>
          </p:nvGraphicFramePr>
          <p:xfrm>
            <a:off x="1824" y="363"/>
            <a:ext cx="624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3444" name="Equation" r:id="rId5" imgW="380880" imgH="139680" progId="Equation.3">
                    <p:embed/>
                  </p:oleObj>
                </mc:Choice>
                <mc:Fallback>
                  <p:oleObj name="Equation" r:id="rId5" imgW="380880" imgH="1396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63"/>
                          <a:ext cx="624" cy="2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6231" name="Text Box 7"/>
          <p:cNvSpPr txBox="1">
            <a:spLocks noChangeArrowheads="1"/>
          </p:cNvSpPr>
          <p:nvPr/>
        </p:nvSpPr>
        <p:spPr bwMode="auto">
          <a:xfrm>
            <a:off x="381000" y="3276600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的矩阵，称之为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等价标准形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r>
              <a:rPr lang="zh-CN" altLang="en-US"/>
              <a:t> </a:t>
            </a:r>
          </a:p>
        </p:txBody>
      </p:sp>
      <p:sp>
        <p:nvSpPr>
          <p:cNvPr id="1076232" name="Text Box 8"/>
          <p:cNvSpPr txBox="1">
            <a:spLocks noChangeArrowheads="1"/>
          </p:cNvSpPr>
          <p:nvPr/>
        </p:nvSpPr>
        <p:spPr bwMode="auto">
          <a:xfrm>
            <a:off x="6019800" y="32512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证略。</a:t>
            </a:r>
          </a:p>
        </p:txBody>
      </p:sp>
      <p:sp>
        <p:nvSpPr>
          <p:cNvPr id="1076233" name="Text Box 9"/>
          <p:cNvSpPr txBox="1">
            <a:spLocks noChangeArrowheads="1"/>
          </p:cNvSpPr>
          <p:nvPr/>
        </p:nvSpPr>
        <p:spPr bwMode="auto">
          <a:xfrm>
            <a:off x="381000" y="11430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总可以化为形如</a:t>
            </a:r>
            <a:r>
              <a:rPr lang="zh-CN" altLang="en-US"/>
              <a:t> </a:t>
            </a:r>
          </a:p>
        </p:txBody>
      </p:sp>
      <p:graphicFrame>
        <p:nvGraphicFramePr>
          <p:cNvPr id="1076234" name="Object 10"/>
          <p:cNvGraphicFramePr>
            <a:graphicFrameLocks noChangeAspect="1"/>
          </p:cNvGraphicFramePr>
          <p:nvPr/>
        </p:nvGraphicFramePr>
        <p:xfrm>
          <a:off x="5334000" y="2133600"/>
          <a:ext cx="25352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445" name="Equation" r:id="rId7" imgW="1041120" imgH="203040" progId="Equation.3">
                  <p:embed/>
                </p:oleObj>
              </mc:Choice>
              <mc:Fallback>
                <p:oleObj name="Equation" r:id="rId7" imgW="104112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133600"/>
                        <a:ext cx="253523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26" grpId="0" autoUpdateAnimBg="0"/>
      <p:bldP spid="1076231" grpId="0" autoUpdateAnimBg="0"/>
      <p:bldP spid="1076232" grpId="0" autoUpdateAnimBg="0"/>
      <p:bldP spid="1076233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350AD-FBE5-4E17-946E-2EF4A57A71CC}" type="slidenum">
              <a:rPr lang="zh-CN" altLang="en-US"/>
              <a:pPr/>
              <a:t>105</a:t>
            </a:fld>
            <a:endParaRPr lang="zh-CN" altLang="en-US"/>
          </a:p>
        </p:txBody>
      </p:sp>
      <p:sp>
        <p:nvSpPr>
          <p:cNvPr id="1077250" name="Rectangle 2"/>
          <p:cNvSpPr>
            <a:spLocks noChangeArrowheads="1"/>
          </p:cNvSpPr>
          <p:nvPr/>
        </p:nvSpPr>
        <p:spPr bwMode="auto">
          <a:xfrm>
            <a:off x="381000" y="381000"/>
            <a:ext cx="495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0000FF"/>
                </a:solidFill>
                <a:ea typeface="黑体" panose="02010609060101010101" pitchFamily="49" charset="-122"/>
              </a:rPr>
              <a:t>例  </a:t>
            </a:r>
            <a:r>
              <a:rPr lang="zh-CN" altLang="en-US" sz="2800">
                <a:solidFill>
                  <a:schemeClr val="tx2"/>
                </a:solidFill>
              </a:rPr>
              <a:t>将下列矩阵化为标准形：</a:t>
            </a:r>
          </a:p>
        </p:txBody>
      </p:sp>
      <p:sp>
        <p:nvSpPr>
          <p:cNvPr id="1077251" name="Rectangle 3"/>
          <p:cNvSpPr>
            <a:spLocks noChangeArrowheads="1"/>
          </p:cNvSpPr>
          <p:nvPr/>
        </p:nvSpPr>
        <p:spPr bwMode="auto">
          <a:xfrm>
            <a:off x="381000" y="30480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  <a:endParaRPr lang="zh-CN" altLang="en-US"/>
          </a:p>
        </p:txBody>
      </p:sp>
      <p:graphicFrame>
        <p:nvGraphicFramePr>
          <p:cNvPr id="1077252" name="Object 4"/>
          <p:cNvGraphicFramePr>
            <a:graphicFrameLocks noChangeAspect="1"/>
          </p:cNvGraphicFramePr>
          <p:nvPr/>
        </p:nvGraphicFramePr>
        <p:xfrm>
          <a:off x="1524000" y="1109663"/>
          <a:ext cx="34290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73" name="Equation" r:id="rId3" imgW="1638000" imgH="914400" progId="Equation.3">
                  <p:embed/>
                </p:oleObj>
              </mc:Choice>
              <mc:Fallback>
                <p:oleObj name="Equation" r:id="rId3" imgW="16380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109663"/>
                        <a:ext cx="3429000" cy="191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253" name="Object 5"/>
          <p:cNvGraphicFramePr>
            <a:graphicFrameLocks noChangeAspect="1"/>
          </p:cNvGraphicFramePr>
          <p:nvPr/>
        </p:nvGraphicFramePr>
        <p:xfrm>
          <a:off x="838200" y="3886200"/>
          <a:ext cx="984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74" name="Equation" r:id="rId5" imgW="482400" imgH="215640" progId="Equation.3">
                  <p:embed/>
                </p:oleObj>
              </mc:Choice>
              <mc:Fallback>
                <p:oleObj name="Equation" r:id="rId5" imgW="48240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86200"/>
                        <a:ext cx="98425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254" name="Object 6"/>
          <p:cNvGraphicFramePr>
            <a:graphicFrameLocks noChangeAspect="1"/>
          </p:cNvGraphicFramePr>
          <p:nvPr/>
        </p:nvGraphicFramePr>
        <p:xfrm>
          <a:off x="2057400" y="3429000"/>
          <a:ext cx="28956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75" name="Equation" r:id="rId7" imgW="1371600" imgH="914400" progId="Equation.3">
                  <p:embed/>
                </p:oleObj>
              </mc:Choice>
              <mc:Fallback>
                <p:oleObj name="Equation" r:id="rId7" imgW="1371600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429000"/>
                        <a:ext cx="2895600" cy="193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255" name="Object 7"/>
          <p:cNvGraphicFramePr>
            <a:graphicFrameLocks noChangeAspect="1"/>
          </p:cNvGraphicFramePr>
          <p:nvPr/>
        </p:nvGraphicFramePr>
        <p:xfrm>
          <a:off x="5181600" y="3868738"/>
          <a:ext cx="9779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76" name="Equation" r:id="rId9" imgW="469800" imgH="215640" progId="Equation.3">
                  <p:embed/>
                </p:oleObj>
              </mc:Choice>
              <mc:Fallback>
                <p:oleObj name="Equation" r:id="rId9" imgW="46980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868738"/>
                        <a:ext cx="977900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7256" name="Line 8"/>
          <p:cNvSpPr>
            <a:spLocks noChangeShapeType="1"/>
          </p:cNvSpPr>
          <p:nvPr/>
        </p:nvSpPr>
        <p:spPr bwMode="auto">
          <a:xfrm>
            <a:off x="5029200" y="4402138"/>
            <a:ext cx="1295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77257" name="Object 9"/>
          <p:cNvGraphicFramePr>
            <a:graphicFrameLocks noChangeAspect="1"/>
          </p:cNvGraphicFramePr>
          <p:nvPr/>
        </p:nvGraphicFramePr>
        <p:xfrm>
          <a:off x="5192713" y="4445000"/>
          <a:ext cx="9525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77" name="Equation" r:id="rId11" imgW="457200" imgH="228600" progId="Equation.3">
                  <p:embed/>
                </p:oleObj>
              </mc:Choice>
              <mc:Fallback>
                <p:oleObj name="Equation" r:id="rId11" imgW="4572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713" y="4445000"/>
                        <a:ext cx="95250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7258" name="Line 10"/>
          <p:cNvSpPr>
            <a:spLocks noChangeShapeType="1"/>
          </p:cNvSpPr>
          <p:nvPr/>
        </p:nvSpPr>
        <p:spPr bwMode="auto">
          <a:xfrm>
            <a:off x="685800" y="4419600"/>
            <a:ext cx="1295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77259" name="Object 11"/>
          <p:cNvGraphicFramePr>
            <a:graphicFrameLocks noChangeAspect="1"/>
          </p:cNvGraphicFramePr>
          <p:nvPr/>
        </p:nvGraphicFramePr>
        <p:xfrm>
          <a:off x="228600" y="4191000"/>
          <a:ext cx="4127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78" name="Equation" r:id="rId13" imgW="164880" imgH="164880" progId="Equation.3">
                  <p:embed/>
                </p:oleObj>
              </mc:Choice>
              <mc:Fallback>
                <p:oleObj name="Equation" r:id="rId13" imgW="16488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191000"/>
                        <a:ext cx="412750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260" name="Object 12"/>
          <p:cNvGraphicFramePr>
            <a:graphicFrameLocks noChangeAspect="1"/>
          </p:cNvGraphicFramePr>
          <p:nvPr/>
        </p:nvGraphicFramePr>
        <p:xfrm>
          <a:off x="6400800" y="3398838"/>
          <a:ext cx="2514600" cy="201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79" name="Equation" r:id="rId15" imgW="1143000" imgH="914400" progId="Equation.3">
                  <p:embed/>
                </p:oleObj>
              </mc:Choice>
              <mc:Fallback>
                <p:oleObj name="Equation" r:id="rId15" imgW="1143000" imgH="914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398838"/>
                        <a:ext cx="2514600" cy="2011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261" name="Object 13"/>
          <p:cNvGraphicFramePr>
            <a:graphicFrameLocks noChangeAspect="1"/>
          </p:cNvGraphicFramePr>
          <p:nvPr/>
        </p:nvGraphicFramePr>
        <p:xfrm>
          <a:off x="6575425" y="3900488"/>
          <a:ext cx="20574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80" name="Equation" r:id="rId17" imgW="927000" imgH="215640" progId="Equation.3">
                  <p:embed/>
                </p:oleObj>
              </mc:Choice>
              <mc:Fallback>
                <p:oleObj name="Equation" r:id="rId17" imgW="92700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3900488"/>
                        <a:ext cx="20574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262" name="Object 14"/>
          <p:cNvGraphicFramePr>
            <a:graphicFrameLocks noChangeAspect="1"/>
          </p:cNvGraphicFramePr>
          <p:nvPr/>
        </p:nvGraphicFramePr>
        <p:xfrm>
          <a:off x="6553200" y="4389438"/>
          <a:ext cx="2057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481" name="Equation" r:id="rId19" imgW="952200" imgH="215640" progId="Equation.3">
                  <p:embed/>
                </p:oleObj>
              </mc:Choice>
              <mc:Fallback>
                <p:oleObj name="Equation" r:id="rId19" imgW="95220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389438"/>
                        <a:ext cx="20574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7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77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7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7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7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7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77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77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77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72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7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772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72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7250" grpId="0" autoUpdateAnimBg="0"/>
      <p:bldP spid="1077251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0DFB2-1B88-42E6-A5B5-0BD12FF2AD2F}" type="slidenum">
              <a:rPr lang="zh-CN" altLang="en-US"/>
              <a:pPr/>
              <a:t>106</a:t>
            </a:fld>
            <a:endParaRPr lang="zh-CN" altLang="en-US"/>
          </a:p>
        </p:txBody>
      </p:sp>
      <p:graphicFrame>
        <p:nvGraphicFramePr>
          <p:cNvPr id="1078274" name="Object 2"/>
          <p:cNvGraphicFramePr>
            <a:graphicFrameLocks noChangeAspect="1"/>
          </p:cNvGraphicFramePr>
          <p:nvPr/>
        </p:nvGraphicFramePr>
        <p:xfrm>
          <a:off x="1052513" y="138113"/>
          <a:ext cx="3001962" cy="219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05" name="Equation" r:id="rId3" imgW="1269720" imgH="927000" progId="Equation.3">
                  <p:embed/>
                </p:oleObj>
              </mc:Choice>
              <mc:Fallback>
                <p:oleObj name="Equation" r:id="rId3" imgW="1269720" imgH="92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138113"/>
                        <a:ext cx="3001962" cy="2192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75" name="Object 3"/>
          <p:cNvGraphicFramePr>
            <a:graphicFrameLocks noChangeAspect="1"/>
          </p:cNvGraphicFramePr>
          <p:nvPr/>
        </p:nvGraphicFramePr>
        <p:xfrm>
          <a:off x="4191000" y="685800"/>
          <a:ext cx="984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06" name="Equation" r:id="rId5" imgW="482400" imgH="215640" progId="Equation.3">
                  <p:embed/>
                </p:oleObj>
              </mc:Choice>
              <mc:Fallback>
                <p:oleObj name="Equation" r:id="rId5" imgW="48240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685800"/>
                        <a:ext cx="98425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76" name="Line 4"/>
          <p:cNvSpPr>
            <a:spLocks noChangeShapeType="1"/>
          </p:cNvSpPr>
          <p:nvPr/>
        </p:nvSpPr>
        <p:spPr bwMode="auto">
          <a:xfrm>
            <a:off x="4083050" y="1219200"/>
            <a:ext cx="12192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78277" name="Object 5"/>
          <p:cNvGraphicFramePr>
            <a:graphicFrameLocks noChangeAspect="1"/>
          </p:cNvGraphicFramePr>
          <p:nvPr/>
        </p:nvGraphicFramePr>
        <p:xfrm>
          <a:off x="5334000" y="152400"/>
          <a:ext cx="27432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07" name="Equation" r:id="rId7" imgW="1143000" imgH="914400" progId="Equation.3">
                  <p:embed/>
                </p:oleObj>
              </mc:Choice>
              <mc:Fallback>
                <p:oleObj name="Equation" r:id="rId7" imgW="11430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52400"/>
                        <a:ext cx="2743200" cy="210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78" name="Object 6"/>
          <p:cNvGraphicFramePr>
            <a:graphicFrameLocks noChangeAspect="1"/>
          </p:cNvGraphicFramePr>
          <p:nvPr/>
        </p:nvGraphicFramePr>
        <p:xfrm>
          <a:off x="4148138" y="266700"/>
          <a:ext cx="10334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08" name="Equation" r:id="rId9" imgW="469800" imgH="228600" progId="Equation.3">
                  <p:embed/>
                </p:oleObj>
              </mc:Choice>
              <mc:Fallback>
                <p:oleObj name="Equation" r:id="rId9" imgW="469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138" y="266700"/>
                        <a:ext cx="1033462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79" name="Object 7"/>
          <p:cNvGraphicFramePr>
            <a:graphicFrameLocks noChangeAspect="1"/>
          </p:cNvGraphicFramePr>
          <p:nvPr/>
        </p:nvGraphicFramePr>
        <p:xfrm>
          <a:off x="6019800" y="1219200"/>
          <a:ext cx="19812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09" name="Equation" r:id="rId11" imgW="863280" imgH="215640" progId="Equation.3">
                  <p:embed/>
                </p:oleObj>
              </mc:Choice>
              <mc:Fallback>
                <p:oleObj name="Equation" r:id="rId11" imgW="86328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219200"/>
                        <a:ext cx="19812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0" name="Object 8"/>
          <p:cNvGraphicFramePr>
            <a:graphicFrameLocks noChangeAspect="1"/>
          </p:cNvGraphicFramePr>
          <p:nvPr/>
        </p:nvGraphicFramePr>
        <p:xfrm>
          <a:off x="6019800" y="1774825"/>
          <a:ext cx="19812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0" name="Equation" r:id="rId13" imgW="863280" imgH="215640" progId="Equation.3">
                  <p:embed/>
                </p:oleObj>
              </mc:Choice>
              <mc:Fallback>
                <p:oleObj name="Equation" r:id="rId13" imgW="86328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774825"/>
                        <a:ext cx="19812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1" name="Object 9"/>
          <p:cNvGraphicFramePr>
            <a:graphicFrameLocks noChangeAspect="1"/>
          </p:cNvGraphicFramePr>
          <p:nvPr/>
        </p:nvGraphicFramePr>
        <p:xfrm>
          <a:off x="5397500" y="2438400"/>
          <a:ext cx="2235200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1" name="Equation" r:id="rId15" imgW="1015920" imgH="914400" progId="Equation.3">
                  <p:embed/>
                </p:oleObj>
              </mc:Choice>
              <mc:Fallback>
                <p:oleObj name="Equation" r:id="rId15" imgW="1015920" imgH="914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2438400"/>
                        <a:ext cx="2235200" cy="201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82" name="Line 10"/>
          <p:cNvSpPr>
            <a:spLocks noChangeShapeType="1"/>
          </p:cNvSpPr>
          <p:nvPr/>
        </p:nvSpPr>
        <p:spPr bwMode="auto">
          <a:xfrm>
            <a:off x="347663" y="3352800"/>
            <a:ext cx="990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78283" name="Object 11"/>
          <p:cNvGraphicFramePr>
            <a:graphicFrameLocks noChangeAspect="1"/>
          </p:cNvGraphicFramePr>
          <p:nvPr/>
        </p:nvGraphicFramePr>
        <p:xfrm>
          <a:off x="1447800" y="2362200"/>
          <a:ext cx="2590800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2" name="Equation" r:id="rId17" imgW="1143000" imgH="914400" progId="Equation.3">
                  <p:embed/>
                </p:oleObj>
              </mc:Choice>
              <mc:Fallback>
                <p:oleObj name="Equation" r:id="rId17" imgW="1143000" imgH="914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362200"/>
                        <a:ext cx="2590800" cy="207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4" name="Object 12"/>
          <p:cNvGraphicFramePr>
            <a:graphicFrameLocks noChangeAspect="1"/>
          </p:cNvGraphicFramePr>
          <p:nvPr/>
        </p:nvGraphicFramePr>
        <p:xfrm>
          <a:off x="1524000" y="4572000"/>
          <a:ext cx="2667000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3" name="Equation" r:id="rId19" imgW="1015920" imgH="914400" progId="Equation.3">
                  <p:embed/>
                </p:oleObj>
              </mc:Choice>
              <mc:Fallback>
                <p:oleObj name="Equation" r:id="rId19" imgW="1015920" imgH="914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572000"/>
                        <a:ext cx="2667000" cy="199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85" name="Line 13"/>
          <p:cNvSpPr>
            <a:spLocks noChangeShapeType="1"/>
          </p:cNvSpPr>
          <p:nvPr/>
        </p:nvSpPr>
        <p:spPr bwMode="auto">
          <a:xfrm flipV="1">
            <a:off x="4114800" y="3332163"/>
            <a:ext cx="1143000" cy="952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78286" name="Object 14"/>
          <p:cNvGraphicFramePr>
            <a:graphicFrameLocks noChangeAspect="1"/>
          </p:cNvGraphicFramePr>
          <p:nvPr/>
        </p:nvGraphicFramePr>
        <p:xfrm>
          <a:off x="2743200" y="3429000"/>
          <a:ext cx="1143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4" name="Equation" r:id="rId21" imgW="431640" imgH="215640" progId="Equation.3">
                  <p:embed/>
                </p:oleObj>
              </mc:Choice>
              <mc:Fallback>
                <p:oleObj name="Equation" r:id="rId21" imgW="43164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429000"/>
                        <a:ext cx="11430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7" name="Object 15"/>
          <p:cNvGraphicFramePr>
            <a:graphicFrameLocks noChangeAspect="1"/>
          </p:cNvGraphicFramePr>
          <p:nvPr/>
        </p:nvGraphicFramePr>
        <p:xfrm>
          <a:off x="2732088" y="3929063"/>
          <a:ext cx="114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5" name="Equation" r:id="rId23" imgW="380880" imgH="215640" progId="Equation.3">
                  <p:embed/>
                </p:oleObj>
              </mc:Choice>
              <mc:Fallback>
                <p:oleObj name="Equation" r:id="rId23" imgW="38088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8" y="3929063"/>
                        <a:ext cx="1143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88" name="Object 16"/>
          <p:cNvGraphicFramePr>
            <a:graphicFrameLocks noChangeAspect="1"/>
          </p:cNvGraphicFramePr>
          <p:nvPr/>
        </p:nvGraphicFramePr>
        <p:xfrm>
          <a:off x="6519863" y="2971800"/>
          <a:ext cx="9588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6" name="Equation" r:id="rId25" imgW="469800" imgH="215640" progId="Equation.3">
                  <p:embed/>
                </p:oleObj>
              </mc:Choice>
              <mc:Fallback>
                <p:oleObj name="Equation" r:id="rId25" imgW="46980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863" y="2971800"/>
                        <a:ext cx="95885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89" name="Line 17"/>
          <p:cNvSpPr>
            <a:spLocks noChangeShapeType="1"/>
          </p:cNvSpPr>
          <p:nvPr/>
        </p:nvSpPr>
        <p:spPr bwMode="auto">
          <a:xfrm>
            <a:off x="381000" y="5410200"/>
            <a:ext cx="990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78290" name="Object 18"/>
          <p:cNvGraphicFramePr>
            <a:graphicFrameLocks noChangeAspect="1"/>
          </p:cNvGraphicFramePr>
          <p:nvPr/>
        </p:nvGraphicFramePr>
        <p:xfrm>
          <a:off x="2287588" y="4605338"/>
          <a:ext cx="3032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7" name="Equation" r:id="rId27" imgW="126720" imgH="177480" progId="Equation.3">
                  <p:embed/>
                </p:oleObj>
              </mc:Choice>
              <mc:Fallback>
                <p:oleObj name="Equation" r:id="rId27" imgW="126720" imgH="177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4605338"/>
                        <a:ext cx="303212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91" name="Line 19"/>
          <p:cNvSpPr>
            <a:spLocks noChangeShapeType="1"/>
          </p:cNvSpPr>
          <p:nvPr/>
        </p:nvSpPr>
        <p:spPr bwMode="auto">
          <a:xfrm>
            <a:off x="4267200" y="5410200"/>
            <a:ext cx="990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78292" name="Object 20"/>
          <p:cNvGraphicFramePr>
            <a:graphicFrameLocks noChangeAspect="1"/>
          </p:cNvGraphicFramePr>
          <p:nvPr/>
        </p:nvGraphicFramePr>
        <p:xfrm>
          <a:off x="5334000" y="4605338"/>
          <a:ext cx="2590800" cy="20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8" name="Equation" r:id="rId29" imgW="977760" imgH="914400" progId="Equation.3">
                  <p:embed/>
                </p:oleObj>
              </mc:Choice>
              <mc:Fallback>
                <p:oleObj name="Equation" r:id="rId29" imgW="977760" imgH="9144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605338"/>
                        <a:ext cx="2590800" cy="203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93" name="Object 21"/>
          <p:cNvGraphicFramePr>
            <a:graphicFrameLocks noChangeAspect="1"/>
          </p:cNvGraphicFramePr>
          <p:nvPr/>
        </p:nvGraphicFramePr>
        <p:xfrm>
          <a:off x="3432175" y="4594225"/>
          <a:ext cx="5191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19" name="Equation" r:id="rId31" imgW="215640" imgH="164880" progId="Equation.3">
                  <p:embed/>
                </p:oleObj>
              </mc:Choice>
              <mc:Fallback>
                <p:oleObj name="Equation" r:id="rId31" imgW="215640" imgH="1648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4594225"/>
                        <a:ext cx="519113" cy="387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94" name="Object 22"/>
          <p:cNvGraphicFramePr>
            <a:graphicFrameLocks noChangeAspect="1"/>
          </p:cNvGraphicFramePr>
          <p:nvPr/>
        </p:nvGraphicFramePr>
        <p:xfrm>
          <a:off x="6519863" y="2459038"/>
          <a:ext cx="93503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20" name="Equation" r:id="rId33" imgW="457200" imgH="215640" progId="Equation.3">
                  <p:embed/>
                </p:oleObj>
              </mc:Choice>
              <mc:Fallback>
                <p:oleObj name="Equation" r:id="rId33" imgW="457200" imgH="215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863" y="2459038"/>
                        <a:ext cx="935037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8295" name="Line 23"/>
          <p:cNvSpPr>
            <a:spLocks noChangeShapeType="1"/>
          </p:cNvSpPr>
          <p:nvPr/>
        </p:nvSpPr>
        <p:spPr bwMode="auto">
          <a:xfrm>
            <a:off x="381000" y="1295400"/>
            <a:ext cx="609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78296" name="Object 24"/>
          <p:cNvGraphicFramePr>
            <a:graphicFrameLocks noChangeAspect="1"/>
          </p:cNvGraphicFramePr>
          <p:nvPr/>
        </p:nvGraphicFramePr>
        <p:xfrm>
          <a:off x="4191000" y="1308100"/>
          <a:ext cx="9572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521" name="Equation" r:id="rId35" imgW="469800" imgH="215640" progId="Equation.3">
                  <p:embed/>
                </p:oleObj>
              </mc:Choice>
              <mc:Fallback>
                <p:oleObj name="Equation" r:id="rId35" imgW="469800" imgH="2156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308100"/>
                        <a:ext cx="9572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8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827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8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828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7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7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78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828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782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828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7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7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78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82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782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82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7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7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78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82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78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82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7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7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E5AAB-0E12-4B11-9BA6-3F8092264B43}" type="slidenum">
              <a:rPr lang="zh-CN" altLang="en-US"/>
              <a:pPr/>
              <a:t>107</a:t>
            </a:fld>
            <a:endParaRPr lang="zh-CN" altLang="en-US"/>
          </a:p>
        </p:txBody>
      </p:sp>
      <p:sp>
        <p:nvSpPr>
          <p:cNvPr id="1079298" name="Rectangle 2"/>
          <p:cNvSpPr>
            <a:spLocks noChangeArrowheads="1"/>
          </p:cNvSpPr>
          <p:nvPr/>
        </p:nvSpPr>
        <p:spPr bwMode="auto">
          <a:xfrm>
            <a:off x="381000" y="304800"/>
            <a:ext cx="5410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0000FF"/>
                </a:solidFill>
                <a:ea typeface="黑体" panose="02010609060101010101" pitchFamily="49" charset="-122"/>
              </a:rPr>
              <a:t>练习  </a:t>
            </a:r>
            <a:r>
              <a:rPr lang="zh-CN" altLang="en-US" sz="2800">
                <a:solidFill>
                  <a:schemeClr val="tx2"/>
                </a:solidFill>
              </a:rPr>
              <a:t>将下列矩阵化为标准形：</a:t>
            </a:r>
          </a:p>
        </p:txBody>
      </p:sp>
      <p:sp>
        <p:nvSpPr>
          <p:cNvPr id="1079299" name="Rectangle 3"/>
          <p:cNvSpPr>
            <a:spLocks noChangeArrowheads="1"/>
          </p:cNvSpPr>
          <p:nvPr/>
        </p:nvSpPr>
        <p:spPr bwMode="auto">
          <a:xfrm>
            <a:off x="381000" y="2986088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  <a:endParaRPr lang="zh-CN" altLang="en-US"/>
          </a:p>
        </p:txBody>
      </p:sp>
      <p:graphicFrame>
        <p:nvGraphicFramePr>
          <p:cNvPr id="1079300" name="Object 4"/>
          <p:cNvGraphicFramePr>
            <a:graphicFrameLocks noChangeAspect="1"/>
          </p:cNvGraphicFramePr>
          <p:nvPr/>
        </p:nvGraphicFramePr>
        <p:xfrm>
          <a:off x="1447800" y="838200"/>
          <a:ext cx="2667000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6517" name="Equation" r:id="rId3" imgW="1193760" imgH="698400" progId="Equation.3">
                  <p:embed/>
                </p:oleObj>
              </mc:Choice>
              <mc:Fallback>
                <p:oleObj name="Equation" r:id="rId3" imgW="119376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838200"/>
                        <a:ext cx="2667000" cy="156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01" name="Object 5"/>
          <p:cNvGraphicFramePr>
            <a:graphicFrameLocks noChangeAspect="1"/>
          </p:cNvGraphicFramePr>
          <p:nvPr/>
        </p:nvGraphicFramePr>
        <p:xfrm>
          <a:off x="1143000" y="2514600"/>
          <a:ext cx="3429000" cy="152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6518" name="Equation" r:id="rId5" imgW="1562040" imgH="698400" progId="Equation.3">
                  <p:embed/>
                </p:oleObj>
              </mc:Choice>
              <mc:Fallback>
                <p:oleObj name="Equation" r:id="rId5" imgW="156204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14600"/>
                        <a:ext cx="3429000" cy="152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02" name="Object 6"/>
          <p:cNvGraphicFramePr>
            <a:graphicFrameLocks noChangeAspect="1"/>
          </p:cNvGraphicFramePr>
          <p:nvPr/>
        </p:nvGraphicFramePr>
        <p:xfrm>
          <a:off x="4572000" y="2514600"/>
          <a:ext cx="251460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6519" name="Equation" r:id="rId7" imgW="1117440" imgH="698400" progId="Equation.3">
                  <p:embed/>
                </p:oleObj>
              </mc:Choice>
              <mc:Fallback>
                <p:oleObj name="Equation" r:id="rId7" imgW="111744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514600"/>
                        <a:ext cx="2514600" cy="156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03" name="Object 7"/>
          <p:cNvGraphicFramePr>
            <a:graphicFrameLocks noChangeAspect="1"/>
          </p:cNvGraphicFramePr>
          <p:nvPr/>
        </p:nvGraphicFramePr>
        <p:xfrm>
          <a:off x="990600" y="4191000"/>
          <a:ext cx="2438400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6520" name="Equation" r:id="rId9" imgW="1104840" imgH="698400" progId="Equation.3">
                  <p:embed/>
                </p:oleObj>
              </mc:Choice>
              <mc:Fallback>
                <p:oleObj name="Equation" r:id="rId9" imgW="110484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191000"/>
                        <a:ext cx="2438400" cy="153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9304" name="Object 8"/>
          <p:cNvGraphicFramePr>
            <a:graphicFrameLocks noChangeAspect="1"/>
          </p:cNvGraphicFramePr>
          <p:nvPr/>
        </p:nvGraphicFramePr>
        <p:xfrm>
          <a:off x="3429000" y="4191000"/>
          <a:ext cx="251460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6521" r:id="rId11" imgW="1117600" imgH="698500" progId="Equation.3">
                  <p:embed/>
                </p:oleObj>
              </mc:Choice>
              <mc:Fallback>
                <p:oleObj r:id="rId11" imgW="1117600" imgH="698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2514600" cy="156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7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7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7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7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7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9298" grpId="0" autoUpdateAnimBg="0"/>
      <p:bldP spid="1079299" grpId="0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56BAD-C4F0-4867-811D-38B11801DE4F}" type="slidenum">
              <a:rPr lang="zh-CN" altLang="en-US"/>
              <a:pPr/>
              <a:t>108</a:t>
            </a:fld>
            <a:endParaRPr lang="zh-CN" altLang="en-US"/>
          </a:p>
        </p:txBody>
      </p:sp>
      <p:sp>
        <p:nvSpPr>
          <p:cNvPr id="1080322" name="Rectangle 2"/>
          <p:cNvSpPr>
            <a:spLocks noChangeArrowheads="1"/>
          </p:cNvSpPr>
          <p:nvPr/>
        </p:nvSpPr>
        <p:spPr bwMode="auto">
          <a:xfrm>
            <a:off x="381000" y="304800"/>
            <a:ext cx="5410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0000FF"/>
                </a:solidFill>
                <a:ea typeface="黑体" panose="02010609060101010101" pitchFamily="49" charset="-122"/>
              </a:rPr>
              <a:t>练习  </a:t>
            </a:r>
            <a:r>
              <a:rPr lang="zh-CN" altLang="en-US" sz="2800">
                <a:solidFill>
                  <a:schemeClr val="tx2"/>
                </a:solidFill>
              </a:rPr>
              <a:t>将下列矩阵化为标准形：</a:t>
            </a:r>
          </a:p>
        </p:txBody>
      </p:sp>
      <p:sp>
        <p:nvSpPr>
          <p:cNvPr id="1080323" name="Rectangle 3"/>
          <p:cNvSpPr>
            <a:spLocks noChangeArrowheads="1"/>
          </p:cNvSpPr>
          <p:nvPr/>
        </p:nvSpPr>
        <p:spPr bwMode="auto">
          <a:xfrm>
            <a:off x="381000" y="2986088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  <a:endParaRPr lang="zh-CN" altLang="en-US"/>
          </a:p>
        </p:txBody>
      </p:sp>
      <p:graphicFrame>
        <p:nvGraphicFramePr>
          <p:cNvPr id="1080324" name="Object 4"/>
          <p:cNvGraphicFramePr>
            <a:graphicFrameLocks noChangeAspect="1"/>
          </p:cNvGraphicFramePr>
          <p:nvPr/>
        </p:nvGraphicFramePr>
        <p:xfrm>
          <a:off x="1433513" y="838200"/>
          <a:ext cx="2695575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541" name="Equation" r:id="rId3" imgW="1206360" imgH="698400" progId="Equation.3">
                  <p:embed/>
                </p:oleObj>
              </mc:Choice>
              <mc:Fallback>
                <p:oleObj name="Equation" r:id="rId3" imgW="120636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838200"/>
                        <a:ext cx="2695575" cy="156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5" name="Object 5"/>
          <p:cNvGraphicFramePr>
            <a:graphicFrameLocks noChangeAspect="1"/>
          </p:cNvGraphicFramePr>
          <p:nvPr/>
        </p:nvGraphicFramePr>
        <p:xfrm>
          <a:off x="1066800" y="2514600"/>
          <a:ext cx="2667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542" name="Equation" r:id="rId5" imgW="1155600" imgH="698400" progId="Equation.3">
                  <p:embed/>
                </p:oleObj>
              </mc:Choice>
              <mc:Fallback>
                <p:oleObj name="Equation" r:id="rId5" imgW="115560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14600"/>
                        <a:ext cx="266700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6" name="Object 6"/>
          <p:cNvGraphicFramePr>
            <a:graphicFrameLocks noChangeAspect="1"/>
          </p:cNvGraphicFramePr>
          <p:nvPr/>
        </p:nvGraphicFramePr>
        <p:xfrm>
          <a:off x="3733800" y="2514600"/>
          <a:ext cx="2286000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543" r:id="rId7" imgW="1016000" imgH="698500" progId="Equation.3">
                  <p:embed/>
                </p:oleObj>
              </mc:Choice>
              <mc:Fallback>
                <p:oleObj r:id="rId7" imgW="1016000" imgH="698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514600"/>
                        <a:ext cx="2286000" cy="155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7" name="Object 7"/>
          <p:cNvGraphicFramePr>
            <a:graphicFrameLocks noChangeAspect="1"/>
          </p:cNvGraphicFramePr>
          <p:nvPr/>
        </p:nvGraphicFramePr>
        <p:xfrm>
          <a:off x="1066800" y="4267200"/>
          <a:ext cx="2286000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544" r:id="rId9" imgW="1016000" imgH="698500" progId="Equation.3">
                  <p:embed/>
                </p:oleObj>
              </mc:Choice>
              <mc:Fallback>
                <p:oleObj r:id="rId9" imgW="1016000" imgH="698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267200"/>
                        <a:ext cx="2286000" cy="1558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28" name="Object 8"/>
          <p:cNvGraphicFramePr>
            <a:graphicFrameLocks noChangeAspect="1"/>
          </p:cNvGraphicFramePr>
          <p:nvPr/>
        </p:nvGraphicFramePr>
        <p:xfrm>
          <a:off x="3352800" y="4295775"/>
          <a:ext cx="1981200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545" r:id="rId11" imgW="889000" imgH="698500" progId="Equation.3">
                  <p:embed/>
                </p:oleObj>
              </mc:Choice>
              <mc:Fallback>
                <p:oleObj r:id="rId11" imgW="889000" imgH="698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295775"/>
                        <a:ext cx="1981200" cy="155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8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22" grpId="0" autoUpdateAnimBg="0"/>
      <p:bldP spid="1080323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589AD-6E37-45CF-86A6-449F94924F3A}" type="slidenum">
              <a:rPr lang="zh-CN" altLang="en-US"/>
              <a:pPr/>
              <a:t>109</a:t>
            </a:fld>
            <a:endParaRPr lang="zh-CN" altLang="en-US"/>
          </a:p>
        </p:txBody>
      </p:sp>
      <p:sp>
        <p:nvSpPr>
          <p:cNvPr id="1081346" name="Rectangle 2"/>
          <p:cNvSpPr>
            <a:spLocks noChangeArrowheads="1"/>
          </p:cNvSpPr>
          <p:nvPr/>
        </p:nvSpPr>
        <p:spPr bwMode="auto">
          <a:xfrm>
            <a:off x="228600" y="152400"/>
            <a:ext cx="8686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对矩阵</a:t>
            </a:r>
            <a:r>
              <a:rPr lang="en-US" altLang="zh-CN" sz="2800" i="1">
                <a:solidFill>
                  <a:schemeClr val="tx2"/>
                </a:solidFill>
                <a:sym typeface="Symbol" panose="05050102010706020507" pitchFamily="18" charset="2"/>
              </a:rPr>
              <a:t>A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施以</a:t>
            </a:r>
            <a:r>
              <a:rPr lang="zh-CN" altLang="en-US" sz="2800">
                <a:solidFill>
                  <a:schemeClr val="tx2"/>
                </a:solidFill>
              </a:rPr>
              <a:t>初等</a:t>
            </a:r>
            <a:r>
              <a:rPr lang="zh-CN" altLang="en-US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行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变换, 相当于</a:t>
            </a:r>
            <a:r>
              <a:rPr lang="zh-CN" altLang="en-US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左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乘一个初等矩阵</a:t>
            </a:r>
            <a:r>
              <a:rPr lang="en-US" altLang="zh-CN" sz="2800">
                <a:solidFill>
                  <a:schemeClr val="tx2"/>
                </a:solidFill>
                <a:sym typeface="Symbol" panose="05050102010706020507" pitchFamily="18" charset="2"/>
              </a:rPr>
              <a:t>；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对矩阵</a:t>
            </a:r>
            <a:r>
              <a:rPr lang="en-US" altLang="zh-CN" sz="2800" i="1">
                <a:solidFill>
                  <a:schemeClr val="tx2"/>
                </a:solidFill>
                <a:sym typeface="Symbol" panose="05050102010706020507" pitchFamily="18" charset="2"/>
              </a:rPr>
              <a:t>A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施以</a:t>
            </a:r>
            <a:r>
              <a:rPr lang="zh-CN" altLang="en-US" sz="2800">
                <a:solidFill>
                  <a:schemeClr val="tx2"/>
                </a:solidFill>
              </a:rPr>
              <a:t>初等</a:t>
            </a:r>
            <a:r>
              <a:rPr lang="zh-CN" altLang="en-US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列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变换, 相当于</a:t>
            </a:r>
            <a:r>
              <a:rPr lang="zh-CN" altLang="en-US" sz="28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右</a:t>
            </a:r>
            <a:r>
              <a:rPr lang="zh-CN" altLang="en-US" sz="2800">
                <a:solidFill>
                  <a:schemeClr val="tx2"/>
                </a:solidFill>
                <a:sym typeface="Symbol" panose="05050102010706020507" pitchFamily="18" charset="2"/>
              </a:rPr>
              <a:t>乘一个初等矩阵</a:t>
            </a:r>
            <a:r>
              <a:rPr lang="en-US" altLang="zh-CN" sz="2800">
                <a:solidFill>
                  <a:schemeClr val="tx2"/>
                </a:solidFill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1081347" name="Object 3"/>
          <p:cNvGraphicFramePr>
            <a:graphicFrameLocks noChangeAspect="1"/>
          </p:cNvGraphicFramePr>
          <p:nvPr/>
        </p:nvGraphicFramePr>
        <p:xfrm>
          <a:off x="3336925" y="1965325"/>
          <a:ext cx="2109788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564" name="Equation" r:id="rId3" imgW="812520" imgH="482400" progId="Equation.3">
                  <p:embed/>
                </p:oleObj>
              </mc:Choice>
              <mc:Fallback>
                <p:oleObj name="Equation" r:id="rId3" imgW="812520" imgH="482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925" y="1965325"/>
                        <a:ext cx="2109788" cy="1241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1348" name="Text Box 4"/>
          <p:cNvSpPr txBox="1">
            <a:spLocks noChangeArrowheads="1"/>
          </p:cNvSpPr>
          <p:nvPr/>
        </p:nvSpPr>
        <p:spPr bwMode="auto">
          <a:xfrm>
            <a:off x="228600" y="1295400"/>
            <a:ext cx="8534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任意一个矩阵</a:t>
            </a:r>
            <a:r>
              <a:rPr lang="zh-CN" altLang="en-US" sz="1400">
                <a:latin typeface="宋体" panose="02010600030101010101" pitchFamily="2" charset="-122"/>
              </a:rPr>
              <a:t> 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总可以经过有限次初等变换，化为标准形</a:t>
            </a:r>
          </a:p>
        </p:txBody>
      </p:sp>
      <p:sp>
        <p:nvSpPr>
          <p:cNvPr id="1081349" name="Line 5"/>
          <p:cNvSpPr>
            <a:spLocks noChangeShapeType="1"/>
          </p:cNvSpPr>
          <p:nvPr/>
        </p:nvSpPr>
        <p:spPr bwMode="auto">
          <a:xfrm>
            <a:off x="76200" y="3352800"/>
            <a:ext cx="86868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81350" name="Rectangle 6"/>
          <p:cNvSpPr>
            <a:spLocks noChangeArrowheads="1"/>
          </p:cNvSpPr>
          <p:nvPr/>
        </p:nvSpPr>
        <p:spPr bwMode="auto">
          <a:xfrm>
            <a:off x="228600" y="36449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推论1</a:t>
            </a:r>
            <a:endParaRPr lang="en-US" altLang="zh-CN" sz="2800">
              <a:solidFill>
                <a:schemeClr val="tx2"/>
              </a:solidFill>
            </a:endParaRPr>
          </a:p>
        </p:txBody>
      </p:sp>
      <p:graphicFrame>
        <p:nvGraphicFramePr>
          <p:cNvPr id="1081351" name="Object 7"/>
          <p:cNvGraphicFramePr>
            <a:graphicFrameLocks noChangeAspect="1"/>
          </p:cNvGraphicFramePr>
          <p:nvPr/>
        </p:nvGraphicFramePr>
        <p:xfrm>
          <a:off x="1498600" y="3733800"/>
          <a:ext cx="6731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565" name="Document" r:id="rId5" imgW="2550960" imgH="227520" progId="Word.Document.8">
                  <p:embed/>
                </p:oleObj>
              </mc:Choice>
              <mc:Fallback>
                <p:oleObj name="Document" r:id="rId5" imgW="2550960" imgH="2275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3733800"/>
                        <a:ext cx="67310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1352" name="Object 8"/>
          <p:cNvGraphicFramePr>
            <a:graphicFrameLocks noChangeAspect="1"/>
          </p:cNvGraphicFramePr>
          <p:nvPr/>
        </p:nvGraphicFramePr>
        <p:xfrm>
          <a:off x="306388" y="4343400"/>
          <a:ext cx="678021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566" name="Document" r:id="rId7" imgW="2671560" imgH="243720" progId="Word.Document.8">
                  <p:embed/>
                </p:oleObj>
              </mc:Choice>
              <mc:Fallback>
                <p:oleObj name="Document" r:id="rId7" imgW="2671560" imgH="24372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4343400"/>
                        <a:ext cx="6780212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1353" name="Object 9"/>
          <p:cNvGraphicFramePr>
            <a:graphicFrameLocks noChangeAspect="1"/>
          </p:cNvGraphicFramePr>
          <p:nvPr/>
        </p:nvGraphicFramePr>
        <p:xfrm>
          <a:off x="1447800" y="5181600"/>
          <a:ext cx="55626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567" name="Equation" r:id="rId9" imgW="2298600" imgH="469800" progId="Equation.3">
                  <p:embed/>
                </p:oleObj>
              </mc:Choice>
              <mc:Fallback>
                <p:oleObj name="Equation" r:id="rId9" imgW="229860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181600"/>
                        <a:ext cx="5562600" cy="1138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350" grpId="0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B3C2F-86A4-4FC6-88EA-6F2307FE425F}" type="slidenum">
              <a:rPr lang="zh-CN" altLang="en-US"/>
              <a:pPr/>
              <a:t>110</a:t>
            </a:fld>
            <a:endParaRPr lang="zh-CN" altLang="en-US"/>
          </a:p>
        </p:txBody>
      </p:sp>
      <p:sp>
        <p:nvSpPr>
          <p:cNvPr id="1082370" name="Line 2"/>
          <p:cNvSpPr>
            <a:spLocks noChangeShapeType="1"/>
          </p:cNvSpPr>
          <p:nvPr/>
        </p:nvSpPr>
        <p:spPr bwMode="auto">
          <a:xfrm>
            <a:off x="330200" y="2895600"/>
            <a:ext cx="86868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82371" name="Rectangle 3"/>
          <p:cNvSpPr>
            <a:spLocks noChangeArrowheads="1"/>
          </p:cNvSpPr>
          <p:nvPr/>
        </p:nvSpPr>
        <p:spPr bwMode="auto">
          <a:xfrm>
            <a:off x="330200" y="1397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推论1</a:t>
            </a:r>
            <a:endParaRPr lang="en-US" altLang="zh-CN" sz="2800">
              <a:solidFill>
                <a:schemeClr val="tx2"/>
              </a:solidFill>
            </a:endParaRPr>
          </a:p>
        </p:txBody>
      </p:sp>
      <p:graphicFrame>
        <p:nvGraphicFramePr>
          <p:cNvPr id="1082372" name="Object 4"/>
          <p:cNvGraphicFramePr>
            <a:graphicFrameLocks noChangeAspect="1"/>
          </p:cNvGraphicFramePr>
          <p:nvPr/>
        </p:nvGraphicFramePr>
        <p:xfrm>
          <a:off x="1600200" y="228600"/>
          <a:ext cx="6731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590" name="Document" r:id="rId3" imgW="2550960" imgH="227520" progId="Word.Document.8">
                  <p:embed/>
                </p:oleObj>
              </mc:Choice>
              <mc:Fallback>
                <p:oleObj name="Document" r:id="rId3" imgW="2550960" imgH="2275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8600"/>
                        <a:ext cx="67310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73" name="Object 5"/>
          <p:cNvGraphicFramePr>
            <a:graphicFrameLocks noChangeAspect="1"/>
          </p:cNvGraphicFramePr>
          <p:nvPr/>
        </p:nvGraphicFramePr>
        <p:xfrm>
          <a:off x="407988" y="838200"/>
          <a:ext cx="678021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591" name="Document" r:id="rId5" imgW="2671560" imgH="243720" progId="Word.Document.8">
                  <p:embed/>
                </p:oleObj>
              </mc:Choice>
              <mc:Fallback>
                <p:oleObj name="Document" r:id="rId5" imgW="2671560" imgH="24372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838200"/>
                        <a:ext cx="6780212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74" name="Object 6"/>
          <p:cNvGraphicFramePr>
            <a:graphicFrameLocks noChangeAspect="1"/>
          </p:cNvGraphicFramePr>
          <p:nvPr/>
        </p:nvGraphicFramePr>
        <p:xfrm>
          <a:off x="1143000" y="1600200"/>
          <a:ext cx="56388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592" name="Equation" r:id="rId7" imgW="2298600" imgH="469800" progId="Equation.3">
                  <p:embed/>
                </p:oleObj>
              </mc:Choice>
              <mc:Fallback>
                <p:oleObj name="Equation" r:id="rId7" imgW="229860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200"/>
                        <a:ext cx="5638800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2375" name="Rectangle 7"/>
          <p:cNvSpPr>
            <a:spLocks noChangeArrowheads="1"/>
          </p:cNvSpPr>
          <p:nvPr/>
        </p:nvSpPr>
        <p:spPr bwMode="auto">
          <a:xfrm>
            <a:off x="304800" y="32004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推论2</a:t>
            </a:r>
            <a:endParaRPr lang="en-US" altLang="zh-CN" sz="2800">
              <a:solidFill>
                <a:schemeClr val="tx2"/>
              </a:solidFill>
            </a:endParaRPr>
          </a:p>
        </p:txBody>
      </p:sp>
      <p:graphicFrame>
        <p:nvGraphicFramePr>
          <p:cNvPr id="1082376" name="Object 8"/>
          <p:cNvGraphicFramePr>
            <a:graphicFrameLocks noChangeAspect="1"/>
          </p:cNvGraphicFramePr>
          <p:nvPr/>
        </p:nvGraphicFramePr>
        <p:xfrm>
          <a:off x="1600200" y="3302000"/>
          <a:ext cx="68580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593" name="Document" r:id="rId9" imgW="2653200" imgH="198720" progId="Word.Document.8">
                  <p:embed/>
                </p:oleObj>
              </mc:Choice>
              <mc:Fallback>
                <p:oleObj name="Document" r:id="rId9" imgW="2653200" imgH="19872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302000"/>
                        <a:ext cx="68580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77" name="Object 9"/>
          <p:cNvGraphicFramePr>
            <a:graphicFrameLocks noChangeAspect="1"/>
          </p:cNvGraphicFramePr>
          <p:nvPr/>
        </p:nvGraphicFramePr>
        <p:xfrm>
          <a:off x="533400" y="3886200"/>
          <a:ext cx="38814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594" name="Document" r:id="rId11" imgW="1518120" imgH="198000" progId="Word.Document.8">
                  <p:embed/>
                </p:oleObj>
              </mc:Choice>
              <mc:Fallback>
                <p:oleObj name="Document" r:id="rId11" imgW="1518120" imgH="1980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86200"/>
                        <a:ext cx="38814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2378" name="Object 10"/>
          <p:cNvGraphicFramePr>
            <a:graphicFrameLocks noChangeAspect="1"/>
          </p:cNvGraphicFramePr>
          <p:nvPr/>
        </p:nvGraphicFramePr>
        <p:xfrm>
          <a:off x="2743200" y="4724400"/>
          <a:ext cx="27432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595" name="Equation" r:id="rId13" imgW="1143000" imgH="469800" progId="Equation.3">
                  <p:embed/>
                </p:oleObj>
              </mc:Choice>
              <mc:Fallback>
                <p:oleObj name="Equation" r:id="rId13" imgW="114300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724400"/>
                        <a:ext cx="2743200" cy="112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75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615C-3568-4BCE-B96B-51601F3D1FE8}" type="slidenum">
              <a:rPr lang="zh-CN" altLang="en-US"/>
              <a:pPr/>
              <a:t>111</a:t>
            </a:fld>
            <a:endParaRPr lang="zh-CN" altLang="en-US"/>
          </a:p>
        </p:txBody>
      </p:sp>
      <p:sp>
        <p:nvSpPr>
          <p:cNvPr id="1083394" name="Rectangle 2"/>
          <p:cNvSpPr>
            <a:spLocks noChangeArrowheads="1"/>
          </p:cNvSpPr>
          <p:nvPr/>
        </p:nvSpPr>
        <p:spPr bwMode="auto">
          <a:xfrm>
            <a:off x="228600" y="1524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推论2</a:t>
            </a:r>
            <a:endParaRPr lang="en-US" altLang="zh-CN" sz="2800">
              <a:solidFill>
                <a:schemeClr val="tx2"/>
              </a:solidFill>
            </a:endParaRPr>
          </a:p>
        </p:txBody>
      </p:sp>
      <p:graphicFrame>
        <p:nvGraphicFramePr>
          <p:cNvPr id="1083395" name="Object 3"/>
          <p:cNvGraphicFramePr>
            <a:graphicFrameLocks noChangeAspect="1"/>
          </p:cNvGraphicFramePr>
          <p:nvPr/>
        </p:nvGraphicFramePr>
        <p:xfrm>
          <a:off x="1524000" y="254000"/>
          <a:ext cx="68580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17" name="Document" r:id="rId3" imgW="2653200" imgH="198720" progId="Word.Document.8">
                  <p:embed/>
                </p:oleObj>
              </mc:Choice>
              <mc:Fallback>
                <p:oleObj name="Document" r:id="rId3" imgW="2653200" imgH="1987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54000"/>
                        <a:ext cx="68580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396" name="Object 4"/>
          <p:cNvGraphicFramePr>
            <a:graphicFrameLocks noChangeAspect="1"/>
          </p:cNvGraphicFramePr>
          <p:nvPr/>
        </p:nvGraphicFramePr>
        <p:xfrm>
          <a:off x="457200" y="838200"/>
          <a:ext cx="38814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18" name="Document" r:id="rId5" imgW="1518120" imgH="198000" progId="Word.Document.8">
                  <p:embed/>
                </p:oleObj>
              </mc:Choice>
              <mc:Fallback>
                <p:oleObj name="Document" r:id="rId5" imgW="1518120" imgH="1980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838200"/>
                        <a:ext cx="38814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397" name="Object 5"/>
          <p:cNvGraphicFramePr>
            <a:graphicFrameLocks noChangeAspect="1"/>
          </p:cNvGraphicFramePr>
          <p:nvPr/>
        </p:nvGraphicFramePr>
        <p:xfrm>
          <a:off x="2667000" y="1447800"/>
          <a:ext cx="26670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19" name="Equation" r:id="rId7" imgW="1143000" imgH="469800" progId="Equation.3">
                  <p:embed/>
                </p:oleObj>
              </mc:Choice>
              <mc:Fallback>
                <p:oleObj name="Equation" r:id="rId7" imgW="114300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447800"/>
                        <a:ext cx="2667000" cy="1096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3398" name="Line 6"/>
          <p:cNvSpPr>
            <a:spLocks noChangeShapeType="1"/>
          </p:cNvSpPr>
          <p:nvPr/>
        </p:nvSpPr>
        <p:spPr bwMode="auto">
          <a:xfrm>
            <a:off x="304800" y="2743200"/>
            <a:ext cx="86106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83399" name="Object 7"/>
          <p:cNvGraphicFramePr>
            <a:graphicFrameLocks noChangeAspect="1"/>
          </p:cNvGraphicFramePr>
          <p:nvPr/>
        </p:nvGraphicFramePr>
        <p:xfrm>
          <a:off x="3702050" y="2997200"/>
          <a:ext cx="1327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20" name="Equation" r:id="rId9" imgW="545760" imgH="203040" progId="Equation.3">
                  <p:embed/>
                </p:oleObj>
              </mc:Choice>
              <mc:Fallback>
                <p:oleObj name="Equation" r:id="rId9" imgW="54576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050" y="2997200"/>
                        <a:ext cx="13271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3400" name="Text Box 8"/>
          <p:cNvSpPr txBox="1">
            <a:spLocks noChangeArrowheads="1"/>
          </p:cNvSpPr>
          <p:nvPr/>
        </p:nvSpPr>
        <p:spPr bwMode="auto">
          <a:xfrm>
            <a:off x="381000" y="2971800"/>
            <a:ext cx="3473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若</a:t>
            </a:r>
            <a:r>
              <a:rPr lang="en-US" altLang="zh-CN" i="1"/>
              <a:t>A</a:t>
            </a:r>
            <a:r>
              <a:rPr lang="zh-CN" altLang="en-US"/>
              <a:t>为</a:t>
            </a:r>
            <a:r>
              <a:rPr lang="en-US" altLang="zh-CN" i="1"/>
              <a:t>n</a:t>
            </a:r>
            <a:r>
              <a:rPr lang="zh-CN" altLang="en-US"/>
              <a:t>阶可逆矩阵，</a:t>
            </a:r>
          </a:p>
        </p:txBody>
      </p:sp>
      <p:graphicFrame>
        <p:nvGraphicFramePr>
          <p:cNvPr id="1083401" name="Object 9"/>
          <p:cNvGraphicFramePr>
            <a:graphicFrameLocks noChangeAspect="1"/>
          </p:cNvGraphicFramePr>
          <p:nvPr/>
        </p:nvGraphicFramePr>
        <p:xfrm>
          <a:off x="955675" y="3429000"/>
          <a:ext cx="590232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21" name="Equation" r:id="rId11" imgW="2425680" imgH="469800" progId="Equation.3">
                  <p:embed/>
                </p:oleObj>
              </mc:Choice>
              <mc:Fallback>
                <p:oleObj name="Equation" r:id="rId11" imgW="242568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3429000"/>
                        <a:ext cx="5902325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02" name="Object 10"/>
          <p:cNvGraphicFramePr>
            <a:graphicFrameLocks noChangeAspect="1"/>
          </p:cNvGraphicFramePr>
          <p:nvPr/>
        </p:nvGraphicFramePr>
        <p:xfrm>
          <a:off x="577850" y="4597400"/>
          <a:ext cx="16319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22" name="Equation" r:id="rId13" imgW="647640" imgH="164880" progId="Equation.3">
                  <p:embed/>
                </p:oleObj>
              </mc:Choice>
              <mc:Fallback>
                <p:oleObj name="Equation" r:id="rId13" imgW="64764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4597400"/>
                        <a:ext cx="163195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03" name="Object 11"/>
          <p:cNvGraphicFramePr>
            <a:graphicFrameLocks noChangeAspect="1"/>
          </p:cNvGraphicFramePr>
          <p:nvPr/>
        </p:nvGraphicFramePr>
        <p:xfrm>
          <a:off x="2438400" y="4495800"/>
          <a:ext cx="24320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23" name="Equation" r:id="rId15" imgW="965160" imgH="228600" progId="Equation.3">
                  <p:embed/>
                </p:oleObj>
              </mc:Choice>
              <mc:Fallback>
                <p:oleObj name="Equation" r:id="rId15" imgW="96516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95800"/>
                        <a:ext cx="243205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3404" name="Rectangle 12"/>
          <p:cNvSpPr>
            <a:spLocks noChangeArrowheads="1"/>
          </p:cNvSpPr>
          <p:nvPr/>
        </p:nvSpPr>
        <p:spPr bwMode="auto">
          <a:xfrm>
            <a:off x="304800" y="51054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rgbClr val="0033CC"/>
                </a:solidFill>
                <a:ea typeface="黑体" panose="02010609060101010101" pitchFamily="49" charset="-122"/>
              </a:rPr>
              <a:t>推论3</a:t>
            </a:r>
            <a:endParaRPr lang="en-US" altLang="zh-CN" sz="2800">
              <a:solidFill>
                <a:schemeClr val="tx2"/>
              </a:solidFill>
            </a:endParaRPr>
          </a:p>
        </p:txBody>
      </p:sp>
      <p:graphicFrame>
        <p:nvGraphicFramePr>
          <p:cNvPr id="1083405" name="Object 13"/>
          <p:cNvGraphicFramePr>
            <a:graphicFrameLocks noChangeAspect="1"/>
          </p:cNvGraphicFramePr>
          <p:nvPr/>
        </p:nvGraphicFramePr>
        <p:xfrm>
          <a:off x="1676400" y="5192713"/>
          <a:ext cx="7086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24" name="Document" r:id="rId17" imgW="2612520" imgH="218880" progId="Word.Document.8">
                  <p:embed/>
                </p:oleObj>
              </mc:Choice>
              <mc:Fallback>
                <p:oleObj name="Document" r:id="rId17" imgW="2612520" imgH="218880" progId="Word.Documen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192713"/>
                        <a:ext cx="7086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3406" name="Object 14"/>
          <p:cNvGraphicFramePr>
            <a:graphicFrameLocks noChangeAspect="1"/>
          </p:cNvGraphicFramePr>
          <p:nvPr/>
        </p:nvGraphicFramePr>
        <p:xfrm>
          <a:off x="838200" y="5867400"/>
          <a:ext cx="24384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625" name="Document" r:id="rId19" imgW="901800" imgH="228600" progId="Word.Document.8">
                  <p:embed/>
                </p:oleObj>
              </mc:Choice>
              <mc:Fallback>
                <p:oleObj name="Document" r:id="rId19" imgW="901800" imgH="22860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867400"/>
                        <a:ext cx="24384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8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400" grpId="0" autoUpdateAnimBg="0"/>
      <p:bldP spid="1083404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E5B3-724C-476C-A4CC-BBE20F54A3A7}" type="slidenum">
              <a:rPr lang="zh-CN" altLang="en-US"/>
              <a:pPr/>
              <a:t>112</a:t>
            </a:fld>
            <a:endParaRPr lang="zh-CN" altLang="en-US"/>
          </a:p>
        </p:txBody>
      </p:sp>
      <p:sp>
        <p:nvSpPr>
          <p:cNvPr id="1084418" name="Text Box 2"/>
          <p:cNvSpPr txBox="1">
            <a:spLocks noChangeArrowheads="1"/>
          </p:cNvSpPr>
          <p:nvPr/>
        </p:nvSpPr>
        <p:spPr bwMode="auto">
          <a:xfrm>
            <a:off x="457200" y="319088"/>
            <a:ext cx="838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若方阵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可逆，则它的等价标准形必为单位矩阵。</a:t>
            </a:r>
          </a:p>
        </p:txBody>
      </p:sp>
      <p:graphicFrame>
        <p:nvGraphicFramePr>
          <p:cNvPr id="1084419" name="Object 3"/>
          <p:cNvGraphicFramePr>
            <a:graphicFrameLocks noChangeAspect="1"/>
          </p:cNvGraphicFramePr>
          <p:nvPr/>
        </p:nvGraphicFramePr>
        <p:xfrm>
          <a:off x="533400" y="1081088"/>
          <a:ext cx="70866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637" name="Document" r:id="rId3" imgW="2713320" imgH="231840" progId="Word.Document.8">
                  <p:embed/>
                </p:oleObj>
              </mc:Choice>
              <mc:Fallback>
                <p:oleObj name="Document" r:id="rId3" imgW="2713320" imgH="2318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081088"/>
                        <a:ext cx="70866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4420" name="Object 4"/>
          <p:cNvGraphicFramePr>
            <a:graphicFrameLocks noChangeAspect="1"/>
          </p:cNvGraphicFramePr>
          <p:nvPr/>
        </p:nvGraphicFramePr>
        <p:xfrm>
          <a:off x="1320800" y="1843088"/>
          <a:ext cx="482758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638" name="Equation" r:id="rId5" imgW="1917360" imgH="228600" progId="Equation.3">
                  <p:embed/>
                </p:oleObj>
              </mc:Choice>
              <mc:Fallback>
                <p:oleObj name="Equation" r:id="rId5" imgW="19173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1843088"/>
                        <a:ext cx="4827588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4421" name="Text Box 5"/>
          <p:cNvSpPr txBox="1">
            <a:spLocks noChangeArrowheads="1"/>
          </p:cNvSpPr>
          <p:nvPr/>
        </p:nvSpPr>
        <p:spPr bwMode="auto">
          <a:xfrm>
            <a:off x="381000" y="2528888"/>
            <a:ext cx="800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初等阵是可逆的，且其逆阵仍为初等阵，于是</a:t>
            </a:r>
          </a:p>
        </p:txBody>
      </p:sp>
      <p:graphicFrame>
        <p:nvGraphicFramePr>
          <p:cNvPr id="1084422" name="Object 6"/>
          <p:cNvGraphicFramePr>
            <a:graphicFrameLocks noChangeAspect="1"/>
          </p:cNvGraphicFramePr>
          <p:nvPr/>
        </p:nvGraphicFramePr>
        <p:xfrm>
          <a:off x="1143000" y="3214688"/>
          <a:ext cx="41910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639" name="Equation" r:id="rId7" imgW="1638000" imgH="241200" progId="Equation.3">
                  <p:embed/>
                </p:oleObj>
              </mc:Choice>
              <mc:Fallback>
                <p:oleObj name="Equation" r:id="rId7" imgW="163800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14688"/>
                        <a:ext cx="4191000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4423" name="Group 7"/>
          <p:cNvGrpSpPr>
            <a:grpSpLocks/>
          </p:cNvGrpSpPr>
          <p:nvPr/>
        </p:nvGrpSpPr>
        <p:grpSpPr bwMode="auto">
          <a:xfrm>
            <a:off x="457200" y="3976688"/>
            <a:ext cx="5859463" cy="563562"/>
            <a:chOff x="240" y="2360"/>
            <a:chExt cx="3691" cy="355"/>
          </a:xfrm>
        </p:grpSpPr>
        <p:sp>
          <p:nvSpPr>
            <p:cNvPr id="1084424" name="Text Box 8"/>
            <p:cNvSpPr txBox="1">
              <a:spLocks noChangeArrowheads="1"/>
            </p:cNvSpPr>
            <p:nvPr/>
          </p:nvSpPr>
          <p:spPr bwMode="auto">
            <a:xfrm>
              <a:off x="240" y="2360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其中</a:t>
              </a:r>
            </a:p>
          </p:txBody>
        </p:sp>
        <p:graphicFrame>
          <p:nvGraphicFramePr>
            <p:cNvPr id="1084425" name="Object 9"/>
            <p:cNvGraphicFramePr>
              <a:graphicFrameLocks noChangeAspect="1"/>
            </p:cNvGraphicFramePr>
            <p:nvPr/>
          </p:nvGraphicFramePr>
          <p:xfrm>
            <a:off x="784" y="2378"/>
            <a:ext cx="1481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1640" name="Equation" r:id="rId9" imgW="927000" imgH="228600" progId="Equation.3">
                    <p:embed/>
                  </p:oleObj>
                </mc:Choice>
                <mc:Fallback>
                  <p:oleObj name="Equation" r:id="rId9" imgW="9270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" y="2378"/>
                          <a:ext cx="1481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4426" name="Text Box 10"/>
            <p:cNvSpPr txBox="1">
              <a:spLocks noChangeArrowheads="1"/>
            </p:cNvSpPr>
            <p:nvPr/>
          </p:nvSpPr>
          <p:spPr bwMode="auto">
            <a:xfrm>
              <a:off x="2242" y="2372"/>
              <a:ext cx="16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均为初等矩阵，</a:t>
              </a:r>
            </a:p>
          </p:txBody>
        </p:sp>
      </p:grpSp>
      <p:sp>
        <p:nvSpPr>
          <p:cNvPr id="1084427" name="Text Box 11"/>
          <p:cNvSpPr txBox="1">
            <a:spLocks noChangeArrowheads="1"/>
          </p:cNvSpPr>
          <p:nvPr/>
        </p:nvSpPr>
        <p:spPr bwMode="auto">
          <a:xfrm>
            <a:off x="381000" y="4648200"/>
            <a:ext cx="8610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定理  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1400" i="1">
                <a:solidFill>
                  <a:srgbClr val="000000"/>
                </a:solidFill>
                <a:ea typeface="黑体" panose="02010609060101010101" pitchFamily="49" charset="-122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阶方阵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</a:rPr>
              <a:t>A 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可逆的充分必要条件是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</a:rPr>
              <a:t>A 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可以表示成一些初等矩阵的乘积。</a:t>
            </a:r>
            <a:endParaRPr lang="zh-CN" altLang="en-US"/>
          </a:p>
        </p:txBody>
      </p:sp>
      <p:graphicFrame>
        <p:nvGraphicFramePr>
          <p:cNvPr id="1084428" name="Object 12"/>
          <p:cNvGraphicFramePr>
            <a:graphicFrameLocks noChangeAspect="1"/>
          </p:cNvGraphicFramePr>
          <p:nvPr/>
        </p:nvGraphicFramePr>
        <p:xfrm>
          <a:off x="5321300" y="3265488"/>
          <a:ext cx="24384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641" name="Equation" r:id="rId11" imgW="901440" imgH="228600" progId="Equation.3">
                  <p:embed/>
                </p:oleObj>
              </mc:Choice>
              <mc:Fallback>
                <p:oleObj name="Equation" r:id="rId11" imgW="90144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3265488"/>
                        <a:ext cx="2438400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4429" name="Line 13"/>
          <p:cNvSpPr>
            <a:spLocks noChangeShapeType="1"/>
          </p:cNvSpPr>
          <p:nvPr/>
        </p:nvSpPr>
        <p:spPr bwMode="auto">
          <a:xfrm>
            <a:off x="152400" y="928688"/>
            <a:ext cx="8763000" cy="0"/>
          </a:xfrm>
          <a:prstGeom prst="lin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4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4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4421" grpId="0" autoUpdateAnimBg="0"/>
      <p:bldP spid="1084427" grpId="0" autoUpdateAnimBg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F2E41-6FA6-46E3-840D-DDCDA1E37F5B}" type="slidenum">
              <a:rPr lang="zh-CN" altLang="en-US"/>
              <a:pPr/>
              <a:t>113</a:t>
            </a:fld>
            <a:endParaRPr lang="zh-CN" altLang="en-US"/>
          </a:p>
        </p:txBody>
      </p:sp>
      <p:sp>
        <p:nvSpPr>
          <p:cNvPr id="1085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5943600" cy="533400"/>
          </a:xfrm>
        </p:spPr>
        <p:txBody>
          <a:bodyPr/>
          <a:lstStyle/>
          <a:p>
            <a:pPr algn="l"/>
            <a:r>
              <a:rPr lang="zh-CN" altLang="en-US" sz="3200" b="1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用初等变换求逆矩阵：</a:t>
            </a:r>
          </a:p>
        </p:txBody>
      </p:sp>
      <p:grpSp>
        <p:nvGrpSpPr>
          <p:cNvPr id="1085443" name="Group 3"/>
          <p:cNvGrpSpPr>
            <a:grpSpLocks/>
          </p:cNvGrpSpPr>
          <p:nvPr/>
        </p:nvGrpSpPr>
        <p:grpSpPr bwMode="auto">
          <a:xfrm>
            <a:off x="457200" y="1295400"/>
            <a:ext cx="5859463" cy="563563"/>
            <a:chOff x="432" y="1200"/>
            <a:chExt cx="3691" cy="355"/>
          </a:xfrm>
        </p:grpSpPr>
        <p:sp>
          <p:nvSpPr>
            <p:cNvPr id="1085444" name="Text Box 4"/>
            <p:cNvSpPr txBox="1">
              <a:spLocks noChangeArrowheads="1"/>
            </p:cNvSpPr>
            <p:nvPr/>
          </p:nvSpPr>
          <p:spPr bwMode="auto">
            <a:xfrm>
              <a:off x="432" y="1200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其中</a:t>
              </a:r>
            </a:p>
          </p:txBody>
        </p:sp>
        <p:graphicFrame>
          <p:nvGraphicFramePr>
            <p:cNvPr id="1085445" name="Object 5"/>
            <p:cNvGraphicFramePr>
              <a:graphicFrameLocks noChangeAspect="1"/>
            </p:cNvGraphicFramePr>
            <p:nvPr/>
          </p:nvGraphicFramePr>
          <p:xfrm>
            <a:off x="960" y="1218"/>
            <a:ext cx="1481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2663" name="Equation" r:id="rId3" imgW="927000" imgH="228600" progId="Equation.3">
                    <p:embed/>
                  </p:oleObj>
                </mc:Choice>
                <mc:Fallback>
                  <p:oleObj name="Equation" r:id="rId3" imgW="9270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218"/>
                          <a:ext cx="1481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5446" name="Text Box 6"/>
            <p:cNvSpPr txBox="1">
              <a:spLocks noChangeArrowheads="1"/>
            </p:cNvSpPr>
            <p:nvPr/>
          </p:nvSpPr>
          <p:spPr bwMode="auto">
            <a:xfrm>
              <a:off x="2434" y="1204"/>
              <a:ext cx="16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均为初等矩阵，</a:t>
              </a:r>
            </a:p>
          </p:txBody>
        </p:sp>
      </p:grpSp>
      <p:graphicFrame>
        <p:nvGraphicFramePr>
          <p:cNvPr id="1085447" name="Object 7"/>
          <p:cNvGraphicFramePr>
            <a:graphicFrameLocks noChangeAspect="1"/>
          </p:cNvGraphicFramePr>
          <p:nvPr/>
        </p:nvGraphicFramePr>
        <p:xfrm>
          <a:off x="2819400" y="765175"/>
          <a:ext cx="27432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664" name="Equation" r:id="rId5" imgW="1041120" imgH="228600" progId="Equation.3">
                  <p:embed/>
                </p:oleObj>
              </mc:Choice>
              <mc:Fallback>
                <p:oleObj name="Equation" r:id="rId5" imgW="104112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765175"/>
                        <a:ext cx="27432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5448" name="Group 8"/>
          <p:cNvGrpSpPr>
            <a:grpSpLocks/>
          </p:cNvGrpSpPr>
          <p:nvPr/>
        </p:nvGrpSpPr>
        <p:grpSpPr bwMode="auto">
          <a:xfrm>
            <a:off x="533400" y="1917700"/>
            <a:ext cx="3886200" cy="574675"/>
            <a:chOff x="672" y="1824"/>
            <a:chExt cx="2448" cy="362"/>
          </a:xfrm>
        </p:grpSpPr>
        <p:sp>
          <p:nvSpPr>
            <p:cNvPr id="1085449" name="Text Box 9"/>
            <p:cNvSpPr txBox="1">
              <a:spLocks noChangeArrowheads="1"/>
            </p:cNvSpPr>
            <p:nvPr/>
          </p:nvSpPr>
          <p:spPr bwMode="auto">
            <a:xfrm>
              <a:off x="672" y="1824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或</a:t>
              </a:r>
            </a:p>
          </p:txBody>
        </p:sp>
        <p:graphicFrame>
          <p:nvGraphicFramePr>
            <p:cNvPr id="1085450" name="Object 10"/>
            <p:cNvGraphicFramePr>
              <a:graphicFrameLocks noChangeAspect="1"/>
            </p:cNvGraphicFramePr>
            <p:nvPr/>
          </p:nvGraphicFramePr>
          <p:xfrm>
            <a:off x="1071" y="1849"/>
            <a:ext cx="204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2665" name="Equation" r:id="rId7" imgW="1282680" imgH="228600" progId="Equation.3">
                    <p:embed/>
                  </p:oleObj>
                </mc:Choice>
                <mc:Fallback>
                  <p:oleObj name="Equation" r:id="rId7" imgW="128268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" y="1849"/>
                          <a:ext cx="2049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85451" name="Group 11"/>
          <p:cNvGrpSpPr>
            <a:grpSpLocks/>
          </p:cNvGrpSpPr>
          <p:nvPr/>
        </p:nvGrpSpPr>
        <p:grpSpPr bwMode="auto">
          <a:xfrm>
            <a:off x="533400" y="2590800"/>
            <a:ext cx="5859463" cy="576263"/>
            <a:chOff x="384" y="2160"/>
            <a:chExt cx="3691" cy="363"/>
          </a:xfrm>
        </p:grpSpPr>
        <p:sp>
          <p:nvSpPr>
            <p:cNvPr id="1085452" name="Text Box 12"/>
            <p:cNvSpPr txBox="1">
              <a:spLocks noChangeArrowheads="1"/>
            </p:cNvSpPr>
            <p:nvPr/>
          </p:nvSpPr>
          <p:spPr bwMode="auto">
            <a:xfrm>
              <a:off x="384" y="2160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其中</a:t>
              </a:r>
            </a:p>
          </p:txBody>
        </p:sp>
        <p:graphicFrame>
          <p:nvGraphicFramePr>
            <p:cNvPr id="1085453" name="Object 13"/>
            <p:cNvGraphicFramePr>
              <a:graphicFrameLocks noChangeAspect="1"/>
            </p:cNvGraphicFramePr>
            <p:nvPr/>
          </p:nvGraphicFramePr>
          <p:xfrm>
            <a:off x="926" y="2186"/>
            <a:ext cx="152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2666" name="Equation" r:id="rId9" imgW="952200" imgH="228600" progId="Equation.3">
                    <p:embed/>
                  </p:oleObj>
                </mc:Choice>
                <mc:Fallback>
                  <p:oleObj name="Equation" r:id="rId9" imgW="95220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6" y="2186"/>
                          <a:ext cx="1522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5454" name="Text Box 14"/>
            <p:cNvSpPr txBox="1">
              <a:spLocks noChangeArrowheads="1"/>
            </p:cNvSpPr>
            <p:nvPr/>
          </p:nvSpPr>
          <p:spPr bwMode="auto">
            <a:xfrm>
              <a:off x="2386" y="2180"/>
              <a:ext cx="16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均为初等矩阵，</a:t>
              </a:r>
            </a:p>
          </p:txBody>
        </p:sp>
      </p:grpSp>
      <p:sp>
        <p:nvSpPr>
          <p:cNvPr id="1085455" name="Text Box 15"/>
          <p:cNvSpPr txBox="1">
            <a:spLocks noChangeArrowheads="1"/>
          </p:cNvSpPr>
          <p:nvPr/>
        </p:nvSpPr>
        <p:spPr bwMode="auto">
          <a:xfrm>
            <a:off x="457200" y="752475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设 </a:t>
            </a:r>
            <a:r>
              <a:rPr lang="en-US" altLang="zh-CN" i="1"/>
              <a:t>A </a:t>
            </a:r>
            <a:r>
              <a:rPr lang="zh-CN" altLang="en-US"/>
              <a:t>可逆，则</a:t>
            </a:r>
          </a:p>
        </p:txBody>
      </p:sp>
      <p:sp>
        <p:nvSpPr>
          <p:cNvPr id="1085456" name="Text Box 16"/>
          <p:cNvSpPr txBox="1">
            <a:spLocks noChangeArrowheads="1"/>
          </p:cNvSpPr>
          <p:nvPr/>
        </p:nvSpPr>
        <p:spPr bwMode="auto">
          <a:xfrm>
            <a:off x="457200" y="3754438"/>
            <a:ext cx="8077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可逆阵可经过若干次初等</a:t>
            </a:r>
            <a:r>
              <a:rPr lang="zh-CN" altLang="en-US" sz="300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zh-CN" altLang="en-US">
                <a:latin typeface="宋体" panose="02010600030101010101" pitchFamily="2" charset="-122"/>
              </a:rPr>
              <a:t>变换化为单位矩阵。</a:t>
            </a:r>
            <a:endParaRPr lang="zh-CN" altLang="en-US"/>
          </a:p>
        </p:txBody>
      </p:sp>
      <p:graphicFrame>
        <p:nvGraphicFramePr>
          <p:cNvPr id="1085457" name="Object 17"/>
          <p:cNvGraphicFramePr>
            <a:graphicFrameLocks noChangeAspect="1"/>
          </p:cNvGraphicFramePr>
          <p:nvPr/>
        </p:nvGraphicFramePr>
        <p:xfrm>
          <a:off x="533400" y="3200400"/>
          <a:ext cx="325278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667" name="Equation" r:id="rId11" imgW="1282680" imgH="228600" progId="Equation.3">
                  <p:embed/>
                </p:oleObj>
              </mc:Choice>
              <mc:Fallback>
                <p:oleObj name="Equation" r:id="rId11" imgW="128268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00400"/>
                        <a:ext cx="3252788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58" name="Text Box 18"/>
          <p:cNvSpPr txBox="1">
            <a:spLocks noChangeArrowheads="1"/>
          </p:cNvSpPr>
          <p:nvPr/>
        </p:nvSpPr>
        <p:spPr bwMode="auto">
          <a:xfrm>
            <a:off x="3810000" y="31623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表明：</a:t>
            </a:r>
          </a:p>
        </p:txBody>
      </p:sp>
      <p:graphicFrame>
        <p:nvGraphicFramePr>
          <p:cNvPr id="1085459" name="Object 19"/>
          <p:cNvGraphicFramePr>
            <a:graphicFrameLocks noChangeAspect="1"/>
          </p:cNvGraphicFramePr>
          <p:nvPr/>
        </p:nvGraphicFramePr>
        <p:xfrm>
          <a:off x="533400" y="4464050"/>
          <a:ext cx="35433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668" name="Equation" r:id="rId13" imgW="1396800" imgH="241200" progId="Equation.3">
                  <p:embed/>
                </p:oleObj>
              </mc:Choice>
              <mc:Fallback>
                <p:oleObj name="Equation" r:id="rId13" imgW="1396800" imgH="2412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64050"/>
                        <a:ext cx="354330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60" name="Text Box 20"/>
          <p:cNvSpPr txBox="1">
            <a:spLocks noChangeArrowheads="1"/>
          </p:cNvSpPr>
          <p:nvPr/>
        </p:nvSpPr>
        <p:spPr bwMode="auto">
          <a:xfrm>
            <a:off x="4049713" y="4441825"/>
            <a:ext cx="1589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表明：</a:t>
            </a:r>
          </a:p>
        </p:txBody>
      </p:sp>
      <p:grpSp>
        <p:nvGrpSpPr>
          <p:cNvPr id="1085461" name="Group 21"/>
          <p:cNvGrpSpPr>
            <a:grpSpLocks/>
          </p:cNvGrpSpPr>
          <p:nvPr/>
        </p:nvGrpSpPr>
        <p:grpSpPr bwMode="auto">
          <a:xfrm>
            <a:off x="304800" y="4975225"/>
            <a:ext cx="8153400" cy="1638300"/>
            <a:chOff x="192" y="3134"/>
            <a:chExt cx="5136" cy="1032"/>
          </a:xfrm>
        </p:grpSpPr>
        <p:sp>
          <p:nvSpPr>
            <p:cNvPr id="1085462" name="Text Box 22"/>
            <p:cNvSpPr txBox="1">
              <a:spLocks noChangeArrowheads="1"/>
            </p:cNvSpPr>
            <p:nvPr/>
          </p:nvSpPr>
          <p:spPr bwMode="auto">
            <a:xfrm>
              <a:off x="192" y="3134"/>
              <a:ext cx="5136" cy="10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/>
                <a:t>    如果用一系列初等</a:t>
              </a: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行</a:t>
              </a:r>
              <a:r>
                <a:rPr lang="zh-CN" altLang="en-US"/>
                <a:t>变换把可逆矩阵 </a:t>
              </a:r>
              <a:r>
                <a:rPr lang="en-US" altLang="zh-CN" i="1"/>
                <a:t>A </a:t>
              </a:r>
              <a:r>
                <a:rPr lang="zh-CN" altLang="en-US"/>
                <a:t>化为单位矩阵 </a:t>
              </a:r>
              <a:r>
                <a:rPr lang="en-US" altLang="zh-CN" i="1"/>
                <a:t>E</a:t>
              </a:r>
              <a:r>
                <a:rPr lang="en-US" altLang="zh-CN"/>
                <a:t>，</a:t>
              </a:r>
              <a:r>
                <a:rPr lang="zh-CN" altLang="en-US"/>
                <a:t>那么同样地用这些初等</a:t>
              </a: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行</a:t>
              </a:r>
              <a:r>
                <a:rPr lang="zh-CN" altLang="en-US"/>
                <a:t>变换就把单位矩阵 </a:t>
              </a:r>
              <a:r>
                <a:rPr lang="en-US" altLang="zh-CN" i="1"/>
                <a:t>E </a:t>
              </a:r>
              <a:r>
                <a:rPr lang="zh-CN" altLang="en-US"/>
                <a:t>化为 </a:t>
              </a:r>
            </a:p>
          </p:txBody>
        </p:sp>
        <p:graphicFrame>
          <p:nvGraphicFramePr>
            <p:cNvPr id="1085463" name="Object 23"/>
            <p:cNvGraphicFramePr>
              <a:graphicFrameLocks noChangeAspect="1"/>
            </p:cNvGraphicFramePr>
            <p:nvPr/>
          </p:nvGraphicFramePr>
          <p:xfrm>
            <a:off x="1192" y="3828"/>
            <a:ext cx="548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2669" name="Equation" r:id="rId15" imgW="342720" imgH="228600" progId="Equation.3">
                    <p:embed/>
                  </p:oleObj>
                </mc:Choice>
                <mc:Fallback>
                  <p:oleObj name="Equation" r:id="rId15" imgW="342720" imgH="2286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3828"/>
                          <a:ext cx="548" cy="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8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8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8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8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8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8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42" grpId="0" autoUpdateAnimBg="0"/>
      <p:bldP spid="1085455" grpId="0" autoUpdateAnimBg="0"/>
      <p:bldP spid="1085456" grpId="0" autoUpdateAnimBg="0"/>
      <p:bldP spid="1085458" grpId="0" autoUpdateAnimBg="0"/>
      <p:bldP spid="1085460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5F4A-E4F2-43C0-90DF-753C8A6C1353}" type="slidenum">
              <a:rPr lang="zh-CN" altLang="en-US"/>
              <a:pPr/>
              <a:t>114</a:t>
            </a:fld>
            <a:endParaRPr lang="zh-CN" altLang="en-US"/>
          </a:p>
        </p:txBody>
      </p:sp>
      <p:sp>
        <p:nvSpPr>
          <p:cNvPr id="1086466" name="Text Box 2"/>
          <p:cNvSpPr txBox="1">
            <a:spLocks noChangeArrowheads="1"/>
          </p:cNvSpPr>
          <p:nvPr/>
        </p:nvSpPr>
        <p:spPr bwMode="auto">
          <a:xfrm>
            <a:off x="381000" y="1866900"/>
            <a:ext cx="5943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 sz="3000">
                <a:solidFill>
                  <a:srgbClr val="0033CC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利用初等变换求逆阵的方法：</a:t>
            </a:r>
          </a:p>
        </p:txBody>
      </p:sp>
      <p:graphicFrame>
        <p:nvGraphicFramePr>
          <p:cNvPr id="1086467" name="Object 3"/>
          <p:cNvGraphicFramePr>
            <a:graphicFrameLocks noChangeAspect="1"/>
          </p:cNvGraphicFramePr>
          <p:nvPr/>
        </p:nvGraphicFramePr>
        <p:xfrm>
          <a:off x="547688" y="2552700"/>
          <a:ext cx="638651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686" name="Equation" r:id="rId4" imgW="2552400" imgH="215640" progId="Equation.3">
                  <p:embed/>
                </p:oleObj>
              </mc:Choice>
              <mc:Fallback>
                <p:oleObj name="Equation" r:id="rId4" imgW="255240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8" y="2552700"/>
                        <a:ext cx="638651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6468" name="Oval 4"/>
          <p:cNvSpPr>
            <a:spLocks noChangeArrowheads="1"/>
          </p:cNvSpPr>
          <p:nvPr/>
        </p:nvSpPr>
        <p:spPr bwMode="auto">
          <a:xfrm>
            <a:off x="5562600" y="2400300"/>
            <a:ext cx="381000" cy="838200"/>
          </a:xfrm>
          <a:prstGeom prst="ellipse">
            <a:avLst/>
          </a:prstGeom>
          <a:noFill/>
          <a:ln w="317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pSp>
        <p:nvGrpSpPr>
          <p:cNvPr id="1086469" name="Group 5"/>
          <p:cNvGrpSpPr>
            <a:grpSpLocks/>
          </p:cNvGrpSpPr>
          <p:nvPr/>
        </p:nvGrpSpPr>
        <p:grpSpPr bwMode="auto">
          <a:xfrm>
            <a:off x="228600" y="152400"/>
            <a:ext cx="8153400" cy="1638300"/>
            <a:chOff x="192" y="3134"/>
            <a:chExt cx="5136" cy="1032"/>
          </a:xfrm>
        </p:grpSpPr>
        <p:sp>
          <p:nvSpPr>
            <p:cNvPr id="1086470" name="Text Box 6"/>
            <p:cNvSpPr txBox="1">
              <a:spLocks noChangeArrowheads="1"/>
            </p:cNvSpPr>
            <p:nvPr/>
          </p:nvSpPr>
          <p:spPr bwMode="auto">
            <a:xfrm>
              <a:off x="192" y="3134"/>
              <a:ext cx="5136" cy="10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/>
                <a:t>    如果用一系列初等</a:t>
              </a: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行</a:t>
              </a:r>
              <a:r>
                <a:rPr lang="zh-CN" altLang="en-US"/>
                <a:t>变换把可逆矩阵 </a:t>
              </a:r>
              <a:r>
                <a:rPr lang="en-US" altLang="zh-CN" i="1"/>
                <a:t>A </a:t>
              </a:r>
              <a:r>
                <a:rPr lang="zh-CN" altLang="en-US"/>
                <a:t>化为单位矩阵 </a:t>
              </a:r>
              <a:r>
                <a:rPr lang="en-US" altLang="zh-CN" i="1"/>
                <a:t>E</a:t>
              </a:r>
              <a:r>
                <a:rPr lang="en-US" altLang="zh-CN"/>
                <a:t>，</a:t>
              </a:r>
              <a:r>
                <a:rPr lang="zh-CN" altLang="en-US"/>
                <a:t>那么同样地用这些初等</a:t>
              </a:r>
              <a:r>
                <a:rPr lang="zh-CN" altLang="en-US">
                  <a:solidFill>
                    <a:srgbClr val="0033CC"/>
                  </a:solidFill>
                  <a:ea typeface="黑体" panose="02010609060101010101" pitchFamily="49" charset="-122"/>
                </a:rPr>
                <a:t>行</a:t>
              </a:r>
              <a:r>
                <a:rPr lang="zh-CN" altLang="en-US"/>
                <a:t>变换就把单位矩阵 </a:t>
              </a:r>
              <a:r>
                <a:rPr lang="en-US" altLang="zh-CN" i="1"/>
                <a:t>E </a:t>
              </a:r>
              <a:r>
                <a:rPr lang="zh-CN" altLang="en-US"/>
                <a:t>化为 </a:t>
              </a:r>
            </a:p>
          </p:txBody>
        </p:sp>
        <p:graphicFrame>
          <p:nvGraphicFramePr>
            <p:cNvPr id="1086471" name="Object 7"/>
            <p:cNvGraphicFramePr>
              <a:graphicFrameLocks noChangeAspect="1"/>
            </p:cNvGraphicFramePr>
            <p:nvPr/>
          </p:nvGraphicFramePr>
          <p:xfrm>
            <a:off x="1192" y="3828"/>
            <a:ext cx="548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3687" name="Equation" r:id="rId6" imgW="342720" imgH="228600" progId="Equation.3">
                    <p:embed/>
                  </p:oleObj>
                </mc:Choice>
                <mc:Fallback>
                  <p:oleObj name="Equation" r:id="rId6" imgW="34272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3828"/>
                          <a:ext cx="548" cy="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86472" name="Object 8"/>
          <p:cNvGraphicFramePr>
            <a:graphicFrameLocks noChangeAspect="1"/>
          </p:cNvGraphicFramePr>
          <p:nvPr/>
        </p:nvGraphicFramePr>
        <p:xfrm>
          <a:off x="533400" y="3162300"/>
          <a:ext cx="63246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688" name="Equation" r:id="rId8" imgW="2705040" imgH="228600" progId="Equation.3">
                  <p:embed/>
                </p:oleObj>
              </mc:Choice>
              <mc:Fallback>
                <p:oleObj name="Equation" r:id="rId8" imgW="270504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62300"/>
                        <a:ext cx="63246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6473" name="Group 9"/>
          <p:cNvGrpSpPr>
            <a:grpSpLocks/>
          </p:cNvGrpSpPr>
          <p:nvPr/>
        </p:nvGrpSpPr>
        <p:grpSpPr bwMode="auto">
          <a:xfrm>
            <a:off x="2743200" y="3962400"/>
            <a:ext cx="2667000" cy="1998663"/>
            <a:chOff x="3360" y="576"/>
            <a:chExt cx="1680" cy="1259"/>
          </a:xfrm>
        </p:grpSpPr>
        <p:graphicFrame>
          <p:nvGraphicFramePr>
            <p:cNvPr id="1086474" name="Object 10"/>
            <p:cNvGraphicFramePr>
              <a:graphicFrameLocks noChangeAspect="1"/>
            </p:cNvGraphicFramePr>
            <p:nvPr/>
          </p:nvGraphicFramePr>
          <p:xfrm>
            <a:off x="3496" y="1520"/>
            <a:ext cx="315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3689" name="Equation" r:id="rId10" imgW="164880" imgH="164880" progId="Equation.3">
                    <p:embed/>
                  </p:oleObj>
                </mc:Choice>
                <mc:Fallback>
                  <p:oleObj name="Equation" r:id="rId10" imgW="164880" imgH="1648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6" y="1520"/>
                          <a:ext cx="315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6475" name="Object 11"/>
            <p:cNvGraphicFramePr>
              <a:graphicFrameLocks noChangeAspect="1"/>
            </p:cNvGraphicFramePr>
            <p:nvPr/>
          </p:nvGraphicFramePr>
          <p:xfrm>
            <a:off x="3360" y="576"/>
            <a:ext cx="968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3690" name="Equation" r:id="rId12" imgW="457200" imgH="203040" progId="Equation.3">
                    <p:embed/>
                  </p:oleObj>
                </mc:Choice>
                <mc:Fallback>
                  <p:oleObj name="Equation" r:id="rId12" imgW="457200" imgH="2030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576"/>
                          <a:ext cx="968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6476" name="Line 12"/>
            <p:cNvSpPr>
              <a:spLocks noChangeShapeType="1"/>
            </p:cNvSpPr>
            <p:nvPr/>
          </p:nvSpPr>
          <p:spPr bwMode="auto">
            <a:xfrm>
              <a:off x="3840" y="616"/>
              <a:ext cx="0" cy="30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86477" name="AutoShape 13"/>
            <p:cNvSpPr>
              <a:spLocks noChangeArrowheads="1"/>
            </p:cNvSpPr>
            <p:nvPr/>
          </p:nvSpPr>
          <p:spPr bwMode="auto">
            <a:xfrm>
              <a:off x="3600" y="960"/>
              <a:ext cx="96" cy="48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6478" name="AutoShape 14"/>
            <p:cNvSpPr>
              <a:spLocks noChangeArrowheads="1"/>
            </p:cNvSpPr>
            <p:nvPr/>
          </p:nvSpPr>
          <p:spPr bwMode="auto">
            <a:xfrm>
              <a:off x="4016" y="960"/>
              <a:ext cx="96" cy="48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6479" name="Text Box 15"/>
            <p:cNvSpPr txBox="1">
              <a:spLocks noChangeArrowheads="1"/>
            </p:cNvSpPr>
            <p:nvPr/>
          </p:nvSpPr>
          <p:spPr bwMode="auto">
            <a:xfrm>
              <a:off x="4128" y="1008"/>
              <a:ext cx="91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>
                  <a:solidFill>
                    <a:srgbClr val="0033CC"/>
                  </a:solidFill>
                  <a:ea typeface="黑体" panose="02010609060101010101" pitchFamily="49" charset="-122"/>
                </a:rPr>
                <a:t>行</a:t>
              </a:r>
              <a:r>
                <a:rPr lang="zh-CN" altLang="en-US" sz="2600"/>
                <a:t>变换</a:t>
              </a:r>
            </a:p>
          </p:txBody>
        </p:sp>
        <p:graphicFrame>
          <p:nvGraphicFramePr>
            <p:cNvPr id="1086480" name="Object 16"/>
            <p:cNvGraphicFramePr>
              <a:graphicFrameLocks noChangeAspect="1"/>
            </p:cNvGraphicFramePr>
            <p:nvPr/>
          </p:nvGraphicFramePr>
          <p:xfrm>
            <a:off x="3888" y="1488"/>
            <a:ext cx="45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3691" name="Equation" r:id="rId14" imgW="253800" imgH="190440" progId="Equation.3">
                    <p:embed/>
                  </p:oleObj>
                </mc:Choice>
                <mc:Fallback>
                  <p:oleObj name="Equation" r:id="rId14" imgW="253800" imgH="19044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488"/>
                          <a:ext cx="45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86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86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8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6" grpId="0" autoUpdateAnimBg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2346-D27F-4F16-9891-348EBDD2D4FA}" type="slidenum">
              <a:rPr lang="zh-CN" altLang="en-US"/>
              <a:pPr/>
              <a:t>115</a:t>
            </a:fld>
            <a:endParaRPr lang="zh-CN" altLang="en-US"/>
          </a:p>
        </p:txBody>
      </p:sp>
      <p:grpSp>
        <p:nvGrpSpPr>
          <p:cNvPr id="1087490" name="Group 2"/>
          <p:cNvGrpSpPr>
            <a:grpSpLocks/>
          </p:cNvGrpSpPr>
          <p:nvPr/>
        </p:nvGrpSpPr>
        <p:grpSpPr bwMode="auto">
          <a:xfrm>
            <a:off x="1085850" y="2163763"/>
            <a:ext cx="4121150" cy="1524000"/>
            <a:chOff x="1702" y="1603"/>
            <a:chExt cx="2596" cy="960"/>
          </a:xfrm>
        </p:grpSpPr>
        <p:graphicFrame>
          <p:nvGraphicFramePr>
            <p:cNvPr id="1087491" name="Object 3"/>
            <p:cNvGraphicFramePr>
              <a:graphicFrameLocks noChangeAspect="1"/>
            </p:cNvGraphicFramePr>
            <p:nvPr/>
          </p:nvGraphicFramePr>
          <p:xfrm>
            <a:off x="1702" y="1604"/>
            <a:ext cx="2596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4717" name="Equation" r:id="rId3" imgW="4457520" imgH="1511280" progId="Equation.3">
                    <p:embed/>
                  </p:oleObj>
                </mc:Choice>
                <mc:Fallback>
                  <p:oleObj name="Equation" r:id="rId3" imgW="4457520" imgH="151128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2" y="1604"/>
                          <a:ext cx="2596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7492" name="Line 4"/>
            <p:cNvSpPr>
              <a:spLocks noChangeShapeType="1"/>
            </p:cNvSpPr>
            <p:nvPr/>
          </p:nvSpPr>
          <p:spPr bwMode="auto">
            <a:xfrm>
              <a:off x="3373" y="1603"/>
              <a:ext cx="0" cy="96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7493" name="Line 5"/>
            <p:cNvSpPr>
              <a:spLocks noChangeShapeType="1"/>
            </p:cNvSpPr>
            <p:nvPr/>
          </p:nvSpPr>
          <p:spPr bwMode="auto">
            <a:xfrm>
              <a:off x="2008" y="1952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1087494" name="Object 6"/>
          <p:cNvGraphicFramePr>
            <a:graphicFrameLocks noChangeAspect="1"/>
          </p:cNvGraphicFramePr>
          <p:nvPr/>
        </p:nvGraphicFramePr>
        <p:xfrm>
          <a:off x="914400" y="309563"/>
          <a:ext cx="4160838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18" name="Equation" r:id="rId5" imgW="1752480" imgH="698400" progId="Equation.3">
                  <p:embed/>
                </p:oleObj>
              </mc:Choice>
              <mc:Fallback>
                <p:oleObj name="Equation" r:id="rId5" imgW="175248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9563"/>
                        <a:ext cx="4160838" cy="165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7495" name="Text Box 7"/>
          <p:cNvSpPr txBox="1">
            <a:spLocks noChangeArrowheads="1"/>
          </p:cNvSpPr>
          <p:nvPr/>
        </p:nvSpPr>
        <p:spPr bwMode="auto">
          <a:xfrm>
            <a:off x="101600" y="2605088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87496" name="Text Box 8"/>
          <p:cNvSpPr txBox="1">
            <a:spLocks noChangeArrowheads="1"/>
          </p:cNvSpPr>
          <p:nvPr/>
        </p:nvSpPr>
        <p:spPr bwMode="auto">
          <a:xfrm>
            <a:off x="254000" y="841375"/>
            <a:ext cx="50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grpSp>
        <p:nvGrpSpPr>
          <p:cNvPr id="1087497" name="Group 9"/>
          <p:cNvGrpSpPr>
            <a:grpSpLocks/>
          </p:cNvGrpSpPr>
          <p:nvPr/>
        </p:nvGrpSpPr>
        <p:grpSpPr bwMode="auto">
          <a:xfrm>
            <a:off x="1244600" y="3886200"/>
            <a:ext cx="3124200" cy="1720850"/>
            <a:chOff x="912" y="2448"/>
            <a:chExt cx="1968" cy="1084"/>
          </a:xfrm>
        </p:grpSpPr>
        <p:graphicFrame>
          <p:nvGraphicFramePr>
            <p:cNvPr id="1087498" name="Object 10"/>
            <p:cNvGraphicFramePr>
              <a:graphicFrameLocks noChangeAspect="1"/>
            </p:cNvGraphicFramePr>
            <p:nvPr/>
          </p:nvGraphicFramePr>
          <p:xfrm>
            <a:off x="912" y="2448"/>
            <a:ext cx="1968" cy="1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4719" name="Equation" r:id="rId7" imgW="1574640" imgH="711000" progId="Equation.3">
                    <p:embed/>
                  </p:oleObj>
                </mc:Choice>
                <mc:Fallback>
                  <p:oleObj name="Equation" r:id="rId7" imgW="1574640" imgH="7110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448"/>
                          <a:ext cx="1968" cy="10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7499" name="Line 11"/>
            <p:cNvSpPr>
              <a:spLocks noChangeShapeType="1"/>
            </p:cNvSpPr>
            <p:nvPr/>
          </p:nvSpPr>
          <p:spPr bwMode="auto">
            <a:xfrm>
              <a:off x="1964" y="2496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87500" name="Object 12"/>
          <p:cNvGraphicFramePr>
            <a:graphicFrameLocks noChangeAspect="1"/>
          </p:cNvGraphicFramePr>
          <p:nvPr/>
        </p:nvGraphicFramePr>
        <p:xfrm>
          <a:off x="152400" y="4191000"/>
          <a:ext cx="1016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0" name="Equation" r:id="rId9" imgW="1015920" imgH="419040" progId="Equation.3">
                  <p:embed/>
                </p:oleObj>
              </mc:Choice>
              <mc:Fallback>
                <p:oleObj name="Equation" r:id="rId9" imgW="1015920" imgH="419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91000"/>
                        <a:ext cx="1016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01" name="Object 13"/>
          <p:cNvGraphicFramePr>
            <a:graphicFrameLocks noChangeAspect="1"/>
          </p:cNvGraphicFramePr>
          <p:nvPr/>
        </p:nvGraphicFramePr>
        <p:xfrm>
          <a:off x="152400" y="4876800"/>
          <a:ext cx="101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1" name="Equation" r:id="rId11" imgW="1015920" imgH="431640" progId="Equation.3">
                  <p:embed/>
                </p:oleObj>
              </mc:Choice>
              <mc:Fallback>
                <p:oleObj name="Equation" r:id="rId11" imgW="1015920" imgH="431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876800"/>
                        <a:ext cx="1016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7502" name="Line 14"/>
          <p:cNvSpPr>
            <a:spLocks noChangeShapeType="1"/>
          </p:cNvSpPr>
          <p:nvPr/>
        </p:nvSpPr>
        <p:spPr bwMode="auto">
          <a:xfrm>
            <a:off x="4368800" y="4735513"/>
            <a:ext cx="11430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87503" name="Object 15"/>
          <p:cNvGraphicFramePr>
            <a:graphicFrameLocks noChangeAspect="1"/>
          </p:cNvGraphicFramePr>
          <p:nvPr/>
        </p:nvGraphicFramePr>
        <p:xfrm>
          <a:off x="4487863" y="4235450"/>
          <a:ext cx="85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2" name="Equation" r:id="rId13" imgW="850680" imgH="431640" progId="Equation.3">
                  <p:embed/>
                </p:oleObj>
              </mc:Choice>
              <mc:Fallback>
                <p:oleObj name="Equation" r:id="rId13" imgW="850680" imgH="431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863" y="4235450"/>
                        <a:ext cx="85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7504" name="Group 16"/>
          <p:cNvGrpSpPr>
            <a:grpSpLocks/>
          </p:cNvGrpSpPr>
          <p:nvPr/>
        </p:nvGrpSpPr>
        <p:grpSpPr bwMode="auto">
          <a:xfrm>
            <a:off x="5511800" y="3932238"/>
            <a:ext cx="3479800" cy="1706562"/>
            <a:chOff x="3472" y="2477"/>
            <a:chExt cx="2192" cy="1075"/>
          </a:xfrm>
        </p:grpSpPr>
        <p:graphicFrame>
          <p:nvGraphicFramePr>
            <p:cNvPr id="1087505" name="Object 17"/>
            <p:cNvGraphicFramePr>
              <a:graphicFrameLocks noChangeAspect="1"/>
            </p:cNvGraphicFramePr>
            <p:nvPr/>
          </p:nvGraphicFramePr>
          <p:xfrm>
            <a:off x="3472" y="2477"/>
            <a:ext cx="2192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4723" name="Equation" r:id="rId15" imgW="1739880" imgH="711000" progId="Equation.3">
                    <p:embed/>
                  </p:oleObj>
                </mc:Choice>
                <mc:Fallback>
                  <p:oleObj name="Equation" r:id="rId15" imgW="1739880" imgH="7110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" y="2477"/>
                          <a:ext cx="2192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7506" name="Line 18"/>
            <p:cNvSpPr>
              <a:spLocks noChangeShapeType="1"/>
            </p:cNvSpPr>
            <p:nvPr/>
          </p:nvSpPr>
          <p:spPr bwMode="auto">
            <a:xfrm>
              <a:off x="4622" y="2544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87507" name="Line 19"/>
          <p:cNvSpPr>
            <a:spLocks noChangeShapeType="1"/>
          </p:cNvSpPr>
          <p:nvPr/>
        </p:nvSpPr>
        <p:spPr bwMode="auto">
          <a:xfrm>
            <a:off x="76200" y="4724400"/>
            <a:ext cx="1066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87508" name="Object 20"/>
          <p:cNvGraphicFramePr>
            <a:graphicFrameLocks noChangeAspect="1"/>
          </p:cNvGraphicFramePr>
          <p:nvPr/>
        </p:nvGraphicFramePr>
        <p:xfrm>
          <a:off x="1387475" y="4495800"/>
          <a:ext cx="13160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4" name="Equation" r:id="rId17" imgW="812520" imgH="215640" progId="Equation.3">
                  <p:embed/>
                </p:oleObj>
              </mc:Choice>
              <mc:Fallback>
                <p:oleObj name="Equation" r:id="rId17" imgW="812520" imgH="2156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4495800"/>
                        <a:ext cx="1316038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09" name="Object 21"/>
          <p:cNvGraphicFramePr>
            <a:graphicFrameLocks noChangeAspect="1"/>
          </p:cNvGraphicFramePr>
          <p:nvPr/>
        </p:nvGraphicFramePr>
        <p:xfrm>
          <a:off x="2921000" y="4495800"/>
          <a:ext cx="1295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5" name="Equation" r:id="rId19" imgW="698400" imgH="215640" progId="Equation.3">
                  <p:embed/>
                </p:oleObj>
              </mc:Choice>
              <mc:Fallback>
                <p:oleObj name="Equation" r:id="rId19" imgW="698400" imgH="215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4495800"/>
                        <a:ext cx="12954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0" name="Object 22"/>
          <p:cNvGraphicFramePr>
            <a:graphicFrameLocks noChangeAspect="1"/>
          </p:cNvGraphicFramePr>
          <p:nvPr/>
        </p:nvGraphicFramePr>
        <p:xfrm>
          <a:off x="1385888" y="5029200"/>
          <a:ext cx="1393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6" name="Equation" r:id="rId21" imgW="812520" imgH="215640" progId="Equation.3">
                  <p:embed/>
                </p:oleObj>
              </mc:Choice>
              <mc:Fallback>
                <p:oleObj name="Equation" r:id="rId21" imgW="812520" imgH="215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5029200"/>
                        <a:ext cx="139382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1" name="Object 23"/>
          <p:cNvGraphicFramePr>
            <a:graphicFrameLocks noChangeAspect="1"/>
          </p:cNvGraphicFramePr>
          <p:nvPr/>
        </p:nvGraphicFramePr>
        <p:xfrm>
          <a:off x="2941638" y="5029200"/>
          <a:ext cx="12731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7" name="Equation" r:id="rId23" imgW="698400" imgH="215640" progId="Equation.3">
                  <p:embed/>
                </p:oleObj>
              </mc:Choice>
              <mc:Fallback>
                <p:oleObj name="Equation" r:id="rId23" imgW="698400" imgH="2156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5029200"/>
                        <a:ext cx="1273175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2" name="Object 24"/>
          <p:cNvGraphicFramePr>
            <a:graphicFrameLocks noChangeAspect="1"/>
          </p:cNvGraphicFramePr>
          <p:nvPr/>
        </p:nvGraphicFramePr>
        <p:xfrm>
          <a:off x="6208713" y="5060950"/>
          <a:ext cx="9540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8" name="Equation" r:id="rId25" imgW="431640" imgH="215640" progId="Equation.3">
                  <p:embed/>
                </p:oleObj>
              </mc:Choice>
              <mc:Fallback>
                <p:oleObj name="Equation" r:id="rId25" imgW="431640" imgH="2156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713" y="5060950"/>
                        <a:ext cx="954087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7513" name="Object 25"/>
          <p:cNvGraphicFramePr>
            <a:graphicFrameLocks noChangeAspect="1"/>
          </p:cNvGraphicFramePr>
          <p:nvPr/>
        </p:nvGraphicFramePr>
        <p:xfrm>
          <a:off x="7412038" y="5029200"/>
          <a:ext cx="1447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4729" name="Equation" r:id="rId27" imgW="774360" imgH="215640" progId="Equation.3">
                  <p:embed/>
                </p:oleObj>
              </mc:Choice>
              <mc:Fallback>
                <p:oleObj name="Equation" r:id="rId27" imgW="774360" imgH="2156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8" y="5029200"/>
                        <a:ext cx="1447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7514" name="Oval 26"/>
          <p:cNvSpPr>
            <a:spLocks noChangeArrowheads="1"/>
          </p:cNvSpPr>
          <p:nvPr/>
        </p:nvSpPr>
        <p:spPr bwMode="auto">
          <a:xfrm>
            <a:off x="1752600" y="5029200"/>
            <a:ext cx="685800" cy="457200"/>
          </a:xfrm>
          <a:prstGeom prst="ellipse">
            <a:avLst/>
          </a:prstGeom>
          <a:noFill/>
          <a:ln w="317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87515" name="Rectangle 27"/>
          <p:cNvSpPr>
            <a:spLocks noChangeArrowheads="1"/>
          </p:cNvSpPr>
          <p:nvPr/>
        </p:nvSpPr>
        <p:spPr bwMode="auto">
          <a:xfrm>
            <a:off x="2405063" y="2667000"/>
            <a:ext cx="381000" cy="10668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87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87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875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750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75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750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8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87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75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87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75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87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87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8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87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8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875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75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875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75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495" grpId="0" autoUpdateAnimBg="0"/>
      <p:bldP spid="1087496" grpId="0" autoUpdateAnimBg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B882A-E914-43C4-B061-2B1A86FF3835}" type="slidenum">
              <a:rPr lang="zh-CN" altLang="en-US"/>
              <a:pPr/>
              <a:t>116</a:t>
            </a:fld>
            <a:endParaRPr lang="zh-CN" altLang="en-US"/>
          </a:p>
        </p:txBody>
      </p:sp>
      <p:grpSp>
        <p:nvGrpSpPr>
          <p:cNvPr id="1088514" name="Group 2"/>
          <p:cNvGrpSpPr>
            <a:grpSpLocks/>
          </p:cNvGrpSpPr>
          <p:nvPr/>
        </p:nvGrpSpPr>
        <p:grpSpPr bwMode="auto">
          <a:xfrm>
            <a:off x="254000" y="381000"/>
            <a:ext cx="3708400" cy="1706563"/>
            <a:chOff x="232" y="240"/>
            <a:chExt cx="2336" cy="1075"/>
          </a:xfrm>
        </p:grpSpPr>
        <p:graphicFrame>
          <p:nvGraphicFramePr>
            <p:cNvPr id="1088515" name="Object 3"/>
            <p:cNvGraphicFramePr>
              <a:graphicFrameLocks noChangeAspect="1"/>
            </p:cNvGraphicFramePr>
            <p:nvPr/>
          </p:nvGraphicFramePr>
          <p:xfrm>
            <a:off x="232" y="240"/>
            <a:ext cx="2336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5741" name="Equation" r:id="rId3" imgW="1854000" imgH="711000" progId="Equation.3">
                    <p:embed/>
                  </p:oleObj>
                </mc:Choice>
                <mc:Fallback>
                  <p:oleObj name="Equation" r:id="rId3" imgW="1854000" imgH="7110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" y="240"/>
                          <a:ext cx="2336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8516" name="Line 4"/>
            <p:cNvSpPr>
              <a:spLocks noChangeShapeType="1"/>
            </p:cNvSpPr>
            <p:nvPr/>
          </p:nvSpPr>
          <p:spPr bwMode="auto">
            <a:xfrm>
              <a:off x="1360" y="288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88517" name="Object 5"/>
          <p:cNvGraphicFramePr>
            <a:graphicFrameLocks noChangeAspect="1"/>
          </p:cNvGraphicFramePr>
          <p:nvPr/>
        </p:nvGraphicFramePr>
        <p:xfrm>
          <a:off x="6477000" y="990600"/>
          <a:ext cx="2809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42" name="Equation" r:id="rId5" imgW="126720" imgH="177480" progId="Equation.3">
                  <p:embed/>
                </p:oleObj>
              </mc:Choice>
              <mc:Fallback>
                <p:oleObj name="Equation" r:id="rId5" imgW="12672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990600"/>
                        <a:ext cx="280988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518" name="Object 6"/>
          <p:cNvGraphicFramePr>
            <a:graphicFrameLocks noChangeAspect="1"/>
          </p:cNvGraphicFramePr>
          <p:nvPr/>
        </p:nvGraphicFramePr>
        <p:xfrm>
          <a:off x="7042150" y="990600"/>
          <a:ext cx="16065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43" name="Equation" r:id="rId7" imgW="787320" imgH="215640" progId="Equation.3">
                  <p:embed/>
                </p:oleObj>
              </mc:Choice>
              <mc:Fallback>
                <p:oleObj name="Equation" r:id="rId7" imgW="78732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990600"/>
                        <a:ext cx="16065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8519" name="Group 7"/>
          <p:cNvGrpSpPr>
            <a:grpSpLocks/>
          </p:cNvGrpSpPr>
          <p:nvPr/>
        </p:nvGrpSpPr>
        <p:grpSpPr bwMode="auto">
          <a:xfrm>
            <a:off x="5118100" y="381000"/>
            <a:ext cx="3657600" cy="1706563"/>
            <a:chOff x="3224" y="240"/>
            <a:chExt cx="2304" cy="1075"/>
          </a:xfrm>
        </p:grpSpPr>
        <p:graphicFrame>
          <p:nvGraphicFramePr>
            <p:cNvPr id="1088520" name="Object 8"/>
            <p:cNvGraphicFramePr>
              <a:graphicFrameLocks noChangeAspect="1"/>
            </p:cNvGraphicFramePr>
            <p:nvPr/>
          </p:nvGraphicFramePr>
          <p:xfrm>
            <a:off x="3224" y="240"/>
            <a:ext cx="2304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5744" name="Equation" r:id="rId9" imgW="1828800" imgH="711000" progId="Equation.3">
                    <p:embed/>
                  </p:oleObj>
                </mc:Choice>
                <mc:Fallback>
                  <p:oleObj name="Equation" r:id="rId9" imgW="1828800" imgH="711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4" y="240"/>
                          <a:ext cx="2304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8521" name="Line 9"/>
            <p:cNvSpPr>
              <a:spLocks noChangeShapeType="1"/>
            </p:cNvSpPr>
            <p:nvPr/>
          </p:nvSpPr>
          <p:spPr bwMode="auto">
            <a:xfrm>
              <a:off x="4336" y="288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88522" name="Line 10"/>
          <p:cNvSpPr>
            <a:spLocks noChangeShapeType="1"/>
          </p:cNvSpPr>
          <p:nvPr/>
        </p:nvSpPr>
        <p:spPr bwMode="auto">
          <a:xfrm>
            <a:off x="4051300" y="1219200"/>
            <a:ext cx="9017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88523" name="Object 11"/>
          <p:cNvGraphicFramePr>
            <a:graphicFrameLocks noChangeAspect="1"/>
          </p:cNvGraphicFramePr>
          <p:nvPr/>
        </p:nvGraphicFramePr>
        <p:xfrm>
          <a:off x="6477000" y="457200"/>
          <a:ext cx="2809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45" name="Equation" r:id="rId11" imgW="126720" imgH="177480" progId="Equation.3">
                  <p:embed/>
                </p:oleObj>
              </mc:Choice>
              <mc:Fallback>
                <p:oleObj name="Equation" r:id="rId11" imgW="12672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57200"/>
                        <a:ext cx="280988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524" name="Object 12"/>
          <p:cNvGraphicFramePr>
            <a:graphicFrameLocks noChangeAspect="1"/>
          </p:cNvGraphicFramePr>
          <p:nvPr/>
        </p:nvGraphicFramePr>
        <p:xfrm>
          <a:off x="6934200" y="434975"/>
          <a:ext cx="16843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46" name="Equation" r:id="rId13" imgW="825480" imgH="215640" progId="Equation.3">
                  <p:embed/>
                </p:oleObj>
              </mc:Choice>
              <mc:Fallback>
                <p:oleObj name="Equation" r:id="rId13" imgW="825480" imgH="215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34975"/>
                        <a:ext cx="1684338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8525" name="Group 13"/>
          <p:cNvGrpSpPr>
            <a:grpSpLocks/>
          </p:cNvGrpSpPr>
          <p:nvPr/>
        </p:nvGrpSpPr>
        <p:grpSpPr bwMode="auto">
          <a:xfrm>
            <a:off x="1193800" y="2362200"/>
            <a:ext cx="3759200" cy="1706563"/>
            <a:chOff x="160" y="1488"/>
            <a:chExt cx="2368" cy="1075"/>
          </a:xfrm>
        </p:grpSpPr>
        <p:graphicFrame>
          <p:nvGraphicFramePr>
            <p:cNvPr id="1088526" name="Object 14"/>
            <p:cNvGraphicFramePr>
              <a:graphicFrameLocks noChangeAspect="1"/>
            </p:cNvGraphicFramePr>
            <p:nvPr/>
          </p:nvGraphicFramePr>
          <p:xfrm>
            <a:off x="160" y="1488"/>
            <a:ext cx="2368" cy="1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5747" name="Equation" r:id="rId15" imgW="1879560" imgH="711000" progId="Equation.3">
                    <p:embed/>
                  </p:oleObj>
                </mc:Choice>
                <mc:Fallback>
                  <p:oleObj name="Equation" r:id="rId15" imgW="1879560" imgH="7110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" y="1488"/>
                          <a:ext cx="2368" cy="1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8527" name="Line 15"/>
            <p:cNvSpPr>
              <a:spLocks noChangeShapeType="1"/>
            </p:cNvSpPr>
            <p:nvPr/>
          </p:nvSpPr>
          <p:spPr bwMode="auto">
            <a:xfrm>
              <a:off x="1304" y="1536"/>
              <a:ext cx="0" cy="96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88528" name="Object 16"/>
          <p:cNvGraphicFramePr>
            <a:graphicFrameLocks noChangeAspect="1"/>
          </p:cNvGraphicFramePr>
          <p:nvPr/>
        </p:nvGraphicFramePr>
        <p:xfrm>
          <a:off x="1960563" y="2406650"/>
          <a:ext cx="2746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48" name="Equation" r:id="rId17" imgW="126720" imgH="177480" progId="Equation.3">
                  <p:embed/>
                </p:oleObj>
              </mc:Choice>
              <mc:Fallback>
                <p:oleObj name="Equation" r:id="rId17" imgW="126720" imgH="177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2406650"/>
                        <a:ext cx="274637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529" name="Object 17"/>
          <p:cNvGraphicFramePr>
            <a:graphicFrameLocks noChangeAspect="1"/>
          </p:cNvGraphicFramePr>
          <p:nvPr/>
        </p:nvGraphicFramePr>
        <p:xfrm>
          <a:off x="3073400" y="2362200"/>
          <a:ext cx="17526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49" name="Equation" r:id="rId19" imgW="736560" imgH="215640" progId="Equation.3">
                  <p:embed/>
                </p:oleObj>
              </mc:Choice>
              <mc:Fallback>
                <p:oleObj name="Equation" r:id="rId19" imgW="736560" imgH="2156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362200"/>
                        <a:ext cx="17526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8530" name="Object 18"/>
          <p:cNvGraphicFramePr>
            <a:graphicFrameLocks noChangeAspect="1"/>
          </p:cNvGraphicFramePr>
          <p:nvPr/>
        </p:nvGraphicFramePr>
        <p:xfrm>
          <a:off x="5486400" y="4343400"/>
          <a:ext cx="3657600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50" name="Equation" r:id="rId21" imgW="3720960" imgH="1638000" progId="Equation.3">
                  <p:embed/>
                </p:oleObj>
              </mc:Choice>
              <mc:Fallback>
                <p:oleObj name="Equation" r:id="rId21" imgW="3720960" imgH="1638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343400"/>
                        <a:ext cx="3657600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8531" name="Group 19"/>
          <p:cNvGrpSpPr>
            <a:grpSpLocks/>
          </p:cNvGrpSpPr>
          <p:nvPr/>
        </p:nvGrpSpPr>
        <p:grpSpPr bwMode="auto">
          <a:xfrm>
            <a:off x="1447800" y="4362450"/>
            <a:ext cx="3962400" cy="1657350"/>
            <a:chOff x="1968" y="2724"/>
            <a:chExt cx="2496" cy="1044"/>
          </a:xfrm>
        </p:grpSpPr>
        <p:graphicFrame>
          <p:nvGraphicFramePr>
            <p:cNvPr id="1088532" name="Object 20"/>
            <p:cNvGraphicFramePr>
              <a:graphicFrameLocks noChangeAspect="1"/>
            </p:cNvGraphicFramePr>
            <p:nvPr/>
          </p:nvGraphicFramePr>
          <p:xfrm>
            <a:off x="1968" y="2724"/>
            <a:ext cx="2496" cy="10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5751" name="Equation" r:id="rId23" imgW="3962160" imgH="1638000" progId="Equation.3">
                    <p:embed/>
                  </p:oleObj>
                </mc:Choice>
                <mc:Fallback>
                  <p:oleObj name="Equation" r:id="rId23" imgW="3962160" imgH="16380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724"/>
                          <a:ext cx="2496" cy="10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8533" name="Line 21"/>
            <p:cNvSpPr>
              <a:spLocks noChangeShapeType="1"/>
            </p:cNvSpPr>
            <p:nvPr/>
          </p:nvSpPr>
          <p:spPr bwMode="auto">
            <a:xfrm>
              <a:off x="2960" y="2736"/>
              <a:ext cx="0" cy="103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88534" name="Group 22"/>
          <p:cNvGrpSpPr>
            <a:grpSpLocks/>
          </p:cNvGrpSpPr>
          <p:nvPr/>
        </p:nvGrpSpPr>
        <p:grpSpPr bwMode="auto">
          <a:xfrm>
            <a:off x="152400" y="4591050"/>
            <a:ext cx="1219200" cy="1066800"/>
            <a:chOff x="336" y="2352"/>
            <a:chExt cx="768" cy="672"/>
          </a:xfrm>
        </p:grpSpPr>
        <p:graphicFrame>
          <p:nvGraphicFramePr>
            <p:cNvPr id="1088535" name="Object 23"/>
            <p:cNvGraphicFramePr>
              <a:graphicFrameLocks noChangeAspect="1"/>
            </p:cNvGraphicFramePr>
            <p:nvPr/>
          </p:nvGraphicFramePr>
          <p:xfrm>
            <a:off x="336" y="2352"/>
            <a:ext cx="72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5752" name="Equation" r:id="rId25" imgW="558720" imgH="215640" progId="Equation.3">
                    <p:embed/>
                  </p:oleObj>
                </mc:Choice>
                <mc:Fallback>
                  <p:oleObj name="Equation" r:id="rId25" imgW="558720" imgH="21564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352"/>
                          <a:ext cx="720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8536" name="Object 24"/>
            <p:cNvGraphicFramePr>
              <a:graphicFrameLocks noChangeAspect="1"/>
            </p:cNvGraphicFramePr>
            <p:nvPr/>
          </p:nvGraphicFramePr>
          <p:xfrm>
            <a:off x="336" y="2729"/>
            <a:ext cx="72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5753" name="Equation" r:id="rId27" imgW="558720" imgH="228600" progId="Equation.3">
                    <p:embed/>
                  </p:oleObj>
                </mc:Choice>
                <mc:Fallback>
                  <p:oleObj name="Equation" r:id="rId27" imgW="558720" imgH="2286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729"/>
                          <a:ext cx="72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8537" name="Line 25"/>
            <p:cNvSpPr>
              <a:spLocks noChangeShapeType="1"/>
            </p:cNvSpPr>
            <p:nvPr/>
          </p:nvSpPr>
          <p:spPr bwMode="auto">
            <a:xfrm>
              <a:off x="336" y="2688"/>
              <a:ext cx="76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sp>
        <p:nvSpPr>
          <p:cNvPr id="1088538" name="Line 26"/>
          <p:cNvSpPr>
            <a:spLocks noChangeShapeType="1"/>
          </p:cNvSpPr>
          <p:nvPr/>
        </p:nvSpPr>
        <p:spPr bwMode="auto">
          <a:xfrm>
            <a:off x="76200" y="3276600"/>
            <a:ext cx="1066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88539" name="Oval 27"/>
          <p:cNvSpPr>
            <a:spLocks noChangeArrowheads="1"/>
          </p:cNvSpPr>
          <p:nvPr/>
        </p:nvSpPr>
        <p:spPr bwMode="auto">
          <a:xfrm>
            <a:off x="5595938" y="423863"/>
            <a:ext cx="685800" cy="4572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88540" name="Rectangle 28"/>
          <p:cNvSpPr>
            <a:spLocks noChangeArrowheads="1"/>
          </p:cNvSpPr>
          <p:nvPr/>
        </p:nvSpPr>
        <p:spPr bwMode="auto">
          <a:xfrm>
            <a:off x="1447800" y="304800"/>
            <a:ext cx="533400" cy="11430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8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8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8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8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88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85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885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85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885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85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885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85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88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88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8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8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885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85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885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85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8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8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8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8FF2-A6D2-4737-B454-25BCD7150CC3}" type="slidenum">
              <a:rPr lang="zh-CN" altLang="en-US"/>
              <a:pPr/>
              <a:t>117</a:t>
            </a:fld>
            <a:endParaRPr lang="zh-CN" altLang="en-US"/>
          </a:p>
        </p:txBody>
      </p:sp>
      <p:sp>
        <p:nvSpPr>
          <p:cNvPr id="1089538" name="Text Box 2"/>
          <p:cNvSpPr txBox="1">
            <a:spLocks noChangeArrowheads="1"/>
          </p:cNvSpPr>
          <p:nvPr/>
        </p:nvSpPr>
        <p:spPr bwMode="auto">
          <a:xfrm>
            <a:off x="152400" y="74295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1089539" name="Text Box 3"/>
          <p:cNvSpPr txBox="1">
            <a:spLocks noChangeArrowheads="1"/>
          </p:cNvSpPr>
          <p:nvPr/>
        </p:nvSpPr>
        <p:spPr bwMode="auto">
          <a:xfrm>
            <a:off x="228600" y="25669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89540" name="Object 4"/>
          <p:cNvGraphicFramePr>
            <a:graphicFrameLocks noChangeAspect="1"/>
          </p:cNvGraphicFramePr>
          <p:nvPr/>
        </p:nvGraphicFramePr>
        <p:xfrm>
          <a:off x="1219200" y="204788"/>
          <a:ext cx="5562600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757" name="Document" r:id="rId3" imgW="2285280" imgH="698400" progId="Word.Document.8">
                  <p:embed/>
                </p:oleObj>
              </mc:Choice>
              <mc:Fallback>
                <p:oleObj name="Document" r:id="rId3" imgW="2285280" imgH="698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04788"/>
                        <a:ext cx="5562600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1" name="Object 5"/>
          <p:cNvGraphicFramePr>
            <a:graphicFrameLocks noChangeAspect="1"/>
          </p:cNvGraphicFramePr>
          <p:nvPr/>
        </p:nvGraphicFramePr>
        <p:xfrm>
          <a:off x="914400" y="2586038"/>
          <a:ext cx="130968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758" name="Equation" r:id="rId5" imgW="520560" imgH="228600" progId="Equation.3">
                  <p:embed/>
                </p:oleObj>
              </mc:Choice>
              <mc:Fallback>
                <p:oleObj name="Equation" r:id="rId5" imgW="52056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86038"/>
                        <a:ext cx="1309688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2" name="Object 6"/>
          <p:cNvGraphicFramePr>
            <a:graphicFrameLocks noChangeAspect="1"/>
          </p:cNvGraphicFramePr>
          <p:nvPr/>
        </p:nvGraphicFramePr>
        <p:xfrm>
          <a:off x="2209800" y="2033588"/>
          <a:ext cx="4114800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759" r:id="rId7" imgW="1727200" imgH="698500" progId="Equation.3">
                  <p:embed/>
                </p:oleObj>
              </mc:Choice>
              <mc:Fallback>
                <p:oleObj r:id="rId7" imgW="1727200" imgH="698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033588"/>
                        <a:ext cx="4114800" cy="166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3" name="Object 7"/>
          <p:cNvGraphicFramePr>
            <a:graphicFrameLocks noChangeAspect="1"/>
          </p:cNvGraphicFramePr>
          <p:nvPr/>
        </p:nvGraphicFramePr>
        <p:xfrm>
          <a:off x="304800" y="3786188"/>
          <a:ext cx="411480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760" r:id="rId9" imgW="1790700" imgH="698500" progId="Equation.3">
                  <p:embed/>
                </p:oleObj>
              </mc:Choice>
              <mc:Fallback>
                <p:oleObj r:id="rId9" imgW="1790700" imgH="698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786188"/>
                        <a:ext cx="4114800" cy="159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9544" name="Object 8"/>
          <p:cNvGraphicFramePr>
            <a:graphicFrameLocks noChangeAspect="1"/>
          </p:cNvGraphicFramePr>
          <p:nvPr/>
        </p:nvGraphicFramePr>
        <p:xfrm>
          <a:off x="4419600" y="3824288"/>
          <a:ext cx="4343400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761" r:id="rId11" imgW="1905000" imgH="698500" progId="Equation.3">
                  <p:embed/>
                </p:oleObj>
              </mc:Choice>
              <mc:Fallback>
                <p:oleObj r:id="rId11" imgW="1905000" imgH="698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824288"/>
                        <a:ext cx="4343400" cy="158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8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8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8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8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538" grpId="0" autoUpdateAnimBg="0"/>
      <p:bldP spid="1089539" grpId="0" autoUpdateAnimBg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667BB-B983-49B6-8542-9EDB3EC06968}" type="slidenum">
              <a:rPr lang="zh-CN" altLang="en-US"/>
              <a:pPr/>
              <a:t>118</a:t>
            </a:fld>
            <a:endParaRPr lang="zh-CN" altLang="en-US"/>
          </a:p>
        </p:txBody>
      </p:sp>
      <p:graphicFrame>
        <p:nvGraphicFramePr>
          <p:cNvPr id="1090562" name="Object 2"/>
          <p:cNvGraphicFramePr>
            <a:graphicFrameLocks noChangeAspect="1"/>
          </p:cNvGraphicFramePr>
          <p:nvPr/>
        </p:nvGraphicFramePr>
        <p:xfrm>
          <a:off x="304800" y="304800"/>
          <a:ext cx="4343400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781" r:id="rId3" imgW="1905000" imgH="698500" progId="Equation.3">
                  <p:embed/>
                </p:oleObj>
              </mc:Choice>
              <mc:Fallback>
                <p:oleObj r:id="rId3" imgW="1905000" imgH="698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04800"/>
                        <a:ext cx="4343400" cy="158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63" name="Object 3"/>
          <p:cNvGraphicFramePr>
            <a:graphicFrameLocks noChangeAspect="1"/>
          </p:cNvGraphicFramePr>
          <p:nvPr/>
        </p:nvGraphicFramePr>
        <p:xfrm>
          <a:off x="4648200" y="304800"/>
          <a:ext cx="4038600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782" r:id="rId5" imgW="1676400" imgH="698500" progId="Equation.3">
                  <p:embed/>
                </p:oleObj>
              </mc:Choice>
              <mc:Fallback>
                <p:oleObj r:id="rId5" imgW="1676400" imgH="698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04800"/>
                        <a:ext cx="4038600" cy="167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64" name="Object 4"/>
          <p:cNvGraphicFramePr>
            <a:graphicFrameLocks noChangeAspect="1"/>
          </p:cNvGraphicFramePr>
          <p:nvPr/>
        </p:nvGraphicFramePr>
        <p:xfrm>
          <a:off x="381000" y="2057400"/>
          <a:ext cx="4114800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783" r:id="rId7" imgW="1701800" imgH="889000" progId="Equation.3">
                  <p:embed/>
                </p:oleObj>
              </mc:Choice>
              <mc:Fallback>
                <p:oleObj r:id="rId7" imgW="1701800" imgH="889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57400"/>
                        <a:ext cx="4114800" cy="213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65" name="Object 5"/>
          <p:cNvGraphicFramePr>
            <a:graphicFrameLocks noChangeAspect="1"/>
          </p:cNvGraphicFramePr>
          <p:nvPr/>
        </p:nvGraphicFramePr>
        <p:xfrm>
          <a:off x="4495800" y="2057400"/>
          <a:ext cx="4495800" cy="222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784" r:id="rId9" imgW="1943100" imgH="965200" progId="Equation.3">
                  <p:embed/>
                </p:oleObj>
              </mc:Choice>
              <mc:Fallback>
                <p:oleObj r:id="rId9" imgW="1943100" imgH="965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057400"/>
                        <a:ext cx="4495800" cy="222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0566" name="Object 6"/>
          <p:cNvGraphicFramePr>
            <a:graphicFrameLocks noChangeAspect="1"/>
          </p:cNvGraphicFramePr>
          <p:nvPr/>
        </p:nvGraphicFramePr>
        <p:xfrm>
          <a:off x="914400" y="4267200"/>
          <a:ext cx="4572000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7785" name="Document" r:id="rId11" imgW="1990080" imgH="965160" progId="Word.Document.8">
                  <p:embed/>
                </p:oleObj>
              </mc:Choice>
              <mc:Fallback>
                <p:oleObj name="Document" r:id="rId11" imgW="1990080" imgH="96516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267200"/>
                        <a:ext cx="4572000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CD7F2-67F6-4B0F-88BF-58B32E7A0021}" type="slidenum">
              <a:rPr lang="zh-CN" altLang="en-US"/>
              <a:pPr/>
              <a:t>119</a:t>
            </a:fld>
            <a:endParaRPr lang="zh-CN" altLang="en-US"/>
          </a:p>
        </p:txBody>
      </p:sp>
      <p:sp>
        <p:nvSpPr>
          <p:cNvPr id="1091586" name="Rectangle 2"/>
          <p:cNvSpPr>
            <a:spLocks noChangeArrowheads="1"/>
          </p:cNvSpPr>
          <p:nvPr/>
        </p:nvSpPr>
        <p:spPr bwMode="auto">
          <a:xfrm>
            <a:off x="2514600" y="3124200"/>
            <a:ext cx="3733800" cy="2590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91587" name="Object 3"/>
          <p:cNvGraphicFramePr>
            <a:graphicFrameLocks noChangeAspect="1"/>
          </p:cNvGraphicFramePr>
          <p:nvPr/>
        </p:nvGraphicFramePr>
        <p:xfrm>
          <a:off x="762000" y="1371600"/>
          <a:ext cx="6781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07" name="Equation" r:id="rId3" imgW="2666880" imgH="215640" progId="Equation.3">
                  <p:embed/>
                </p:oleObj>
              </mc:Choice>
              <mc:Fallback>
                <p:oleObj name="Equation" r:id="rId3" imgW="266688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371600"/>
                        <a:ext cx="67818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1588" name="Object 4"/>
          <p:cNvGraphicFramePr>
            <a:graphicFrameLocks noChangeAspect="1"/>
          </p:cNvGraphicFramePr>
          <p:nvPr/>
        </p:nvGraphicFramePr>
        <p:xfrm>
          <a:off x="3352800" y="4826000"/>
          <a:ext cx="4572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08" name="Equation" r:id="rId5" imgW="317160" imgH="291960" progId="Equation.3">
                  <p:embed/>
                </p:oleObj>
              </mc:Choice>
              <mc:Fallback>
                <p:oleObj name="Equation" r:id="rId5" imgW="317160" imgH="291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826000"/>
                        <a:ext cx="4572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1589" name="Group 5"/>
          <p:cNvGrpSpPr>
            <a:grpSpLocks/>
          </p:cNvGrpSpPr>
          <p:nvPr/>
        </p:nvGrpSpPr>
        <p:grpSpPr bwMode="auto">
          <a:xfrm>
            <a:off x="1676400" y="2425700"/>
            <a:ext cx="4419600" cy="469900"/>
            <a:chOff x="1056" y="1384"/>
            <a:chExt cx="2640" cy="296"/>
          </a:xfrm>
        </p:grpSpPr>
        <p:graphicFrame>
          <p:nvGraphicFramePr>
            <p:cNvPr id="1091590" name="Object 6"/>
            <p:cNvGraphicFramePr>
              <a:graphicFrameLocks noChangeAspect="1"/>
            </p:cNvGraphicFramePr>
            <p:nvPr/>
          </p:nvGraphicFramePr>
          <p:xfrm>
            <a:off x="1056" y="1384"/>
            <a:ext cx="264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809" name="Equation" r:id="rId7" imgW="4190760" imgH="469800" progId="Equation.3">
                    <p:embed/>
                  </p:oleObj>
                </mc:Choice>
                <mc:Fallback>
                  <p:oleObj name="Equation" r:id="rId7" imgW="4190760" imgH="469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384"/>
                          <a:ext cx="264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1591" name="Line 7"/>
            <p:cNvSpPr>
              <a:spLocks noChangeShapeType="1"/>
            </p:cNvSpPr>
            <p:nvPr/>
          </p:nvSpPr>
          <p:spPr bwMode="auto">
            <a:xfrm>
              <a:off x="2208" y="1416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91592" name="Line 8"/>
            <p:cNvSpPr>
              <a:spLocks noChangeShapeType="1"/>
            </p:cNvSpPr>
            <p:nvPr/>
          </p:nvSpPr>
          <p:spPr bwMode="auto">
            <a:xfrm>
              <a:off x="3072" y="1424"/>
              <a:ext cx="0" cy="2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91593" name="Group 9"/>
          <p:cNvGrpSpPr>
            <a:grpSpLocks/>
          </p:cNvGrpSpPr>
          <p:nvPr/>
        </p:nvGrpSpPr>
        <p:grpSpPr bwMode="auto">
          <a:xfrm>
            <a:off x="3276600" y="3355975"/>
            <a:ext cx="1524000" cy="606425"/>
            <a:chOff x="2160" y="2378"/>
            <a:chExt cx="960" cy="382"/>
          </a:xfrm>
        </p:grpSpPr>
        <p:graphicFrame>
          <p:nvGraphicFramePr>
            <p:cNvPr id="1091594" name="Object 10"/>
            <p:cNvGraphicFramePr>
              <a:graphicFrameLocks noChangeAspect="1"/>
            </p:cNvGraphicFramePr>
            <p:nvPr/>
          </p:nvGraphicFramePr>
          <p:xfrm>
            <a:off x="2160" y="2378"/>
            <a:ext cx="960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810" name="Equation" r:id="rId9" imgW="990360" imgH="393480" progId="Equation.3">
                    <p:embed/>
                  </p:oleObj>
                </mc:Choice>
                <mc:Fallback>
                  <p:oleObj name="Equation" r:id="rId9" imgW="990360" imgH="3934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378"/>
                          <a:ext cx="960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1595" name="Line 11"/>
            <p:cNvSpPr>
              <a:spLocks noChangeShapeType="1"/>
            </p:cNvSpPr>
            <p:nvPr/>
          </p:nvSpPr>
          <p:spPr bwMode="auto">
            <a:xfrm>
              <a:off x="2648" y="2400"/>
              <a:ext cx="0" cy="30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1091596" name="Object 12"/>
          <p:cNvGraphicFramePr>
            <a:graphicFrameLocks noChangeAspect="1"/>
          </p:cNvGraphicFramePr>
          <p:nvPr/>
        </p:nvGraphicFramePr>
        <p:xfrm>
          <a:off x="4038600" y="4762500"/>
          <a:ext cx="1066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11" name="Equation" r:id="rId11" imgW="799920" imgH="380880" progId="Equation.3">
                  <p:embed/>
                </p:oleObj>
              </mc:Choice>
              <mc:Fallback>
                <p:oleObj name="Equation" r:id="rId11" imgW="799920" imgH="380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762500"/>
                        <a:ext cx="1066800" cy="5080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1597" name="AutoShape 13"/>
          <p:cNvSpPr>
            <a:spLocks noChangeArrowheads="1"/>
          </p:cNvSpPr>
          <p:nvPr/>
        </p:nvSpPr>
        <p:spPr bwMode="auto">
          <a:xfrm>
            <a:off x="3581400" y="39624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1598" name="AutoShape 14"/>
          <p:cNvSpPr>
            <a:spLocks noChangeArrowheads="1"/>
          </p:cNvSpPr>
          <p:nvPr/>
        </p:nvSpPr>
        <p:spPr bwMode="auto">
          <a:xfrm>
            <a:off x="4305300" y="3962400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1599" name="Text Box 15"/>
          <p:cNvSpPr txBox="1">
            <a:spLocks noChangeArrowheads="1"/>
          </p:cNvSpPr>
          <p:nvPr/>
        </p:nvSpPr>
        <p:spPr bwMode="auto">
          <a:xfrm>
            <a:off x="1447800" y="3290888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即</a:t>
            </a:r>
          </a:p>
        </p:txBody>
      </p:sp>
      <p:sp>
        <p:nvSpPr>
          <p:cNvPr id="1091600" name="Text Box 16"/>
          <p:cNvSpPr txBox="1">
            <a:spLocks noChangeArrowheads="1"/>
          </p:cNvSpPr>
          <p:nvPr/>
        </p:nvSpPr>
        <p:spPr bwMode="auto">
          <a:xfrm>
            <a:off x="4419600" y="4038600"/>
            <a:ext cx="1981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/>
              <a:t>初等</a:t>
            </a:r>
            <a:r>
              <a:rPr lang="zh-CN" altLang="en-US" sz="2600">
                <a:solidFill>
                  <a:srgbClr val="CC6600"/>
                </a:solidFill>
                <a:ea typeface="黑体" panose="02010609060101010101" pitchFamily="49" charset="-122"/>
              </a:rPr>
              <a:t>行</a:t>
            </a:r>
            <a:r>
              <a:rPr lang="zh-CN" altLang="en-US" sz="2600"/>
              <a:t>变换</a:t>
            </a:r>
          </a:p>
        </p:txBody>
      </p:sp>
      <p:graphicFrame>
        <p:nvGraphicFramePr>
          <p:cNvPr id="1091601" name="Object 17"/>
          <p:cNvGraphicFramePr>
            <a:graphicFrameLocks noChangeAspect="1"/>
          </p:cNvGraphicFramePr>
          <p:nvPr/>
        </p:nvGraphicFramePr>
        <p:xfrm>
          <a:off x="3175000" y="735013"/>
          <a:ext cx="14716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12" name="Equation" r:id="rId13" imgW="558720" imgH="164880" progId="Equation.3">
                  <p:embed/>
                </p:oleObj>
              </mc:Choice>
              <mc:Fallback>
                <p:oleObj name="Equation" r:id="rId13" imgW="558720" imgH="1648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735013"/>
                        <a:ext cx="1471613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1602" name="Text Box 18"/>
          <p:cNvSpPr txBox="1">
            <a:spLocks noChangeArrowheads="1"/>
          </p:cNvSpPr>
          <p:nvPr/>
        </p:nvSpPr>
        <p:spPr bwMode="auto">
          <a:xfrm>
            <a:off x="736600" y="658813"/>
            <a:ext cx="337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求解矩阵方程</a:t>
            </a:r>
          </a:p>
        </p:txBody>
      </p:sp>
      <p:graphicFrame>
        <p:nvGraphicFramePr>
          <p:cNvPr id="1091603" name="Object 19"/>
          <p:cNvGraphicFramePr>
            <a:graphicFrameLocks noChangeAspect="1"/>
          </p:cNvGraphicFramePr>
          <p:nvPr/>
        </p:nvGraphicFramePr>
        <p:xfrm>
          <a:off x="4800600" y="685800"/>
          <a:ext cx="23415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13" name="Equation" r:id="rId15" imgW="888840" imgH="203040" progId="Equation.3">
                  <p:embed/>
                </p:oleObj>
              </mc:Choice>
              <mc:Fallback>
                <p:oleObj name="Equation" r:id="rId15" imgW="88884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685800"/>
                        <a:ext cx="2341563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9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9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9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9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9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9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9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9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9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599" grpId="0" autoUpdateAnimBg="0"/>
      <p:bldP spid="1091600" grpId="0" autoUpdateAnimBg="0"/>
      <p:bldP spid="1091602" grpId="0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1A1C5-98CA-4A39-BF90-44F3E15CD912}" type="slidenum">
              <a:rPr lang="zh-CN" altLang="en-US"/>
              <a:pPr/>
              <a:t>120</a:t>
            </a:fld>
            <a:endParaRPr lang="zh-CN" altLang="en-US"/>
          </a:p>
        </p:txBody>
      </p:sp>
      <p:sp>
        <p:nvSpPr>
          <p:cNvPr id="1092610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1092611" name="Object 3"/>
          <p:cNvGraphicFramePr>
            <a:graphicFrameLocks noChangeAspect="1"/>
          </p:cNvGraphicFramePr>
          <p:nvPr/>
        </p:nvGraphicFramePr>
        <p:xfrm>
          <a:off x="990600" y="385763"/>
          <a:ext cx="47752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30" name="Equation" r:id="rId3" imgW="4775040" imgH="2070000" progId="Equation.3">
                  <p:embed/>
                </p:oleObj>
              </mc:Choice>
              <mc:Fallback>
                <p:oleObj name="Equation" r:id="rId3" imgW="4775040" imgH="2070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85763"/>
                        <a:ext cx="47752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2612" name="Text Box 4"/>
          <p:cNvSpPr txBox="1">
            <a:spLocks noChangeArrowheads="1"/>
          </p:cNvSpPr>
          <p:nvPr/>
        </p:nvSpPr>
        <p:spPr bwMode="auto">
          <a:xfrm>
            <a:off x="349250" y="2562225"/>
            <a:ext cx="565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092613" name="Object 5"/>
          <p:cNvGraphicFramePr>
            <a:graphicFrameLocks noChangeAspect="1"/>
          </p:cNvGraphicFramePr>
          <p:nvPr/>
        </p:nvGraphicFramePr>
        <p:xfrm>
          <a:off x="990600" y="2590800"/>
          <a:ext cx="4038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31" name="Equation" r:id="rId5" imgW="1701720" imgH="228600" progId="Equation.3">
                  <p:embed/>
                </p:oleObj>
              </mc:Choice>
              <mc:Fallback>
                <p:oleObj name="Equation" r:id="rId5" imgW="17017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40386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2614" name="Group 6"/>
          <p:cNvGrpSpPr>
            <a:grpSpLocks/>
          </p:cNvGrpSpPr>
          <p:nvPr/>
        </p:nvGrpSpPr>
        <p:grpSpPr bwMode="auto">
          <a:xfrm>
            <a:off x="685800" y="5119688"/>
            <a:ext cx="1143000" cy="1060450"/>
            <a:chOff x="864" y="3216"/>
            <a:chExt cx="720" cy="668"/>
          </a:xfrm>
        </p:grpSpPr>
        <p:sp>
          <p:nvSpPr>
            <p:cNvPr id="1092615" name="Line 7"/>
            <p:cNvSpPr>
              <a:spLocks noChangeShapeType="1"/>
            </p:cNvSpPr>
            <p:nvPr/>
          </p:nvSpPr>
          <p:spPr bwMode="auto">
            <a:xfrm>
              <a:off x="864" y="3552"/>
              <a:ext cx="72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graphicFrame>
          <p:nvGraphicFramePr>
            <p:cNvPr id="1092616" name="Object 8"/>
            <p:cNvGraphicFramePr>
              <a:graphicFrameLocks noChangeAspect="1"/>
            </p:cNvGraphicFramePr>
            <p:nvPr/>
          </p:nvGraphicFramePr>
          <p:xfrm>
            <a:off x="864" y="3216"/>
            <a:ext cx="64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32" name="Equation" r:id="rId7" imgW="1015920" imgH="419040" progId="Equation.3">
                    <p:embed/>
                  </p:oleObj>
                </mc:Choice>
                <mc:Fallback>
                  <p:oleObj name="Equation" r:id="rId7" imgW="1015920" imgH="4190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216"/>
                          <a:ext cx="64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2617" name="Object 9"/>
            <p:cNvGraphicFramePr>
              <a:graphicFrameLocks noChangeAspect="1"/>
            </p:cNvGraphicFramePr>
            <p:nvPr/>
          </p:nvGraphicFramePr>
          <p:xfrm>
            <a:off x="868" y="3612"/>
            <a:ext cx="6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33" name="Equation" r:id="rId9" imgW="1015920" imgH="431640" progId="Equation.3">
                    <p:embed/>
                  </p:oleObj>
                </mc:Choice>
                <mc:Fallback>
                  <p:oleObj name="Equation" r:id="rId9" imgW="1015920" imgH="4316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" y="3612"/>
                          <a:ext cx="6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92618" name="Group 10"/>
          <p:cNvGrpSpPr>
            <a:grpSpLocks/>
          </p:cNvGrpSpPr>
          <p:nvPr/>
        </p:nvGrpSpPr>
        <p:grpSpPr bwMode="auto">
          <a:xfrm>
            <a:off x="609600" y="3157538"/>
            <a:ext cx="3949700" cy="1554162"/>
            <a:chOff x="480" y="1989"/>
            <a:chExt cx="2488" cy="979"/>
          </a:xfrm>
        </p:grpSpPr>
        <p:graphicFrame>
          <p:nvGraphicFramePr>
            <p:cNvPr id="1092619" name="Object 11"/>
            <p:cNvGraphicFramePr>
              <a:graphicFrameLocks noChangeAspect="1"/>
            </p:cNvGraphicFramePr>
            <p:nvPr/>
          </p:nvGraphicFramePr>
          <p:xfrm>
            <a:off x="480" y="2016"/>
            <a:ext cx="2488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34" name="Equation" r:id="rId11" imgW="3949560" imgH="1511280" progId="Equation.3">
                    <p:embed/>
                  </p:oleObj>
                </mc:Choice>
                <mc:Fallback>
                  <p:oleObj name="Equation" r:id="rId11" imgW="3949560" imgH="151128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016"/>
                          <a:ext cx="2488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2620" name="Line 12"/>
            <p:cNvSpPr>
              <a:spLocks noChangeShapeType="1"/>
            </p:cNvSpPr>
            <p:nvPr/>
          </p:nvSpPr>
          <p:spPr bwMode="auto">
            <a:xfrm>
              <a:off x="784" y="2352"/>
              <a:ext cx="0" cy="24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1092621" name="Line 13"/>
            <p:cNvSpPr>
              <a:spLocks noChangeShapeType="1"/>
            </p:cNvSpPr>
            <p:nvPr/>
          </p:nvSpPr>
          <p:spPr bwMode="auto">
            <a:xfrm>
              <a:off x="2297" y="1989"/>
              <a:ext cx="0" cy="96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2622" name="Group 14"/>
          <p:cNvGrpSpPr>
            <a:grpSpLocks/>
          </p:cNvGrpSpPr>
          <p:nvPr/>
        </p:nvGrpSpPr>
        <p:grpSpPr bwMode="auto">
          <a:xfrm>
            <a:off x="1958975" y="4876800"/>
            <a:ext cx="3860800" cy="1538288"/>
            <a:chOff x="1728" y="3063"/>
            <a:chExt cx="2432" cy="969"/>
          </a:xfrm>
        </p:grpSpPr>
        <p:graphicFrame>
          <p:nvGraphicFramePr>
            <p:cNvPr id="1092623" name="Object 15"/>
            <p:cNvGraphicFramePr>
              <a:graphicFrameLocks noChangeAspect="1"/>
            </p:cNvGraphicFramePr>
            <p:nvPr/>
          </p:nvGraphicFramePr>
          <p:xfrm>
            <a:off x="1728" y="3063"/>
            <a:ext cx="2432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35" name="Equation" r:id="rId13" imgW="3860640" imgH="1511280" progId="Equation.3">
                    <p:embed/>
                  </p:oleObj>
                </mc:Choice>
                <mc:Fallback>
                  <p:oleObj name="Equation" r:id="rId13" imgW="3860640" imgH="151128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063"/>
                          <a:ext cx="2432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2624" name="Line 16"/>
            <p:cNvSpPr>
              <a:spLocks noChangeShapeType="1"/>
            </p:cNvSpPr>
            <p:nvPr/>
          </p:nvSpPr>
          <p:spPr bwMode="auto">
            <a:xfrm>
              <a:off x="3072" y="3072"/>
              <a:ext cx="0" cy="96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9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9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9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610" grpId="0" autoUpdateAnimBg="0"/>
      <p:bldP spid="1092612" grpId="0" autoUpdateAnimBg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74504-A81E-4294-94DF-276A15B806D5}" type="slidenum">
              <a:rPr lang="zh-CN" altLang="en-US"/>
              <a:pPr/>
              <a:t>121</a:t>
            </a:fld>
            <a:endParaRPr lang="zh-CN" altLang="en-US"/>
          </a:p>
        </p:txBody>
      </p:sp>
      <p:grpSp>
        <p:nvGrpSpPr>
          <p:cNvPr id="1093634" name="Group 2"/>
          <p:cNvGrpSpPr>
            <a:grpSpLocks/>
          </p:cNvGrpSpPr>
          <p:nvPr/>
        </p:nvGrpSpPr>
        <p:grpSpPr bwMode="auto">
          <a:xfrm>
            <a:off x="2463800" y="609600"/>
            <a:ext cx="3860800" cy="1538288"/>
            <a:chOff x="1728" y="3063"/>
            <a:chExt cx="2432" cy="969"/>
          </a:xfrm>
        </p:grpSpPr>
        <p:graphicFrame>
          <p:nvGraphicFramePr>
            <p:cNvPr id="1093635" name="Object 3"/>
            <p:cNvGraphicFramePr>
              <a:graphicFrameLocks noChangeAspect="1"/>
            </p:cNvGraphicFramePr>
            <p:nvPr/>
          </p:nvGraphicFramePr>
          <p:xfrm>
            <a:off x="1728" y="3063"/>
            <a:ext cx="2432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54" name="Equation" r:id="rId3" imgW="3860640" imgH="1511280" progId="Equation.3">
                    <p:embed/>
                  </p:oleObj>
                </mc:Choice>
                <mc:Fallback>
                  <p:oleObj name="Equation" r:id="rId3" imgW="3860640" imgH="151128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063"/>
                          <a:ext cx="2432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3636" name="Line 4"/>
            <p:cNvSpPr>
              <a:spLocks noChangeShapeType="1"/>
            </p:cNvSpPr>
            <p:nvPr/>
          </p:nvSpPr>
          <p:spPr bwMode="auto">
            <a:xfrm>
              <a:off x="3072" y="3072"/>
              <a:ext cx="0" cy="96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3637" name="Group 5"/>
          <p:cNvGrpSpPr>
            <a:grpSpLocks/>
          </p:cNvGrpSpPr>
          <p:nvPr/>
        </p:nvGrpSpPr>
        <p:grpSpPr bwMode="auto">
          <a:xfrm>
            <a:off x="1190625" y="2667000"/>
            <a:ext cx="1143000" cy="495300"/>
            <a:chOff x="750" y="1680"/>
            <a:chExt cx="720" cy="312"/>
          </a:xfrm>
        </p:grpSpPr>
        <p:graphicFrame>
          <p:nvGraphicFramePr>
            <p:cNvPr id="1093638" name="Object 6"/>
            <p:cNvGraphicFramePr>
              <a:graphicFrameLocks noChangeAspect="1"/>
            </p:cNvGraphicFramePr>
            <p:nvPr/>
          </p:nvGraphicFramePr>
          <p:xfrm>
            <a:off x="816" y="1680"/>
            <a:ext cx="5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55" name="Equation" r:id="rId5" imgW="850680" imgH="431640" progId="Equation.3">
                    <p:embed/>
                  </p:oleObj>
                </mc:Choice>
                <mc:Fallback>
                  <p:oleObj name="Equation" r:id="rId5" imgW="850680" imgH="4316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680"/>
                          <a:ext cx="53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3639" name="Line 7"/>
            <p:cNvSpPr>
              <a:spLocks noChangeShapeType="1"/>
            </p:cNvSpPr>
            <p:nvPr/>
          </p:nvSpPr>
          <p:spPr bwMode="auto">
            <a:xfrm>
              <a:off x="750" y="1992"/>
              <a:ext cx="72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3640" name="Group 8"/>
          <p:cNvGrpSpPr>
            <a:grpSpLocks/>
          </p:cNvGrpSpPr>
          <p:nvPr/>
        </p:nvGrpSpPr>
        <p:grpSpPr bwMode="auto">
          <a:xfrm>
            <a:off x="2438400" y="2286000"/>
            <a:ext cx="3733800" cy="1684338"/>
            <a:chOff x="1536" y="1440"/>
            <a:chExt cx="2352" cy="1061"/>
          </a:xfrm>
        </p:grpSpPr>
        <p:graphicFrame>
          <p:nvGraphicFramePr>
            <p:cNvPr id="1093641" name="Object 9"/>
            <p:cNvGraphicFramePr>
              <a:graphicFrameLocks noChangeAspect="1"/>
            </p:cNvGraphicFramePr>
            <p:nvPr/>
          </p:nvGraphicFramePr>
          <p:xfrm>
            <a:off x="1536" y="1440"/>
            <a:ext cx="2352" cy="10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56" name="Equation" r:id="rId7" imgW="1574640" imgH="711000" progId="Equation.3">
                    <p:embed/>
                  </p:oleObj>
                </mc:Choice>
                <mc:Fallback>
                  <p:oleObj name="Equation" r:id="rId7" imgW="1574640" imgH="7110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440"/>
                          <a:ext cx="2352" cy="10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3642" name="Line 10"/>
            <p:cNvSpPr>
              <a:spLocks noChangeShapeType="1"/>
            </p:cNvSpPr>
            <p:nvPr/>
          </p:nvSpPr>
          <p:spPr bwMode="auto">
            <a:xfrm>
              <a:off x="2880" y="1488"/>
              <a:ext cx="0" cy="96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3643" name="Group 11"/>
          <p:cNvGrpSpPr>
            <a:grpSpLocks/>
          </p:cNvGrpSpPr>
          <p:nvPr/>
        </p:nvGrpSpPr>
        <p:grpSpPr bwMode="auto">
          <a:xfrm>
            <a:off x="1190625" y="4343400"/>
            <a:ext cx="1143000" cy="1117600"/>
            <a:chOff x="750" y="2736"/>
            <a:chExt cx="720" cy="704"/>
          </a:xfrm>
        </p:grpSpPr>
        <p:graphicFrame>
          <p:nvGraphicFramePr>
            <p:cNvPr id="1093644" name="Object 12"/>
            <p:cNvGraphicFramePr>
              <a:graphicFrameLocks noChangeAspect="1"/>
            </p:cNvGraphicFramePr>
            <p:nvPr/>
          </p:nvGraphicFramePr>
          <p:xfrm>
            <a:off x="768" y="3168"/>
            <a:ext cx="6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57" name="Equation" r:id="rId9" imgW="1015920" imgH="431640" progId="Equation.3">
                    <p:embed/>
                  </p:oleObj>
                </mc:Choice>
                <mc:Fallback>
                  <p:oleObj name="Equation" r:id="rId9" imgW="1015920" imgH="4316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3168"/>
                          <a:ext cx="6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3645" name="Object 13"/>
            <p:cNvGraphicFramePr>
              <a:graphicFrameLocks noChangeAspect="1"/>
            </p:cNvGraphicFramePr>
            <p:nvPr/>
          </p:nvGraphicFramePr>
          <p:xfrm>
            <a:off x="768" y="2736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58" name="Equation" r:id="rId11" imgW="1028520" imgH="431640" progId="Equation.3">
                    <p:embed/>
                  </p:oleObj>
                </mc:Choice>
                <mc:Fallback>
                  <p:oleObj name="Equation" r:id="rId11" imgW="1028520" imgH="43164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736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3646" name="Line 14"/>
            <p:cNvSpPr>
              <a:spLocks noChangeShapeType="1"/>
            </p:cNvSpPr>
            <p:nvPr/>
          </p:nvSpPr>
          <p:spPr bwMode="auto">
            <a:xfrm>
              <a:off x="750" y="3086"/>
              <a:ext cx="72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3647" name="Group 15"/>
          <p:cNvGrpSpPr>
            <a:grpSpLocks/>
          </p:cNvGrpSpPr>
          <p:nvPr/>
        </p:nvGrpSpPr>
        <p:grpSpPr bwMode="auto">
          <a:xfrm>
            <a:off x="2514600" y="4133850"/>
            <a:ext cx="3733800" cy="1700213"/>
            <a:chOff x="1584" y="2604"/>
            <a:chExt cx="2352" cy="1071"/>
          </a:xfrm>
        </p:grpSpPr>
        <p:graphicFrame>
          <p:nvGraphicFramePr>
            <p:cNvPr id="1093648" name="Object 16"/>
            <p:cNvGraphicFramePr>
              <a:graphicFrameLocks noChangeAspect="1"/>
            </p:cNvGraphicFramePr>
            <p:nvPr/>
          </p:nvGraphicFramePr>
          <p:xfrm>
            <a:off x="1584" y="2604"/>
            <a:ext cx="2352" cy="10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59" name="Equation" r:id="rId13" imgW="1562040" imgH="711000" progId="Equation.3">
                    <p:embed/>
                  </p:oleObj>
                </mc:Choice>
                <mc:Fallback>
                  <p:oleObj name="Equation" r:id="rId13" imgW="1562040" imgH="7110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604"/>
                          <a:ext cx="2352" cy="10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3649" name="Line 17"/>
            <p:cNvSpPr>
              <a:spLocks noChangeShapeType="1"/>
            </p:cNvSpPr>
            <p:nvPr/>
          </p:nvSpPr>
          <p:spPr bwMode="auto">
            <a:xfrm>
              <a:off x="2910" y="2640"/>
              <a:ext cx="0" cy="96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sp>
        <p:nvSpPr>
          <p:cNvPr id="1093650" name="Line 18"/>
          <p:cNvSpPr>
            <a:spLocks noChangeShapeType="1"/>
          </p:cNvSpPr>
          <p:nvPr/>
        </p:nvSpPr>
        <p:spPr bwMode="auto">
          <a:xfrm>
            <a:off x="1168400" y="1371600"/>
            <a:ext cx="11430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3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3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896FB-3416-4D06-8D96-F015C850F94F}" type="slidenum">
              <a:rPr lang="zh-CN" altLang="en-US"/>
              <a:pPr/>
              <a:t>122</a:t>
            </a:fld>
            <a:endParaRPr lang="zh-CN" altLang="en-US"/>
          </a:p>
        </p:txBody>
      </p:sp>
      <p:graphicFrame>
        <p:nvGraphicFramePr>
          <p:cNvPr id="1094658" name="Object 2"/>
          <p:cNvGraphicFramePr>
            <a:graphicFrameLocks noChangeAspect="1"/>
          </p:cNvGraphicFramePr>
          <p:nvPr/>
        </p:nvGraphicFramePr>
        <p:xfrm>
          <a:off x="609600" y="4343400"/>
          <a:ext cx="34036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79" name="Equation" r:id="rId3" imgW="3403440" imgH="1511280" progId="Equation.3">
                  <p:embed/>
                </p:oleObj>
              </mc:Choice>
              <mc:Fallback>
                <p:oleObj name="Equation" r:id="rId3" imgW="3403440" imgH="15112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343400"/>
                        <a:ext cx="34036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4659" name="Group 3"/>
          <p:cNvGrpSpPr>
            <a:grpSpLocks/>
          </p:cNvGrpSpPr>
          <p:nvPr/>
        </p:nvGrpSpPr>
        <p:grpSpPr bwMode="auto">
          <a:xfrm>
            <a:off x="1600200" y="2590800"/>
            <a:ext cx="3238500" cy="1524000"/>
            <a:chOff x="1728" y="1632"/>
            <a:chExt cx="2040" cy="960"/>
          </a:xfrm>
        </p:grpSpPr>
        <p:graphicFrame>
          <p:nvGraphicFramePr>
            <p:cNvPr id="1094660" name="Object 4"/>
            <p:cNvGraphicFramePr>
              <a:graphicFrameLocks noChangeAspect="1"/>
            </p:cNvGraphicFramePr>
            <p:nvPr/>
          </p:nvGraphicFramePr>
          <p:xfrm>
            <a:off x="1728" y="1632"/>
            <a:ext cx="2040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880" name="Equation" r:id="rId5" imgW="3238200" imgH="1511280" progId="Equation.3">
                    <p:embed/>
                  </p:oleObj>
                </mc:Choice>
                <mc:Fallback>
                  <p:oleObj name="Equation" r:id="rId5" imgW="3238200" imgH="151128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632"/>
                          <a:ext cx="2040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4661" name="Line 5"/>
            <p:cNvSpPr>
              <a:spLocks noChangeShapeType="1"/>
            </p:cNvSpPr>
            <p:nvPr/>
          </p:nvSpPr>
          <p:spPr bwMode="auto">
            <a:xfrm>
              <a:off x="2736" y="1632"/>
              <a:ext cx="0" cy="96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4662" name="Group 6"/>
          <p:cNvGrpSpPr>
            <a:grpSpLocks/>
          </p:cNvGrpSpPr>
          <p:nvPr/>
        </p:nvGrpSpPr>
        <p:grpSpPr bwMode="auto">
          <a:xfrm>
            <a:off x="304800" y="2722563"/>
            <a:ext cx="1219200" cy="1066800"/>
            <a:chOff x="336" y="2352"/>
            <a:chExt cx="768" cy="672"/>
          </a:xfrm>
        </p:grpSpPr>
        <p:graphicFrame>
          <p:nvGraphicFramePr>
            <p:cNvPr id="1094663" name="Object 7"/>
            <p:cNvGraphicFramePr>
              <a:graphicFrameLocks noChangeAspect="1"/>
            </p:cNvGraphicFramePr>
            <p:nvPr/>
          </p:nvGraphicFramePr>
          <p:xfrm>
            <a:off x="336" y="2352"/>
            <a:ext cx="72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881" name="Equation" r:id="rId7" imgW="558720" imgH="215640" progId="Equation.3">
                    <p:embed/>
                  </p:oleObj>
                </mc:Choice>
                <mc:Fallback>
                  <p:oleObj name="Equation" r:id="rId7" imgW="558720" imgH="2156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352"/>
                          <a:ext cx="720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4664" name="Object 8"/>
            <p:cNvGraphicFramePr>
              <a:graphicFrameLocks noChangeAspect="1"/>
            </p:cNvGraphicFramePr>
            <p:nvPr/>
          </p:nvGraphicFramePr>
          <p:xfrm>
            <a:off x="336" y="2729"/>
            <a:ext cx="72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882" name="Equation" r:id="rId9" imgW="558720" imgH="228600" progId="Equation.3">
                    <p:embed/>
                  </p:oleObj>
                </mc:Choice>
                <mc:Fallback>
                  <p:oleObj name="Equation" r:id="rId9" imgW="558720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2729"/>
                          <a:ext cx="72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4665" name="Line 9"/>
            <p:cNvSpPr>
              <a:spLocks noChangeShapeType="1"/>
            </p:cNvSpPr>
            <p:nvPr/>
          </p:nvSpPr>
          <p:spPr bwMode="auto">
            <a:xfrm>
              <a:off x="336" y="2688"/>
              <a:ext cx="76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4666" name="Group 10"/>
          <p:cNvGrpSpPr>
            <a:grpSpLocks/>
          </p:cNvGrpSpPr>
          <p:nvPr/>
        </p:nvGrpSpPr>
        <p:grpSpPr bwMode="auto">
          <a:xfrm>
            <a:off x="914400" y="609600"/>
            <a:ext cx="3429000" cy="1700213"/>
            <a:chOff x="1584" y="2604"/>
            <a:chExt cx="2352" cy="1071"/>
          </a:xfrm>
        </p:grpSpPr>
        <p:graphicFrame>
          <p:nvGraphicFramePr>
            <p:cNvPr id="1094667" name="Object 11"/>
            <p:cNvGraphicFramePr>
              <a:graphicFrameLocks noChangeAspect="1"/>
            </p:cNvGraphicFramePr>
            <p:nvPr/>
          </p:nvGraphicFramePr>
          <p:xfrm>
            <a:off x="1584" y="2604"/>
            <a:ext cx="2352" cy="10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883" name="Equation" r:id="rId11" imgW="1562040" imgH="711000" progId="Equation.3">
                    <p:embed/>
                  </p:oleObj>
                </mc:Choice>
                <mc:Fallback>
                  <p:oleObj name="Equation" r:id="rId11" imgW="1562040" imgH="711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604"/>
                          <a:ext cx="2352" cy="10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4668" name="Line 12"/>
            <p:cNvSpPr>
              <a:spLocks noChangeShapeType="1"/>
            </p:cNvSpPr>
            <p:nvPr/>
          </p:nvSpPr>
          <p:spPr bwMode="auto">
            <a:xfrm>
              <a:off x="2910" y="2640"/>
              <a:ext cx="0" cy="96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4669" name="Group 13"/>
          <p:cNvGrpSpPr>
            <a:grpSpLocks/>
          </p:cNvGrpSpPr>
          <p:nvPr/>
        </p:nvGrpSpPr>
        <p:grpSpPr bwMode="auto">
          <a:xfrm>
            <a:off x="4397375" y="857250"/>
            <a:ext cx="936625" cy="571500"/>
            <a:chOff x="2530" y="411"/>
            <a:chExt cx="590" cy="360"/>
          </a:xfrm>
        </p:grpSpPr>
        <p:graphicFrame>
          <p:nvGraphicFramePr>
            <p:cNvPr id="1094670" name="Object 14"/>
            <p:cNvGraphicFramePr>
              <a:graphicFrameLocks noChangeAspect="1"/>
            </p:cNvGraphicFramePr>
            <p:nvPr/>
          </p:nvGraphicFramePr>
          <p:xfrm>
            <a:off x="2530" y="411"/>
            <a:ext cx="57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884" name="Equation" r:id="rId13" imgW="380880" imgH="215640" progId="Equation.3">
                    <p:embed/>
                  </p:oleObj>
                </mc:Choice>
                <mc:Fallback>
                  <p:oleObj name="Equation" r:id="rId13" imgW="380880" imgH="2156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0" y="411"/>
                          <a:ext cx="57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4671" name="Line 15"/>
            <p:cNvSpPr>
              <a:spLocks noChangeShapeType="1"/>
            </p:cNvSpPr>
            <p:nvPr/>
          </p:nvSpPr>
          <p:spPr bwMode="auto">
            <a:xfrm flipV="1">
              <a:off x="2530" y="768"/>
              <a:ext cx="590" cy="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pSp>
        <p:nvGrpSpPr>
          <p:cNvPr id="1094672" name="Group 16"/>
          <p:cNvGrpSpPr>
            <a:grpSpLocks/>
          </p:cNvGrpSpPr>
          <p:nvPr/>
        </p:nvGrpSpPr>
        <p:grpSpPr bwMode="auto">
          <a:xfrm>
            <a:off x="5486400" y="585788"/>
            <a:ext cx="3352800" cy="1700212"/>
            <a:chOff x="3168" y="240"/>
            <a:chExt cx="2352" cy="1071"/>
          </a:xfrm>
        </p:grpSpPr>
        <p:graphicFrame>
          <p:nvGraphicFramePr>
            <p:cNvPr id="1094673" name="Object 17"/>
            <p:cNvGraphicFramePr>
              <a:graphicFrameLocks noChangeAspect="1"/>
            </p:cNvGraphicFramePr>
            <p:nvPr/>
          </p:nvGraphicFramePr>
          <p:xfrm>
            <a:off x="3168" y="240"/>
            <a:ext cx="2352" cy="10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885" name="Equation" r:id="rId15" imgW="1562040" imgH="711000" progId="Equation.3">
                    <p:embed/>
                  </p:oleObj>
                </mc:Choice>
                <mc:Fallback>
                  <p:oleObj name="Equation" r:id="rId15" imgW="1562040" imgH="7110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40"/>
                          <a:ext cx="2352" cy="10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4674" name="Line 18"/>
            <p:cNvSpPr>
              <a:spLocks noChangeShapeType="1"/>
            </p:cNvSpPr>
            <p:nvPr/>
          </p:nvSpPr>
          <p:spPr bwMode="auto">
            <a:xfrm>
              <a:off x="4494" y="276"/>
              <a:ext cx="0" cy="960"/>
            </a:xfrm>
            <a:prstGeom prst="line">
              <a:avLst/>
            </a:prstGeom>
            <a:noFill/>
            <a:ln w="34925">
              <a:solidFill>
                <a:srgbClr val="0033CC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sp>
        <p:nvSpPr>
          <p:cNvPr id="1094675" name="Line 19"/>
          <p:cNvSpPr>
            <a:spLocks noChangeShapeType="1"/>
          </p:cNvSpPr>
          <p:nvPr/>
        </p:nvSpPr>
        <p:spPr bwMode="auto">
          <a:xfrm>
            <a:off x="152400" y="1447800"/>
            <a:ext cx="7620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4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2749C-5F61-4DD5-BB7C-956051B6F184}" type="slidenum">
              <a:rPr lang="zh-CN" altLang="en-US"/>
              <a:pPr/>
              <a:t>123</a:t>
            </a:fld>
            <a:endParaRPr lang="zh-CN" altLang="en-US"/>
          </a:p>
        </p:txBody>
      </p:sp>
      <p:sp>
        <p:nvSpPr>
          <p:cNvPr id="1095682" name="Rectangle 2"/>
          <p:cNvSpPr>
            <a:spLocks noChangeArrowheads="1"/>
          </p:cNvSpPr>
          <p:nvPr/>
        </p:nvSpPr>
        <p:spPr bwMode="auto">
          <a:xfrm>
            <a:off x="304800" y="2370138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95683" name="Text Box 3"/>
          <p:cNvSpPr txBox="1">
            <a:spLocks noChangeArrowheads="1"/>
          </p:cNvSpPr>
          <p:nvPr/>
        </p:nvSpPr>
        <p:spPr bwMode="auto">
          <a:xfrm>
            <a:off x="304800" y="228600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练习</a:t>
            </a: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  <a:r>
              <a:rPr lang="zh-CN" altLang="en-US">
                <a:latin typeface="宋体" panose="02010600030101010101" pitchFamily="2" charset="-122"/>
              </a:rPr>
              <a:t>求解下列矩阵方程：</a:t>
            </a:r>
            <a:r>
              <a:rPr lang="zh-CN" altLang="en-US"/>
              <a:t> </a:t>
            </a:r>
          </a:p>
        </p:txBody>
      </p:sp>
      <p:graphicFrame>
        <p:nvGraphicFramePr>
          <p:cNvPr id="1095684" name="Object 4"/>
          <p:cNvGraphicFramePr>
            <a:graphicFrameLocks noChangeAspect="1"/>
          </p:cNvGraphicFramePr>
          <p:nvPr/>
        </p:nvGraphicFramePr>
        <p:xfrm>
          <a:off x="1954213" y="773113"/>
          <a:ext cx="3481387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04" name="Equation" r:id="rId3" imgW="1777680" imgH="698400" progId="Equation.3">
                  <p:embed/>
                </p:oleObj>
              </mc:Choice>
              <mc:Fallback>
                <p:oleObj name="Equation" r:id="rId3" imgW="177768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773113"/>
                        <a:ext cx="3481387" cy="1376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85" name="Object 5"/>
          <p:cNvGraphicFramePr>
            <a:graphicFrameLocks noChangeAspect="1"/>
          </p:cNvGraphicFramePr>
          <p:nvPr/>
        </p:nvGraphicFramePr>
        <p:xfrm>
          <a:off x="990600" y="2232025"/>
          <a:ext cx="2895600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05" r:id="rId5" imgW="1485900" imgH="711200" progId="Equation.3">
                  <p:embed/>
                </p:oleObj>
              </mc:Choice>
              <mc:Fallback>
                <p:oleObj r:id="rId5" imgW="14859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32025"/>
                        <a:ext cx="2895600" cy="139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86" name="Object 6"/>
          <p:cNvGraphicFramePr>
            <a:graphicFrameLocks noChangeAspect="1"/>
          </p:cNvGraphicFramePr>
          <p:nvPr/>
        </p:nvGraphicFramePr>
        <p:xfrm>
          <a:off x="3810000" y="2209800"/>
          <a:ext cx="3505200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06" r:id="rId7" imgW="1790700" imgH="711200" progId="Equation.3">
                  <p:embed/>
                </p:oleObj>
              </mc:Choice>
              <mc:Fallback>
                <p:oleObj r:id="rId7" imgW="17907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209800"/>
                        <a:ext cx="3505200" cy="1398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87" name="Object 7"/>
          <p:cNvGraphicFramePr>
            <a:graphicFrameLocks noChangeAspect="1"/>
          </p:cNvGraphicFramePr>
          <p:nvPr/>
        </p:nvGraphicFramePr>
        <p:xfrm>
          <a:off x="152400" y="3657600"/>
          <a:ext cx="33528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07" r:id="rId9" imgW="1663700" imgH="711200" progId="Equation.3">
                  <p:embed/>
                </p:oleObj>
              </mc:Choice>
              <mc:Fallback>
                <p:oleObj r:id="rId9" imgW="16637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657600"/>
                        <a:ext cx="3352800" cy="1438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88" name="Object 8"/>
          <p:cNvGraphicFramePr>
            <a:graphicFrameLocks noChangeAspect="1"/>
          </p:cNvGraphicFramePr>
          <p:nvPr/>
        </p:nvGraphicFramePr>
        <p:xfrm>
          <a:off x="3505200" y="3635375"/>
          <a:ext cx="31242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08" r:id="rId11" imgW="1562100" imgH="711200" progId="Equation.3">
                  <p:embed/>
                </p:oleObj>
              </mc:Choice>
              <mc:Fallback>
                <p:oleObj r:id="rId11" imgW="15621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635375"/>
                        <a:ext cx="3124200" cy="142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89" name="Object 9"/>
          <p:cNvGraphicFramePr>
            <a:graphicFrameLocks noChangeAspect="1"/>
          </p:cNvGraphicFramePr>
          <p:nvPr/>
        </p:nvGraphicFramePr>
        <p:xfrm>
          <a:off x="152400" y="5181600"/>
          <a:ext cx="3124200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09" r:id="rId13" imgW="1548728" imgH="710891" progId="Equation.3">
                  <p:embed/>
                </p:oleObj>
              </mc:Choice>
              <mc:Fallback>
                <p:oleObj r:id="rId13" imgW="1548728" imgH="7108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181600"/>
                        <a:ext cx="3124200" cy="1436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90" name="Object 10"/>
          <p:cNvGraphicFramePr>
            <a:graphicFrameLocks noChangeAspect="1"/>
          </p:cNvGraphicFramePr>
          <p:nvPr/>
        </p:nvGraphicFramePr>
        <p:xfrm>
          <a:off x="3276600" y="5159375"/>
          <a:ext cx="3352800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10" r:id="rId15" imgW="1625600" imgH="711200" progId="Equation.3">
                  <p:embed/>
                </p:oleObj>
              </mc:Choice>
              <mc:Fallback>
                <p:oleObj r:id="rId15" imgW="1625600" imgH="71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159375"/>
                        <a:ext cx="3352800" cy="147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691" name="Text Box 11"/>
          <p:cNvSpPr txBox="1">
            <a:spLocks noChangeArrowheads="1"/>
          </p:cNvSpPr>
          <p:nvPr/>
        </p:nvSpPr>
        <p:spPr bwMode="auto">
          <a:xfrm>
            <a:off x="7391400" y="44196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所以</a:t>
            </a:r>
          </a:p>
        </p:txBody>
      </p:sp>
      <p:graphicFrame>
        <p:nvGraphicFramePr>
          <p:cNvPr id="1095692" name="Object 12"/>
          <p:cNvGraphicFramePr>
            <a:graphicFrameLocks noChangeAspect="1"/>
          </p:cNvGraphicFramePr>
          <p:nvPr/>
        </p:nvGraphicFramePr>
        <p:xfrm>
          <a:off x="6781800" y="5105400"/>
          <a:ext cx="2286000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11" r:id="rId17" imgW="1091726" imgH="710891" progId="Equation.3">
                  <p:embed/>
                </p:oleObj>
              </mc:Choice>
              <mc:Fallback>
                <p:oleObj r:id="rId17" imgW="1091726" imgH="71089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105400"/>
                        <a:ext cx="2286000" cy="14906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9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9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9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95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95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95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95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682" grpId="0" autoUpdateAnimBg="0"/>
      <p:bldP spid="1095683" grpId="0" autoUpdateAnimBg="0"/>
      <p:bldP spid="1095691" grpId="0" autoUpdateAnimBg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706" name="Text Box 2"/>
          <p:cNvSpPr txBox="1">
            <a:spLocks noChangeArrowheads="1"/>
          </p:cNvSpPr>
          <p:nvPr/>
        </p:nvSpPr>
        <p:spPr bwMode="auto">
          <a:xfrm>
            <a:off x="228600" y="133350"/>
            <a:ext cx="576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096707" name="Text Box 3"/>
          <p:cNvSpPr txBox="1">
            <a:spLocks noChangeArrowheads="1"/>
          </p:cNvSpPr>
          <p:nvPr/>
        </p:nvSpPr>
        <p:spPr bwMode="auto">
          <a:xfrm>
            <a:off x="261938" y="2286000"/>
            <a:ext cx="576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pSp>
        <p:nvGrpSpPr>
          <p:cNvPr id="1096708" name="Group 4"/>
          <p:cNvGrpSpPr>
            <a:grpSpLocks/>
          </p:cNvGrpSpPr>
          <p:nvPr/>
        </p:nvGrpSpPr>
        <p:grpSpPr bwMode="auto">
          <a:xfrm>
            <a:off x="804863" y="152400"/>
            <a:ext cx="6553200" cy="534988"/>
            <a:chOff x="624" y="96"/>
            <a:chExt cx="4128" cy="337"/>
          </a:xfrm>
        </p:grpSpPr>
        <p:sp>
          <p:nvSpPr>
            <p:cNvPr id="1096709" name="Text Box 5"/>
            <p:cNvSpPr txBox="1">
              <a:spLocks noChangeArrowheads="1"/>
            </p:cNvSpPr>
            <p:nvPr/>
          </p:nvSpPr>
          <p:spPr bwMode="auto">
            <a:xfrm>
              <a:off x="624" y="96"/>
              <a:ext cx="32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宋体" panose="02010600030101010101" pitchFamily="2" charset="-122"/>
                </a:rPr>
                <a:t>设矩阵</a:t>
              </a:r>
              <a:r>
                <a:rPr lang="en-US" altLang="zh-CN" i="1"/>
                <a:t>A</a:t>
              </a:r>
              <a:r>
                <a:rPr lang="zh-CN" altLang="en-US">
                  <a:latin typeface="宋体" panose="02010600030101010101" pitchFamily="2" charset="-122"/>
                </a:rPr>
                <a:t>和</a:t>
              </a:r>
              <a:r>
                <a:rPr lang="en-US" altLang="zh-CN" i="1"/>
                <a:t>X </a:t>
              </a:r>
              <a:r>
                <a:rPr lang="zh-CN" altLang="en-US">
                  <a:latin typeface="宋体" panose="02010600030101010101" pitchFamily="2" charset="-122"/>
                </a:rPr>
                <a:t>满足关系式：</a:t>
              </a:r>
              <a:r>
                <a:rPr lang="zh-CN" altLang="en-US"/>
                <a:t> </a:t>
              </a:r>
            </a:p>
          </p:txBody>
        </p:sp>
        <p:graphicFrame>
          <p:nvGraphicFramePr>
            <p:cNvPr id="1096710" name="Object 6"/>
            <p:cNvGraphicFramePr>
              <a:graphicFrameLocks noChangeAspect="1"/>
            </p:cNvGraphicFramePr>
            <p:nvPr/>
          </p:nvGraphicFramePr>
          <p:xfrm>
            <a:off x="3220" y="122"/>
            <a:ext cx="153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929" name="Equation" r:id="rId3" imgW="977760" imgH="203040" progId="Equation.3">
                    <p:embed/>
                  </p:oleObj>
                </mc:Choice>
                <mc:Fallback>
                  <p:oleObj name="Equation" r:id="rId3" imgW="977760" imgH="2030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122"/>
                          <a:ext cx="1532" cy="3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96711" name="Group 7"/>
          <p:cNvGrpSpPr>
            <a:grpSpLocks/>
          </p:cNvGrpSpPr>
          <p:nvPr/>
        </p:nvGrpSpPr>
        <p:grpSpPr bwMode="auto">
          <a:xfrm>
            <a:off x="271463" y="706438"/>
            <a:ext cx="5616575" cy="1568450"/>
            <a:chOff x="288" y="445"/>
            <a:chExt cx="3538" cy="988"/>
          </a:xfrm>
        </p:grpSpPr>
        <p:sp>
          <p:nvSpPr>
            <p:cNvPr id="1096712" name="Text Box 8"/>
            <p:cNvSpPr txBox="1">
              <a:spLocks noChangeArrowheads="1"/>
            </p:cNvSpPr>
            <p:nvPr/>
          </p:nvSpPr>
          <p:spPr bwMode="auto">
            <a:xfrm>
              <a:off x="288" y="763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宋体" panose="02010600030101010101" pitchFamily="2" charset="-122"/>
                </a:rPr>
                <a:t>其中</a:t>
              </a:r>
              <a:r>
                <a:rPr lang="zh-CN" altLang="en-US"/>
                <a:t> </a:t>
              </a:r>
            </a:p>
          </p:txBody>
        </p:sp>
        <p:graphicFrame>
          <p:nvGraphicFramePr>
            <p:cNvPr id="1096713" name="Object 9"/>
            <p:cNvGraphicFramePr>
              <a:graphicFrameLocks noChangeAspect="1"/>
            </p:cNvGraphicFramePr>
            <p:nvPr/>
          </p:nvGraphicFramePr>
          <p:xfrm>
            <a:off x="843" y="445"/>
            <a:ext cx="1632" cy="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930" name="Equation" r:id="rId5" imgW="1155600" imgH="698400" progId="Equation.3">
                    <p:embed/>
                  </p:oleObj>
                </mc:Choice>
                <mc:Fallback>
                  <p:oleObj name="Equation" r:id="rId5" imgW="1155600" imgH="6984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3" y="445"/>
                          <a:ext cx="1632" cy="9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6714" name="Text Box 10"/>
            <p:cNvSpPr txBox="1">
              <a:spLocks noChangeArrowheads="1"/>
            </p:cNvSpPr>
            <p:nvPr/>
          </p:nvSpPr>
          <p:spPr bwMode="auto">
            <a:xfrm>
              <a:off x="2530" y="775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求矩阵 </a:t>
              </a:r>
              <a:r>
                <a:rPr lang="en-US" altLang="zh-CN" i="1"/>
                <a:t>X</a:t>
              </a:r>
              <a:r>
                <a:rPr lang="zh-CN" altLang="en-US">
                  <a:latin typeface="宋体" panose="02010600030101010101" pitchFamily="2" charset="-122"/>
                </a:rPr>
                <a:t>。</a:t>
              </a:r>
              <a:r>
                <a:rPr lang="zh-CN" altLang="en-US"/>
                <a:t> </a:t>
              </a:r>
            </a:p>
          </p:txBody>
        </p:sp>
      </p:grpSp>
      <p:graphicFrame>
        <p:nvGraphicFramePr>
          <p:cNvPr id="1096715" name="Object 11"/>
          <p:cNvGraphicFramePr>
            <a:graphicFrameLocks noChangeAspect="1"/>
          </p:cNvGraphicFramePr>
          <p:nvPr/>
        </p:nvGraphicFramePr>
        <p:xfrm>
          <a:off x="963613" y="2346325"/>
          <a:ext cx="29448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31" name="Document" r:id="rId7" imgW="1182240" imgH="184680" progId="Word.Document.8">
                  <p:embed/>
                </p:oleObj>
              </mc:Choice>
              <mc:Fallback>
                <p:oleObj name="Document" r:id="rId7" imgW="1182240" imgH="18468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2346325"/>
                        <a:ext cx="294481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16" name="Object 12"/>
          <p:cNvGraphicFramePr>
            <a:graphicFrameLocks noChangeAspect="1"/>
          </p:cNvGraphicFramePr>
          <p:nvPr/>
        </p:nvGraphicFramePr>
        <p:xfrm>
          <a:off x="255588" y="2833688"/>
          <a:ext cx="36734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32" name="Equation" r:id="rId9" imgW="1511280" imgH="228600" progId="Equation.3">
                  <p:embed/>
                </p:oleObj>
              </mc:Choice>
              <mc:Fallback>
                <p:oleObj name="Equation" r:id="rId9" imgW="151128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8" y="2833688"/>
                        <a:ext cx="3673475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17" name="Object 13"/>
          <p:cNvGraphicFramePr>
            <a:graphicFrameLocks noChangeAspect="1"/>
          </p:cNvGraphicFramePr>
          <p:nvPr/>
        </p:nvGraphicFramePr>
        <p:xfrm>
          <a:off x="347663" y="3411538"/>
          <a:ext cx="5791200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33" name="Equation" r:id="rId11" imgW="2565360" imgH="698400" progId="Equation.3">
                  <p:embed/>
                </p:oleObj>
              </mc:Choice>
              <mc:Fallback>
                <p:oleObj name="Equation" r:id="rId11" imgW="2565360" imgH="69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3411538"/>
                        <a:ext cx="5791200" cy="158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18" name="Object 14"/>
          <p:cNvGraphicFramePr>
            <a:graphicFrameLocks noChangeAspect="1"/>
          </p:cNvGraphicFramePr>
          <p:nvPr/>
        </p:nvGraphicFramePr>
        <p:xfrm>
          <a:off x="5459413" y="4953000"/>
          <a:ext cx="3449637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34" name="Equation" r:id="rId13" imgW="1574640" imgH="698400" progId="Equation.3">
                  <p:embed/>
                </p:oleObj>
              </mc:Choice>
              <mc:Fallback>
                <p:oleObj name="Equation" r:id="rId13" imgW="1574640" imgH="698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9413" y="4953000"/>
                        <a:ext cx="3449637" cy="167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19" name="Object 15"/>
          <p:cNvGraphicFramePr>
            <a:graphicFrameLocks noChangeAspect="1"/>
          </p:cNvGraphicFramePr>
          <p:nvPr/>
        </p:nvGraphicFramePr>
        <p:xfrm>
          <a:off x="1295400" y="4953000"/>
          <a:ext cx="4038600" cy="16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35" name="Equation" r:id="rId15" imgW="1803240" imgH="698400" progId="Equation.3">
                  <p:embed/>
                </p:oleObj>
              </mc:Choice>
              <mc:Fallback>
                <p:oleObj name="Equation" r:id="rId15" imgW="1803240" imgH="698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953000"/>
                        <a:ext cx="4038600" cy="164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20" name="Object 16"/>
          <p:cNvGraphicFramePr>
            <a:graphicFrameLocks noChangeAspect="1"/>
          </p:cNvGraphicFramePr>
          <p:nvPr/>
        </p:nvGraphicFramePr>
        <p:xfrm>
          <a:off x="3852863" y="2325688"/>
          <a:ext cx="40386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36" name="Document" r:id="rId17" imgW="1506960" imgH="204480" progId="Word.Document.8">
                  <p:embed/>
                </p:oleObj>
              </mc:Choice>
              <mc:Fallback>
                <p:oleObj name="Document" r:id="rId17" imgW="1506960" imgH="204480" progId="Word.Document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2325688"/>
                        <a:ext cx="403860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721" name="Object 17"/>
          <p:cNvGraphicFramePr>
            <a:graphicFrameLocks noChangeAspect="1"/>
          </p:cNvGraphicFramePr>
          <p:nvPr/>
        </p:nvGraphicFramePr>
        <p:xfrm>
          <a:off x="152400" y="5562600"/>
          <a:ext cx="12319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37" name="Equation" r:id="rId19" imgW="545760" imgH="152280" progId="Equation.3">
                  <p:embed/>
                </p:oleObj>
              </mc:Choice>
              <mc:Fallback>
                <p:oleObj name="Equation" r:id="rId19" imgW="545760" imgH="1522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562600"/>
                        <a:ext cx="12319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9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9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6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96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96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96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96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96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706" grpId="0" autoUpdateAnimBg="0"/>
      <p:bldP spid="1096707" grpId="0" autoUpdateAnimBg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3A52F-C4D2-4E24-A9A9-8B95E9E723B5}" type="slidenum">
              <a:rPr lang="zh-CN" altLang="en-US"/>
              <a:pPr/>
              <a:t>125</a:t>
            </a:fld>
            <a:endParaRPr lang="zh-CN" altLang="en-US"/>
          </a:p>
        </p:txBody>
      </p:sp>
      <p:graphicFrame>
        <p:nvGraphicFramePr>
          <p:cNvPr id="1097730" name="Object 2"/>
          <p:cNvGraphicFramePr>
            <a:graphicFrameLocks noChangeAspect="1"/>
          </p:cNvGraphicFramePr>
          <p:nvPr/>
        </p:nvGraphicFramePr>
        <p:xfrm>
          <a:off x="1828800" y="746125"/>
          <a:ext cx="4125913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54" name="Equation" r:id="rId4" imgW="1790640" imgH="469800" progId="Equation.3">
                  <p:embed/>
                </p:oleObj>
              </mc:Choice>
              <mc:Fallback>
                <p:oleObj name="Equation" r:id="rId4" imgW="1790640" imgH="46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746125"/>
                        <a:ext cx="4125913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7731" name="Object 3"/>
          <p:cNvGraphicFramePr>
            <a:graphicFrameLocks noChangeAspect="1"/>
          </p:cNvGraphicFramePr>
          <p:nvPr/>
        </p:nvGraphicFramePr>
        <p:xfrm>
          <a:off x="4267200" y="2193925"/>
          <a:ext cx="28194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55" name="Equation" r:id="rId6" imgW="1168200" imgH="228600" progId="Equation.3">
                  <p:embed/>
                </p:oleObj>
              </mc:Choice>
              <mc:Fallback>
                <p:oleObj name="Equation" r:id="rId6" imgW="11682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193925"/>
                        <a:ext cx="28194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7732" name="Object 4"/>
          <p:cNvGraphicFramePr>
            <a:graphicFrameLocks noChangeAspect="1"/>
          </p:cNvGraphicFramePr>
          <p:nvPr/>
        </p:nvGraphicFramePr>
        <p:xfrm>
          <a:off x="533400" y="3870325"/>
          <a:ext cx="43434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56" name="Equation" r:id="rId8" imgW="1790640" imgH="228600" progId="Equation.3">
                  <p:embed/>
                </p:oleObj>
              </mc:Choice>
              <mc:Fallback>
                <p:oleObj name="Equation" r:id="rId8" imgW="17906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70325"/>
                        <a:ext cx="43434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7733" name="Object 5"/>
          <p:cNvGraphicFramePr>
            <a:graphicFrameLocks noChangeAspect="1"/>
          </p:cNvGraphicFramePr>
          <p:nvPr/>
        </p:nvGraphicFramePr>
        <p:xfrm>
          <a:off x="457200" y="288925"/>
          <a:ext cx="40386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57" name="Equation" r:id="rId10" imgW="1612800" imgH="203040" progId="Equation.3">
                  <p:embed/>
                </p:oleObj>
              </mc:Choice>
              <mc:Fallback>
                <p:oleObj name="Equation" r:id="rId10" imgW="161280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88925"/>
                        <a:ext cx="40386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7734" name="Object 6"/>
          <p:cNvGraphicFramePr>
            <a:graphicFrameLocks noChangeAspect="1"/>
          </p:cNvGraphicFramePr>
          <p:nvPr/>
        </p:nvGraphicFramePr>
        <p:xfrm>
          <a:off x="5715000" y="3184525"/>
          <a:ext cx="23669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58" name="Equation" r:id="rId12" imgW="1015920" imgH="228600" progId="Equation.3">
                  <p:embed/>
                </p:oleObj>
              </mc:Choice>
              <mc:Fallback>
                <p:oleObj name="Equation" r:id="rId12" imgW="101592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184525"/>
                        <a:ext cx="23669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7735" name="Object 7"/>
          <p:cNvGraphicFramePr>
            <a:graphicFrameLocks noChangeAspect="1"/>
          </p:cNvGraphicFramePr>
          <p:nvPr/>
        </p:nvGraphicFramePr>
        <p:xfrm>
          <a:off x="457200" y="5546725"/>
          <a:ext cx="24368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59" name="Equation" r:id="rId14" imgW="1015920" imgH="228600" progId="Equation.3">
                  <p:embed/>
                </p:oleObj>
              </mc:Choice>
              <mc:Fallback>
                <p:oleObj name="Equation" r:id="rId14" imgW="101592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546725"/>
                        <a:ext cx="243681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7736" name="Group 8"/>
          <p:cNvGrpSpPr>
            <a:grpSpLocks/>
          </p:cNvGrpSpPr>
          <p:nvPr/>
        </p:nvGrpSpPr>
        <p:grpSpPr bwMode="auto">
          <a:xfrm>
            <a:off x="609600" y="1889125"/>
            <a:ext cx="3429000" cy="1084263"/>
            <a:chOff x="672" y="960"/>
            <a:chExt cx="2160" cy="683"/>
          </a:xfrm>
        </p:grpSpPr>
        <p:graphicFrame>
          <p:nvGraphicFramePr>
            <p:cNvPr id="1097737" name="Object 9"/>
            <p:cNvGraphicFramePr>
              <a:graphicFrameLocks noChangeAspect="1"/>
            </p:cNvGraphicFramePr>
            <p:nvPr/>
          </p:nvGraphicFramePr>
          <p:xfrm>
            <a:off x="672" y="960"/>
            <a:ext cx="2160" cy="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960" name="Equation" r:id="rId16" imgW="1485720" imgH="469800" progId="Equation.3">
                    <p:embed/>
                  </p:oleObj>
                </mc:Choice>
                <mc:Fallback>
                  <p:oleObj name="Equation" r:id="rId16" imgW="1485720" imgH="4698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960"/>
                          <a:ext cx="2160" cy="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7738" name="Text Box 10"/>
            <p:cNvSpPr txBox="1">
              <a:spLocks noChangeArrowheads="1"/>
            </p:cNvSpPr>
            <p:nvPr/>
          </p:nvSpPr>
          <p:spPr bwMode="auto">
            <a:xfrm>
              <a:off x="1272" y="960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/>
                <a:t>列变换</a:t>
              </a:r>
            </a:p>
          </p:txBody>
        </p:sp>
        <p:sp>
          <p:nvSpPr>
            <p:cNvPr id="1097739" name="Line 11"/>
            <p:cNvSpPr>
              <a:spLocks noChangeShapeType="1"/>
            </p:cNvSpPr>
            <p:nvPr/>
          </p:nvSpPr>
          <p:spPr bwMode="auto">
            <a:xfrm>
              <a:off x="1248" y="1296"/>
              <a:ext cx="72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sp>
        <p:nvSpPr>
          <p:cNvPr id="1097740" name="Oval 12"/>
          <p:cNvSpPr>
            <a:spLocks noChangeArrowheads="1"/>
          </p:cNvSpPr>
          <p:nvPr/>
        </p:nvSpPr>
        <p:spPr bwMode="auto">
          <a:xfrm>
            <a:off x="4648200" y="822325"/>
            <a:ext cx="381000" cy="838200"/>
          </a:xfrm>
          <a:prstGeom prst="ellipse">
            <a:avLst/>
          </a:prstGeom>
          <a:noFill/>
          <a:ln w="3175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pSp>
        <p:nvGrpSpPr>
          <p:cNvPr id="1097741" name="Group 13"/>
          <p:cNvGrpSpPr>
            <a:grpSpLocks/>
          </p:cNvGrpSpPr>
          <p:nvPr/>
        </p:nvGrpSpPr>
        <p:grpSpPr bwMode="auto">
          <a:xfrm>
            <a:off x="990600" y="4556125"/>
            <a:ext cx="5003800" cy="736600"/>
            <a:chOff x="1280" y="2216"/>
            <a:chExt cx="3152" cy="464"/>
          </a:xfrm>
        </p:grpSpPr>
        <p:graphicFrame>
          <p:nvGraphicFramePr>
            <p:cNvPr id="1097742" name="Object 14"/>
            <p:cNvGraphicFramePr>
              <a:graphicFrameLocks noChangeAspect="1"/>
            </p:cNvGraphicFramePr>
            <p:nvPr/>
          </p:nvGraphicFramePr>
          <p:xfrm>
            <a:off x="1280" y="2384"/>
            <a:ext cx="315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961" name="Equation" r:id="rId18" imgW="5003640" imgH="469800" progId="Equation.3">
                    <p:embed/>
                  </p:oleObj>
                </mc:Choice>
                <mc:Fallback>
                  <p:oleObj name="Equation" r:id="rId18" imgW="5003640" imgH="4698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0" y="2384"/>
                          <a:ext cx="315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7743" name="Text Box 15"/>
            <p:cNvSpPr txBox="1">
              <a:spLocks noChangeArrowheads="1"/>
            </p:cNvSpPr>
            <p:nvPr/>
          </p:nvSpPr>
          <p:spPr bwMode="auto">
            <a:xfrm>
              <a:off x="2216" y="221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/>
                <a:t>行变换</a:t>
              </a:r>
            </a:p>
          </p:txBody>
        </p:sp>
        <p:sp>
          <p:nvSpPr>
            <p:cNvPr id="1097744" name="Line 16"/>
            <p:cNvSpPr>
              <a:spLocks noChangeShapeType="1"/>
            </p:cNvSpPr>
            <p:nvPr/>
          </p:nvSpPr>
          <p:spPr bwMode="auto">
            <a:xfrm>
              <a:off x="2256" y="2544"/>
              <a:ext cx="62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sp>
        <p:nvSpPr>
          <p:cNvPr id="1097745" name="Text Box 17"/>
          <p:cNvSpPr txBox="1">
            <a:spLocks noChangeArrowheads="1"/>
          </p:cNvSpPr>
          <p:nvPr/>
        </p:nvSpPr>
        <p:spPr bwMode="auto">
          <a:xfrm>
            <a:off x="2819400" y="5561013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从而获得</a:t>
            </a:r>
            <a:r>
              <a:rPr lang="en-US" altLang="zh-CN" i="1"/>
              <a:t>X</a:t>
            </a:r>
            <a:r>
              <a:rPr lang="en-US" altLang="zh-CN"/>
              <a:t>。</a:t>
            </a:r>
          </a:p>
        </p:txBody>
      </p:sp>
      <p:graphicFrame>
        <p:nvGraphicFramePr>
          <p:cNvPr id="1097746" name="Object 18"/>
          <p:cNvGraphicFramePr>
            <a:graphicFrameLocks noChangeAspect="1"/>
          </p:cNvGraphicFramePr>
          <p:nvPr/>
        </p:nvGraphicFramePr>
        <p:xfrm>
          <a:off x="4724400" y="250825"/>
          <a:ext cx="21336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62" name="Equation" r:id="rId20" imgW="863280" imgH="228600" progId="Equation.3">
                  <p:embed/>
                </p:oleObj>
              </mc:Choice>
              <mc:Fallback>
                <p:oleObj name="Equation" r:id="rId20" imgW="86328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50825"/>
                        <a:ext cx="21336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7747" name="Text Box 19"/>
          <p:cNvSpPr txBox="1">
            <a:spLocks noChangeArrowheads="1"/>
          </p:cNvSpPr>
          <p:nvPr/>
        </p:nvSpPr>
        <p:spPr bwMode="auto">
          <a:xfrm>
            <a:off x="381000" y="974725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解法1：</a:t>
            </a:r>
          </a:p>
        </p:txBody>
      </p:sp>
      <p:sp>
        <p:nvSpPr>
          <p:cNvPr id="1097748" name="Text Box 20"/>
          <p:cNvSpPr txBox="1">
            <a:spLocks noChangeArrowheads="1"/>
          </p:cNvSpPr>
          <p:nvPr/>
        </p:nvSpPr>
        <p:spPr bwMode="auto">
          <a:xfrm>
            <a:off x="457200" y="3184525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解法2：</a:t>
            </a:r>
          </a:p>
        </p:txBody>
      </p:sp>
      <p:graphicFrame>
        <p:nvGraphicFramePr>
          <p:cNvPr id="1097749" name="Object 21"/>
          <p:cNvGraphicFramePr>
            <a:graphicFrameLocks noChangeAspect="1"/>
          </p:cNvGraphicFramePr>
          <p:nvPr/>
        </p:nvGraphicFramePr>
        <p:xfrm>
          <a:off x="1905000" y="3144838"/>
          <a:ext cx="365601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63" name="Equation" r:id="rId22" imgW="1460160" imgH="228600" progId="Equation.3">
                  <p:embed/>
                </p:oleObj>
              </mc:Choice>
              <mc:Fallback>
                <p:oleObj name="Equation" r:id="rId22" imgW="146016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144838"/>
                        <a:ext cx="3656013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7750" name="AutoShape 22"/>
          <p:cNvSpPr>
            <a:spLocks noChangeArrowheads="1"/>
          </p:cNvSpPr>
          <p:nvPr/>
        </p:nvSpPr>
        <p:spPr bwMode="auto">
          <a:xfrm>
            <a:off x="6019800" y="1295400"/>
            <a:ext cx="2819400" cy="625475"/>
          </a:xfrm>
          <a:prstGeom prst="wedgeEllipseCallout">
            <a:avLst>
              <a:gd name="adj1" fmla="val -122690"/>
              <a:gd name="adj2" fmla="val 80204"/>
            </a:avLst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algn="ctr"/>
            <a:r>
              <a:rPr lang="zh-CN" altLang="en-US" sz="2400"/>
              <a:t>此法一般不用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97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97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9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9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09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9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9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9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9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97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9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97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45" grpId="0" autoUpdateAnimBg="0"/>
      <p:bldP spid="1097747" grpId="0" autoUpdateAnimBg="0"/>
      <p:bldP spid="1097748" grpId="0" autoUpdateAnimBg="0"/>
      <p:bldP spid="1097750" grpId="0" animBg="1" autoUpdateAnimBg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DF2D-998C-42E1-9E70-DCCBD625C266}" type="slidenum">
              <a:rPr lang="zh-CN" altLang="en-US"/>
              <a:pPr/>
              <a:t>126</a:t>
            </a:fld>
            <a:endParaRPr lang="zh-CN" altLang="en-US"/>
          </a:p>
        </p:txBody>
      </p:sp>
      <p:sp>
        <p:nvSpPr>
          <p:cNvPr id="1098754" name="Text Box 2"/>
          <p:cNvSpPr txBox="1">
            <a:spLocks noChangeArrowheads="1"/>
          </p:cNvSpPr>
          <p:nvPr/>
        </p:nvSpPr>
        <p:spPr bwMode="auto">
          <a:xfrm>
            <a:off x="447675" y="234315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098755" name="Text Box 3"/>
          <p:cNvSpPr txBox="1">
            <a:spLocks noChangeArrowheads="1"/>
          </p:cNvSpPr>
          <p:nvPr/>
        </p:nvSpPr>
        <p:spPr bwMode="auto">
          <a:xfrm>
            <a:off x="447675" y="304800"/>
            <a:ext cx="472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>
                <a:latin typeface="宋体" panose="02010600030101010101" pitchFamily="2" charset="-122"/>
              </a:rPr>
              <a:t>求解下列矩阵方程：</a:t>
            </a:r>
            <a:r>
              <a:rPr lang="zh-CN" altLang="en-US"/>
              <a:t> </a:t>
            </a:r>
          </a:p>
        </p:txBody>
      </p:sp>
      <p:graphicFrame>
        <p:nvGraphicFramePr>
          <p:cNvPr id="1098756" name="Object 4"/>
          <p:cNvGraphicFramePr>
            <a:graphicFrameLocks noChangeAspect="1"/>
          </p:cNvGraphicFramePr>
          <p:nvPr/>
        </p:nvGraphicFramePr>
        <p:xfrm>
          <a:off x="1676400" y="838200"/>
          <a:ext cx="4191000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73" name="Equation" r:id="rId3" imgW="1930320" imgH="698400" progId="Equation.3">
                  <p:embed/>
                </p:oleObj>
              </mc:Choice>
              <mc:Fallback>
                <p:oleObj name="Equation" r:id="rId3" imgW="193032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838200"/>
                        <a:ext cx="4191000" cy="1520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8757" name="Text Box 5"/>
          <p:cNvSpPr txBox="1">
            <a:spLocks noChangeArrowheads="1"/>
          </p:cNvSpPr>
          <p:nvPr/>
        </p:nvSpPr>
        <p:spPr bwMode="auto">
          <a:xfrm>
            <a:off x="1295400" y="234315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转置，</a:t>
            </a:r>
            <a:r>
              <a:rPr lang="zh-CN" altLang="en-US"/>
              <a:t> </a:t>
            </a:r>
          </a:p>
        </p:txBody>
      </p:sp>
      <p:graphicFrame>
        <p:nvGraphicFramePr>
          <p:cNvPr id="1098758" name="Object 6"/>
          <p:cNvGraphicFramePr>
            <a:graphicFrameLocks noChangeAspect="1"/>
          </p:cNvGraphicFramePr>
          <p:nvPr/>
        </p:nvGraphicFramePr>
        <p:xfrm>
          <a:off x="685800" y="2895600"/>
          <a:ext cx="32004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74" r:id="rId5" imgW="1346200" imgH="711200" progId="Equation.3">
                  <p:embed/>
                </p:oleObj>
              </mc:Choice>
              <mc:Fallback>
                <p:oleObj r:id="rId5" imgW="13462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95600"/>
                        <a:ext cx="3200400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8759" name="Object 7"/>
          <p:cNvGraphicFramePr>
            <a:graphicFrameLocks noChangeAspect="1"/>
          </p:cNvGraphicFramePr>
          <p:nvPr/>
        </p:nvGraphicFramePr>
        <p:xfrm>
          <a:off x="3886200" y="2895600"/>
          <a:ext cx="3581400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75" r:id="rId7" imgW="1548728" imgH="710891" progId="Equation.3">
                  <p:embed/>
                </p:oleObj>
              </mc:Choice>
              <mc:Fallback>
                <p:oleObj r:id="rId7" imgW="1548728" imgH="71089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895600"/>
                        <a:ext cx="3581400" cy="164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8760" name="Object 8"/>
          <p:cNvGraphicFramePr>
            <a:graphicFrameLocks noChangeAspect="1"/>
          </p:cNvGraphicFramePr>
          <p:nvPr/>
        </p:nvGraphicFramePr>
        <p:xfrm>
          <a:off x="381000" y="4724400"/>
          <a:ext cx="373380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76" r:id="rId9" imgW="1612900" imgH="711200" progId="Equation.3">
                  <p:embed/>
                </p:oleObj>
              </mc:Choice>
              <mc:Fallback>
                <p:oleObj r:id="rId9" imgW="16129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724400"/>
                        <a:ext cx="3733800" cy="165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8761" name="Object 9"/>
          <p:cNvGraphicFramePr>
            <a:graphicFrameLocks noChangeAspect="1"/>
          </p:cNvGraphicFramePr>
          <p:nvPr/>
        </p:nvGraphicFramePr>
        <p:xfrm>
          <a:off x="4191000" y="4953000"/>
          <a:ext cx="41910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977" name="Equation" r:id="rId11" imgW="1714320" imgH="469800" progId="Equation.3">
                  <p:embed/>
                </p:oleObj>
              </mc:Choice>
              <mc:Fallback>
                <p:oleObj name="Equation" r:id="rId11" imgW="1714320" imgH="469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953000"/>
                        <a:ext cx="4191000" cy="1146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9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9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9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9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754" grpId="0" autoUpdateAnimBg="0"/>
      <p:bldP spid="1098755" grpId="0" autoUpdateAnimBg="0"/>
      <p:bldP spid="1098757" grpId="0" autoUpdateAnimBg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A8162-187C-42DA-9FF1-9D7448E6849D}" type="slidenum">
              <a:rPr lang="zh-CN" altLang="en-US"/>
              <a:pPr/>
              <a:t>127</a:t>
            </a:fld>
            <a:endParaRPr lang="zh-CN" altLang="en-US"/>
          </a:p>
        </p:txBody>
      </p:sp>
      <p:sp>
        <p:nvSpPr>
          <p:cNvPr id="109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05800" cy="685800"/>
          </a:xfrm>
        </p:spPr>
        <p:txBody>
          <a:bodyPr/>
          <a:lstStyle/>
          <a:p>
            <a:r>
              <a:rPr lang="zh-CN" altLang="en-US" sz="36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第七节  矩阵的秩</a:t>
            </a:r>
          </a:p>
        </p:txBody>
      </p:sp>
      <p:graphicFrame>
        <p:nvGraphicFramePr>
          <p:cNvPr id="1099779" name="Object 3"/>
          <p:cNvGraphicFramePr>
            <a:graphicFrameLocks noChangeAspect="1"/>
          </p:cNvGraphicFramePr>
          <p:nvPr/>
        </p:nvGraphicFramePr>
        <p:xfrm>
          <a:off x="533400" y="1168400"/>
          <a:ext cx="7772400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995" name="Equation" r:id="rId3" imgW="3276360" imgH="888840" progId="Equation.3">
                  <p:embed/>
                </p:oleObj>
              </mc:Choice>
              <mc:Fallback>
                <p:oleObj name="Equation" r:id="rId3" imgW="3276360" imgH="8888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68400"/>
                        <a:ext cx="7772400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9780" name="Line 4"/>
          <p:cNvSpPr>
            <a:spLocks noChangeShapeType="1"/>
          </p:cNvSpPr>
          <p:nvPr/>
        </p:nvSpPr>
        <p:spPr bwMode="auto">
          <a:xfrm>
            <a:off x="2743200" y="3219450"/>
            <a:ext cx="15240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99781" name="Text Box 5"/>
          <p:cNvSpPr txBox="1">
            <a:spLocks noChangeArrowheads="1"/>
          </p:cNvSpPr>
          <p:nvPr/>
        </p:nvSpPr>
        <p:spPr bwMode="auto">
          <a:xfrm>
            <a:off x="512763" y="1085850"/>
            <a:ext cx="1239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099782" name="Text Box 6"/>
          <p:cNvSpPr txBox="1">
            <a:spLocks noChangeArrowheads="1"/>
          </p:cNvSpPr>
          <p:nvPr/>
        </p:nvSpPr>
        <p:spPr bwMode="auto">
          <a:xfrm>
            <a:off x="533400" y="423227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1099783" name="Object 7"/>
          <p:cNvGraphicFramePr>
            <a:graphicFrameLocks noChangeAspect="1"/>
          </p:cNvGraphicFramePr>
          <p:nvPr/>
        </p:nvGraphicFramePr>
        <p:xfrm>
          <a:off x="1295400" y="3546475"/>
          <a:ext cx="347345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996" name="Equation" r:id="rId5" imgW="1574640" imgH="914400" progId="Equation.3">
                  <p:embed/>
                </p:oleObj>
              </mc:Choice>
              <mc:Fallback>
                <p:oleObj name="Equation" r:id="rId5" imgW="1574640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46475"/>
                        <a:ext cx="3473450" cy="201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9784" name="Line 8"/>
          <p:cNvSpPr>
            <a:spLocks noChangeShapeType="1"/>
          </p:cNvSpPr>
          <p:nvPr/>
        </p:nvSpPr>
        <p:spPr bwMode="auto">
          <a:xfrm>
            <a:off x="1905000" y="3797300"/>
            <a:ext cx="2667000" cy="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99785" name="Line 9"/>
          <p:cNvSpPr>
            <a:spLocks noChangeShapeType="1"/>
          </p:cNvSpPr>
          <p:nvPr/>
        </p:nvSpPr>
        <p:spPr bwMode="auto">
          <a:xfrm>
            <a:off x="1884363" y="4297363"/>
            <a:ext cx="2667000" cy="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99786" name="Line 10"/>
          <p:cNvSpPr>
            <a:spLocks noChangeShapeType="1"/>
          </p:cNvSpPr>
          <p:nvPr/>
        </p:nvSpPr>
        <p:spPr bwMode="auto">
          <a:xfrm>
            <a:off x="3276600" y="3546475"/>
            <a:ext cx="0" cy="198120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099787" name="Line 11"/>
          <p:cNvSpPr>
            <a:spLocks noChangeShapeType="1"/>
          </p:cNvSpPr>
          <p:nvPr/>
        </p:nvSpPr>
        <p:spPr bwMode="auto">
          <a:xfrm>
            <a:off x="4321175" y="3546475"/>
            <a:ext cx="0" cy="198120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099788" name="Object 12"/>
          <p:cNvGraphicFramePr>
            <a:graphicFrameLocks noChangeAspect="1"/>
          </p:cNvGraphicFramePr>
          <p:nvPr/>
        </p:nvGraphicFramePr>
        <p:xfrm>
          <a:off x="5181600" y="4003675"/>
          <a:ext cx="19050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997" name="Equation" r:id="rId7" imgW="863280" imgH="457200" progId="Equation.3">
                  <p:embed/>
                </p:oleObj>
              </mc:Choice>
              <mc:Fallback>
                <p:oleObj name="Equation" r:id="rId7" imgW="86328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003675"/>
                        <a:ext cx="1905000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9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99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9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9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9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9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99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9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9778" grpId="0" autoUpdateAnimBg="0"/>
      <p:bldP spid="1099781" grpId="0" autoUpdateAnimBg="0"/>
      <p:bldP spid="1099782" grpId="0" autoUpdateAnimBg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E8134-8EF7-433D-9133-AED76F41213C}" type="slidenum">
              <a:rPr lang="zh-CN" altLang="en-US"/>
              <a:pPr/>
              <a:t>128</a:t>
            </a:fld>
            <a:endParaRPr lang="zh-CN" altLang="en-US"/>
          </a:p>
        </p:txBody>
      </p:sp>
      <p:sp>
        <p:nvSpPr>
          <p:cNvPr id="1100802" name="Line 2"/>
          <p:cNvSpPr>
            <a:spLocks noChangeShapeType="1"/>
          </p:cNvSpPr>
          <p:nvPr/>
        </p:nvSpPr>
        <p:spPr bwMode="auto">
          <a:xfrm>
            <a:off x="1905000" y="3830638"/>
            <a:ext cx="2667000" cy="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00803" name="Line 3"/>
          <p:cNvSpPr>
            <a:spLocks noChangeShapeType="1"/>
          </p:cNvSpPr>
          <p:nvPr/>
        </p:nvSpPr>
        <p:spPr bwMode="auto">
          <a:xfrm>
            <a:off x="1884363" y="4330700"/>
            <a:ext cx="2667000" cy="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00804" name="Line 4"/>
          <p:cNvSpPr>
            <a:spLocks noChangeShapeType="1"/>
          </p:cNvSpPr>
          <p:nvPr/>
        </p:nvSpPr>
        <p:spPr bwMode="auto">
          <a:xfrm>
            <a:off x="2187575" y="3579813"/>
            <a:ext cx="0" cy="198120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00805" name="Line 5"/>
          <p:cNvSpPr>
            <a:spLocks noChangeShapeType="1"/>
          </p:cNvSpPr>
          <p:nvPr/>
        </p:nvSpPr>
        <p:spPr bwMode="auto">
          <a:xfrm>
            <a:off x="2667000" y="3581400"/>
            <a:ext cx="0" cy="198120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00806" name="Line 6"/>
          <p:cNvSpPr>
            <a:spLocks noChangeShapeType="1"/>
          </p:cNvSpPr>
          <p:nvPr/>
        </p:nvSpPr>
        <p:spPr bwMode="auto">
          <a:xfrm>
            <a:off x="3810000" y="3579813"/>
            <a:ext cx="0" cy="198120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00807" name="Line 7"/>
          <p:cNvSpPr>
            <a:spLocks noChangeShapeType="1"/>
          </p:cNvSpPr>
          <p:nvPr/>
        </p:nvSpPr>
        <p:spPr bwMode="auto">
          <a:xfrm>
            <a:off x="1905000" y="4832350"/>
            <a:ext cx="2667000" cy="0"/>
          </a:xfrm>
          <a:prstGeom prst="line">
            <a:avLst/>
          </a:prstGeom>
          <a:noFill/>
          <a:ln w="25400">
            <a:solidFill>
              <a:srgbClr val="0033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00808" name="Object 8"/>
          <p:cNvGraphicFramePr>
            <a:graphicFrameLocks noChangeAspect="1"/>
          </p:cNvGraphicFramePr>
          <p:nvPr/>
        </p:nvGraphicFramePr>
        <p:xfrm>
          <a:off x="5334000" y="3689350"/>
          <a:ext cx="2133600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19" name="Equation" r:id="rId3" imgW="901440" imgH="711000" progId="Equation.3">
                  <p:embed/>
                </p:oleObj>
              </mc:Choice>
              <mc:Fallback>
                <p:oleObj name="Equation" r:id="rId3" imgW="90144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689350"/>
                        <a:ext cx="2133600" cy="169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0809" name="Rectangle 9"/>
          <p:cNvSpPr>
            <a:spLocks noChangeArrowheads="1"/>
          </p:cNvSpPr>
          <p:nvPr/>
        </p:nvSpPr>
        <p:spPr bwMode="auto">
          <a:xfrm>
            <a:off x="381000" y="228600"/>
            <a:ext cx="8305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第七节  矩阵的秩</a:t>
            </a:r>
          </a:p>
        </p:txBody>
      </p:sp>
      <p:graphicFrame>
        <p:nvGraphicFramePr>
          <p:cNvPr id="1100810" name="Object 10"/>
          <p:cNvGraphicFramePr>
            <a:graphicFrameLocks noChangeAspect="1"/>
          </p:cNvGraphicFramePr>
          <p:nvPr/>
        </p:nvGraphicFramePr>
        <p:xfrm>
          <a:off x="533400" y="1168400"/>
          <a:ext cx="7772400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20" name="Equation" r:id="rId5" imgW="3276360" imgH="888840" progId="Equation.3">
                  <p:embed/>
                </p:oleObj>
              </mc:Choice>
              <mc:Fallback>
                <p:oleObj name="Equation" r:id="rId5" imgW="3276360" imgH="8888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68400"/>
                        <a:ext cx="7772400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0811" name="Text Box 11"/>
          <p:cNvSpPr txBox="1">
            <a:spLocks noChangeArrowheads="1"/>
          </p:cNvSpPr>
          <p:nvPr/>
        </p:nvSpPr>
        <p:spPr bwMode="auto">
          <a:xfrm>
            <a:off x="512763" y="1085850"/>
            <a:ext cx="1239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1100812" name="Text Box 12"/>
          <p:cNvSpPr txBox="1">
            <a:spLocks noChangeArrowheads="1"/>
          </p:cNvSpPr>
          <p:nvPr/>
        </p:nvSpPr>
        <p:spPr bwMode="auto">
          <a:xfrm>
            <a:off x="533400" y="4232275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1100813" name="Object 13"/>
          <p:cNvGraphicFramePr>
            <a:graphicFrameLocks noChangeAspect="1"/>
          </p:cNvGraphicFramePr>
          <p:nvPr/>
        </p:nvGraphicFramePr>
        <p:xfrm>
          <a:off x="1295400" y="3546475"/>
          <a:ext cx="347345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21" name="Equation" r:id="rId7" imgW="1574640" imgH="914400" progId="Equation.3">
                  <p:embed/>
                </p:oleObj>
              </mc:Choice>
              <mc:Fallback>
                <p:oleObj name="Equation" r:id="rId7" imgW="1574640" imgH="914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46475"/>
                        <a:ext cx="3473450" cy="201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0814" name="Line 14"/>
          <p:cNvSpPr>
            <a:spLocks noChangeShapeType="1"/>
          </p:cNvSpPr>
          <p:nvPr/>
        </p:nvSpPr>
        <p:spPr bwMode="auto">
          <a:xfrm>
            <a:off x="2743200" y="3219450"/>
            <a:ext cx="15240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0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00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0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0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0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CD13A-7C42-4994-BB41-00CF60988E7E}" type="slidenum">
              <a:rPr lang="zh-CN" altLang="en-US"/>
              <a:pPr/>
              <a:t>129</a:t>
            </a:fld>
            <a:endParaRPr lang="zh-CN" altLang="en-US"/>
          </a:p>
        </p:txBody>
      </p:sp>
      <p:graphicFrame>
        <p:nvGraphicFramePr>
          <p:cNvPr id="1101826" name="Object 2"/>
          <p:cNvGraphicFramePr>
            <a:graphicFrameLocks noChangeAspect="1"/>
          </p:cNvGraphicFramePr>
          <p:nvPr/>
        </p:nvGraphicFramePr>
        <p:xfrm>
          <a:off x="547688" y="1276350"/>
          <a:ext cx="7712075" cy="200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043" name="Equation" r:id="rId3" imgW="3276360" imgH="888840" progId="Equation.3">
                  <p:embed/>
                </p:oleObj>
              </mc:Choice>
              <mc:Fallback>
                <p:oleObj name="Equation" r:id="rId3" imgW="3276360" imgH="8888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8" y="1276350"/>
                        <a:ext cx="7712075" cy="200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27" name="Object 3"/>
          <p:cNvGraphicFramePr>
            <a:graphicFrameLocks noChangeAspect="1"/>
          </p:cNvGraphicFramePr>
          <p:nvPr/>
        </p:nvGraphicFramePr>
        <p:xfrm>
          <a:off x="533400" y="3352800"/>
          <a:ext cx="77898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044" name="Equation" r:id="rId5" imgW="3098520" imgH="215640" progId="Equation.3">
                  <p:embed/>
                </p:oleObj>
              </mc:Choice>
              <mc:Fallback>
                <p:oleObj name="Equation" r:id="rId5" imgW="309852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352800"/>
                        <a:ext cx="77898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1828" name="Object 4"/>
          <p:cNvGraphicFramePr>
            <a:graphicFrameLocks noChangeAspect="1"/>
          </p:cNvGraphicFramePr>
          <p:nvPr/>
        </p:nvGraphicFramePr>
        <p:xfrm>
          <a:off x="609600" y="457200"/>
          <a:ext cx="66294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045" name="Equation" r:id="rId7" imgW="2705040" imgH="241200" progId="Equation.3">
                  <p:embed/>
                </p:oleObj>
              </mc:Choice>
              <mc:Fallback>
                <p:oleObj name="Equation" r:id="rId7" imgW="270504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200"/>
                        <a:ext cx="66294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1829" name="Text Box 5"/>
          <p:cNvSpPr txBox="1">
            <a:spLocks noChangeArrowheads="1"/>
          </p:cNvSpPr>
          <p:nvPr/>
        </p:nvSpPr>
        <p:spPr bwMode="auto">
          <a:xfrm>
            <a:off x="457200" y="396240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零矩阵的秩规定为 0。</a:t>
            </a:r>
          </a:p>
        </p:txBody>
      </p:sp>
      <p:sp>
        <p:nvSpPr>
          <p:cNvPr id="1101830" name="Text Box 6"/>
          <p:cNvSpPr txBox="1">
            <a:spLocks noChangeArrowheads="1"/>
          </p:cNvSpPr>
          <p:nvPr/>
        </p:nvSpPr>
        <p:spPr bwMode="auto">
          <a:xfrm>
            <a:off x="609600" y="117475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定义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829" grpId="0" autoUpdateAnimBg="0"/>
      <p:bldP spid="1101830" grpId="0" autoUpdateAnimBg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E87A1-134F-4C96-9ADB-62A34D5B2699}" type="slidenum">
              <a:rPr lang="zh-CN" altLang="en-US"/>
              <a:pPr/>
              <a:t>130</a:t>
            </a:fld>
            <a:endParaRPr lang="zh-CN" altLang="en-US"/>
          </a:p>
        </p:txBody>
      </p:sp>
      <p:sp>
        <p:nvSpPr>
          <p:cNvPr id="1102850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矩阵秩的性质：</a:t>
            </a:r>
          </a:p>
        </p:txBody>
      </p:sp>
      <p:graphicFrame>
        <p:nvGraphicFramePr>
          <p:cNvPr id="1102851" name="Object 3"/>
          <p:cNvGraphicFramePr>
            <a:graphicFrameLocks noChangeAspect="1"/>
          </p:cNvGraphicFramePr>
          <p:nvPr/>
        </p:nvGraphicFramePr>
        <p:xfrm>
          <a:off x="382588" y="992188"/>
          <a:ext cx="766921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71" name="Document" r:id="rId3" imgW="3168720" imgH="205920" progId="Word.Document.8">
                  <p:embed/>
                </p:oleObj>
              </mc:Choice>
              <mc:Fallback>
                <p:oleObj name="Document" r:id="rId3" imgW="3168720" imgH="2059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992188"/>
                        <a:ext cx="766921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52" name="Object 4"/>
          <p:cNvGraphicFramePr>
            <a:graphicFrameLocks noChangeAspect="1"/>
          </p:cNvGraphicFramePr>
          <p:nvPr/>
        </p:nvGraphicFramePr>
        <p:xfrm>
          <a:off x="382588" y="1600200"/>
          <a:ext cx="66278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72" name="Document" r:id="rId5" imgW="2674080" imgH="228600" progId="Word.Document.8">
                  <p:embed/>
                </p:oleObj>
              </mc:Choice>
              <mc:Fallback>
                <p:oleObj name="Document" r:id="rId5" imgW="2674080" imgH="2286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1600200"/>
                        <a:ext cx="66278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53" name="Object 5"/>
          <p:cNvGraphicFramePr>
            <a:graphicFrameLocks noChangeAspect="1"/>
          </p:cNvGraphicFramePr>
          <p:nvPr/>
        </p:nvGraphicFramePr>
        <p:xfrm>
          <a:off x="382588" y="2287588"/>
          <a:ext cx="69421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73" name="Document" r:id="rId7" imgW="2819520" imgH="210240" progId="Word.Document.8">
                  <p:embed/>
                </p:oleObj>
              </mc:Choice>
              <mc:Fallback>
                <p:oleObj name="Document" r:id="rId7" imgW="2819520" imgH="2102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2287588"/>
                        <a:ext cx="694213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54" name="Object 6"/>
          <p:cNvGraphicFramePr>
            <a:graphicFrameLocks noChangeAspect="1"/>
          </p:cNvGraphicFramePr>
          <p:nvPr/>
        </p:nvGraphicFramePr>
        <p:xfrm>
          <a:off x="914400" y="2865438"/>
          <a:ext cx="71628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74" name="Document" r:id="rId9" imgW="2801520" imgH="205920" progId="Word.Document.8">
                  <p:embed/>
                </p:oleObj>
              </mc:Choice>
              <mc:Fallback>
                <p:oleObj name="Document" r:id="rId9" imgW="2801520" imgH="20592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865438"/>
                        <a:ext cx="71628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55" name="Object 7"/>
          <p:cNvGraphicFramePr>
            <a:graphicFrameLocks noChangeAspect="1"/>
          </p:cNvGraphicFramePr>
          <p:nvPr/>
        </p:nvGraphicFramePr>
        <p:xfrm>
          <a:off x="382588" y="3514725"/>
          <a:ext cx="78168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75" name="Document" r:id="rId11" imgW="3214440" imgH="205920" progId="Word.Document.8">
                  <p:embed/>
                </p:oleObj>
              </mc:Choice>
              <mc:Fallback>
                <p:oleObj name="Document" r:id="rId11" imgW="3214440" imgH="2059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3514725"/>
                        <a:ext cx="78168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2856" name="Text Box 8"/>
          <p:cNvSpPr txBox="1">
            <a:spLocks noChangeArrowheads="1"/>
          </p:cNvSpPr>
          <p:nvPr/>
        </p:nvSpPr>
        <p:spPr bwMode="auto">
          <a:xfrm>
            <a:off x="533400" y="4662488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可逆矩阵也称为 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满秩矩阵</a:t>
            </a:r>
            <a:r>
              <a:rPr lang="zh-CN" altLang="en-US"/>
              <a:t>。</a:t>
            </a:r>
          </a:p>
        </p:txBody>
      </p:sp>
      <p:graphicFrame>
        <p:nvGraphicFramePr>
          <p:cNvPr id="1102857" name="Object 9"/>
          <p:cNvGraphicFramePr>
            <a:graphicFrameLocks noChangeAspect="1"/>
          </p:cNvGraphicFramePr>
          <p:nvPr/>
        </p:nvGraphicFramePr>
        <p:xfrm>
          <a:off x="914400" y="4114800"/>
          <a:ext cx="31511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76" name="Equation" r:id="rId13" imgW="1333440" imgH="203040" progId="Equation.3">
                  <p:embed/>
                </p:oleObj>
              </mc:Choice>
              <mc:Fallback>
                <p:oleObj name="Equation" r:id="rId13" imgW="133344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114800"/>
                        <a:ext cx="315118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2858" name="Object 10"/>
          <p:cNvGraphicFramePr>
            <a:graphicFrameLocks noChangeAspect="1"/>
          </p:cNvGraphicFramePr>
          <p:nvPr/>
        </p:nvGraphicFramePr>
        <p:xfrm>
          <a:off x="382588" y="5410200"/>
          <a:ext cx="84566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077" name="Document" r:id="rId15" imgW="3384000" imgH="203040" progId="Word.Document.8">
                  <p:embed/>
                </p:oleObj>
              </mc:Choice>
              <mc:Fallback>
                <p:oleObj name="Document" r:id="rId15" imgW="3384000" imgH="20304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5410200"/>
                        <a:ext cx="8456612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0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0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50" grpId="0" autoUpdateAnimBg="0"/>
      <p:bldP spid="1102856" grpId="0" autoUpdateAnimBg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D3F39-67BB-4744-9AEB-2D9E87916C4E}" type="slidenum">
              <a:rPr lang="zh-CN" altLang="en-US"/>
              <a:pPr/>
              <a:t>131</a:t>
            </a:fld>
            <a:endParaRPr lang="zh-CN" altLang="en-US"/>
          </a:p>
        </p:txBody>
      </p:sp>
      <p:sp>
        <p:nvSpPr>
          <p:cNvPr id="1103874" name="Text Box 2"/>
          <p:cNvSpPr txBox="1">
            <a:spLocks noChangeArrowheads="1"/>
          </p:cNvSpPr>
          <p:nvPr/>
        </p:nvSpPr>
        <p:spPr bwMode="auto">
          <a:xfrm>
            <a:off x="381000" y="914400"/>
            <a:ext cx="83820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事实上，因为</a:t>
            </a:r>
            <a:r>
              <a:rPr lang="en-US" altLang="zh-CN" i="1"/>
              <a:t>P</a:t>
            </a:r>
            <a:r>
              <a:rPr lang="en-US" altLang="zh-CN">
                <a:latin typeface="宋体" panose="02010600030101010101" pitchFamily="2" charset="-122"/>
              </a:rPr>
              <a:t>，</a:t>
            </a:r>
            <a:r>
              <a:rPr lang="en-US" altLang="zh-CN" i="1"/>
              <a:t>Q</a:t>
            </a:r>
            <a:r>
              <a:rPr lang="zh-CN" altLang="en-US">
                <a:latin typeface="宋体" panose="02010600030101010101" pitchFamily="2" charset="-122"/>
              </a:rPr>
              <a:t>均可逆，用</a:t>
            </a:r>
            <a:r>
              <a:rPr lang="en-US" altLang="zh-CN" i="1"/>
              <a:t>P</a:t>
            </a:r>
            <a:r>
              <a:rPr lang="zh-CN" altLang="en-US">
                <a:latin typeface="宋体" panose="02010600030101010101" pitchFamily="2" charset="-122"/>
              </a:rPr>
              <a:t>左乘</a:t>
            </a:r>
            <a:r>
              <a:rPr lang="en-US" altLang="zh-CN" i="1"/>
              <a:t>A</a:t>
            </a:r>
            <a:r>
              <a:rPr lang="en-US" altLang="zh-CN">
                <a:latin typeface="宋体" panose="02010600030101010101" pitchFamily="2" charset="-122"/>
              </a:rPr>
              <a:t>，</a:t>
            </a:r>
            <a:r>
              <a:rPr lang="zh-CN" altLang="en-US">
                <a:latin typeface="宋体" panose="02010600030101010101" pitchFamily="2" charset="-122"/>
              </a:rPr>
              <a:t>或用</a:t>
            </a:r>
            <a:r>
              <a:rPr lang="en-US" altLang="zh-CN" i="1"/>
              <a:t>Q</a:t>
            </a:r>
            <a:r>
              <a:rPr lang="zh-CN" altLang="en-US">
                <a:latin typeface="宋体" panose="02010600030101010101" pitchFamily="2" charset="-122"/>
              </a:rPr>
              <a:t>右乘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  <a:r>
              <a:rPr lang="en-US" altLang="zh-CN">
                <a:latin typeface="宋体" panose="02010600030101010101" pitchFamily="2" charset="-122"/>
              </a:rPr>
              <a:t>，</a:t>
            </a:r>
            <a:r>
              <a:rPr lang="zh-CN" altLang="en-US">
                <a:latin typeface="宋体" panose="02010600030101010101" pitchFamily="2" charset="-122"/>
              </a:rPr>
              <a:t>相当于对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施以一系列初等行变换和初等列变换，并不改变</a:t>
            </a:r>
            <a:r>
              <a:rPr lang="en-US" altLang="zh-CN" i="1"/>
              <a:t>A</a:t>
            </a:r>
            <a:r>
              <a:rPr lang="zh-CN" altLang="en-US">
                <a:latin typeface="宋体" panose="02010600030101010101" pitchFamily="2" charset="-122"/>
              </a:rPr>
              <a:t>的秩</a:t>
            </a:r>
            <a:r>
              <a:rPr lang="zh-CN" altLang="en-US"/>
              <a:t>。</a:t>
            </a:r>
          </a:p>
        </p:txBody>
      </p:sp>
      <p:sp>
        <p:nvSpPr>
          <p:cNvPr id="1103875" name="Text Box 3"/>
          <p:cNvSpPr txBox="1">
            <a:spLocks noChangeArrowheads="1"/>
          </p:cNvSpPr>
          <p:nvPr/>
        </p:nvSpPr>
        <p:spPr bwMode="auto">
          <a:xfrm>
            <a:off x="381000" y="2590800"/>
            <a:ext cx="8229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定理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zh-CN" altLang="en-US"/>
              <a:t>同型的两个矩阵等价的充分必要条件是它们的秩相等。</a:t>
            </a:r>
          </a:p>
        </p:txBody>
      </p:sp>
      <p:graphicFrame>
        <p:nvGraphicFramePr>
          <p:cNvPr id="1103876" name="Object 4"/>
          <p:cNvGraphicFramePr>
            <a:graphicFrameLocks noChangeAspect="1"/>
          </p:cNvGraphicFramePr>
          <p:nvPr/>
        </p:nvGraphicFramePr>
        <p:xfrm>
          <a:off x="609600" y="4648200"/>
          <a:ext cx="32766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091" name="Document" r:id="rId3" imgW="1317600" imgH="203040" progId="Word.Document.8">
                  <p:embed/>
                </p:oleObj>
              </mc:Choice>
              <mc:Fallback>
                <p:oleObj name="Document" r:id="rId3" imgW="1317600" imgH="2030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648200"/>
                        <a:ext cx="32766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3877" name="Text Box 5"/>
          <p:cNvSpPr txBox="1">
            <a:spLocks noChangeArrowheads="1"/>
          </p:cNvSpPr>
          <p:nvPr/>
        </p:nvSpPr>
        <p:spPr bwMode="auto">
          <a:xfrm>
            <a:off x="838200" y="3810000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必要性是因为初等变换不改变矩阵的秩；</a:t>
            </a:r>
          </a:p>
        </p:txBody>
      </p:sp>
      <p:grpSp>
        <p:nvGrpSpPr>
          <p:cNvPr id="1103878" name="Group 6"/>
          <p:cNvGrpSpPr>
            <a:grpSpLocks/>
          </p:cNvGrpSpPr>
          <p:nvPr/>
        </p:nvGrpSpPr>
        <p:grpSpPr bwMode="auto">
          <a:xfrm>
            <a:off x="3962400" y="4343400"/>
            <a:ext cx="4876800" cy="1138238"/>
            <a:chOff x="2496" y="2928"/>
            <a:chExt cx="3072" cy="717"/>
          </a:xfrm>
        </p:grpSpPr>
        <p:graphicFrame>
          <p:nvGraphicFramePr>
            <p:cNvPr id="1103879" name="Object 7"/>
            <p:cNvGraphicFramePr>
              <a:graphicFrameLocks noChangeAspect="1"/>
            </p:cNvGraphicFramePr>
            <p:nvPr/>
          </p:nvGraphicFramePr>
          <p:xfrm>
            <a:off x="3792" y="2928"/>
            <a:ext cx="959" cy="7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092" name="Equation" r:id="rId5" imgW="622080" imgH="469800" progId="Equation.3">
                    <p:embed/>
                  </p:oleObj>
                </mc:Choice>
                <mc:Fallback>
                  <p:oleObj name="Equation" r:id="rId5" imgW="622080" imgH="4698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928"/>
                          <a:ext cx="959" cy="7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3880" name="Text Box 8"/>
            <p:cNvSpPr txBox="1">
              <a:spLocks noChangeArrowheads="1"/>
            </p:cNvSpPr>
            <p:nvPr/>
          </p:nvSpPr>
          <p:spPr bwMode="auto">
            <a:xfrm>
              <a:off x="2496" y="3120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则</a:t>
              </a:r>
              <a:r>
                <a:rPr lang="en-US" altLang="zh-CN" i="1"/>
                <a:t>A</a:t>
              </a:r>
              <a:r>
                <a:rPr lang="zh-CN" altLang="en-US">
                  <a:latin typeface="宋体" panose="02010600030101010101" pitchFamily="2" charset="-122"/>
                </a:rPr>
                <a:t>和</a:t>
              </a:r>
              <a:r>
                <a:rPr lang="en-US" altLang="zh-CN" i="1"/>
                <a:t>B</a:t>
              </a:r>
              <a:r>
                <a:rPr lang="zh-CN" altLang="en-US">
                  <a:latin typeface="宋体" panose="02010600030101010101" pitchFamily="2" charset="-122"/>
                </a:rPr>
                <a:t>都与         等价，</a:t>
              </a:r>
              <a:r>
                <a:rPr lang="zh-CN" altLang="en-US"/>
                <a:t> </a:t>
              </a:r>
            </a:p>
          </p:txBody>
        </p:sp>
      </p:grpSp>
      <p:sp>
        <p:nvSpPr>
          <p:cNvPr id="1103881" name="Text Box 9"/>
          <p:cNvSpPr txBox="1">
            <a:spLocks noChangeArrowheads="1"/>
          </p:cNvSpPr>
          <p:nvPr/>
        </p:nvSpPr>
        <p:spPr bwMode="auto">
          <a:xfrm>
            <a:off x="457200" y="5500688"/>
            <a:ext cx="7924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由矩阵等价的对称性和传递性知 </a:t>
            </a:r>
            <a:r>
              <a:rPr lang="en-US" altLang="zh-CN" i="1"/>
              <a:t>A </a:t>
            </a:r>
            <a:r>
              <a:rPr lang="zh-CN" altLang="en-US"/>
              <a:t>与 </a:t>
            </a:r>
            <a:r>
              <a:rPr lang="en-US" altLang="zh-CN" i="1"/>
              <a:t>B </a:t>
            </a:r>
            <a:r>
              <a:rPr lang="zh-CN" altLang="en-US"/>
              <a:t>等价。</a:t>
            </a:r>
          </a:p>
        </p:txBody>
      </p:sp>
      <p:graphicFrame>
        <p:nvGraphicFramePr>
          <p:cNvPr id="1103882" name="Object 10"/>
          <p:cNvGraphicFramePr>
            <a:graphicFrameLocks noChangeAspect="1"/>
          </p:cNvGraphicFramePr>
          <p:nvPr/>
        </p:nvGraphicFramePr>
        <p:xfrm>
          <a:off x="457200" y="381000"/>
          <a:ext cx="84566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093" name="Document" r:id="rId7" imgW="3384000" imgH="203040" progId="Word.Document.8">
                  <p:embed/>
                </p:oleObj>
              </mc:Choice>
              <mc:Fallback>
                <p:oleObj name="Document" r:id="rId7" imgW="3384000" imgH="20304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1000"/>
                        <a:ext cx="84566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4" grpId="0" autoUpdateAnimBg="0"/>
      <p:bldP spid="1103875" grpId="0" autoUpdateAnimBg="0"/>
      <p:bldP spid="1103877" grpId="0" autoUpdateAnimBg="0"/>
      <p:bldP spid="1103881" grpId="0" autoUpdateAnimBg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715D-BCC4-4EFC-A020-13413DFB511B}" type="slidenum">
              <a:rPr lang="zh-CN" altLang="en-US"/>
              <a:pPr/>
              <a:t>132</a:t>
            </a:fld>
            <a:endParaRPr lang="zh-CN" altLang="en-US"/>
          </a:p>
        </p:txBody>
      </p:sp>
      <p:sp>
        <p:nvSpPr>
          <p:cNvPr id="1104898" name="Text Box 2"/>
          <p:cNvSpPr txBox="1">
            <a:spLocks noChangeArrowheads="1"/>
          </p:cNvSpPr>
          <p:nvPr/>
        </p:nvSpPr>
        <p:spPr bwMode="auto">
          <a:xfrm>
            <a:off x="533400" y="914400"/>
            <a:ext cx="590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1104899" name="Object 3"/>
          <p:cNvGraphicFramePr>
            <a:graphicFrameLocks noChangeAspect="1"/>
          </p:cNvGraphicFramePr>
          <p:nvPr/>
        </p:nvGraphicFramePr>
        <p:xfrm>
          <a:off x="1187450" y="457200"/>
          <a:ext cx="45085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18" name="Equation" r:id="rId3" imgW="4508280" imgH="1511280" progId="Equation.3">
                  <p:embed/>
                </p:oleObj>
              </mc:Choice>
              <mc:Fallback>
                <p:oleObj name="Equation" r:id="rId3" imgW="4508280" imgH="1511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7200"/>
                        <a:ext cx="45085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4900" name="Text Box 4"/>
          <p:cNvSpPr txBox="1">
            <a:spLocks noChangeArrowheads="1"/>
          </p:cNvSpPr>
          <p:nvPr/>
        </p:nvSpPr>
        <p:spPr bwMode="auto">
          <a:xfrm>
            <a:off x="590550" y="2506663"/>
            <a:ext cx="590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04901" name="Object 5"/>
          <p:cNvGraphicFramePr>
            <a:graphicFrameLocks noChangeAspect="1"/>
          </p:cNvGraphicFramePr>
          <p:nvPr/>
        </p:nvGraphicFramePr>
        <p:xfrm>
          <a:off x="1447800" y="2603500"/>
          <a:ext cx="125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19" name="Equation" r:id="rId5" imgW="1257120" imgH="431640" progId="Equation.3">
                  <p:embed/>
                </p:oleObj>
              </mc:Choice>
              <mc:Fallback>
                <p:oleObj name="Equation" r:id="rId5" imgW="125712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603500"/>
                        <a:ext cx="1257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902" name="Object 6"/>
          <p:cNvGraphicFramePr>
            <a:graphicFrameLocks noChangeAspect="1"/>
          </p:cNvGraphicFramePr>
          <p:nvPr/>
        </p:nvGraphicFramePr>
        <p:xfrm>
          <a:off x="590550" y="3657600"/>
          <a:ext cx="51054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20" name="Equation" r:id="rId7" imgW="2044440" imgH="215640" progId="Equation.3">
                  <p:embed/>
                </p:oleObj>
              </mc:Choice>
              <mc:Fallback>
                <p:oleObj name="Equation" r:id="rId7" imgW="204444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3657600"/>
                        <a:ext cx="51054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903" name="Object 7"/>
          <p:cNvGraphicFramePr>
            <a:graphicFrameLocks noChangeAspect="1"/>
          </p:cNvGraphicFramePr>
          <p:nvPr/>
        </p:nvGraphicFramePr>
        <p:xfrm>
          <a:off x="2876550" y="2362200"/>
          <a:ext cx="1435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21" name="Equation" r:id="rId9" imgW="1434960" imgH="977760" progId="Equation.3">
                  <p:embed/>
                </p:oleObj>
              </mc:Choice>
              <mc:Fallback>
                <p:oleObj name="Equation" r:id="rId9" imgW="1434960" imgH="9777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2362200"/>
                        <a:ext cx="1435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904" name="Object 8"/>
          <p:cNvGraphicFramePr>
            <a:graphicFrameLocks noChangeAspect="1"/>
          </p:cNvGraphicFramePr>
          <p:nvPr/>
        </p:nvGraphicFramePr>
        <p:xfrm>
          <a:off x="5821363" y="3698875"/>
          <a:ext cx="17795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22" name="Equation" r:id="rId11" imgW="736560" imgH="203040" progId="Equation.3">
                  <p:embed/>
                </p:oleObj>
              </mc:Choice>
              <mc:Fallback>
                <p:oleObj name="Equation" r:id="rId11" imgW="73656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1363" y="3698875"/>
                        <a:ext cx="1779587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4905" name="Object 9"/>
          <p:cNvGraphicFramePr>
            <a:graphicFrameLocks noChangeAspect="1"/>
          </p:cNvGraphicFramePr>
          <p:nvPr/>
        </p:nvGraphicFramePr>
        <p:xfrm>
          <a:off x="1047750" y="4495800"/>
          <a:ext cx="22860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123" name="Equation" r:id="rId13" imgW="863280" imgH="203040" progId="Equation.3">
                  <p:embed/>
                </p:oleObj>
              </mc:Choice>
              <mc:Fallback>
                <p:oleObj name="Equation" r:id="rId13" imgW="86328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4495800"/>
                        <a:ext cx="22860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4906" name="Rectangle 10"/>
          <p:cNvSpPr>
            <a:spLocks noChangeArrowheads="1"/>
          </p:cNvSpPr>
          <p:nvPr/>
        </p:nvSpPr>
        <p:spPr bwMode="auto">
          <a:xfrm>
            <a:off x="3105150" y="457200"/>
            <a:ext cx="914400" cy="914400"/>
          </a:xfrm>
          <a:prstGeom prst="rect">
            <a:avLst/>
          </a:prstGeom>
          <a:noFill/>
          <a:ln w="28575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0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0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0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0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0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898" grpId="0" autoUpdateAnimBg="0"/>
      <p:bldP spid="1104900" grpId="0" autoUpdateAnimBg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3DE84-8947-4C0E-A4D7-8D5E498FB175}" type="slidenum">
              <a:rPr lang="zh-CN" altLang="en-US"/>
              <a:pPr/>
              <a:t>133</a:t>
            </a:fld>
            <a:endParaRPr lang="zh-CN" altLang="en-US"/>
          </a:p>
        </p:txBody>
      </p:sp>
      <p:sp>
        <p:nvSpPr>
          <p:cNvPr id="1105922" name="Text Box 2"/>
          <p:cNvSpPr txBox="1">
            <a:spLocks noChangeArrowheads="1"/>
          </p:cNvSpPr>
          <p:nvPr/>
        </p:nvSpPr>
        <p:spPr bwMode="auto">
          <a:xfrm>
            <a:off x="381000" y="109061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graphicFrame>
        <p:nvGraphicFramePr>
          <p:cNvPr id="1105923" name="Object 3"/>
          <p:cNvGraphicFramePr>
            <a:graphicFrameLocks noChangeAspect="1"/>
          </p:cNvGraphicFramePr>
          <p:nvPr/>
        </p:nvGraphicFramePr>
        <p:xfrm>
          <a:off x="990600" y="374650"/>
          <a:ext cx="6324600" cy="201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41" name="Equation" r:id="rId3" imgW="2628720" imgH="927000" progId="Equation.3">
                  <p:embed/>
                </p:oleObj>
              </mc:Choice>
              <mc:Fallback>
                <p:oleObj name="Equation" r:id="rId3" imgW="262872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4650"/>
                        <a:ext cx="6324600" cy="201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24" name="Text Box 4"/>
          <p:cNvSpPr txBox="1">
            <a:spLocks noChangeArrowheads="1"/>
          </p:cNvSpPr>
          <p:nvPr/>
        </p:nvSpPr>
        <p:spPr bwMode="auto">
          <a:xfrm>
            <a:off x="381000" y="25288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05925" name="Object 5"/>
          <p:cNvGraphicFramePr>
            <a:graphicFrameLocks noChangeAspect="1"/>
          </p:cNvGraphicFramePr>
          <p:nvPr/>
        </p:nvGraphicFramePr>
        <p:xfrm>
          <a:off x="1155700" y="2590800"/>
          <a:ext cx="6921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42" name="Equation" r:id="rId5" imgW="6921360" imgH="444240" progId="Equation.3">
                  <p:embed/>
                </p:oleObj>
              </mc:Choice>
              <mc:Fallback>
                <p:oleObj name="Equation" r:id="rId5" imgW="692136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2590800"/>
                        <a:ext cx="6921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26" name="Line 6"/>
          <p:cNvSpPr>
            <a:spLocks noChangeShapeType="1"/>
          </p:cNvSpPr>
          <p:nvPr/>
        </p:nvSpPr>
        <p:spPr bwMode="auto">
          <a:xfrm>
            <a:off x="2962275" y="828675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27" name="Line 7"/>
          <p:cNvSpPr>
            <a:spLocks noChangeShapeType="1"/>
          </p:cNvSpPr>
          <p:nvPr/>
        </p:nvSpPr>
        <p:spPr bwMode="auto">
          <a:xfrm>
            <a:off x="3505200" y="819150"/>
            <a:ext cx="0" cy="4762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28" name="Line 8"/>
          <p:cNvSpPr>
            <a:spLocks noChangeShapeType="1"/>
          </p:cNvSpPr>
          <p:nvPr/>
        </p:nvSpPr>
        <p:spPr bwMode="auto">
          <a:xfrm>
            <a:off x="3505200" y="1295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29" name="Line 9"/>
          <p:cNvSpPr>
            <a:spLocks noChangeShapeType="1"/>
          </p:cNvSpPr>
          <p:nvPr/>
        </p:nvSpPr>
        <p:spPr bwMode="auto">
          <a:xfrm>
            <a:off x="4876800" y="1295400"/>
            <a:ext cx="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30" name="Line 10"/>
          <p:cNvSpPr>
            <a:spLocks noChangeShapeType="1"/>
          </p:cNvSpPr>
          <p:nvPr/>
        </p:nvSpPr>
        <p:spPr bwMode="auto">
          <a:xfrm>
            <a:off x="4876800" y="1828800"/>
            <a:ext cx="1295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05931" name="Object 11"/>
          <p:cNvGraphicFramePr>
            <a:graphicFrameLocks noChangeAspect="1"/>
          </p:cNvGraphicFramePr>
          <p:nvPr/>
        </p:nvGraphicFramePr>
        <p:xfrm>
          <a:off x="1155700" y="3225800"/>
          <a:ext cx="4546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43" name="Equation" r:id="rId7" imgW="4546440" imgH="431640" progId="Equation.3">
                  <p:embed/>
                </p:oleObj>
              </mc:Choice>
              <mc:Fallback>
                <p:oleObj name="Equation" r:id="rId7" imgW="454644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3225800"/>
                        <a:ext cx="4546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32" name="Object 12"/>
          <p:cNvGraphicFramePr>
            <a:graphicFrameLocks noChangeAspect="1"/>
          </p:cNvGraphicFramePr>
          <p:nvPr/>
        </p:nvGraphicFramePr>
        <p:xfrm>
          <a:off x="685800" y="3810000"/>
          <a:ext cx="3429000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44" name="Equation" r:id="rId9" imgW="1447560" imgH="711000" progId="Equation.3">
                  <p:embed/>
                </p:oleObj>
              </mc:Choice>
              <mc:Fallback>
                <p:oleObj name="Equation" r:id="rId9" imgW="1447560" imgH="71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10000"/>
                        <a:ext cx="3429000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33" name="Object 13"/>
          <p:cNvGraphicFramePr>
            <a:graphicFrameLocks noChangeAspect="1"/>
          </p:cNvGraphicFramePr>
          <p:nvPr/>
        </p:nvGraphicFramePr>
        <p:xfrm>
          <a:off x="4438650" y="4371975"/>
          <a:ext cx="2209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45" name="Equation" r:id="rId11" imgW="863280" imgH="203040" progId="Equation.3">
                  <p:embed/>
                </p:oleObj>
              </mc:Choice>
              <mc:Fallback>
                <p:oleObj name="Equation" r:id="rId11" imgW="863280" imgH="203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4371975"/>
                        <a:ext cx="2209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0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0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0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0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05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05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05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05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05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22" grpId="0" autoUpdateAnimBg="0"/>
      <p:bldP spid="1105924" grpId="0" autoUpdateAnimBg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3586C-6533-48AA-AFED-C7AE047A0039}" type="slidenum">
              <a:rPr lang="zh-CN" altLang="en-US"/>
              <a:pPr/>
              <a:t>134</a:t>
            </a:fld>
            <a:endParaRPr lang="zh-CN" altLang="en-US"/>
          </a:p>
        </p:txBody>
      </p:sp>
      <p:sp>
        <p:nvSpPr>
          <p:cNvPr id="1106946" name="Text Box 2"/>
          <p:cNvSpPr txBox="1">
            <a:spLocks noChangeArrowheads="1"/>
          </p:cNvSpPr>
          <p:nvPr/>
        </p:nvSpPr>
        <p:spPr bwMode="auto">
          <a:xfrm>
            <a:off x="609600" y="457200"/>
            <a:ext cx="839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若矩阵的每行第一个非零元的下方及左下方全为零，</a:t>
            </a:r>
          </a:p>
        </p:txBody>
      </p:sp>
      <p:sp>
        <p:nvSpPr>
          <p:cNvPr id="1106947" name="Text Box 3"/>
          <p:cNvSpPr txBox="1">
            <a:spLocks noChangeArrowheads="1"/>
          </p:cNvSpPr>
          <p:nvPr/>
        </p:nvSpPr>
        <p:spPr bwMode="auto">
          <a:xfrm>
            <a:off x="228600" y="106680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则称之为</a:t>
            </a:r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阶梯形矩阵</a:t>
            </a:r>
            <a:r>
              <a:rPr lang="zh-CN" altLang="en-US"/>
              <a:t>。</a:t>
            </a:r>
          </a:p>
        </p:txBody>
      </p:sp>
      <p:graphicFrame>
        <p:nvGraphicFramePr>
          <p:cNvPr id="1106948" name="Object 4"/>
          <p:cNvGraphicFramePr>
            <a:graphicFrameLocks noChangeAspect="1"/>
          </p:cNvGraphicFramePr>
          <p:nvPr/>
        </p:nvGraphicFramePr>
        <p:xfrm>
          <a:off x="1066800" y="1752600"/>
          <a:ext cx="2895600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64" name="Equation" r:id="rId3" imgW="1371600" imgH="914400" progId="Equation.3">
                  <p:embed/>
                </p:oleObj>
              </mc:Choice>
              <mc:Fallback>
                <p:oleObj name="Equation" r:id="rId3" imgW="13716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2895600" cy="192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49" name="Object 5"/>
          <p:cNvGraphicFramePr>
            <a:graphicFrameLocks noChangeAspect="1"/>
          </p:cNvGraphicFramePr>
          <p:nvPr/>
        </p:nvGraphicFramePr>
        <p:xfrm>
          <a:off x="4495800" y="1828800"/>
          <a:ext cx="2819400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65" name="Equation" r:id="rId5" imgW="1231560" imgH="711000" progId="Equation.3">
                  <p:embed/>
                </p:oleObj>
              </mc:Choice>
              <mc:Fallback>
                <p:oleObj name="Equation" r:id="rId5" imgW="123156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828800"/>
                        <a:ext cx="2819400" cy="163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50" name="Object 6"/>
          <p:cNvGraphicFramePr>
            <a:graphicFrameLocks noChangeAspect="1"/>
          </p:cNvGraphicFramePr>
          <p:nvPr/>
        </p:nvGraphicFramePr>
        <p:xfrm>
          <a:off x="1828800" y="3886200"/>
          <a:ext cx="156527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66" name="Equation" r:id="rId7" imgW="698400" imgH="914400" progId="Equation.3">
                  <p:embed/>
                </p:oleObj>
              </mc:Choice>
              <mc:Fallback>
                <p:oleObj name="Equation" r:id="rId7" imgW="698400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86200"/>
                        <a:ext cx="1565275" cy="205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51" name="Object 7"/>
          <p:cNvGraphicFramePr>
            <a:graphicFrameLocks noChangeAspect="1"/>
          </p:cNvGraphicFramePr>
          <p:nvPr/>
        </p:nvGraphicFramePr>
        <p:xfrm>
          <a:off x="4419600" y="3810000"/>
          <a:ext cx="2590800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67" name="Equation" r:id="rId9" imgW="1130040" imgH="914400" progId="Equation.3">
                  <p:embed/>
                </p:oleObj>
              </mc:Choice>
              <mc:Fallback>
                <p:oleObj name="Equation" r:id="rId9" imgW="1130040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810000"/>
                        <a:ext cx="2590800" cy="209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6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946" grpId="0" autoUpdateAnimBg="0"/>
      <p:bldP spid="1106947" grpId="0" autoUpdateAnimBg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D970-C6F5-4FD6-9814-1962A930DD13}" type="slidenum">
              <a:rPr lang="zh-CN" altLang="en-US"/>
              <a:pPr/>
              <a:t>135</a:t>
            </a:fld>
            <a:endParaRPr lang="zh-CN" altLang="en-US"/>
          </a:p>
        </p:txBody>
      </p:sp>
      <p:sp>
        <p:nvSpPr>
          <p:cNvPr id="1107970" name="Text Box 2"/>
          <p:cNvSpPr txBox="1">
            <a:spLocks noChangeArrowheads="1"/>
          </p:cNvSpPr>
          <p:nvPr/>
        </p:nvSpPr>
        <p:spPr bwMode="auto">
          <a:xfrm>
            <a:off x="381000" y="547688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下面矩阵是阶梯形矩阵吗？</a:t>
            </a:r>
          </a:p>
        </p:txBody>
      </p:sp>
      <p:graphicFrame>
        <p:nvGraphicFramePr>
          <p:cNvPr id="1107971" name="Object 3"/>
          <p:cNvGraphicFramePr>
            <a:graphicFrameLocks noChangeAspect="1"/>
          </p:cNvGraphicFramePr>
          <p:nvPr/>
        </p:nvGraphicFramePr>
        <p:xfrm>
          <a:off x="457200" y="1538288"/>
          <a:ext cx="2895600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87" name="Equation" r:id="rId3" imgW="1371600" imgH="927000" progId="Equation.3">
                  <p:embed/>
                </p:oleObj>
              </mc:Choice>
              <mc:Fallback>
                <p:oleObj name="Equation" r:id="rId3" imgW="1371600" imgH="927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538288"/>
                        <a:ext cx="2895600" cy="1954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7972" name="Object 4"/>
          <p:cNvGraphicFramePr>
            <a:graphicFrameLocks noChangeAspect="1"/>
          </p:cNvGraphicFramePr>
          <p:nvPr/>
        </p:nvGraphicFramePr>
        <p:xfrm>
          <a:off x="3657600" y="1690688"/>
          <a:ext cx="2849563" cy="160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88" name="Equation" r:id="rId5" imgW="1244520" imgH="698400" progId="Equation.3">
                  <p:embed/>
                </p:oleObj>
              </mc:Choice>
              <mc:Fallback>
                <p:oleObj name="Equation" r:id="rId5" imgW="1244520" imgH="69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690688"/>
                        <a:ext cx="2849563" cy="160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7973" name="Object 5"/>
          <p:cNvGraphicFramePr>
            <a:graphicFrameLocks noChangeAspect="1"/>
          </p:cNvGraphicFramePr>
          <p:nvPr/>
        </p:nvGraphicFramePr>
        <p:xfrm>
          <a:off x="6934200" y="1385888"/>
          <a:ext cx="1593850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89" name="Equation" r:id="rId7" imgW="711000" imgH="927000" progId="Equation.3">
                  <p:embed/>
                </p:oleObj>
              </mc:Choice>
              <mc:Fallback>
                <p:oleObj name="Equation" r:id="rId7" imgW="711000" imgH="927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385888"/>
                        <a:ext cx="1593850" cy="208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7974" name="Text Box 6"/>
          <p:cNvSpPr txBox="1">
            <a:spLocks noChangeArrowheads="1"/>
          </p:cNvSpPr>
          <p:nvPr/>
        </p:nvSpPr>
        <p:spPr bwMode="auto">
          <a:xfrm>
            <a:off x="1295400" y="36576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不是</a:t>
            </a:r>
          </a:p>
        </p:txBody>
      </p:sp>
      <p:sp>
        <p:nvSpPr>
          <p:cNvPr id="1107975" name="Text Box 7"/>
          <p:cNvSpPr txBox="1">
            <a:spLocks noChangeArrowheads="1"/>
          </p:cNvSpPr>
          <p:nvPr/>
        </p:nvSpPr>
        <p:spPr bwMode="auto">
          <a:xfrm>
            <a:off x="4495800" y="35814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不是</a:t>
            </a:r>
          </a:p>
        </p:txBody>
      </p:sp>
      <p:sp>
        <p:nvSpPr>
          <p:cNvPr id="1107976" name="Text Box 8"/>
          <p:cNvSpPr txBox="1">
            <a:spLocks noChangeArrowheads="1"/>
          </p:cNvSpPr>
          <p:nvPr/>
        </p:nvSpPr>
        <p:spPr bwMode="auto">
          <a:xfrm>
            <a:off x="7391400" y="35814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是</a:t>
            </a:r>
          </a:p>
        </p:txBody>
      </p:sp>
      <p:sp>
        <p:nvSpPr>
          <p:cNvPr id="1107977" name="Oval 9"/>
          <p:cNvSpPr>
            <a:spLocks noChangeArrowheads="1"/>
          </p:cNvSpPr>
          <p:nvPr/>
        </p:nvSpPr>
        <p:spPr bwMode="auto">
          <a:xfrm>
            <a:off x="990600" y="2438400"/>
            <a:ext cx="381000" cy="6096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107978" name="Oval 10"/>
          <p:cNvSpPr>
            <a:spLocks noChangeArrowheads="1"/>
          </p:cNvSpPr>
          <p:nvPr/>
        </p:nvSpPr>
        <p:spPr bwMode="auto">
          <a:xfrm>
            <a:off x="4267200" y="2667000"/>
            <a:ext cx="381000" cy="609600"/>
          </a:xfrm>
          <a:prstGeom prst="ellipse">
            <a:avLst/>
          </a:prstGeom>
          <a:noFill/>
          <a:ln w="31750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07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07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0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0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07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07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0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0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7970" grpId="0" autoUpdateAnimBg="0"/>
      <p:bldP spid="1107974" grpId="0" autoUpdateAnimBg="0"/>
      <p:bldP spid="1107975" grpId="0" autoUpdateAnimBg="0"/>
      <p:bldP spid="1107976" grpId="0" autoUpdateAnimBg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AABD4-3599-4D6D-9377-CC4FEEFDA67E}" type="slidenum">
              <a:rPr lang="zh-CN" altLang="en-US"/>
              <a:pPr/>
              <a:t>136</a:t>
            </a:fld>
            <a:endParaRPr lang="zh-CN" altLang="en-US"/>
          </a:p>
        </p:txBody>
      </p:sp>
      <p:sp>
        <p:nvSpPr>
          <p:cNvPr id="1108994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8153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任意一个矩阵都可以经过一系列的初等行变换化为阶梯形矩阵；</a:t>
            </a:r>
            <a:r>
              <a:rPr lang="zh-CN" altLang="en-US"/>
              <a:t> </a:t>
            </a:r>
          </a:p>
        </p:txBody>
      </p:sp>
      <p:sp>
        <p:nvSpPr>
          <p:cNvPr id="1108995" name="Text Box 3"/>
          <p:cNvSpPr txBox="1">
            <a:spLocks noChangeArrowheads="1"/>
          </p:cNvSpPr>
          <p:nvPr/>
        </p:nvSpPr>
        <p:spPr bwMode="auto">
          <a:xfrm>
            <a:off x="381000" y="1555750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初等变换不改变矩阵的秩；</a:t>
            </a:r>
            <a:endParaRPr lang="zh-CN" altLang="en-US"/>
          </a:p>
        </p:txBody>
      </p:sp>
      <p:sp>
        <p:nvSpPr>
          <p:cNvPr id="1108996" name="Text Box 4"/>
          <p:cNvSpPr txBox="1">
            <a:spLocks noChangeArrowheads="1"/>
          </p:cNvSpPr>
          <p:nvPr/>
        </p:nvSpPr>
        <p:spPr bwMode="auto">
          <a:xfrm>
            <a:off x="381000" y="2133600"/>
            <a:ext cx="731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</a:rPr>
              <a:t>阶梯形矩阵的秩等于其中非零行的行数。</a:t>
            </a:r>
            <a:endParaRPr lang="zh-CN" altLang="en-US"/>
          </a:p>
        </p:txBody>
      </p:sp>
      <p:sp>
        <p:nvSpPr>
          <p:cNvPr id="1108997" name="Text Box 5"/>
          <p:cNvSpPr txBox="1">
            <a:spLocks noChangeArrowheads="1"/>
          </p:cNvSpPr>
          <p:nvPr/>
        </p:nvSpPr>
        <p:spPr bwMode="auto">
          <a:xfrm>
            <a:off x="381000" y="2895600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矩阵秩的计算方法：</a:t>
            </a:r>
          </a:p>
        </p:txBody>
      </p:sp>
      <p:sp>
        <p:nvSpPr>
          <p:cNvPr id="1108998" name="Text Box 6"/>
          <p:cNvSpPr txBox="1">
            <a:spLocks noChangeArrowheads="1"/>
          </p:cNvSpPr>
          <p:nvPr/>
        </p:nvSpPr>
        <p:spPr bwMode="auto">
          <a:xfrm>
            <a:off x="381000" y="3429000"/>
            <a:ext cx="82296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用初等行变换把矩阵化为阶梯形，则该阶梯形矩阵中的非零行数就是所求矩阵的秩。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8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4" grpId="0" autoUpdateAnimBg="0"/>
      <p:bldP spid="1108995" grpId="0" autoUpdateAnimBg="0"/>
      <p:bldP spid="1108996" grpId="0" autoUpdateAnimBg="0"/>
      <p:bldP spid="1108997" grpId="0" autoUpdateAnimBg="0"/>
      <p:bldP spid="1108998" grpId="0" autoUpdateAnimBg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E6A6E-80D8-4F30-B8A2-7253D861C267}" type="slidenum">
              <a:rPr lang="zh-CN" altLang="en-US"/>
              <a:pPr/>
              <a:t>137</a:t>
            </a:fld>
            <a:endParaRPr lang="zh-CN" altLang="en-US"/>
          </a:p>
        </p:txBody>
      </p:sp>
      <p:sp>
        <p:nvSpPr>
          <p:cNvPr id="1110018" name="Text Box 2"/>
          <p:cNvSpPr txBox="1">
            <a:spLocks noChangeArrowheads="1"/>
          </p:cNvSpPr>
          <p:nvPr/>
        </p:nvSpPr>
        <p:spPr bwMode="auto">
          <a:xfrm>
            <a:off x="228600" y="84296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1110019" name="Text Box 3"/>
          <p:cNvSpPr txBox="1">
            <a:spLocks noChangeArrowheads="1"/>
          </p:cNvSpPr>
          <p:nvPr/>
        </p:nvSpPr>
        <p:spPr bwMode="auto">
          <a:xfrm>
            <a:off x="228600" y="300513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10020" name="Object 4"/>
          <p:cNvGraphicFramePr>
            <a:graphicFrameLocks noChangeAspect="1"/>
          </p:cNvGraphicFramePr>
          <p:nvPr/>
        </p:nvGraphicFramePr>
        <p:xfrm>
          <a:off x="801688" y="138113"/>
          <a:ext cx="7046912" cy="206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19" name="Equation" r:id="rId3" imgW="3162240" imgH="927000" progId="Equation.3">
                  <p:embed/>
                </p:oleObj>
              </mc:Choice>
              <mc:Fallback>
                <p:oleObj name="Equation" r:id="rId3" imgW="316224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688" y="138113"/>
                        <a:ext cx="7046912" cy="206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1" name="Object 5"/>
          <p:cNvGraphicFramePr>
            <a:graphicFrameLocks noChangeAspect="1"/>
          </p:cNvGraphicFramePr>
          <p:nvPr/>
        </p:nvGraphicFramePr>
        <p:xfrm>
          <a:off x="1600200" y="2763838"/>
          <a:ext cx="9842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0" name="Equation" r:id="rId5" imgW="482400" imgH="215640" progId="Equation.3">
                  <p:embed/>
                </p:oleObj>
              </mc:Choice>
              <mc:Fallback>
                <p:oleObj name="Equation" r:id="rId5" imgW="48240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763838"/>
                        <a:ext cx="98425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0022" name="Line 6"/>
          <p:cNvSpPr>
            <a:spLocks noChangeShapeType="1"/>
          </p:cNvSpPr>
          <p:nvPr/>
        </p:nvSpPr>
        <p:spPr bwMode="auto">
          <a:xfrm>
            <a:off x="1447800" y="3297238"/>
            <a:ext cx="1295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10023" name="Object 7"/>
          <p:cNvGraphicFramePr>
            <a:graphicFrameLocks noChangeAspect="1"/>
          </p:cNvGraphicFramePr>
          <p:nvPr/>
        </p:nvGraphicFramePr>
        <p:xfrm>
          <a:off x="990600" y="3068638"/>
          <a:ext cx="4127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1" name="Equation" r:id="rId7" imgW="164880" imgH="164880" progId="Equation.3">
                  <p:embed/>
                </p:oleObj>
              </mc:Choice>
              <mc:Fallback>
                <p:oleObj name="Equation" r:id="rId7" imgW="164880" imgH="1648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068638"/>
                        <a:ext cx="412750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0024" name="Line 8"/>
          <p:cNvSpPr>
            <a:spLocks noChangeShapeType="1"/>
          </p:cNvSpPr>
          <p:nvPr/>
        </p:nvSpPr>
        <p:spPr bwMode="auto">
          <a:xfrm>
            <a:off x="1295400" y="5410200"/>
            <a:ext cx="1295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10025" name="Object 9"/>
          <p:cNvGraphicFramePr>
            <a:graphicFrameLocks noChangeAspect="1"/>
          </p:cNvGraphicFramePr>
          <p:nvPr/>
        </p:nvGraphicFramePr>
        <p:xfrm>
          <a:off x="2819400" y="2362200"/>
          <a:ext cx="3429000" cy="190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2" name="Equation" r:id="rId9" imgW="3670200" imgH="2044440" progId="Equation.3">
                  <p:embed/>
                </p:oleObj>
              </mc:Choice>
              <mc:Fallback>
                <p:oleObj name="Equation" r:id="rId9" imgW="3670200" imgH="20444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362200"/>
                        <a:ext cx="3429000" cy="190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6" name="Object 10"/>
          <p:cNvGraphicFramePr>
            <a:graphicFrameLocks noChangeAspect="1"/>
          </p:cNvGraphicFramePr>
          <p:nvPr/>
        </p:nvGraphicFramePr>
        <p:xfrm>
          <a:off x="2792413" y="4433888"/>
          <a:ext cx="3455987" cy="211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3" name="Equation" r:id="rId11" imgW="1447560" imgH="914400" progId="Equation.3">
                  <p:embed/>
                </p:oleObj>
              </mc:Choice>
              <mc:Fallback>
                <p:oleObj name="Equation" r:id="rId11" imgW="1447560" imgH="914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4433888"/>
                        <a:ext cx="3455987" cy="211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7" name="Object 11"/>
          <p:cNvGraphicFramePr>
            <a:graphicFrameLocks noChangeAspect="1"/>
          </p:cNvGraphicFramePr>
          <p:nvPr/>
        </p:nvGraphicFramePr>
        <p:xfrm>
          <a:off x="2951163" y="4924425"/>
          <a:ext cx="31242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4" name="Equation" r:id="rId13" imgW="1307880" imgH="215640" progId="Equation.3">
                  <p:embed/>
                </p:oleObj>
              </mc:Choice>
              <mc:Fallback>
                <p:oleObj name="Equation" r:id="rId13" imgW="130788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4924425"/>
                        <a:ext cx="31242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8" name="Object 12"/>
          <p:cNvGraphicFramePr>
            <a:graphicFrameLocks noChangeAspect="1"/>
          </p:cNvGraphicFramePr>
          <p:nvPr/>
        </p:nvGraphicFramePr>
        <p:xfrm>
          <a:off x="2873375" y="5454650"/>
          <a:ext cx="32004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5" name="Equation" r:id="rId15" imgW="1498320" imgH="215640" progId="Equation.3">
                  <p:embed/>
                </p:oleObj>
              </mc:Choice>
              <mc:Fallback>
                <p:oleObj name="Equation" r:id="rId15" imgW="1498320" imgH="215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5454650"/>
                        <a:ext cx="3200400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29" name="Object 13"/>
          <p:cNvGraphicFramePr>
            <a:graphicFrameLocks noChangeAspect="1"/>
          </p:cNvGraphicFramePr>
          <p:nvPr/>
        </p:nvGraphicFramePr>
        <p:xfrm>
          <a:off x="2895600" y="5976938"/>
          <a:ext cx="32004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6" name="Equation" r:id="rId17" imgW="1536480" imgH="215640" progId="Equation.3">
                  <p:embed/>
                </p:oleObj>
              </mc:Choice>
              <mc:Fallback>
                <p:oleObj name="Equation" r:id="rId17" imgW="153648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976938"/>
                        <a:ext cx="320040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30" name="Object 14"/>
          <p:cNvGraphicFramePr>
            <a:graphicFrameLocks noChangeAspect="1"/>
          </p:cNvGraphicFramePr>
          <p:nvPr/>
        </p:nvGraphicFramePr>
        <p:xfrm>
          <a:off x="1371600" y="4800600"/>
          <a:ext cx="9842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7" name="Equation" r:id="rId19" imgW="419040" imgH="215640" progId="Equation.3">
                  <p:embed/>
                </p:oleObj>
              </mc:Choice>
              <mc:Fallback>
                <p:oleObj name="Equation" r:id="rId19" imgW="41904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800600"/>
                        <a:ext cx="9842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31" name="Object 15"/>
          <p:cNvGraphicFramePr>
            <a:graphicFrameLocks noChangeAspect="1"/>
          </p:cNvGraphicFramePr>
          <p:nvPr/>
        </p:nvGraphicFramePr>
        <p:xfrm>
          <a:off x="1371600" y="5464175"/>
          <a:ext cx="106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8" name="Equation" r:id="rId21" imgW="457200" imgH="228600" progId="Equation.3">
                  <p:embed/>
                </p:oleObj>
              </mc:Choice>
              <mc:Fallback>
                <p:oleObj name="Equation" r:id="rId21" imgW="4572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464175"/>
                        <a:ext cx="1066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0032" name="Object 16"/>
          <p:cNvGraphicFramePr>
            <a:graphicFrameLocks noChangeAspect="1"/>
          </p:cNvGraphicFramePr>
          <p:nvPr/>
        </p:nvGraphicFramePr>
        <p:xfrm>
          <a:off x="1403350" y="5867400"/>
          <a:ext cx="10350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229" name="Equation" r:id="rId23" imgW="457200" imgH="215640" progId="Equation.3">
                  <p:embed/>
                </p:oleObj>
              </mc:Choice>
              <mc:Fallback>
                <p:oleObj name="Equation" r:id="rId23" imgW="457200" imgH="2156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867400"/>
                        <a:ext cx="10350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1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1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1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1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1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1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1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100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1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100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10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100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00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018" grpId="0" autoUpdateAnimBg="0"/>
      <p:bldP spid="1110019" grpId="0" autoUpdateAnimBg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C70BA-E109-4485-A19C-39E178D31F83}" type="slidenum">
              <a:rPr lang="zh-CN" altLang="en-US"/>
              <a:pPr/>
              <a:t>138</a:t>
            </a:fld>
            <a:endParaRPr lang="zh-CN" altLang="en-US"/>
          </a:p>
        </p:txBody>
      </p:sp>
      <p:graphicFrame>
        <p:nvGraphicFramePr>
          <p:cNvPr id="1111042" name="Object 2"/>
          <p:cNvGraphicFramePr>
            <a:graphicFrameLocks noChangeAspect="1"/>
          </p:cNvGraphicFramePr>
          <p:nvPr/>
        </p:nvGraphicFramePr>
        <p:xfrm>
          <a:off x="1709738" y="152400"/>
          <a:ext cx="38862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42" name="Equation" r:id="rId3" imgW="4063680" imgH="2044440" progId="Equation.3">
                  <p:embed/>
                </p:oleObj>
              </mc:Choice>
              <mc:Fallback>
                <p:oleObj name="Equation" r:id="rId3" imgW="4063680" imgH="20444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152400"/>
                        <a:ext cx="38862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1043" name="Line 3"/>
          <p:cNvSpPr>
            <a:spLocks noChangeShapeType="1"/>
          </p:cNvSpPr>
          <p:nvPr/>
        </p:nvSpPr>
        <p:spPr bwMode="auto">
          <a:xfrm>
            <a:off x="615950" y="3276600"/>
            <a:ext cx="1066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11044" name="Object 4"/>
          <p:cNvGraphicFramePr>
            <a:graphicFrameLocks noChangeAspect="1"/>
          </p:cNvGraphicFramePr>
          <p:nvPr/>
        </p:nvGraphicFramePr>
        <p:xfrm>
          <a:off x="1682750" y="4481513"/>
          <a:ext cx="3810000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43" name="Equation" r:id="rId5" imgW="1612800" imgH="927000" progId="Equation.3">
                  <p:embed/>
                </p:oleObj>
              </mc:Choice>
              <mc:Fallback>
                <p:oleObj name="Equation" r:id="rId5" imgW="161280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4481513"/>
                        <a:ext cx="3810000" cy="219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45" name="Object 5"/>
          <p:cNvGraphicFramePr>
            <a:graphicFrameLocks noChangeAspect="1"/>
          </p:cNvGraphicFramePr>
          <p:nvPr/>
        </p:nvGraphicFramePr>
        <p:xfrm>
          <a:off x="615950" y="2743200"/>
          <a:ext cx="104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44" name="Equation" r:id="rId7" imgW="1041120" imgH="431640" progId="Equation.3">
                  <p:embed/>
                </p:oleObj>
              </mc:Choice>
              <mc:Fallback>
                <p:oleObj name="Equation" r:id="rId7" imgW="104112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2743200"/>
                        <a:ext cx="1041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46" name="Object 6"/>
          <p:cNvGraphicFramePr>
            <a:graphicFrameLocks noChangeAspect="1"/>
          </p:cNvGraphicFramePr>
          <p:nvPr/>
        </p:nvGraphicFramePr>
        <p:xfrm>
          <a:off x="615950" y="3429000"/>
          <a:ext cx="1028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45" name="Equation" r:id="rId9" imgW="1028520" imgH="419040" progId="Equation.3">
                  <p:embed/>
                </p:oleObj>
              </mc:Choice>
              <mc:Fallback>
                <p:oleObj name="Equation" r:id="rId9" imgW="102852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3429000"/>
                        <a:ext cx="1028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47" name="Object 7"/>
          <p:cNvGraphicFramePr>
            <a:graphicFrameLocks noChangeAspect="1"/>
          </p:cNvGraphicFramePr>
          <p:nvPr/>
        </p:nvGraphicFramePr>
        <p:xfrm>
          <a:off x="5867400" y="5257800"/>
          <a:ext cx="20574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46" name="Equation" r:id="rId11" imgW="825480" imgH="203040" progId="Equation.3">
                  <p:embed/>
                </p:oleObj>
              </mc:Choice>
              <mc:Fallback>
                <p:oleObj name="Equation" r:id="rId11" imgW="82548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257800"/>
                        <a:ext cx="20574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1048" name="Line 8"/>
          <p:cNvSpPr>
            <a:spLocks noChangeShapeType="1"/>
          </p:cNvSpPr>
          <p:nvPr/>
        </p:nvSpPr>
        <p:spPr bwMode="auto">
          <a:xfrm>
            <a:off x="692150" y="5562600"/>
            <a:ext cx="990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11049" name="Object 9"/>
          <p:cNvGraphicFramePr>
            <a:graphicFrameLocks noChangeAspect="1"/>
          </p:cNvGraphicFramePr>
          <p:nvPr/>
        </p:nvGraphicFramePr>
        <p:xfrm>
          <a:off x="1682750" y="2209800"/>
          <a:ext cx="3810000" cy="217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47" name="Equation" r:id="rId13" imgW="1600200" imgH="914400" progId="Equation.3">
                  <p:embed/>
                </p:oleObj>
              </mc:Choice>
              <mc:Fallback>
                <p:oleObj name="Equation" r:id="rId13" imgW="1600200" imgH="914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2209800"/>
                        <a:ext cx="3810000" cy="217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0" name="Object 10"/>
          <p:cNvGraphicFramePr>
            <a:graphicFrameLocks noChangeAspect="1"/>
          </p:cNvGraphicFramePr>
          <p:nvPr/>
        </p:nvGraphicFramePr>
        <p:xfrm>
          <a:off x="2606675" y="3287713"/>
          <a:ext cx="27114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48" name="Equation" r:id="rId15" imgW="888840" imgH="215640" progId="Equation.3">
                  <p:embed/>
                </p:oleObj>
              </mc:Choice>
              <mc:Fallback>
                <p:oleObj name="Equation" r:id="rId15" imgW="88884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3287713"/>
                        <a:ext cx="2711450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1" name="Object 11"/>
          <p:cNvGraphicFramePr>
            <a:graphicFrameLocks noChangeAspect="1"/>
          </p:cNvGraphicFramePr>
          <p:nvPr/>
        </p:nvGraphicFramePr>
        <p:xfrm>
          <a:off x="2597150" y="3886200"/>
          <a:ext cx="27114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49" name="Equation" r:id="rId17" imgW="888840" imgH="215640" progId="Equation.3">
                  <p:embed/>
                </p:oleObj>
              </mc:Choice>
              <mc:Fallback>
                <p:oleObj name="Equation" r:id="rId17" imgW="88884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3886200"/>
                        <a:ext cx="2711450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1052" name="Object 12"/>
          <p:cNvGraphicFramePr>
            <a:graphicFrameLocks noChangeAspect="1"/>
          </p:cNvGraphicFramePr>
          <p:nvPr/>
        </p:nvGraphicFramePr>
        <p:xfrm>
          <a:off x="4154488" y="5626100"/>
          <a:ext cx="11795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50" name="Equation" r:id="rId19" imgW="406080" imgH="164880" progId="Equation.3">
                  <p:embed/>
                </p:oleObj>
              </mc:Choice>
              <mc:Fallback>
                <p:oleObj name="Equation" r:id="rId19" imgW="406080" imgH="1648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488" y="5626100"/>
                        <a:ext cx="1179512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1053" name="Line 13"/>
          <p:cNvSpPr>
            <a:spLocks noChangeShapeType="1"/>
          </p:cNvSpPr>
          <p:nvPr/>
        </p:nvSpPr>
        <p:spPr bwMode="auto">
          <a:xfrm>
            <a:off x="533400" y="1143000"/>
            <a:ext cx="990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11054" name="Object 14"/>
          <p:cNvGraphicFramePr>
            <a:graphicFrameLocks noChangeAspect="1"/>
          </p:cNvGraphicFramePr>
          <p:nvPr/>
        </p:nvGraphicFramePr>
        <p:xfrm>
          <a:off x="4114800" y="6096000"/>
          <a:ext cx="12192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51" name="Equation" r:id="rId21" imgW="342720" imgH="215640" progId="Equation.3">
                  <p:embed/>
                </p:oleObj>
              </mc:Choice>
              <mc:Fallback>
                <p:oleObj name="Equation" r:id="rId21" imgW="342720" imgH="215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6096000"/>
                        <a:ext cx="1219200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11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1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10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1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1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11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110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10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1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17AD-B722-4F6A-B812-1F287396DBA0}" type="slidenum">
              <a:rPr lang="zh-CN" altLang="en-US"/>
              <a:pPr/>
              <a:t>139</a:t>
            </a:fld>
            <a:endParaRPr lang="zh-CN" altLang="en-US"/>
          </a:p>
        </p:txBody>
      </p:sp>
      <p:sp>
        <p:nvSpPr>
          <p:cNvPr id="1112066" name="Text Box 2"/>
          <p:cNvSpPr txBox="1">
            <a:spLocks noChangeArrowheads="1"/>
          </p:cNvSpPr>
          <p:nvPr/>
        </p:nvSpPr>
        <p:spPr bwMode="auto">
          <a:xfrm>
            <a:off x="290513" y="3136900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12067" name="Text Box 3"/>
          <p:cNvSpPr txBox="1">
            <a:spLocks noChangeArrowheads="1"/>
          </p:cNvSpPr>
          <p:nvPr/>
        </p:nvSpPr>
        <p:spPr bwMode="auto">
          <a:xfrm>
            <a:off x="290513" y="152400"/>
            <a:ext cx="4281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/>
              <a:t>求下列矩阵的秩：</a:t>
            </a:r>
          </a:p>
        </p:txBody>
      </p:sp>
      <p:graphicFrame>
        <p:nvGraphicFramePr>
          <p:cNvPr id="1112068" name="Object 4"/>
          <p:cNvGraphicFramePr>
            <a:graphicFrameLocks noChangeAspect="1"/>
          </p:cNvGraphicFramePr>
          <p:nvPr/>
        </p:nvGraphicFramePr>
        <p:xfrm>
          <a:off x="1066800" y="762000"/>
          <a:ext cx="4343400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259" name="Document" r:id="rId4" imgW="1835640" imgH="739800" progId="Word.Document.8">
                  <p:embed/>
                </p:oleObj>
              </mc:Choice>
              <mc:Fallback>
                <p:oleObj name="Document" r:id="rId4" imgW="1835640" imgH="7398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762000"/>
                        <a:ext cx="4343400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2069" name="Object 5"/>
          <p:cNvGraphicFramePr>
            <a:graphicFrameLocks noChangeAspect="1"/>
          </p:cNvGraphicFramePr>
          <p:nvPr/>
        </p:nvGraphicFramePr>
        <p:xfrm>
          <a:off x="1066800" y="2641600"/>
          <a:ext cx="2209800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260" r:id="rId6" imgW="990170" imgH="710891" progId="Equation.3">
                  <p:embed/>
                </p:oleObj>
              </mc:Choice>
              <mc:Fallback>
                <p:oleObj r:id="rId6" imgW="990170" imgH="7108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641600"/>
                        <a:ext cx="2209800" cy="159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2070" name="Object 6"/>
          <p:cNvGraphicFramePr>
            <a:graphicFrameLocks noChangeAspect="1"/>
          </p:cNvGraphicFramePr>
          <p:nvPr/>
        </p:nvGraphicFramePr>
        <p:xfrm>
          <a:off x="3276600" y="2667000"/>
          <a:ext cx="3371850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261" name="Equation" r:id="rId8" imgW="1511280" imgH="698400" progId="Equation.3">
                  <p:embed/>
                </p:oleObj>
              </mc:Choice>
              <mc:Fallback>
                <p:oleObj name="Equation" r:id="rId8" imgW="151128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667000"/>
                        <a:ext cx="3371850" cy="156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2071" name="WordArt 7"/>
          <p:cNvSpPr>
            <a:spLocks noChangeArrowheads="1" noChangeShapeType="1" noTextEdit="1"/>
          </p:cNvSpPr>
          <p:nvPr/>
        </p:nvSpPr>
        <p:spPr bwMode="auto">
          <a:xfrm>
            <a:off x="6934200" y="3200400"/>
            <a:ext cx="5334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602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1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1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120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2066" grpId="0" autoUpdateAnimBg="0"/>
      <p:bldP spid="1112067" grpId="0" autoUpdateAnimBg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28D86-EE65-4122-912F-B63F4A53A4BD}" type="slidenum">
              <a:rPr lang="zh-CN" altLang="en-US"/>
              <a:pPr/>
              <a:t>140</a:t>
            </a:fld>
            <a:endParaRPr lang="zh-CN" altLang="en-US"/>
          </a:p>
        </p:txBody>
      </p:sp>
      <p:graphicFrame>
        <p:nvGraphicFramePr>
          <p:cNvPr id="1113090" name="Object 2"/>
          <p:cNvGraphicFramePr>
            <a:graphicFrameLocks noChangeAspect="1"/>
          </p:cNvGraphicFramePr>
          <p:nvPr/>
        </p:nvGraphicFramePr>
        <p:xfrm>
          <a:off x="933450" y="2609850"/>
          <a:ext cx="2279650" cy="1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285" name="Equation" r:id="rId3" imgW="990360" imgH="698400" progId="Equation.3">
                  <p:embed/>
                </p:oleObj>
              </mc:Choice>
              <mc:Fallback>
                <p:oleObj name="Equation" r:id="rId3" imgW="990360" imgH="698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2609850"/>
                        <a:ext cx="2279650" cy="161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091" name="Object 3"/>
          <p:cNvGraphicFramePr>
            <a:graphicFrameLocks noChangeAspect="1"/>
          </p:cNvGraphicFramePr>
          <p:nvPr/>
        </p:nvGraphicFramePr>
        <p:xfrm>
          <a:off x="3200400" y="2628900"/>
          <a:ext cx="2743200" cy="160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286" name="Equation" r:id="rId5" imgW="1218960" imgH="711000" progId="Equation.3">
                  <p:embed/>
                </p:oleObj>
              </mc:Choice>
              <mc:Fallback>
                <p:oleObj name="Equation" r:id="rId5" imgW="121896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628900"/>
                        <a:ext cx="2743200" cy="160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092" name="Object 4"/>
          <p:cNvGraphicFramePr>
            <a:graphicFrameLocks noChangeAspect="1"/>
          </p:cNvGraphicFramePr>
          <p:nvPr/>
        </p:nvGraphicFramePr>
        <p:xfrm>
          <a:off x="5943600" y="3124200"/>
          <a:ext cx="2743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287" name="Equation" r:id="rId7" imgW="1155600" imgH="228600" progId="Equation.3">
                  <p:embed/>
                </p:oleObj>
              </mc:Choice>
              <mc:Fallback>
                <p:oleObj name="Equation" r:id="rId7" imgW="1155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124200"/>
                        <a:ext cx="27432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3093" name="Object 5"/>
          <p:cNvGraphicFramePr>
            <a:graphicFrameLocks noChangeAspect="1"/>
          </p:cNvGraphicFramePr>
          <p:nvPr/>
        </p:nvGraphicFramePr>
        <p:xfrm>
          <a:off x="304800" y="4495800"/>
          <a:ext cx="6843713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288" name="Document" r:id="rId9" imgW="2940840" imgH="399960" progId="Word.Document.8">
                  <p:embed/>
                </p:oleObj>
              </mc:Choice>
              <mc:Fallback>
                <p:oleObj name="Document" r:id="rId9" imgW="2940840" imgH="39996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495800"/>
                        <a:ext cx="6843713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3094" name="Text Box 6"/>
          <p:cNvSpPr txBox="1">
            <a:spLocks noChangeArrowheads="1"/>
          </p:cNvSpPr>
          <p:nvPr/>
        </p:nvSpPr>
        <p:spPr bwMode="auto">
          <a:xfrm>
            <a:off x="290513" y="3136900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13095" name="Text Box 7"/>
          <p:cNvSpPr txBox="1">
            <a:spLocks noChangeArrowheads="1"/>
          </p:cNvSpPr>
          <p:nvPr/>
        </p:nvSpPr>
        <p:spPr bwMode="auto">
          <a:xfrm>
            <a:off x="290513" y="152400"/>
            <a:ext cx="4281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/>
              <a:t>求下列矩阵的秩：</a:t>
            </a:r>
          </a:p>
        </p:txBody>
      </p:sp>
      <p:graphicFrame>
        <p:nvGraphicFramePr>
          <p:cNvPr id="1113096" name="Object 8"/>
          <p:cNvGraphicFramePr>
            <a:graphicFrameLocks noChangeAspect="1"/>
          </p:cNvGraphicFramePr>
          <p:nvPr/>
        </p:nvGraphicFramePr>
        <p:xfrm>
          <a:off x="1066800" y="762000"/>
          <a:ext cx="4343400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289" name="Document" r:id="rId11" imgW="1835640" imgH="739800" progId="Word.Document.8">
                  <p:embed/>
                </p:oleObj>
              </mc:Choice>
              <mc:Fallback>
                <p:oleObj name="Document" r:id="rId11" imgW="1835640" imgH="73980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762000"/>
                        <a:ext cx="4343400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2018-6A76-4152-AC2E-5CAA0A3FE7D4}" type="slidenum">
              <a:rPr lang="zh-CN" altLang="en-US"/>
              <a:pPr/>
              <a:t>141</a:t>
            </a:fld>
            <a:endParaRPr lang="zh-CN" altLang="en-US"/>
          </a:p>
        </p:txBody>
      </p:sp>
      <p:graphicFrame>
        <p:nvGraphicFramePr>
          <p:cNvPr id="1114114" name="Object 2"/>
          <p:cNvGraphicFramePr>
            <a:graphicFrameLocks noChangeAspect="1"/>
          </p:cNvGraphicFramePr>
          <p:nvPr/>
        </p:nvGraphicFramePr>
        <p:xfrm>
          <a:off x="1036638" y="2660650"/>
          <a:ext cx="32273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310" name="Equation" r:id="rId3" imgW="1409400" imgH="228600" progId="Equation.3">
                  <p:embed/>
                </p:oleObj>
              </mc:Choice>
              <mc:Fallback>
                <p:oleObj name="Equation" r:id="rId3" imgW="14094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2660650"/>
                        <a:ext cx="32273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15" name="Object 3"/>
          <p:cNvGraphicFramePr>
            <a:graphicFrameLocks noChangeAspect="1"/>
          </p:cNvGraphicFramePr>
          <p:nvPr/>
        </p:nvGraphicFramePr>
        <p:xfrm>
          <a:off x="304800" y="3352800"/>
          <a:ext cx="2362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311" name="Document" r:id="rId5" imgW="897840" imgH="177840" progId="Word.Document.8">
                  <p:embed/>
                </p:oleObj>
              </mc:Choice>
              <mc:Fallback>
                <p:oleObj name="Document" r:id="rId5" imgW="897840" imgH="1778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352800"/>
                        <a:ext cx="2362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16" name="Object 4"/>
          <p:cNvGraphicFramePr>
            <a:graphicFrameLocks noChangeAspect="1"/>
          </p:cNvGraphicFramePr>
          <p:nvPr/>
        </p:nvGraphicFramePr>
        <p:xfrm>
          <a:off x="1219200" y="3962400"/>
          <a:ext cx="2057400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312" name="Equation" r:id="rId7" imgW="927000" imgH="711000" progId="Equation.3">
                  <p:embed/>
                </p:oleObj>
              </mc:Choice>
              <mc:Fallback>
                <p:oleObj name="Equation" r:id="rId7" imgW="92700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962400"/>
                        <a:ext cx="2057400" cy="1585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17" name="Object 5"/>
          <p:cNvGraphicFramePr>
            <a:graphicFrameLocks noChangeAspect="1"/>
          </p:cNvGraphicFramePr>
          <p:nvPr/>
        </p:nvGraphicFramePr>
        <p:xfrm>
          <a:off x="3352800" y="3951288"/>
          <a:ext cx="2133600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313" name="Equation" r:id="rId9" imgW="952200" imgH="711000" progId="Equation.3">
                  <p:embed/>
                </p:oleObj>
              </mc:Choice>
              <mc:Fallback>
                <p:oleObj name="Equation" r:id="rId9" imgW="95220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951288"/>
                        <a:ext cx="2133600" cy="159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18" name="Object 6"/>
          <p:cNvGraphicFramePr>
            <a:graphicFrameLocks noChangeAspect="1"/>
          </p:cNvGraphicFramePr>
          <p:nvPr/>
        </p:nvGraphicFramePr>
        <p:xfrm>
          <a:off x="5715000" y="4495800"/>
          <a:ext cx="18272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314" name="Equation" r:id="rId11" imgW="812520" imgH="203040" progId="Equation.3">
                  <p:embed/>
                </p:oleObj>
              </mc:Choice>
              <mc:Fallback>
                <p:oleObj name="Equation" r:id="rId11" imgW="8125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495800"/>
                        <a:ext cx="1827213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4119" name="Text Box 7"/>
          <p:cNvSpPr txBox="1">
            <a:spLocks noChangeArrowheads="1"/>
          </p:cNvSpPr>
          <p:nvPr/>
        </p:nvSpPr>
        <p:spPr bwMode="auto">
          <a:xfrm>
            <a:off x="290513" y="2667000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14120" name="Text Box 8"/>
          <p:cNvSpPr txBox="1">
            <a:spLocks noChangeArrowheads="1"/>
          </p:cNvSpPr>
          <p:nvPr/>
        </p:nvSpPr>
        <p:spPr bwMode="auto">
          <a:xfrm>
            <a:off x="290513" y="152400"/>
            <a:ext cx="4281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/>
              <a:t>求下列矩阵的秩：</a:t>
            </a:r>
          </a:p>
        </p:txBody>
      </p:sp>
      <p:graphicFrame>
        <p:nvGraphicFramePr>
          <p:cNvPr id="1114121" name="Object 9"/>
          <p:cNvGraphicFramePr>
            <a:graphicFrameLocks noChangeAspect="1"/>
          </p:cNvGraphicFramePr>
          <p:nvPr/>
        </p:nvGraphicFramePr>
        <p:xfrm>
          <a:off x="1066800" y="762000"/>
          <a:ext cx="4343400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315" name="Document" r:id="rId13" imgW="1835640" imgH="739800" progId="Word.Document.8">
                  <p:embed/>
                </p:oleObj>
              </mc:Choice>
              <mc:Fallback>
                <p:oleObj name="Document" r:id="rId13" imgW="1835640" imgH="73980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762000"/>
                        <a:ext cx="4343400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97673-156E-4B6E-9242-86BC7A5FA897}" type="slidenum">
              <a:rPr lang="zh-CN" altLang="en-US"/>
              <a:pPr/>
              <a:t>142</a:t>
            </a:fld>
            <a:endParaRPr lang="zh-CN" altLang="en-US"/>
          </a:p>
        </p:txBody>
      </p:sp>
      <p:graphicFrame>
        <p:nvGraphicFramePr>
          <p:cNvPr id="1115138" name="Object 2"/>
          <p:cNvGraphicFramePr>
            <a:graphicFrameLocks noChangeAspect="1"/>
          </p:cNvGraphicFramePr>
          <p:nvPr/>
        </p:nvGraphicFramePr>
        <p:xfrm>
          <a:off x="4495800" y="2438400"/>
          <a:ext cx="267176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35" name="Document" r:id="rId3" imgW="1104120" imgH="405720" progId="Word.Document.8">
                  <p:embed/>
                </p:oleObj>
              </mc:Choice>
              <mc:Fallback>
                <p:oleObj name="Document" r:id="rId3" imgW="1104120" imgH="4057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438400"/>
                        <a:ext cx="2671763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5139" name="Object 3"/>
          <p:cNvGraphicFramePr>
            <a:graphicFrameLocks noChangeAspect="1"/>
          </p:cNvGraphicFramePr>
          <p:nvPr/>
        </p:nvGraphicFramePr>
        <p:xfrm>
          <a:off x="457200" y="3352800"/>
          <a:ext cx="2971800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36" name="Equation" r:id="rId5" imgW="1384200" imgH="1168200" progId="Equation.3">
                  <p:embed/>
                </p:oleObj>
              </mc:Choice>
              <mc:Fallback>
                <p:oleObj name="Equation" r:id="rId5" imgW="1384200" imgH="1168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352800"/>
                        <a:ext cx="2971800" cy="250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5140" name="Object 4"/>
          <p:cNvGraphicFramePr>
            <a:graphicFrameLocks noChangeAspect="1"/>
          </p:cNvGraphicFramePr>
          <p:nvPr/>
        </p:nvGraphicFramePr>
        <p:xfrm>
          <a:off x="3438525" y="3902075"/>
          <a:ext cx="2505075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37" name="Equation" r:id="rId7" imgW="1180800" imgH="711000" progId="Equation.3">
                  <p:embed/>
                </p:oleObj>
              </mc:Choice>
              <mc:Fallback>
                <p:oleObj name="Equation" r:id="rId7" imgW="118080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3902075"/>
                        <a:ext cx="2505075" cy="150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5141" name="Object 5"/>
          <p:cNvGraphicFramePr>
            <a:graphicFrameLocks noChangeAspect="1"/>
          </p:cNvGraphicFramePr>
          <p:nvPr/>
        </p:nvGraphicFramePr>
        <p:xfrm>
          <a:off x="5943600" y="3924300"/>
          <a:ext cx="25654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38" name="Equation" r:id="rId9" imgW="1168200" imgH="711000" progId="Equation.3">
                  <p:embed/>
                </p:oleObj>
              </mc:Choice>
              <mc:Fallback>
                <p:oleObj name="Equation" r:id="rId9" imgW="1168200" imgH="71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924300"/>
                        <a:ext cx="25654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5142" name="Object 6"/>
          <p:cNvGraphicFramePr>
            <a:graphicFrameLocks noChangeAspect="1"/>
          </p:cNvGraphicFramePr>
          <p:nvPr/>
        </p:nvGraphicFramePr>
        <p:xfrm>
          <a:off x="609600" y="6019800"/>
          <a:ext cx="2057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39" name="Equation" r:id="rId11" imgW="825480" imgH="203040" progId="Equation.3">
                  <p:embed/>
                </p:oleObj>
              </mc:Choice>
              <mc:Fallback>
                <p:oleObj name="Equation" r:id="rId11" imgW="82548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019800"/>
                        <a:ext cx="20574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5143" name="Object 7"/>
          <p:cNvGraphicFramePr>
            <a:graphicFrameLocks noChangeAspect="1"/>
          </p:cNvGraphicFramePr>
          <p:nvPr/>
        </p:nvGraphicFramePr>
        <p:xfrm>
          <a:off x="1036638" y="2660650"/>
          <a:ext cx="32273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40" name="Equation" r:id="rId13" imgW="1409400" imgH="228600" progId="Equation.3">
                  <p:embed/>
                </p:oleObj>
              </mc:Choice>
              <mc:Fallback>
                <p:oleObj name="Equation" r:id="rId13" imgW="14094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2660650"/>
                        <a:ext cx="32273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33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5144" name="Text Box 8"/>
          <p:cNvSpPr txBox="1">
            <a:spLocks noChangeArrowheads="1"/>
          </p:cNvSpPr>
          <p:nvPr/>
        </p:nvSpPr>
        <p:spPr bwMode="auto">
          <a:xfrm>
            <a:off x="290513" y="2667000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15145" name="Text Box 9"/>
          <p:cNvSpPr txBox="1">
            <a:spLocks noChangeArrowheads="1"/>
          </p:cNvSpPr>
          <p:nvPr/>
        </p:nvSpPr>
        <p:spPr bwMode="auto">
          <a:xfrm>
            <a:off x="290513" y="152400"/>
            <a:ext cx="4281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例  </a:t>
            </a:r>
            <a:r>
              <a:rPr lang="zh-CN" altLang="en-US"/>
              <a:t>求下列矩阵的秩：</a:t>
            </a:r>
          </a:p>
        </p:txBody>
      </p:sp>
      <p:graphicFrame>
        <p:nvGraphicFramePr>
          <p:cNvPr id="1115146" name="Object 10"/>
          <p:cNvGraphicFramePr>
            <a:graphicFrameLocks noChangeAspect="1"/>
          </p:cNvGraphicFramePr>
          <p:nvPr/>
        </p:nvGraphicFramePr>
        <p:xfrm>
          <a:off x="1066800" y="762000"/>
          <a:ext cx="4343400" cy="175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341" name="Document" r:id="rId15" imgW="1835640" imgH="739800" progId="Word.Document.8">
                  <p:embed/>
                </p:oleObj>
              </mc:Choice>
              <mc:Fallback>
                <p:oleObj name="Document" r:id="rId15" imgW="1835640" imgH="73980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762000"/>
                        <a:ext cx="4343400" cy="175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FB78-0C73-4B8E-A8FA-CD9D09867A34}" type="slidenum">
              <a:rPr lang="zh-CN" altLang="en-US"/>
              <a:pPr/>
              <a:t>143</a:t>
            </a:fld>
            <a:endParaRPr lang="zh-CN" altLang="en-US"/>
          </a:p>
        </p:txBody>
      </p:sp>
      <p:sp>
        <p:nvSpPr>
          <p:cNvPr id="1116162" name="WordArt 2"/>
          <p:cNvSpPr>
            <a:spLocks noChangeArrowheads="1" noChangeShapeType="1" noTextEdit="1"/>
          </p:cNvSpPr>
          <p:nvPr/>
        </p:nvSpPr>
        <p:spPr bwMode="auto">
          <a:xfrm>
            <a:off x="5257800" y="1905000"/>
            <a:ext cx="2971800" cy="1752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solidFill>
                  <a:srgbClr val="FFFF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宋体" panose="02010600030101010101" pitchFamily="2" charset="-122"/>
              </a:rPr>
              <a:t>END</a:t>
            </a:r>
            <a:endParaRPr lang="zh-CN" altLang="en-US" sz="3600" kern="10">
              <a:solidFill>
                <a:srgbClr val="FFFF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116163" name="Rectangle 3"/>
          <p:cNvSpPr>
            <a:spLocks noGrp="1" noChangeArrowheads="1"/>
          </p:cNvSpPr>
          <p:nvPr>
            <p:ph type="title"/>
          </p:nvPr>
        </p:nvSpPr>
        <p:spPr>
          <a:xfrm>
            <a:off x="8153400" y="3733800"/>
            <a:ext cx="609600" cy="304800"/>
          </a:xfrm>
        </p:spPr>
        <p:txBody>
          <a:bodyPr/>
          <a:lstStyle/>
          <a:p>
            <a:pPr algn="l"/>
            <a:r>
              <a:rPr lang="en-US" altLang="zh-CN" sz="1600"/>
              <a:t>END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A5841-9E47-4B06-AA9B-992BE90A201A}" type="slidenum">
              <a:rPr lang="zh-CN" altLang="en-US"/>
              <a:pPr/>
              <a:t>144</a:t>
            </a:fld>
            <a:endParaRPr lang="zh-CN" altLang="en-US"/>
          </a:p>
        </p:txBody>
      </p:sp>
      <p:sp>
        <p:nvSpPr>
          <p:cNvPr id="11182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609600"/>
            <a:ext cx="4876800" cy="1227138"/>
          </a:xfrm>
          <a:solidFill>
            <a:srgbClr val="FFFF00"/>
          </a:solidFill>
          <a:ln w="38100" cap="flat">
            <a:pattFill prst="wdDnDiag">
              <a:fgClr>
                <a:srgbClr val="FF0000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7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习题选解</a:t>
            </a:r>
          </a:p>
        </p:txBody>
      </p:sp>
    </p:spTree>
  </p:cSld>
  <p:clrMapOvr>
    <a:masterClrMapping/>
  </p:clrMapOvr>
  <p:transition>
    <p:wipe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20381-A8CE-46F8-BFD0-F00886CC385D}" type="slidenum">
              <a:rPr lang="zh-CN" altLang="en-US"/>
              <a:pPr/>
              <a:t>145</a:t>
            </a:fld>
            <a:endParaRPr lang="zh-CN" altLang="en-US"/>
          </a:p>
        </p:txBody>
      </p:sp>
      <p:sp>
        <p:nvSpPr>
          <p:cNvPr id="112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01650"/>
            <a:ext cx="2133600" cy="488950"/>
          </a:xfrm>
          <a:noFill/>
          <a:ln/>
        </p:spPr>
        <p:txBody>
          <a:bodyPr lIns="92075" tIns="46038" rIns="92075" bIns="46038"/>
          <a:lstStyle/>
          <a:p>
            <a:pPr algn="l"/>
            <a:r>
              <a:rPr lang="en-US" altLang="zh-CN" sz="2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P88，14、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1122318" name="Group 14"/>
          <p:cNvGrpSpPr>
            <a:grpSpLocks/>
          </p:cNvGrpSpPr>
          <p:nvPr/>
        </p:nvGrpSpPr>
        <p:grpSpPr bwMode="auto">
          <a:xfrm>
            <a:off x="1931988" y="238125"/>
            <a:ext cx="6754812" cy="1106488"/>
            <a:chOff x="1121" y="150"/>
            <a:chExt cx="4255" cy="697"/>
          </a:xfrm>
        </p:grpSpPr>
        <p:graphicFrame>
          <p:nvGraphicFramePr>
            <p:cNvPr id="1122308" name="Object 4"/>
            <p:cNvGraphicFramePr>
              <a:graphicFrameLocks noChangeAspect="1"/>
            </p:cNvGraphicFramePr>
            <p:nvPr/>
          </p:nvGraphicFramePr>
          <p:xfrm>
            <a:off x="1121" y="150"/>
            <a:ext cx="1440" cy="6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326" name="Equation" r:id="rId3" imgW="939600" imgH="457200" progId="Equation.3">
                    <p:embed/>
                  </p:oleObj>
                </mc:Choice>
                <mc:Fallback>
                  <p:oleObj name="Equation" r:id="rId3" imgW="939600" imgH="457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1" y="150"/>
                          <a:ext cx="1440" cy="6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2309" name="Text Box 5"/>
            <p:cNvSpPr txBox="1">
              <a:spLocks noChangeArrowheads="1"/>
            </p:cNvSpPr>
            <p:nvPr/>
          </p:nvSpPr>
          <p:spPr bwMode="auto">
            <a:xfrm>
              <a:off x="2561" y="295"/>
              <a:ext cx="2815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r>
                <a:rPr lang="zh-CN" altLang="en-US">
                  <a:latin typeface="宋体" panose="02010600030101010101" pitchFamily="2" charset="-122"/>
                </a:rPr>
                <a:t>求所有与</a:t>
              </a:r>
              <a:r>
                <a:rPr lang="en-US" altLang="zh-CN" sz="3000" i="1"/>
                <a:t>A</a:t>
              </a:r>
              <a:r>
                <a:rPr lang="zh-CN" altLang="en-US">
                  <a:latin typeface="宋体" panose="02010600030101010101" pitchFamily="2" charset="-122"/>
                </a:rPr>
                <a:t>可交换的矩阵。</a:t>
              </a:r>
              <a:endParaRPr lang="zh-CN" altLang="en-US"/>
            </a:p>
          </p:txBody>
        </p:sp>
      </p:grpSp>
      <p:sp>
        <p:nvSpPr>
          <p:cNvPr id="1122310" name="Text Box 6"/>
          <p:cNvSpPr txBox="1">
            <a:spLocks noChangeArrowheads="1"/>
          </p:cNvSpPr>
          <p:nvPr/>
        </p:nvSpPr>
        <p:spPr bwMode="auto">
          <a:xfrm>
            <a:off x="376238" y="1752600"/>
            <a:ext cx="538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endParaRPr lang="zh-CN" altLang="en-US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22311" name="Object 7"/>
          <p:cNvGraphicFramePr>
            <a:graphicFrameLocks noChangeAspect="1"/>
          </p:cNvGraphicFramePr>
          <p:nvPr/>
        </p:nvGraphicFramePr>
        <p:xfrm>
          <a:off x="1143000" y="1546225"/>
          <a:ext cx="243840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327" name="Equation" r:id="rId5" imgW="990360" imgH="457200" progId="Equation.3">
                  <p:embed/>
                </p:oleObj>
              </mc:Choice>
              <mc:Fallback>
                <p:oleObj name="Equation" r:id="rId5" imgW="99036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46225"/>
                        <a:ext cx="2438400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2312" name="Object 8"/>
          <p:cNvGraphicFramePr>
            <a:graphicFrameLocks noChangeAspect="1"/>
          </p:cNvGraphicFramePr>
          <p:nvPr/>
        </p:nvGraphicFramePr>
        <p:xfrm>
          <a:off x="762000" y="2917825"/>
          <a:ext cx="3376613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328" name="Equation" r:id="rId7" imgW="1371600" imgH="457200" progId="Equation.3">
                  <p:embed/>
                </p:oleObj>
              </mc:Choice>
              <mc:Fallback>
                <p:oleObj name="Equation" r:id="rId7" imgW="13716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917825"/>
                        <a:ext cx="3376613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2313" name="Object 9"/>
          <p:cNvGraphicFramePr>
            <a:graphicFrameLocks noChangeAspect="1"/>
          </p:cNvGraphicFramePr>
          <p:nvPr/>
        </p:nvGraphicFramePr>
        <p:xfrm>
          <a:off x="4343400" y="2917825"/>
          <a:ext cx="2814638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329" name="Equation" r:id="rId9" imgW="1143000" imgH="457200" progId="Equation.3">
                  <p:embed/>
                </p:oleObj>
              </mc:Choice>
              <mc:Fallback>
                <p:oleObj name="Equation" r:id="rId9" imgW="11430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917825"/>
                        <a:ext cx="2814638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2314" name="Text Box 10"/>
          <p:cNvSpPr txBox="1">
            <a:spLocks noChangeArrowheads="1"/>
          </p:cNvSpPr>
          <p:nvPr/>
        </p:nvSpPr>
        <p:spPr bwMode="auto">
          <a:xfrm>
            <a:off x="3810000" y="1774825"/>
            <a:ext cx="538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则</a:t>
            </a:r>
          </a:p>
        </p:txBody>
      </p:sp>
      <p:graphicFrame>
        <p:nvGraphicFramePr>
          <p:cNvPr id="1122315" name="Object 11"/>
          <p:cNvGraphicFramePr>
            <a:graphicFrameLocks noChangeAspect="1"/>
          </p:cNvGraphicFramePr>
          <p:nvPr/>
        </p:nvGraphicFramePr>
        <p:xfrm>
          <a:off x="762000" y="4289425"/>
          <a:ext cx="21891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330" name="Equation" r:id="rId11" imgW="888840" imgH="215640" progId="Equation.3">
                  <p:embed/>
                </p:oleObj>
              </mc:Choice>
              <mc:Fallback>
                <p:oleObj name="Equation" r:id="rId11" imgW="888840" imgH="215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289425"/>
                        <a:ext cx="2189163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2316" name="Object 12"/>
          <p:cNvGraphicFramePr>
            <a:graphicFrameLocks noChangeAspect="1"/>
          </p:cNvGraphicFramePr>
          <p:nvPr/>
        </p:nvGraphicFramePr>
        <p:xfrm>
          <a:off x="3200400" y="4289425"/>
          <a:ext cx="27209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331" name="Equation" r:id="rId13" imgW="1104840" imgH="215640" progId="Equation.3">
                  <p:embed/>
                </p:oleObj>
              </mc:Choice>
              <mc:Fallback>
                <p:oleObj name="Equation" r:id="rId13" imgW="1104840" imgH="215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289425"/>
                        <a:ext cx="2720975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2317" name="Object 13"/>
          <p:cNvGraphicFramePr>
            <a:graphicFrameLocks noChangeAspect="1"/>
          </p:cNvGraphicFramePr>
          <p:nvPr/>
        </p:nvGraphicFramePr>
        <p:xfrm>
          <a:off x="700088" y="5051425"/>
          <a:ext cx="397033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332" name="Equation" r:id="rId15" imgW="1612800" imgH="457200" progId="Equation.3">
                  <p:embed/>
                </p:oleObj>
              </mc:Choice>
              <mc:Fallback>
                <p:oleObj name="Equation" r:id="rId15" imgW="1612800" imgH="457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5051425"/>
                        <a:ext cx="3970337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2310" grpId="0" autoUpdateAnimBg="0"/>
      <p:bldP spid="1122314" grpId="0" autoUpdateAnimBg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11E01-5CBE-4414-AC5E-BEE710748B9D}" type="slidenum">
              <a:rPr lang="zh-CN" altLang="en-US"/>
              <a:pPr/>
              <a:t>146</a:t>
            </a:fld>
            <a:endParaRPr lang="zh-CN" altLang="en-US"/>
          </a:p>
        </p:txBody>
      </p:sp>
      <p:sp>
        <p:nvSpPr>
          <p:cNvPr id="1126402" name="Rectangle 2"/>
          <p:cNvSpPr>
            <a:spLocks noChangeArrowheads="1"/>
          </p:cNvSpPr>
          <p:nvPr/>
        </p:nvSpPr>
        <p:spPr bwMode="auto">
          <a:xfrm>
            <a:off x="381000" y="18288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</a:p>
        </p:txBody>
      </p:sp>
      <p:sp>
        <p:nvSpPr>
          <p:cNvPr id="112640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2133600" cy="53340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P89，27、</a:t>
            </a:r>
            <a:endParaRPr lang="zh-CN" altLang="en-US"/>
          </a:p>
        </p:txBody>
      </p:sp>
      <p:graphicFrame>
        <p:nvGraphicFramePr>
          <p:cNvPr id="1126404" name="Object 4"/>
          <p:cNvGraphicFramePr>
            <a:graphicFrameLocks noChangeAspect="1"/>
          </p:cNvGraphicFramePr>
          <p:nvPr/>
        </p:nvGraphicFramePr>
        <p:xfrm>
          <a:off x="2209800" y="138113"/>
          <a:ext cx="40386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28" name="Document" r:id="rId3" imgW="1735560" imgH="401400" progId="Word.Document.8">
                  <p:embed/>
                </p:oleObj>
              </mc:Choice>
              <mc:Fallback>
                <p:oleObj name="Document" r:id="rId3" imgW="1735560" imgH="401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8113"/>
                        <a:ext cx="403860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05" name="Object 5"/>
          <p:cNvGraphicFramePr>
            <a:graphicFrameLocks noChangeAspect="1"/>
          </p:cNvGraphicFramePr>
          <p:nvPr/>
        </p:nvGraphicFramePr>
        <p:xfrm>
          <a:off x="457200" y="1100138"/>
          <a:ext cx="5791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29" name="Document" r:id="rId5" imgW="2340720" imgH="220320" progId="Word.Document.8">
                  <p:embed/>
                </p:oleObj>
              </mc:Choice>
              <mc:Fallback>
                <p:oleObj name="Document" r:id="rId5" imgW="2340720" imgH="22032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00138"/>
                        <a:ext cx="57912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06" name="Object 6"/>
          <p:cNvGraphicFramePr>
            <a:graphicFrameLocks noChangeAspect="1"/>
          </p:cNvGraphicFramePr>
          <p:nvPr/>
        </p:nvGraphicFramePr>
        <p:xfrm>
          <a:off x="1524000" y="1828800"/>
          <a:ext cx="21336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0" name="Document" r:id="rId7" imgW="996840" imgH="203760" progId="Word.Document.8">
                  <p:embed/>
                </p:oleObj>
              </mc:Choice>
              <mc:Fallback>
                <p:oleObj name="Document" r:id="rId7" imgW="996840" imgH="20376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28800"/>
                        <a:ext cx="21336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07" name="Object 7"/>
          <p:cNvGraphicFramePr>
            <a:graphicFrameLocks noChangeAspect="1"/>
          </p:cNvGraphicFramePr>
          <p:nvPr/>
        </p:nvGraphicFramePr>
        <p:xfrm>
          <a:off x="457200" y="2438400"/>
          <a:ext cx="24384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1" r:id="rId9" imgW="1066337" imgH="393529" progId="Equation.3">
                  <p:embed/>
                </p:oleObj>
              </mc:Choice>
              <mc:Fallback>
                <p:oleObj r:id="rId9" imgW="1066337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438400"/>
                        <a:ext cx="2438400" cy="89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08" name="Object 8"/>
          <p:cNvGraphicFramePr>
            <a:graphicFrameLocks noChangeAspect="1"/>
          </p:cNvGraphicFramePr>
          <p:nvPr/>
        </p:nvGraphicFramePr>
        <p:xfrm>
          <a:off x="2819400" y="2460625"/>
          <a:ext cx="2590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2" r:id="rId11" imgW="1193800" imgH="393700" progId="Equation.3">
                  <p:embed/>
                </p:oleObj>
              </mc:Choice>
              <mc:Fallback>
                <p:oleObj r:id="rId11" imgW="1193800" imgH="393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460625"/>
                        <a:ext cx="25908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09" name="Object 9"/>
          <p:cNvGraphicFramePr>
            <a:graphicFrameLocks noChangeAspect="1"/>
          </p:cNvGraphicFramePr>
          <p:nvPr/>
        </p:nvGraphicFramePr>
        <p:xfrm>
          <a:off x="5410200" y="2492375"/>
          <a:ext cx="23622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3" r:id="rId13" imgW="1129810" imgH="393529" progId="Equation.3">
                  <p:embed/>
                </p:oleObj>
              </mc:Choice>
              <mc:Fallback>
                <p:oleObj r:id="rId13" imgW="1129810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492375"/>
                        <a:ext cx="2362200" cy="81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0" name="Object 10"/>
          <p:cNvGraphicFramePr>
            <a:graphicFrameLocks noChangeAspect="1"/>
          </p:cNvGraphicFramePr>
          <p:nvPr/>
        </p:nvGraphicFramePr>
        <p:xfrm>
          <a:off x="1066800" y="3421063"/>
          <a:ext cx="1752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4" r:id="rId15" imgW="774364" imgH="393529" progId="Equation.3">
                  <p:embed/>
                </p:oleObj>
              </mc:Choice>
              <mc:Fallback>
                <p:oleObj r:id="rId15" imgW="774364" imgH="39352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421063"/>
                        <a:ext cx="17526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1" name="Object 11"/>
          <p:cNvGraphicFramePr>
            <a:graphicFrameLocks noChangeAspect="1"/>
          </p:cNvGraphicFramePr>
          <p:nvPr/>
        </p:nvGraphicFramePr>
        <p:xfrm>
          <a:off x="2819400" y="3649663"/>
          <a:ext cx="8382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5" r:id="rId17" imgW="355292" imgH="203024" progId="Equation.3">
                  <p:embed/>
                </p:oleObj>
              </mc:Choice>
              <mc:Fallback>
                <p:oleObj r:id="rId17" imgW="355292" imgH="2030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49663"/>
                        <a:ext cx="838200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2" name="Object 12"/>
          <p:cNvGraphicFramePr>
            <a:graphicFrameLocks noChangeAspect="1"/>
          </p:cNvGraphicFramePr>
          <p:nvPr/>
        </p:nvGraphicFramePr>
        <p:xfrm>
          <a:off x="533400" y="4424363"/>
          <a:ext cx="31242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6" name="Document" r:id="rId19" imgW="1424880" imgH="203760" progId="Word.Document.8">
                  <p:embed/>
                </p:oleObj>
              </mc:Choice>
              <mc:Fallback>
                <p:oleObj name="Document" r:id="rId19" imgW="1424880" imgH="203760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24363"/>
                        <a:ext cx="31242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3" name="Object 13"/>
          <p:cNvGraphicFramePr>
            <a:graphicFrameLocks noChangeAspect="1"/>
          </p:cNvGraphicFramePr>
          <p:nvPr/>
        </p:nvGraphicFramePr>
        <p:xfrm>
          <a:off x="457200" y="5122863"/>
          <a:ext cx="41910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7" r:id="rId21" imgW="1905000" imgH="393700" progId="Equation.3">
                  <p:embed/>
                </p:oleObj>
              </mc:Choice>
              <mc:Fallback>
                <p:oleObj r:id="rId21" imgW="1905000" imgH="3937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122863"/>
                        <a:ext cx="4191000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4" name="Object 14"/>
          <p:cNvGraphicFramePr>
            <a:graphicFrameLocks noChangeAspect="1"/>
          </p:cNvGraphicFramePr>
          <p:nvPr/>
        </p:nvGraphicFramePr>
        <p:xfrm>
          <a:off x="4648200" y="5275263"/>
          <a:ext cx="4114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8" r:id="rId23" imgW="1866900" imgH="228600" progId="Equation.3">
                  <p:embed/>
                </p:oleObj>
              </mc:Choice>
              <mc:Fallback>
                <p:oleObj r:id="rId23" imgW="18669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275263"/>
                        <a:ext cx="41148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15" name="Object 15"/>
          <p:cNvGraphicFramePr>
            <a:graphicFrameLocks noChangeAspect="1"/>
          </p:cNvGraphicFramePr>
          <p:nvPr/>
        </p:nvGraphicFramePr>
        <p:xfrm>
          <a:off x="609600" y="6037263"/>
          <a:ext cx="18288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9" r:id="rId25" imgW="812447" imgH="228501" progId="Equation.3">
                  <p:embed/>
                </p:oleObj>
              </mc:Choice>
              <mc:Fallback>
                <p:oleObj r:id="rId25" imgW="812447" imgH="22850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037263"/>
                        <a:ext cx="1828800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112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2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2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2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2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2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2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02" grpId="0" autoUpdateAnimBg="0"/>
      <p:bldP spid="1126403" grpId="0" autoUpdateAnimBg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A920-AC91-411D-A295-562842CBCB62}" type="slidenum">
              <a:rPr lang="zh-CN" altLang="en-US"/>
              <a:pPr/>
              <a:t>147</a:t>
            </a:fld>
            <a:endParaRPr lang="zh-CN" altLang="en-US"/>
          </a:p>
        </p:txBody>
      </p:sp>
      <p:sp>
        <p:nvSpPr>
          <p:cNvPr id="1133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2514600" cy="488950"/>
          </a:xfrm>
          <a:noFill/>
          <a:ln/>
        </p:spPr>
        <p:txBody>
          <a:bodyPr lIns="92075" tIns="46038" rIns="92075" bIns="46038"/>
          <a:lstStyle/>
          <a:p>
            <a:pPr algn="l"/>
            <a:r>
              <a:rPr lang="en-US" altLang="zh-CN" sz="2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P90，35(2)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33571" name="Object 3"/>
          <p:cNvGraphicFramePr>
            <a:graphicFrameLocks noChangeAspect="1"/>
          </p:cNvGraphicFramePr>
          <p:nvPr/>
        </p:nvGraphicFramePr>
        <p:xfrm>
          <a:off x="457200" y="733425"/>
          <a:ext cx="24384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04" name="Equation" r:id="rId3" imgW="1028520" imgH="457200" progId="Equation.3">
                  <p:embed/>
                </p:oleObj>
              </mc:Choice>
              <mc:Fallback>
                <p:oleObj name="Equation" r:id="rId3" imgW="102852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33425"/>
                        <a:ext cx="2438400" cy="1087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572" name="Object 4"/>
          <p:cNvGraphicFramePr>
            <a:graphicFrameLocks noChangeAspect="1"/>
          </p:cNvGraphicFramePr>
          <p:nvPr/>
        </p:nvGraphicFramePr>
        <p:xfrm>
          <a:off x="3114675" y="981075"/>
          <a:ext cx="26495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05" name="Equation" r:id="rId5" imgW="1117440" imgH="215640" progId="Equation.3">
                  <p:embed/>
                </p:oleObj>
              </mc:Choice>
              <mc:Fallback>
                <p:oleObj name="Equation" r:id="rId5" imgW="111744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981075"/>
                        <a:ext cx="264953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3573" name="Group 5"/>
          <p:cNvGrpSpPr>
            <a:grpSpLocks/>
          </p:cNvGrpSpPr>
          <p:nvPr/>
        </p:nvGrpSpPr>
        <p:grpSpPr bwMode="auto">
          <a:xfrm>
            <a:off x="379413" y="1865313"/>
            <a:ext cx="6232525" cy="549275"/>
            <a:chOff x="389" y="1056"/>
            <a:chExt cx="3926" cy="346"/>
          </a:xfrm>
        </p:grpSpPr>
        <p:sp>
          <p:nvSpPr>
            <p:cNvPr id="1133574" name="Text Box 6"/>
            <p:cNvSpPr txBox="1">
              <a:spLocks noChangeArrowheads="1"/>
            </p:cNvSpPr>
            <p:nvPr/>
          </p:nvSpPr>
          <p:spPr bwMode="auto">
            <a:xfrm>
              <a:off x="389" y="1056"/>
              <a:ext cx="2749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/>
                <a:t>故</a:t>
              </a:r>
              <a:r>
                <a:rPr lang="en-US" altLang="zh-CN" sz="3000" i="1"/>
                <a:t>A</a:t>
              </a:r>
              <a:r>
                <a:rPr lang="zh-CN" altLang="en-US"/>
                <a:t>可逆的充分必要条件是</a:t>
              </a:r>
            </a:p>
          </p:txBody>
        </p:sp>
        <p:graphicFrame>
          <p:nvGraphicFramePr>
            <p:cNvPr id="1133575" name="Object 7"/>
            <p:cNvGraphicFramePr>
              <a:graphicFrameLocks noChangeAspect="1"/>
            </p:cNvGraphicFramePr>
            <p:nvPr/>
          </p:nvGraphicFramePr>
          <p:xfrm>
            <a:off x="3120" y="1091"/>
            <a:ext cx="119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606" name="Equation" r:id="rId7" imgW="799920" imgH="203040" progId="Equation.3">
                    <p:embed/>
                  </p:oleObj>
                </mc:Choice>
                <mc:Fallback>
                  <p:oleObj name="Equation" r:id="rId7" imgW="799920" imgH="2030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091"/>
                          <a:ext cx="1195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3576" name="Text Box 8"/>
          <p:cNvSpPr txBox="1">
            <a:spLocks noChangeArrowheads="1"/>
          </p:cNvSpPr>
          <p:nvPr/>
        </p:nvSpPr>
        <p:spPr bwMode="auto">
          <a:xfrm>
            <a:off x="404813" y="2960688"/>
            <a:ext cx="538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且</a:t>
            </a:r>
          </a:p>
        </p:txBody>
      </p:sp>
      <p:graphicFrame>
        <p:nvGraphicFramePr>
          <p:cNvPr id="1133577" name="Object 9"/>
          <p:cNvGraphicFramePr>
            <a:graphicFrameLocks noChangeAspect="1"/>
          </p:cNvGraphicFramePr>
          <p:nvPr/>
        </p:nvGraphicFramePr>
        <p:xfrm>
          <a:off x="989013" y="2776538"/>
          <a:ext cx="22098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07" name="Equation" r:id="rId9" imgW="901440" imgH="393480" progId="Equation.3">
                  <p:embed/>
                </p:oleObj>
              </mc:Choice>
              <mc:Fallback>
                <p:oleObj name="Equation" r:id="rId9" imgW="90144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2776538"/>
                        <a:ext cx="2209800" cy="969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3578" name="Text Box 10"/>
          <p:cNvSpPr txBox="1">
            <a:spLocks noChangeArrowheads="1"/>
          </p:cNvSpPr>
          <p:nvPr/>
        </p:nvSpPr>
        <p:spPr bwMode="auto">
          <a:xfrm>
            <a:off x="455613" y="4764088"/>
            <a:ext cx="1252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/>
              <a:t>例如，</a:t>
            </a:r>
          </a:p>
        </p:txBody>
      </p:sp>
      <p:graphicFrame>
        <p:nvGraphicFramePr>
          <p:cNvPr id="1133579" name="Object 11"/>
          <p:cNvGraphicFramePr>
            <a:graphicFrameLocks noChangeAspect="1"/>
          </p:cNvGraphicFramePr>
          <p:nvPr/>
        </p:nvGraphicFramePr>
        <p:xfrm>
          <a:off x="1598613" y="4421188"/>
          <a:ext cx="1295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08" name="Equation" r:id="rId11" imgW="596880" imgH="495000" progId="Equation.3">
                  <p:embed/>
                </p:oleObj>
              </mc:Choice>
              <mc:Fallback>
                <p:oleObj name="Equation" r:id="rId11" imgW="596880" imgH="495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4421188"/>
                        <a:ext cx="12954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580" name="Object 12"/>
          <p:cNvGraphicFramePr>
            <a:graphicFrameLocks noChangeAspect="1"/>
          </p:cNvGraphicFramePr>
          <p:nvPr/>
        </p:nvGraphicFramePr>
        <p:xfrm>
          <a:off x="2741613" y="4548188"/>
          <a:ext cx="61753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09" name="Equation" r:id="rId13" imgW="266400" imgH="406080" progId="Equation.3">
                  <p:embed/>
                </p:oleObj>
              </mc:Choice>
              <mc:Fallback>
                <p:oleObj name="Equation" r:id="rId13" imgW="26640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3" y="4548188"/>
                        <a:ext cx="617537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581" name="Object 13"/>
          <p:cNvGraphicFramePr>
            <a:graphicFrameLocks noChangeAspect="1"/>
          </p:cNvGraphicFramePr>
          <p:nvPr/>
        </p:nvGraphicFramePr>
        <p:xfrm>
          <a:off x="4875213" y="4129088"/>
          <a:ext cx="1985962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10" name="Equation" r:id="rId15" imgW="927000" imgH="787320" progId="Equation.3">
                  <p:embed/>
                </p:oleObj>
              </mc:Choice>
              <mc:Fallback>
                <p:oleObj name="Equation" r:id="rId15" imgW="927000" imgH="7873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4129088"/>
                        <a:ext cx="1985962" cy="185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582" name="Object 14"/>
          <p:cNvGraphicFramePr>
            <a:graphicFrameLocks noChangeAspect="1"/>
          </p:cNvGraphicFramePr>
          <p:nvPr/>
        </p:nvGraphicFramePr>
        <p:xfrm>
          <a:off x="3122613" y="2617788"/>
          <a:ext cx="1720850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11" name="Equation" r:id="rId17" imgW="482400" imgH="469800" progId="Equation.3">
                  <p:embed/>
                </p:oleObj>
              </mc:Choice>
              <mc:Fallback>
                <p:oleObj name="Equation" r:id="rId17" imgW="482400" imgH="469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613" y="2617788"/>
                        <a:ext cx="1720850" cy="1323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583" name="Object 15"/>
          <p:cNvGraphicFramePr>
            <a:graphicFrameLocks noChangeAspect="1"/>
          </p:cNvGraphicFramePr>
          <p:nvPr/>
        </p:nvGraphicFramePr>
        <p:xfrm>
          <a:off x="3351213" y="2703513"/>
          <a:ext cx="3413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12" name="Equation" r:id="rId19" imgW="139680" imgH="177480" progId="Equation.3">
                  <p:embed/>
                </p:oleObj>
              </mc:Choice>
              <mc:Fallback>
                <p:oleObj name="Equation" r:id="rId19" imgW="139680" imgH="177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1213" y="2703513"/>
                        <a:ext cx="3413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584" name="Object 16"/>
          <p:cNvGraphicFramePr>
            <a:graphicFrameLocks noChangeAspect="1"/>
          </p:cNvGraphicFramePr>
          <p:nvPr/>
        </p:nvGraphicFramePr>
        <p:xfrm>
          <a:off x="3275013" y="3465513"/>
          <a:ext cx="5572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13" name="Equation" r:id="rId21" imgW="228600" imgH="139680" progId="Equation.3">
                  <p:embed/>
                </p:oleObj>
              </mc:Choice>
              <mc:Fallback>
                <p:oleObj name="Equation" r:id="rId21" imgW="228600" imgH="1396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3465513"/>
                        <a:ext cx="557212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585" name="Object 17"/>
          <p:cNvGraphicFramePr>
            <a:graphicFrameLocks noChangeAspect="1"/>
          </p:cNvGraphicFramePr>
          <p:nvPr/>
        </p:nvGraphicFramePr>
        <p:xfrm>
          <a:off x="3944938" y="2733675"/>
          <a:ext cx="5889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14" name="Equation" r:id="rId23" imgW="241200" imgH="177480" progId="Equation.3">
                  <p:embed/>
                </p:oleObj>
              </mc:Choice>
              <mc:Fallback>
                <p:oleObj name="Equation" r:id="rId23" imgW="241200" imgH="177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4938" y="2733675"/>
                        <a:ext cx="58896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3586" name="Object 18"/>
          <p:cNvGraphicFramePr>
            <a:graphicFrameLocks noChangeAspect="1"/>
          </p:cNvGraphicFramePr>
          <p:nvPr/>
        </p:nvGraphicFramePr>
        <p:xfrm>
          <a:off x="4100513" y="3435350"/>
          <a:ext cx="30956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15" name="Equation" r:id="rId25" imgW="126720" imgH="139680" progId="Equation.3">
                  <p:embed/>
                </p:oleObj>
              </mc:Choice>
              <mc:Fallback>
                <p:oleObj name="Equation" r:id="rId25" imgW="126720" imgH="1396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0513" y="3435350"/>
                        <a:ext cx="309562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3587" name="Text Box 19"/>
          <p:cNvSpPr txBox="1">
            <a:spLocks noChangeArrowheads="1"/>
          </p:cNvSpPr>
          <p:nvPr/>
        </p:nvSpPr>
        <p:spPr bwMode="auto">
          <a:xfrm>
            <a:off x="5561013" y="2703513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对角元换位，</a:t>
            </a:r>
          </a:p>
        </p:txBody>
      </p:sp>
      <p:sp>
        <p:nvSpPr>
          <p:cNvPr id="1133588" name="Text Box 20"/>
          <p:cNvSpPr txBox="1">
            <a:spLocks noChangeArrowheads="1"/>
          </p:cNvSpPr>
          <p:nvPr/>
        </p:nvSpPr>
        <p:spPr bwMode="auto">
          <a:xfrm>
            <a:off x="5561013" y="3313113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非对角元变号。</a:t>
            </a:r>
          </a:p>
        </p:txBody>
      </p:sp>
      <p:graphicFrame>
        <p:nvGraphicFramePr>
          <p:cNvPr id="1133589" name="Object 21"/>
          <p:cNvGraphicFramePr>
            <a:graphicFrameLocks noChangeAspect="1"/>
          </p:cNvGraphicFramePr>
          <p:nvPr/>
        </p:nvGraphicFramePr>
        <p:xfrm>
          <a:off x="3211513" y="4471988"/>
          <a:ext cx="17351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16" name="Equation" r:id="rId27" imgW="749160" imgH="469800" progId="Equation.3">
                  <p:embed/>
                </p:oleObj>
              </mc:Choice>
              <mc:Fallback>
                <p:oleObj name="Equation" r:id="rId27" imgW="749160" imgH="4698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4471988"/>
                        <a:ext cx="173513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3590" name="Rectangle 22"/>
          <p:cNvSpPr>
            <a:spLocks noChangeArrowheads="1"/>
          </p:cNvSpPr>
          <p:nvPr/>
        </p:nvSpPr>
        <p:spPr bwMode="auto">
          <a:xfrm>
            <a:off x="989013" y="2551113"/>
            <a:ext cx="3810000" cy="1524000"/>
          </a:xfrm>
          <a:prstGeom prst="rect">
            <a:avLst/>
          </a:prstGeom>
          <a:noFill/>
          <a:ln w="31750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3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3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3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3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3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3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3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3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33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33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3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3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3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3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3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3576" grpId="0" autoUpdateAnimBg="0"/>
      <p:bldP spid="1133578" grpId="0" autoUpdateAnimBg="0"/>
      <p:bldP spid="1133587" grpId="0" autoUpdateAnimBg="0"/>
      <p:bldP spid="1133588" grpId="0" autoUpdateAnimBg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4F49E-7250-475D-BB58-1866D1852F37}" type="slidenum">
              <a:rPr lang="zh-CN" altLang="en-US"/>
              <a:pPr/>
              <a:t>148</a:t>
            </a:fld>
            <a:endParaRPr lang="zh-CN" altLang="en-US"/>
          </a:p>
        </p:txBody>
      </p:sp>
      <p:graphicFrame>
        <p:nvGraphicFramePr>
          <p:cNvPr id="1132546" name="Object 2"/>
          <p:cNvGraphicFramePr>
            <a:graphicFrameLocks noChangeAspect="1"/>
          </p:cNvGraphicFramePr>
          <p:nvPr/>
        </p:nvGraphicFramePr>
        <p:xfrm>
          <a:off x="304800" y="157163"/>
          <a:ext cx="8199438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65" name="Document" r:id="rId3" imgW="3720600" imgH="919800" progId="Word.Document.8">
                  <p:embed/>
                </p:oleObj>
              </mc:Choice>
              <mc:Fallback>
                <p:oleObj name="Document" r:id="rId3" imgW="3720600" imgH="9198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7163"/>
                        <a:ext cx="8199438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547" name="Rectangle 3"/>
          <p:cNvSpPr>
            <a:spLocks noGrp="1" noChangeArrowheads="1"/>
          </p:cNvSpPr>
          <p:nvPr>
            <p:ph type="title"/>
          </p:nvPr>
        </p:nvSpPr>
        <p:spPr>
          <a:xfrm>
            <a:off x="228600" y="625475"/>
            <a:ext cx="2133600" cy="488950"/>
          </a:xfrm>
          <a:noFill/>
          <a:ln/>
        </p:spPr>
        <p:txBody>
          <a:bodyPr lIns="92075" tIns="46038" rIns="92075" bIns="46038"/>
          <a:lstStyle/>
          <a:p>
            <a:pPr algn="l"/>
            <a:r>
              <a:rPr lang="en-US" altLang="zh-CN" sz="2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P91，42、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132548" name="Text Box 4"/>
          <p:cNvSpPr txBox="1">
            <a:spLocks noChangeArrowheads="1"/>
          </p:cNvSpPr>
          <p:nvPr/>
        </p:nvSpPr>
        <p:spPr bwMode="auto">
          <a:xfrm>
            <a:off x="228600" y="22479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32549" name="Object 5"/>
          <p:cNvGraphicFramePr>
            <a:graphicFrameLocks noChangeAspect="1"/>
          </p:cNvGraphicFramePr>
          <p:nvPr/>
        </p:nvGraphicFramePr>
        <p:xfrm>
          <a:off x="912813" y="2287588"/>
          <a:ext cx="48799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66" name="Document" r:id="rId5" imgW="2311560" imgH="220680" progId="Word.Document.8">
                  <p:embed/>
                </p:oleObj>
              </mc:Choice>
              <mc:Fallback>
                <p:oleObj name="Document" r:id="rId5" imgW="2311560" imgH="22068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2287588"/>
                        <a:ext cx="487997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550" name="Object 6"/>
          <p:cNvGraphicFramePr>
            <a:graphicFrameLocks noChangeAspect="1"/>
          </p:cNvGraphicFramePr>
          <p:nvPr/>
        </p:nvGraphicFramePr>
        <p:xfrm>
          <a:off x="457200" y="2895600"/>
          <a:ext cx="19050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67" name="Document" r:id="rId7" imgW="864360" imgH="215280" progId="Word.Document.8">
                  <p:embed/>
                </p:oleObj>
              </mc:Choice>
              <mc:Fallback>
                <p:oleObj name="Document" r:id="rId7" imgW="864360" imgH="21528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895600"/>
                        <a:ext cx="19050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551" name="Object 7"/>
          <p:cNvGraphicFramePr>
            <a:graphicFrameLocks noChangeAspect="1"/>
          </p:cNvGraphicFramePr>
          <p:nvPr/>
        </p:nvGraphicFramePr>
        <p:xfrm>
          <a:off x="2362200" y="2852738"/>
          <a:ext cx="25908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68" name="Equation" r:id="rId9" imgW="1117440" imgH="228600" progId="Equation.3">
                  <p:embed/>
                </p:oleObj>
              </mc:Choice>
              <mc:Fallback>
                <p:oleObj name="Equation" r:id="rId9" imgW="11174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852738"/>
                        <a:ext cx="2590800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552" name="Object 8"/>
          <p:cNvGraphicFramePr>
            <a:graphicFrameLocks noChangeAspect="1"/>
          </p:cNvGraphicFramePr>
          <p:nvPr/>
        </p:nvGraphicFramePr>
        <p:xfrm>
          <a:off x="609600" y="3429000"/>
          <a:ext cx="335280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69" name="Equation" r:id="rId11" imgW="1498320" imgH="698400" progId="Equation.3">
                  <p:embed/>
                </p:oleObj>
              </mc:Choice>
              <mc:Fallback>
                <p:oleObj name="Equation" r:id="rId11" imgW="149832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429000"/>
                        <a:ext cx="3352800" cy="155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553" name="Object 9"/>
          <p:cNvGraphicFramePr>
            <a:graphicFrameLocks noChangeAspect="1"/>
          </p:cNvGraphicFramePr>
          <p:nvPr/>
        </p:nvGraphicFramePr>
        <p:xfrm>
          <a:off x="1357313" y="5029200"/>
          <a:ext cx="432752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70" name="Equation" r:id="rId13" imgW="1917360" imgH="698400" progId="Equation.3">
                  <p:embed/>
                </p:oleObj>
              </mc:Choice>
              <mc:Fallback>
                <p:oleObj name="Equation" r:id="rId13" imgW="191736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5029200"/>
                        <a:ext cx="4327525" cy="157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2554" name="Object 10"/>
          <p:cNvGraphicFramePr>
            <a:graphicFrameLocks noChangeAspect="1"/>
          </p:cNvGraphicFramePr>
          <p:nvPr/>
        </p:nvGraphicFramePr>
        <p:xfrm>
          <a:off x="4114800" y="3406775"/>
          <a:ext cx="419100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71" name="Equation" r:id="rId15" imgW="1854000" imgH="698400" progId="Equation.3">
                  <p:embed/>
                </p:oleObj>
              </mc:Choice>
              <mc:Fallback>
                <p:oleObj name="Equation" r:id="rId15" imgW="185400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406775"/>
                        <a:ext cx="4191000" cy="156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2555" name="Text Box 11"/>
          <p:cNvSpPr txBox="1">
            <a:spLocks noChangeArrowheads="1"/>
          </p:cNvSpPr>
          <p:nvPr/>
        </p:nvSpPr>
        <p:spPr bwMode="auto">
          <a:xfrm>
            <a:off x="381000" y="54864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所以</a:t>
            </a:r>
          </a:p>
        </p:txBody>
      </p:sp>
      <p:graphicFrame>
        <p:nvGraphicFramePr>
          <p:cNvPr id="1132556" name="Object 12"/>
          <p:cNvGraphicFramePr>
            <a:graphicFrameLocks noChangeAspect="1"/>
          </p:cNvGraphicFramePr>
          <p:nvPr/>
        </p:nvGraphicFramePr>
        <p:xfrm>
          <a:off x="5691188" y="5038725"/>
          <a:ext cx="1776412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72" name="Equation" r:id="rId17" imgW="787320" imgH="698400" progId="Equation.3">
                  <p:embed/>
                </p:oleObj>
              </mc:Choice>
              <mc:Fallback>
                <p:oleObj name="Equation" r:id="rId17" imgW="787320" imgH="69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1188" y="5038725"/>
                        <a:ext cx="1776412" cy="157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3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3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3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3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3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548" grpId="0" autoUpdateAnimBg="0"/>
      <p:bldP spid="1132555" grpId="0" autoUpdateAnimBg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ChangeArrowheads="1"/>
          </p:cNvSpPr>
          <p:nvPr/>
        </p:nvSpPr>
        <p:spPr bwMode="auto">
          <a:xfrm>
            <a:off x="304800" y="2362200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112742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52400"/>
            <a:ext cx="1981200" cy="53340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P91，45、</a:t>
            </a:r>
            <a:endParaRPr lang="zh-CN" altLang="en-US"/>
          </a:p>
        </p:txBody>
      </p:sp>
      <p:graphicFrame>
        <p:nvGraphicFramePr>
          <p:cNvPr id="1127428" name="Object 4"/>
          <p:cNvGraphicFramePr>
            <a:graphicFrameLocks noChangeAspect="1"/>
          </p:cNvGraphicFramePr>
          <p:nvPr/>
        </p:nvGraphicFramePr>
        <p:xfrm>
          <a:off x="304800" y="685800"/>
          <a:ext cx="76962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49" name="Document" r:id="rId3" imgW="3222720" imgH="384480" progId="Word.Document.8">
                  <p:embed/>
                </p:oleObj>
              </mc:Choice>
              <mc:Fallback>
                <p:oleObj name="Document" r:id="rId3" imgW="3222720" imgH="3844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85800"/>
                        <a:ext cx="7696200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29" name="Object 5"/>
          <p:cNvGraphicFramePr>
            <a:graphicFrameLocks noChangeAspect="1"/>
          </p:cNvGraphicFramePr>
          <p:nvPr/>
        </p:nvGraphicFramePr>
        <p:xfrm>
          <a:off x="1371600" y="1752600"/>
          <a:ext cx="54102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0" name="Equation" r:id="rId5" imgW="2234880" imgH="228600" progId="Equation.3">
                  <p:embed/>
                </p:oleObj>
              </mc:Choice>
              <mc:Fallback>
                <p:oleObj name="Equation" r:id="rId5" imgW="223488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2600"/>
                        <a:ext cx="54102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30" name="Object 6"/>
          <p:cNvGraphicFramePr>
            <a:graphicFrameLocks noChangeAspect="1"/>
          </p:cNvGraphicFramePr>
          <p:nvPr/>
        </p:nvGraphicFramePr>
        <p:xfrm>
          <a:off x="1143000" y="2362200"/>
          <a:ext cx="50292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1" r:id="rId7" imgW="2082800" imgH="228600" progId="Equation.3">
                  <p:embed/>
                </p:oleObj>
              </mc:Choice>
              <mc:Fallback>
                <p:oleObj r:id="rId7" imgW="2082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62200"/>
                        <a:ext cx="50292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31" name="Object 7"/>
          <p:cNvGraphicFramePr>
            <a:graphicFrameLocks noChangeAspect="1"/>
          </p:cNvGraphicFramePr>
          <p:nvPr/>
        </p:nvGraphicFramePr>
        <p:xfrm>
          <a:off x="6134100" y="2349500"/>
          <a:ext cx="16637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2" name="Equation" r:id="rId9" imgW="672840" imgH="190440" progId="Equation.3">
                  <p:embed/>
                </p:oleObj>
              </mc:Choice>
              <mc:Fallback>
                <p:oleObj name="Equation" r:id="rId9" imgW="672840" imgH="190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2349500"/>
                        <a:ext cx="166370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32" name="Object 8"/>
          <p:cNvGraphicFramePr>
            <a:graphicFrameLocks noChangeAspect="1"/>
          </p:cNvGraphicFramePr>
          <p:nvPr/>
        </p:nvGraphicFramePr>
        <p:xfrm>
          <a:off x="7772400" y="2425700"/>
          <a:ext cx="838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3" name="Equation" r:id="rId11" imgW="355320" imgH="203040" progId="Equation.3">
                  <p:embed/>
                </p:oleObj>
              </mc:Choice>
              <mc:Fallback>
                <p:oleObj name="Equation" r:id="rId11" imgW="355320" imgH="203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425700"/>
                        <a:ext cx="8382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33" name="Object 9"/>
          <p:cNvGraphicFramePr>
            <a:graphicFrameLocks noChangeAspect="1"/>
          </p:cNvGraphicFramePr>
          <p:nvPr/>
        </p:nvGraphicFramePr>
        <p:xfrm>
          <a:off x="1371600" y="3657600"/>
          <a:ext cx="54864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4" name="Equation" r:id="rId13" imgW="2234880" imgH="228600" progId="Equation.3">
                  <p:embed/>
                </p:oleObj>
              </mc:Choice>
              <mc:Fallback>
                <p:oleObj name="Equation" r:id="rId13" imgW="223488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657600"/>
                        <a:ext cx="548640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34" name="Rectangle 10"/>
          <p:cNvSpPr>
            <a:spLocks noChangeArrowheads="1"/>
          </p:cNvSpPr>
          <p:nvPr/>
        </p:nvSpPr>
        <p:spPr bwMode="auto">
          <a:xfrm>
            <a:off x="304800" y="441960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</a:p>
        </p:txBody>
      </p:sp>
      <p:grpSp>
        <p:nvGrpSpPr>
          <p:cNvPr id="1127435" name="Group 11"/>
          <p:cNvGrpSpPr>
            <a:grpSpLocks/>
          </p:cNvGrpSpPr>
          <p:nvPr/>
        </p:nvGrpSpPr>
        <p:grpSpPr bwMode="auto">
          <a:xfrm>
            <a:off x="1524000" y="4462463"/>
            <a:ext cx="2717800" cy="490537"/>
            <a:chOff x="960" y="3051"/>
            <a:chExt cx="1712" cy="309"/>
          </a:xfrm>
        </p:grpSpPr>
        <p:graphicFrame>
          <p:nvGraphicFramePr>
            <p:cNvPr id="1127436" name="Object 12"/>
            <p:cNvGraphicFramePr>
              <a:graphicFrameLocks noChangeAspect="1"/>
            </p:cNvGraphicFramePr>
            <p:nvPr/>
          </p:nvGraphicFramePr>
          <p:xfrm>
            <a:off x="960" y="3051"/>
            <a:ext cx="171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455" name="Equation" r:id="rId14" imgW="1168200" imgH="203040" progId="Equation.3">
                    <p:embed/>
                  </p:oleObj>
                </mc:Choice>
                <mc:Fallback>
                  <p:oleObj name="Equation" r:id="rId14" imgW="1168200" imgH="2030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051"/>
                          <a:ext cx="1712" cy="2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437" name="Line 13"/>
            <p:cNvSpPr>
              <a:spLocks noChangeShapeType="1"/>
            </p:cNvSpPr>
            <p:nvPr/>
          </p:nvSpPr>
          <p:spPr bwMode="auto">
            <a:xfrm>
              <a:off x="1790" y="3120"/>
              <a:ext cx="96" cy="24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</p:grpSp>
      <p:graphicFrame>
        <p:nvGraphicFramePr>
          <p:cNvPr id="1127438" name="Object 14"/>
          <p:cNvGraphicFramePr>
            <a:graphicFrameLocks noChangeAspect="1"/>
          </p:cNvGraphicFramePr>
          <p:nvPr/>
        </p:nvGraphicFramePr>
        <p:xfrm>
          <a:off x="381000" y="5410200"/>
          <a:ext cx="8001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6" name="Equation" r:id="rId16" imgW="2997000" imgH="228600" progId="Equation.3">
                  <p:embed/>
                </p:oleObj>
              </mc:Choice>
              <mc:Fallback>
                <p:oleObj name="Equation" r:id="rId16" imgW="29970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410200"/>
                        <a:ext cx="80010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39" name="Object 15"/>
          <p:cNvGraphicFramePr>
            <a:graphicFrameLocks noChangeAspect="1"/>
          </p:cNvGraphicFramePr>
          <p:nvPr/>
        </p:nvGraphicFramePr>
        <p:xfrm>
          <a:off x="457200" y="3048000"/>
          <a:ext cx="35052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7" name="Document" r:id="rId18" imgW="1450440" imgH="178200" progId="Word.Document.8">
                  <p:embed/>
                </p:oleObj>
              </mc:Choice>
              <mc:Fallback>
                <p:oleObj name="Document" r:id="rId18" imgW="1450440" imgH="17820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48000"/>
                        <a:ext cx="35052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112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2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2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"/>
                                        <p:tgtEl>
                                          <p:spTgt spid="112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2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26" grpId="0" autoUpdateAnimBg="0"/>
      <p:bldP spid="1127427" grpId="0" autoUpdateAnimBg="0"/>
      <p:bldP spid="1127434" grpId="0" autoUpdateAnimBg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443C6-C832-4EF2-BE86-F25C1AE9AD49}" type="slidenum">
              <a:rPr lang="zh-CN" altLang="en-US"/>
              <a:pPr/>
              <a:t>150</a:t>
            </a:fld>
            <a:endParaRPr lang="zh-CN" altLang="en-US"/>
          </a:p>
        </p:txBody>
      </p:sp>
      <p:sp>
        <p:nvSpPr>
          <p:cNvPr id="113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2133600" cy="488950"/>
          </a:xfrm>
          <a:noFill/>
          <a:ln/>
        </p:spPr>
        <p:txBody>
          <a:bodyPr lIns="92075" tIns="46038" rIns="92075" bIns="46038"/>
          <a:lstStyle/>
          <a:p>
            <a:pPr algn="l"/>
            <a:r>
              <a:rPr lang="en-US" altLang="zh-CN" sz="2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P91，52、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34595" name="Object 3"/>
          <p:cNvGraphicFramePr>
            <a:graphicFrameLocks noChangeAspect="1"/>
          </p:cNvGraphicFramePr>
          <p:nvPr/>
        </p:nvGraphicFramePr>
        <p:xfrm>
          <a:off x="1828800" y="152400"/>
          <a:ext cx="5791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0" name="Document" r:id="rId3" imgW="2379240" imgH="405720" progId="Word.Document.8">
                  <p:embed/>
                </p:oleObj>
              </mc:Choice>
              <mc:Fallback>
                <p:oleObj name="Document" r:id="rId3" imgW="2379240" imgH="4057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52400"/>
                        <a:ext cx="5791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596" name="Object 4"/>
          <p:cNvGraphicFramePr>
            <a:graphicFrameLocks noChangeAspect="1"/>
          </p:cNvGraphicFramePr>
          <p:nvPr/>
        </p:nvGraphicFramePr>
        <p:xfrm>
          <a:off x="457200" y="1292225"/>
          <a:ext cx="34290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1" name="Document" r:id="rId5" imgW="1455480" imgH="241560" progId="Word.Document.8">
                  <p:embed/>
                </p:oleObj>
              </mc:Choice>
              <mc:Fallback>
                <p:oleObj name="Document" r:id="rId5" imgW="1455480" imgH="2415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2225"/>
                        <a:ext cx="34290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597" name="Object 5"/>
          <p:cNvGraphicFramePr>
            <a:graphicFrameLocks noChangeAspect="1"/>
          </p:cNvGraphicFramePr>
          <p:nvPr/>
        </p:nvGraphicFramePr>
        <p:xfrm>
          <a:off x="3886200" y="1295400"/>
          <a:ext cx="39639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2" name="Document" r:id="rId7" imgW="1631160" imgH="203760" progId="Word.Document.8">
                  <p:embed/>
                </p:oleObj>
              </mc:Choice>
              <mc:Fallback>
                <p:oleObj name="Document" r:id="rId7" imgW="1631160" imgH="20376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295400"/>
                        <a:ext cx="39639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4598" name="Rectangle 6"/>
          <p:cNvSpPr>
            <a:spLocks noChangeArrowheads="1"/>
          </p:cNvSpPr>
          <p:nvPr/>
        </p:nvSpPr>
        <p:spPr bwMode="auto">
          <a:xfrm>
            <a:off x="228600" y="2335213"/>
            <a:ext cx="54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34599" name="Object 7"/>
          <p:cNvGraphicFramePr>
            <a:graphicFrameLocks noChangeAspect="1"/>
          </p:cNvGraphicFramePr>
          <p:nvPr/>
        </p:nvGraphicFramePr>
        <p:xfrm>
          <a:off x="914400" y="2336800"/>
          <a:ext cx="22098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3" name="Equation" r:id="rId9" imgW="876240" imgH="228600" progId="Equation.3">
                  <p:embed/>
                </p:oleObj>
              </mc:Choice>
              <mc:Fallback>
                <p:oleObj name="Equation" r:id="rId9" imgW="8762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36800"/>
                        <a:ext cx="2209800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600" name="Object 8"/>
          <p:cNvGraphicFramePr>
            <a:graphicFrameLocks noChangeAspect="1"/>
          </p:cNvGraphicFramePr>
          <p:nvPr/>
        </p:nvGraphicFramePr>
        <p:xfrm>
          <a:off x="609600" y="3403600"/>
          <a:ext cx="275431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4" name="Equation" r:id="rId11" imgW="1193760" imgH="228600" progId="Equation.3">
                  <p:embed/>
                </p:oleObj>
              </mc:Choice>
              <mc:Fallback>
                <p:oleObj name="Equation" r:id="rId11" imgW="11937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403600"/>
                        <a:ext cx="2754313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601" name="Object 9"/>
          <p:cNvGraphicFramePr>
            <a:graphicFrameLocks noChangeAspect="1"/>
          </p:cNvGraphicFramePr>
          <p:nvPr/>
        </p:nvGraphicFramePr>
        <p:xfrm>
          <a:off x="3124200" y="2146300"/>
          <a:ext cx="14478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5" name="Equation" r:id="rId13" imgW="583920" imgH="406080" progId="Equation.3">
                  <p:embed/>
                </p:oleObj>
              </mc:Choice>
              <mc:Fallback>
                <p:oleObj name="Equation" r:id="rId13" imgW="583920" imgH="406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146300"/>
                        <a:ext cx="1447800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602" name="Object 10"/>
          <p:cNvGraphicFramePr>
            <a:graphicFrameLocks noChangeAspect="1"/>
          </p:cNvGraphicFramePr>
          <p:nvPr/>
        </p:nvGraphicFramePr>
        <p:xfrm>
          <a:off x="3352800" y="3208338"/>
          <a:ext cx="2465388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6" name="Equation" r:id="rId15" imgW="1054080" imgH="406080" progId="Equation.3">
                  <p:embed/>
                </p:oleObj>
              </mc:Choice>
              <mc:Fallback>
                <p:oleObj name="Equation" r:id="rId15" imgW="1054080" imgH="406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08338"/>
                        <a:ext cx="2465388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603" name="Object 11"/>
          <p:cNvGraphicFramePr>
            <a:graphicFrameLocks noChangeAspect="1"/>
          </p:cNvGraphicFramePr>
          <p:nvPr/>
        </p:nvGraphicFramePr>
        <p:xfrm>
          <a:off x="3262313" y="4391025"/>
          <a:ext cx="20812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7" name="Equation" r:id="rId17" imgW="876240" imgH="406080" progId="Equation.3">
                  <p:embed/>
                </p:oleObj>
              </mc:Choice>
              <mc:Fallback>
                <p:oleObj name="Equation" r:id="rId17" imgW="876240" imgH="406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4391025"/>
                        <a:ext cx="2081212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604" name="Object 12"/>
          <p:cNvGraphicFramePr>
            <a:graphicFrameLocks noChangeAspect="1"/>
          </p:cNvGraphicFramePr>
          <p:nvPr/>
        </p:nvGraphicFramePr>
        <p:xfrm>
          <a:off x="6800850" y="4433888"/>
          <a:ext cx="1277938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8" name="Equation" r:id="rId19" imgW="545760" imgH="406080" progId="Equation.3">
                  <p:embed/>
                </p:oleObj>
              </mc:Choice>
              <mc:Fallback>
                <p:oleObj name="Equation" r:id="rId19" imgW="545760" imgH="4060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4433888"/>
                        <a:ext cx="1277938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605" name="Object 13"/>
          <p:cNvGraphicFramePr>
            <a:graphicFrameLocks noChangeAspect="1"/>
          </p:cNvGraphicFramePr>
          <p:nvPr/>
        </p:nvGraphicFramePr>
        <p:xfrm>
          <a:off x="1114425" y="4391025"/>
          <a:ext cx="2176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29" name="Equation" r:id="rId21" imgW="939600" imgH="406080" progId="Equation.3">
                  <p:embed/>
                </p:oleObj>
              </mc:Choice>
              <mc:Fallback>
                <p:oleObj name="Equation" r:id="rId21" imgW="939600" imgH="406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4391025"/>
                        <a:ext cx="2176463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606" name="Object 14"/>
          <p:cNvGraphicFramePr>
            <a:graphicFrameLocks noChangeAspect="1"/>
          </p:cNvGraphicFramePr>
          <p:nvPr/>
        </p:nvGraphicFramePr>
        <p:xfrm>
          <a:off x="5303838" y="4419600"/>
          <a:ext cx="15081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30" name="Equation" r:id="rId23" imgW="634680" imgH="406080" progId="Equation.3">
                  <p:embed/>
                </p:oleObj>
              </mc:Choice>
              <mc:Fallback>
                <p:oleObj name="Equation" r:id="rId23" imgW="634680" imgH="4060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4419600"/>
                        <a:ext cx="150812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4607" name="Object 15"/>
          <p:cNvGraphicFramePr>
            <a:graphicFrameLocks noChangeAspect="1"/>
          </p:cNvGraphicFramePr>
          <p:nvPr/>
        </p:nvGraphicFramePr>
        <p:xfrm>
          <a:off x="5791200" y="3200400"/>
          <a:ext cx="1900238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31" name="Equation" r:id="rId25" imgW="812520" imgH="406080" progId="Equation.3">
                  <p:embed/>
                </p:oleObj>
              </mc:Choice>
              <mc:Fallback>
                <p:oleObj name="Equation" r:id="rId25" imgW="812520" imgH="4060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200400"/>
                        <a:ext cx="1900238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3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3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3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3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3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3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3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3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3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3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3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3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598" grpId="0" autoUpdateAnimBg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E5082-6509-4F44-8155-8A2E5261D9CF}" type="slidenum">
              <a:rPr lang="zh-CN" altLang="en-US"/>
              <a:pPr/>
              <a:t>151</a:t>
            </a:fld>
            <a:endParaRPr lang="zh-CN" altLang="en-US"/>
          </a:p>
        </p:txBody>
      </p:sp>
      <p:graphicFrame>
        <p:nvGraphicFramePr>
          <p:cNvPr id="1128450" name="Object 2"/>
          <p:cNvGraphicFramePr>
            <a:graphicFrameLocks noChangeAspect="1"/>
          </p:cNvGraphicFramePr>
          <p:nvPr/>
        </p:nvGraphicFramePr>
        <p:xfrm>
          <a:off x="228600" y="762000"/>
          <a:ext cx="3857625" cy="243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66" name="Equation" r:id="rId3" imgW="1841400" imgH="1168200" progId="Equation.3">
                  <p:embed/>
                </p:oleObj>
              </mc:Choice>
              <mc:Fallback>
                <p:oleObj name="Equation" r:id="rId3" imgW="1841400" imgH="1168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0"/>
                        <a:ext cx="3857625" cy="2439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51" name="Rectangle 3"/>
          <p:cNvSpPr>
            <a:spLocks noChangeArrowheads="1"/>
          </p:cNvSpPr>
          <p:nvPr/>
        </p:nvSpPr>
        <p:spPr bwMode="auto">
          <a:xfrm>
            <a:off x="4106863" y="1462088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11284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2209800" cy="60960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0033CC"/>
                </a:solidFill>
                <a:ea typeface="黑体" panose="02010609060101010101" pitchFamily="49" charset="-122"/>
              </a:rPr>
              <a:t>P92，55、</a:t>
            </a:r>
            <a:endParaRPr lang="zh-CN" altLang="en-US" sz="2800" b="1">
              <a:solidFill>
                <a:srgbClr val="0033CC"/>
              </a:solidFill>
              <a:ea typeface="黑体" panose="02010609060101010101" pitchFamily="49" charset="-122"/>
            </a:endParaRPr>
          </a:p>
        </p:txBody>
      </p:sp>
      <p:sp>
        <p:nvSpPr>
          <p:cNvPr id="1128453" name="Text Box 5"/>
          <p:cNvSpPr txBox="1">
            <a:spLocks noChangeArrowheads="1"/>
          </p:cNvSpPr>
          <p:nvPr/>
        </p:nvSpPr>
        <p:spPr bwMode="auto">
          <a:xfrm>
            <a:off x="1905000" y="180975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>
                <a:latin typeface="宋体" panose="02010600030101010101" pitchFamily="2" charset="-122"/>
                <a:cs typeface="Times New Roman" panose="02020603050405020304" pitchFamily="18" charset="0"/>
              </a:rPr>
              <a:t>求下列矩阵的逆矩阵.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128454" name="Text Box 6"/>
          <p:cNvSpPr txBox="1">
            <a:spLocks noChangeArrowheads="1"/>
          </p:cNvSpPr>
          <p:nvPr/>
        </p:nvSpPr>
        <p:spPr bwMode="auto">
          <a:xfrm>
            <a:off x="381000" y="4724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33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r>
              <a:rPr lang="zh-CN" altLang="en-US"/>
              <a:t>所以</a:t>
            </a:r>
          </a:p>
        </p:txBody>
      </p:sp>
      <p:graphicFrame>
        <p:nvGraphicFramePr>
          <p:cNvPr id="1128455" name="Object 7"/>
          <p:cNvGraphicFramePr>
            <a:graphicFrameLocks noChangeAspect="1"/>
          </p:cNvGraphicFramePr>
          <p:nvPr/>
        </p:nvGraphicFramePr>
        <p:xfrm>
          <a:off x="4659313" y="1154113"/>
          <a:ext cx="44958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67" name="Document" r:id="rId5" imgW="2059920" imgH="511200" progId="Word.Document.8">
                  <p:embed/>
                </p:oleObj>
              </mc:Choice>
              <mc:Fallback>
                <p:oleObj name="Document" r:id="rId5" imgW="2059920" imgH="51120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1154113"/>
                        <a:ext cx="44958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456" name="Line 8"/>
          <p:cNvSpPr>
            <a:spLocks noChangeShapeType="1"/>
          </p:cNvSpPr>
          <p:nvPr/>
        </p:nvSpPr>
        <p:spPr bwMode="auto">
          <a:xfrm>
            <a:off x="1447800" y="782638"/>
            <a:ext cx="0" cy="2438400"/>
          </a:xfrm>
          <a:prstGeom prst="line">
            <a:avLst/>
          </a:prstGeom>
          <a:noFill/>
          <a:ln w="31750">
            <a:solidFill>
              <a:srgbClr val="00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1128457" name="Line 9"/>
          <p:cNvSpPr>
            <a:spLocks noChangeShapeType="1"/>
          </p:cNvSpPr>
          <p:nvPr/>
        </p:nvSpPr>
        <p:spPr bwMode="auto">
          <a:xfrm>
            <a:off x="685800" y="2667000"/>
            <a:ext cx="3657600" cy="0"/>
          </a:xfrm>
          <a:prstGeom prst="line">
            <a:avLst/>
          </a:prstGeom>
          <a:noFill/>
          <a:ln w="31750">
            <a:solidFill>
              <a:srgbClr val="0033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/>
          </a:p>
        </p:txBody>
      </p:sp>
      <p:graphicFrame>
        <p:nvGraphicFramePr>
          <p:cNvPr id="1128458" name="Object 10"/>
          <p:cNvGraphicFramePr>
            <a:graphicFrameLocks noChangeAspect="1"/>
          </p:cNvGraphicFramePr>
          <p:nvPr/>
        </p:nvGraphicFramePr>
        <p:xfrm>
          <a:off x="762000" y="3276600"/>
          <a:ext cx="2971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68" r:id="rId7" imgW="1231366" imgH="228501" progId="Equation.3">
                  <p:embed/>
                </p:oleObj>
              </mc:Choice>
              <mc:Fallback>
                <p:oleObj r:id="rId7" imgW="1231366" imgH="2285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76600"/>
                        <a:ext cx="29718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459" name="Object 11"/>
          <p:cNvGraphicFramePr>
            <a:graphicFrameLocks noChangeAspect="1"/>
          </p:cNvGraphicFramePr>
          <p:nvPr/>
        </p:nvGraphicFramePr>
        <p:xfrm>
          <a:off x="1295400" y="3810000"/>
          <a:ext cx="36576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69" r:id="rId9" imgW="1714500" imgH="1193800" progId="Equation.3">
                  <p:embed/>
                </p:oleObj>
              </mc:Choice>
              <mc:Fallback>
                <p:oleObj r:id="rId9" imgW="1714500" imgH="1193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10000"/>
                        <a:ext cx="3657600" cy="2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460" name="Object 12"/>
          <p:cNvGraphicFramePr>
            <a:graphicFrameLocks noChangeAspect="1"/>
          </p:cNvGraphicFramePr>
          <p:nvPr/>
        </p:nvGraphicFramePr>
        <p:xfrm>
          <a:off x="4876800" y="3200400"/>
          <a:ext cx="35052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70" r:id="rId11" imgW="1828800" imgH="1828800" progId="Equation.3">
                  <p:embed/>
                </p:oleObj>
              </mc:Choice>
              <mc:Fallback>
                <p:oleObj r:id="rId11" imgW="1828800" imgH="1828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200400"/>
                        <a:ext cx="3505200" cy="350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2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2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2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1" grpId="0" autoUpdateAnimBg="0"/>
      <p:bldP spid="1128454" grpId="0" autoUpdateAnimBg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F8B34-9F84-4684-B965-F41E934356A1}" type="slidenum">
              <a:rPr lang="zh-CN" altLang="en-US"/>
              <a:pPr/>
              <a:t>152</a:t>
            </a:fld>
            <a:endParaRPr lang="zh-CN" altLang="en-US"/>
          </a:p>
        </p:txBody>
      </p:sp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95313"/>
            <a:ext cx="2133600" cy="488950"/>
          </a:xfrm>
          <a:noFill/>
          <a:ln/>
        </p:spPr>
        <p:txBody>
          <a:bodyPr lIns="92075" tIns="46038" rIns="92075" bIns="46038"/>
          <a:lstStyle/>
          <a:p>
            <a:pPr algn="l"/>
            <a:r>
              <a:rPr lang="en-US" altLang="zh-CN" sz="2800" b="1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P92，57、</a:t>
            </a:r>
            <a:endParaRPr lang="en-US" altLang="zh-CN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23331" name="Object 3"/>
          <p:cNvGraphicFramePr>
            <a:graphicFrameLocks noChangeAspect="1"/>
          </p:cNvGraphicFramePr>
          <p:nvPr/>
        </p:nvGraphicFramePr>
        <p:xfrm>
          <a:off x="1720850" y="76200"/>
          <a:ext cx="6843713" cy="16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44" name="Equation" r:id="rId3" imgW="2908080" imgH="698400" progId="Equation.3">
                  <p:embed/>
                </p:oleObj>
              </mc:Choice>
              <mc:Fallback>
                <p:oleObj name="Equation" r:id="rId3" imgW="2908080" imgH="698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0850" y="76200"/>
                        <a:ext cx="6843713" cy="164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3332" name="Text Box 4"/>
          <p:cNvSpPr txBox="1">
            <a:spLocks noChangeArrowheads="1"/>
          </p:cNvSpPr>
          <p:nvPr/>
        </p:nvSpPr>
        <p:spPr bwMode="auto">
          <a:xfrm>
            <a:off x="228600" y="169068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>
                <a:solidFill>
                  <a:srgbClr val="0033CC"/>
                </a:solidFill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1123335" name="Object 7"/>
          <p:cNvGraphicFramePr>
            <a:graphicFrameLocks noChangeAspect="1"/>
          </p:cNvGraphicFramePr>
          <p:nvPr/>
        </p:nvGraphicFramePr>
        <p:xfrm>
          <a:off x="960438" y="1733550"/>
          <a:ext cx="25447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45" name="Equation" r:id="rId5" imgW="1066680" imgH="203040" progId="Equation.3">
                  <p:embed/>
                </p:oleObj>
              </mc:Choice>
              <mc:Fallback>
                <p:oleObj name="Equation" r:id="rId5" imgW="106668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1733550"/>
                        <a:ext cx="254476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3336" name="Object 8"/>
          <p:cNvGraphicFramePr>
            <a:graphicFrameLocks noChangeAspect="1"/>
          </p:cNvGraphicFramePr>
          <p:nvPr/>
        </p:nvGraphicFramePr>
        <p:xfrm>
          <a:off x="457200" y="2286000"/>
          <a:ext cx="541020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46" name="Equation" r:id="rId7" imgW="2374560" imgH="698400" progId="Equation.3">
                  <p:embed/>
                </p:oleObj>
              </mc:Choice>
              <mc:Fallback>
                <p:oleObj name="Equation" r:id="rId7" imgW="2374560" imgH="69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541020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3337" name="Object 9"/>
          <p:cNvGraphicFramePr>
            <a:graphicFrameLocks noChangeAspect="1"/>
          </p:cNvGraphicFramePr>
          <p:nvPr/>
        </p:nvGraphicFramePr>
        <p:xfrm>
          <a:off x="457200" y="4038600"/>
          <a:ext cx="46482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47" name="Equation" r:id="rId9" imgW="1993680" imgH="698400" progId="Equation.3">
                  <p:embed/>
                </p:oleObj>
              </mc:Choice>
              <mc:Fallback>
                <p:oleObj name="Equation" r:id="rId9" imgW="1993680" imgH="69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038600"/>
                        <a:ext cx="4648200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3338" name="Object 10"/>
          <p:cNvGraphicFramePr>
            <a:graphicFrameLocks noChangeAspect="1"/>
          </p:cNvGraphicFramePr>
          <p:nvPr/>
        </p:nvGraphicFramePr>
        <p:xfrm>
          <a:off x="5257800" y="4038600"/>
          <a:ext cx="3657600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3348" name="Equation" r:id="rId11" imgW="1536480" imgH="698400" progId="Equation.3">
                  <p:embed/>
                </p:oleObj>
              </mc:Choice>
              <mc:Fallback>
                <p:oleObj name="Equation" r:id="rId11" imgW="1536480" imgH="698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038600"/>
                        <a:ext cx="3657600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3332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rgbClr val="0033CC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10878</TotalTime>
  <Words>2826</Words>
  <Application>Microsoft Office PowerPoint</Application>
  <PresentationFormat>全屏显示(4:3)</PresentationFormat>
  <Paragraphs>640</Paragraphs>
  <Slides>152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152</vt:i4>
      </vt:variant>
    </vt:vector>
  </HeadingPairs>
  <TitlesOfParts>
    <vt:vector size="164" baseType="lpstr">
      <vt:lpstr>Euclid Extra</vt:lpstr>
      <vt:lpstr>黑体</vt:lpstr>
      <vt:lpstr>隶书</vt:lpstr>
      <vt:lpstr>宋体</vt:lpstr>
      <vt:lpstr>Arial</vt:lpstr>
      <vt:lpstr>Symbol</vt:lpstr>
      <vt:lpstr>Times New Roman</vt:lpstr>
      <vt:lpstr>默认设计模板</vt:lpstr>
      <vt:lpstr>Equation</vt:lpstr>
      <vt:lpstr>Document</vt:lpstr>
      <vt:lpstr>公式</vt:lpstr>
      <vt:lpstr>Microsoft 公式 3.0</vt:lpstr>
      <vt:lpstr>第2章</vt:lpstr>
      <vt:lpstr>第一节  矩阵的概念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第二节  矩阵的运算</vt:lpstr>
      <vt:lpstr>PowerPoint 演示文稿</vt:lpstr>
      <vt:lpstr>PowerPoint 演示文稿</vt:lpstr>
      <vt:lpstr>PowerPoint 演示文稿</vt:lpstr>
      <vt:lpstr>矩阵的数量乘法：</vt:lpstr>
      <vt:lpstr>PowerPoint 演示文稿</vt:lpstr>
      <vt:lpstr>PowerPoint 演示文稿</vt:lpstr>
      <vt:lpstr>PowerPoint 演示文稿</vt:lpstr>
      <vt:lpstr>PowerPoint 演示文稿</vt:lpstr>
      <vt:lpstr>(二) 矩阵的乘法</vt:lpstr>
      <vt:lpstr>PowerPoint 演示文稿</vt:lpstr>
      <vt:lpstr>PowerPoint 演示文稿</vt:lpstr>
      <vt:lpstr>PowerPoint 演示文稿</vt:lpstr>
      <vt:lpstr>PowerPoint 演示文稿</vt:lpstr>
      <vt:lpstr>矩阵乘法的运算规律：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(三) 矩阵的转置</vt:lpstr>
      <vt:lpstr>PowerPoint 演示文稿</vt:lpstr>
      <vt:lpstr>(四) 方阵的幂</vt:lpstr>
      <vt:lpstr>PowerPoint 演示文稿</vt:lpstr>
      <vt:lpstr>PowerPoint 演示文稿</vt:lpstr>
      <vt:lpstr>PowerPoint 演示文稿</vt:lpstr>
      <vt:lpstr>PowerPoint 演示文稿</vt:lpstr>
      <vt:lpstr>(五) 方阵的行列式</vt:lpstr>
      <vt:lpstr>PowerPoint 演示文稿</vt:lpstr>
      <vt:lpstr>PowerPoint 演示文稿</vt:lpstr>
      <vt:lpstr>PowerPoint 演示文稿</vt:lpstr>
      <vt:lpstr>第三节  几种特殊的矩阵</vt:lpstr>
      <vt:lpstr>PowerPoint 演示文稿</vt:lpstr>
      <vt:lpstr>(二) 数量矩阵，单位矩阵</vt:lpstr>
      <vt:lpstr>PowerPoint 演示文稿</vt:lpstr>
      <vt:lpstr>(三) 三角形矩阵</vt:lpstr>
      <vt:lpstr>(四) 对称矩阵</vt:lpstr>
      <vt:lpstr>PowerPoint 演示文稿</vt:lpstr>
      <vt:lpstr>PowerPoint 演示文稿</vt:lpstr>
      <vt:lpstr>PowerPoint 演示文稿</vt:lpstr>
      <vt:lpstr>PowerPoint 演示文稿</vt:lpstr>
      <vt:lpstr>第四节  分块矩阵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几种特殊分块矩阵的行列式和逆矩阵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第五节  逆矩阵</vt:lpstr>
      <vt:lpstr>PowerPoint 演示文稿</vt:lpstr>
      <vt:lpstr>PowerPoint 演示文稿</vt:lpstr>
      <vt:lpstr>PowerPoint 演示文稿</vt:lpstr>
      <vt:lpstr>(二) 矩阵可逆的条件</vt:lpstr>
      <vt:lpstr>伴随矩阵：</vt:lpstr>
      <vt:lpstr>PowerPoint 演示文稿</vt:lpstr>
      <vt:lpstr>PowerPoint 演示文稿</vt:lpstr>
      <vt:lpstr>PowerPoint 演示文稿</vt:lpstr>
      <vt:lpstr>PowerPoint 演示文稿</vt:lpstr>
      <vt:lpstr>逆矩阵的求法—伴随矩阵法</vt:lpstr>
      <vt:lpstr>PowerPoint 演示文稿</vt:lpstr>
      <vt:lpstr>PowerPoint 演示文稿</vt:lpstr>
      <vt:lpstr>PowerPoint 演示文稿</vt:lpstr>
      <vt:lpstr>PowerPoint 演示文稿</vt:lpstr>
      <vt:lpstr>(三) 逆矩阵的运算性质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第六节  矩阵的初等变换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矩阵等价：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用初等变换求逆矩阵：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第七节  矩阵的秩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END</vt:lpstr>
      <vt:lpstr>习题选解</vt:lpstr>
      <vt:lpstr>P88，14、</vt:lpstr>
      <vt:lpstr>P89，27、</vt:lpstr>
      <vt:lpstr>P90，35(2)</vt:lpstr>
      <vt:lpstr>P91，42、</vt:lpstr>
      <vt:lpstr>P91，45、</vt:lpstr>
      <vt:lpstr>P91，52、</vt:lpstr>
      <vt:lpstr>P92，55、</vt:lpstr>
      <vt:lpstr>P92，57、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矩阵</dc:title>
  <dc:creator>金义明</dc:creator>
  <cp:lastModifiedBy>1J412</cp:lastModifiedBy>
  <cp:revision>900</cp:revision>
  <dcterms:created xsi:type="dcterms:W3CDTF">1601-01-01T00:00:00Z</dcterms:created>
  <dcterms:modified xsi:type="dcterms:W3CDTF">2025-10-31T08:55:38Z</dcterms:modified>
</cp:coreProperties>
</file>