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8"/>
  </p:notesMasterIdLst>
  <p:handoutMasterIdLst>
    <p:handoutMasterId r:id="rId109"/>
  </p:handoutMasterIdLst>
  <p:sldIdLst>
    <p:sldId id="852" r:id="rId2"/>
    <p:sldId id="769" r:id="rId3"/>
    <p:sldId id="929" r:id="rId4"/>
    <p:sldId id="930" r:id="rId5"/>
    <p:sldId id="401" r:id="rId6"/>
    <p:sldId id="931" r:id="rId7"/>
    <p:sldId id="932" r:id="rId8"/>
    <p:sldId id="933" r:id="rId9"/>
    <p:sldId id="956" r:id="rId10"/>
    <p:sldId id="957" r:id="rId11"/>
    <p:sldId id="934" r:id="rId12"/>
    <p:sldId id="935" r:id="rId13"/>
    <p:sldId id="936" r:id="rId14"/>
    <p:sldId id="937" r:id="rId15"/>
    <p:sldId id="938" r:id="rId16"/>
    <p:sldId id="939" r:id="rId17"/>
    <p:sldId id="940" r:id="rId18"/>
    <p:sldId id="958" r:id="rId19"/>
    <p:sldId id="960" r:id="rId20"/>
    <p:sldId id="959" r:id="rId21"/>
    <p:sldId id="961" r:id="rId22"/>
    <p:sldId id="962" r:id="rId23"/>
    <p:sldId id="963" r:id="rId24"/>
    <p:sldId id="941" r:id="rId25"/>
    <p:sldId id="964" r:id="rId26"/>
    <p:sldId id="943" r:id="rId27"/>
    <p:sldId id="944" r:id="rId28"/>
    <p:sldId id="945" r:id="rId29"/>
    <p:sldId id="946" r:id="rId30"/>
    <p:sldId id="947" r:id="rId31"/>
    <p:sldId id="948" r:id="rId32"/>
    <p:sldId id="949" r:id="rId33"/>
    <p:sldId id="950" r:id="rId34"/>
    <p:sldId id="951" r:id="rId35"/>
    <p:sldId id="952" r:id="rId36"/>
    <p:sldId id="953" r:id="rId37"/>
    <p:sldId id="954" r:id="rId38"/>
    <p:sldId id="965" r:id="rId39"/>
    <p:sldId id="991" r:id="rId40"/>
    <p:sldId id="968" r:id="rId41"/>
    <p:sldId id="969" r:id="rId42"/>
    <p:sldId id="992" r:id="rId43"/>
    <p:sldId id="970" r:id="rId44"/>
    <p:sldId id="971" r:id="rId45"/>
    <p:sldId id="993" r:id="rId46"/>
    <p:sldId id="973" r:id="rId47"/>
    <p:sldId id="974" r:id="rId48"/>
    <p:sldId id="975" r:id="rId49"/>
    <p:sldId id="976" r:id="rId50"/>
    <p:sldId id="977" r:id="rId51"/>
    <p:sldId id="978" r:id="rId52"/>
    <p:sldId id="979" r:id="rId53"/>
    <p:sldId id="980" r:id="rId54"/>
    <p:sldId id="981" r:id="rId55"/>
    <p:sldId id="987" r:id="rId56"/>
    <p:sldId id="994" r:id="rId57"/>
    <p:sldId id="995" r:id="rId58"/>
    <p:sldId id="997" r:id="rId59"/>
    <p:sldId id="996" r:id="rId60"/>
    <p:sldId id="998" r:id="rId61"/>
    <p:sldId id="988" r:id="rId62"/>
    <p:sldId id="989" r:id="rId63"/>
    <p:sldId id="1009" r:id="rId64"/>
    <p:sldId id="1011" r:id="rId65"/>
    <p:sldId id="1012" r:id="rId66"/>
    <p:sldId id="1013" r:id="rId67"/>
    <p:sldId id="1014" r:id="rId68"/>
    <p:sldId id="1031" r:id="rId69"/>
    <p:sldId id="1016" r:id="rId70"/>
    <p:sldId id="1017" r:id="rId71"/>
    <p:sldId id="1018" r:id="rId72"/>
    <p:sldId id="1019" r:id="rId73"/>
    <p:sldId id="1020" r:id="rId74"/>
    <p:sldId id="1021" r:id="rId75"/>
    <p:sldId id="1022" r:id="rId76"/>
    <p:sldId id="1033" r:id="rId77"/>
    <p:sldId id="1032" r:id="rId78"/>
    <p:sldId id="1034" r:id="rId79"/>
    <p:sldId id="1024" r:id="rId80"/>
    <p:sldId id="1025" r:id="rId81"/>
    <p:sldId id="1026" r:id="rId82"/>
    <p:sldId id="1027" r:id="rId83"/>
    <p:sldId id="1028" r:id="rId84"/>
    <p:sldId id="1029" r:id="rId85"/>
    <p:sldId id="1030" r:id="rId86"/>
    <p:sldId id="1035" r:id="rId87"/>
    <p:sldId id="1000" r:id="rId88"/>
    <p:sldId id="1001" r:id="rId89"/>
    <p:sldId id="1002" r:id="rId90"/>
    <p:sldId id="1048" r:id="rId91"/>
    <p:sldId id="1050" r:id="rId92"/>
    <p:sldId id="1003" r:id="rId93"/>
    <p:sldId id="1004" r:id="rId94"/>
    <p:sldId id="1005" r:id="rId95"/>
    <p:sldId id="1043" r:id="rId96"/>
    <p:sldId id="1047" r:id="rId97"/>
    <p:sldId id="1045" r:id="rId98"/>
    <p:sldId id="1046" r:id="rId99"/>
    <p:sldId id="925" r:id="rId100"/>
    <p:sldId id="1036" r:id="rId101"/>
    <p:sldId id="1039" r:id="rId102"/>
    <p:sldId id="1040" r:id="rId103"/>
    <p:sldId id="1041" r:id="rId104"/>
    <p:sldId id="1042" r:id="rId105"/>
    <p:sldId id="1037" r:id="rId106"/>
    <p:sldId id="1038" r:id="rId10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333CC"/>
    <a:srgbClr val="006600"/>
    <a:srgbClr val="000000"/>
    <a:srgbClr val="666699"/>
    <a:srgbClr val="0033CC"/>
    <a:srgbClr val="003399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9" autoAdjust="0"/>
    <p:restoredTop sz="90929"/>
  </p:normalViewPr>
  <p:slideViewPr>
    <p:cSldViewPr>
      <p:cViewPr varScale="1">
        <p:scale>
          <a:sx n="72" d="100"/>
          <a:sy n="72" d="100"/>
        </p:scale>
        <p:origin x="100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emf"/><Relationship Id="rId6" Type="http://schemas.openxmlformats.org/officeDocument/2006/relationships/image" Target="../media/image10.emf"/><Relationship Id="rId5" Type="http://schemas.openxmlformats.org/officeDocument/2006/relationships/image" Target="../media/image9.wmf"/><Relationship Id="rId4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3.emf"/><Relationship Id="rId1" Type="http://schemas.openxmlformats.org/officeDocument/2006/relationships/image" Target="../media/image12.wmf"/><Relationship Id="rId5" Type="http://schemas.openxmlformats.org/officeDocument/2006/relationships/image" Target="../media/image14.e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3.e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e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25.wmf"/><Relationship Id="rId7" Type="http://schemas.openxmlformats.org/officeDocument/2006/relationships/image" Target="../media/image39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9" Type="http://schemas.openxmlformats.org/officeDocument/2006/relationships/image" Target="../media/image41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12" Type="http://schemas.openxmlformats.org/officeDocument/2006/relationships/image" Target="../media/image52.e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1.emf"/><Relationship Id="rId5" Type="http://schemas.openxmlformats.org/officeDocument/2006/relationships/image" Target="../media/image46.wmf"/><Relationship Id="rId10" Type="http://schemas.openxmlformats.org/officeDocument/2006/relationships/image" Target="../media/image3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5.wmf"/><Relationship Id="rId7" Type="http://schemas.openxmlformats.org/officeDocument/2006/relationships/image" Target="../media/image3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9" Type="http://schemas.openxmlformats.org/officeDocument/2006/relationships/image" Target="../media/image60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4.wmf"/><Relationship Id="rId1" Type="http://schemas.openxmlformats.org/officeDocument/2006/relationships/image" Target="../media/image65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10" Type="http://schemas.openxmlformats.org/officeDocument/2006/relationships/image" Target="../media/image73.emf"/><Relationship Id="rId4" Type="http://schemas.openxmlformats.org/officeDocument/2006/relationships/image" Target="../media/image67.wmf"/><Relationship Id="rId9" Type="http://schemas.openxmlformats.org/officeDocument/2006/relationships/image" Target="../media/image72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image" Target="../media/image76.wmf"/><Relationship Id="rId7" Type="http://schemas.openxmlformats.org/officeDocument/2006/relationships/image" Target="../media/image80.e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emf"/><Relationship Id="rId5" Type="http://schemas.openxmlformats.org/officeDocument/2006/relationships/image" Target="../media/image78.wmf"/><Relationship Id="rId10" Type="http://schemas.openxmlformats.org/officeDocument/2006/relationships/image" Target="../media/image64.wmf"/><Relationship Id="rId4" Type="http://schemas.openxmlformats.org/officeDocument/2006/relationships/image" Target="../media/image77.wmf"/><Relationship Id="rId9" Type="http://schemas.openxmlformats.org/officeDocument/2006/relationships/image" Target="../media/image6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wmf"/><Relationship Id="rId7" Type="http://schemas.openxmlformats.org/officeDocument/2006/relationships/image" Target="../media/image88.e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emf"/><Relationship Id="rId5" Type="http://schemas.openxmlformats.org/officeDocument/2006/relationships/image" Target="../media/image86.wmf"/><Relationship Id="rId10" Type="http://schemas.openxmlformats.org/officeDocument/2006/relationships/image" Target="../media/image64.wmf"/><Relationship Id="rId4" Type="http://schemas.openxmlformats.org/officeDocument/2006/relationships/image" Target="../media/image85.wmf"/><Relationship Id="rId9" Type="http://schemas.openxmlformats.org/officeDocument/2006/relationships/image" Target="../media/image6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4" Type="http://schemas.openxmlformats.org/officeDocument/2006/relationships/image" Target="../media/image9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66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9" Type="http://schemas.openxmlformats.org/officeDocument/2006/relationships/image" Target="../media/image10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7" Type="http://schemas.openxmlformats.org/officeDocument/2006/relationships/image" Target="../media/image100.wmf"/><Relationship Id="rId2" Type="http://schemas.openxmlformats.org/officeDocument/2006/relationships/image" Target="../media/image101.wmf"/><Relationship Id="rId1" Type="http://schemas.openxmlformats.org/officeDocument/2006/relationships/image" Target="../media/image74.wmf"/><Relationship Id="rId6" Type="http://schemas.openxmlformats.org/officeDocument/2006/relationships/image" Target="../media/image92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4" Type="http://schemas.openxmlformats.org/officeDocument/2006/relationships/image" Target="../media/image108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66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8.wmf"/><Relationship Id="rId7" Type="http://schemas.openxmlformats.org/officeDocument/2006/relationships/image" Target="../media/image120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emf"/><Relationship Id="rId4" Type="http://schemas.openxmlformats.org/officeDocument/2006/relationships/image" Target="../media/image12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4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8.wmf"/><Relationship Id="rId7" Type="http://schemas.openxmlformats.org/officeDocument/2006/relationships/image" Target="../media/image140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39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image" Target="../media/image157.emf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12" Type="http://schemas.openxmlformats.org/officeDocument/2006/relationships/image" Target="../media/image156.e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emf"/><Relationship Id="rId11" Type="http://schemas.openxmlformats.org/officeDocument/2006/relationships/image" Target="../media/image155.emf"/><Relationship Id="rId5" Type="http://schemas.openxmlformats.org/officeDocument/2006/relationships/image" Target="../media/image149.emf"/><Relationship Id="rId10" Type="http://schemas.openxmlformats.org/officeDocument/2006/relationships/image" Target="../media/image154.emf"/><Relationship Id="rId4" Type="http://schemas.openxmlformats.org/officeDocument/2006/relationships/image" Target="../media/image148.wmf"/><Relationship Id="rId9" Type="http://schemas.openxmlformats.org/officeDocument/2006/relationships/image" Target="../media/image153.wmf"/><Relationship Id="rId14" Type="http://schemas.openxmlformats.org/officeDocument/2006/relationships/image" Target="../media/image158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5.wmf"/><Relationship Id="rId12" Type="http://schemas.openxmlformats.org/officeDocument/2006/relationships/image" Target="../media/image170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emf"/><Relationship Id="rId11" Type="http://schemas.openxmlformats.org/officeDocument/2006/relationships/image" Target="../media/image169.wmf"/><Relationship Id="rId5" Type="http://schemas.openxmlformats.org/officeDocument/2006/relationships/image" Target="../media/image163.wmf"/><Relationship Id="rId10" Type="http://schemas.openxmlformats.org/officeDocument/2006/relationships/image" Target="../media/image168.wmf"/><Relationship Id="rId4" Type="http://schemas.openxmlformats.org/officeDocument/2006/relationships/image" Target="../media/image162.wmf"/><Relationship Id="rId9" Type="http://schemas.openxmlformats.org/officeDocument/2006/relationships/image" Target="../media/image16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image" Target="../media/image163.wmf"/><Relationship Id="rId3" Type="http://schemas.openxmlformats.org/officeDocument/2006/relationships/image" Target="../media/image173.wmf"/><Relationship Id="rId7" Type="http://schemas.openxmlformats.org/officeDocument/2006/relationships/image" Target="../media/image177.wmf"/><Relationship Id="rId12" Type="http://schemas.openxmlformats.org/officeDocument/2006/relationships/image" Target="../media/image181.wmf"/><Relationship Id="rId2" Type="http://schemas.openxmlformats.org/officeDocument/2006/relationships/image" Target="../media/image172.wmf"/><Relationship Id="rId1" Type="http://schemas.openxmlformats.org/officeDocument/2006/relationships/image" Target="../media/image171.emf"/><Relationship Id="rId6" Type="http://schemas.openxmlformats.org/officeDocument/2006/relationships/image" Target="../media/image176.wmf"/><Relationship Id="rId11" Type="http://schemas.openxmlformats.org/officeDocument/2006/relationships/image" Target="../media/image180.wmf"/><Relationship Id="rId5" Type="http://schemas.openxmlformats.org/officeDocument/2006/relationships/image" Target="../media/image175.wmf"/><Relationship Id="rId10" Type="http://schemas.openxmlformats.org/officeDocument/2006/relationships/image" Target="../media/image179.wmf"/><Relationship Id="rId4" Type="http://schemas.openxmlformats.org/officeDocument/2006/relationships/image" Target="../media/image174.wmf"/><Relationship Id="rId9" Type="http://schemas.openxmlformats.org/officeDocument/2006/relationships/image" Target="../media/image159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image" Target="../media/image180.wmf"/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12" Type="http://schemas.openxmlformats.org/officeDocument/2006/relationships/image" Target="../media/image179.wmf"/><Relationship Id="rId2" Type="http://schemas.openxmlformats.org/officeDocument/2006/relationships/image" Target="../media/image183.wmf"/><Relationship Id="rId1" Type="http://schemas.openxmlformats.org/officeDocument/2006/relationships/image" Target="../media/image182.emf"/><Relationship Id="rId6" Type="http://schemas.openxmlformats.org/officeDocument/2006/relationships/image" Target="../media/image187.wmf"/><Relationship Id="rId11" Type="http://schemas.openxmlformats.org/officeDocument/2006/relationships/image" Target="../media/image159.wmf"/><Relationship Id="rId5" Type="http://schemas.openxmlformats.org/officeDocument/2006/relationships/image" Target="../media/image186.wmf"/><Relationship Id="rId15" Type="http://schemas.openxmlformats.org/officeDocument/2006/relationships/image" Target="../media/image163.wmf"/><Relationship Id="rId10" Type="http://schemas.openxmlformats.org/officeDocument/2006/relationships/image" Target="../media/image191.emf"/><Relationship Id="rId4" Type="http://schemas.openxmlformats.org/officeDocument/2006/relationships/image" Target="../media/image185.wmf"/><Relationship Id="rId9" Type="http://schemas.openxmlformats.org/officeDocument/2006/relationships/image" Target="../media/image190.wmf"/><Relationship Id="rId14" Type="http://schemas.openxmlformats.org/officeDocument/2006/relationships/image" Target="../media/image18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image" Target="../media/image210.wmf"/><Relationship Id="rId3" Type="http://schemas.openxmlformats.org/officeDocument/2006/relationships/image" Target="../media/image200.emf"/><Relationship Id="rId7" Type="http://schemas.openxmlformats.org/officeDocument/2006/relationships/image" Target="../media/image204.wmf"/><Relationship Id="rId12" Type="http://schemas.openxmlformats.org/officeDocument/2006/relationships/image" Target="../media/image209.w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wmf"/><Relationship Id="rId11" Type="http://schemas.openxmlformats.org/officeDocument/2006/relationships/image" Target="../media/image208.wmf"/><Relationship Id="rId5" Type="http://schemas.openxmlformats.org/officeDocument/2006/relationships/image" Target="../media/image202.wmf"/><Relationship Id="rId15" Type="http://schemas.openxmlformats.org/officeDocument/2006/relationships/image" Target="../media/image212.wmf"/><Relationship Id="rId10" Type="http://schemas.openxmlformats.org/officeDocument/2006/relationships/image" Target="../media/image207.wmf"/><Relationship Id="rId4" Type="http://schemas.openxmlformats.org/officeDocument/2006/relationships/image" Target="../media/image201.emf"/><Relationship Id="rId9" Type="http://schemas.openxmlformats.org/officeDocument/2006/relationships/image" Target="../media/image206.wmf"/><Relationship Id="rId14" Type="http://schemas.openxmlformats.org/officeDocument/2006/relationships/image" Target="../media/image21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image" Target="../media/image215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e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27.wmf"/><Relationship Id="rId5" Type="http://schemas.openxmlformats.org/officeDocument/2006/relationships/image" Target="../media/image216.wmf"/><Relationship Id="rId4" Type="http://schemas.openxmlformats.org/officeDocument/2006/relationships/image" Target="../media/image21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emf"/><Relationship Id="rId3" Type="http://schemas.openxmlformats.org/officeDocument/2006/relationships/image" Target="../media/image237.wmf"/><Relationship Id="rId7" Type="http://schemas.openxmlformats.org/officeDocument/2006/relationships/image" Target="../media/image241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Relationship Id="rId6" Type="http://schemas.openxmlformats.org/officeDocument/2006/relationships/image" Target="../media/image240.wmf"/><Relationship Id="rId5" Type="http://schemas.openxmlformats.org/officeDocument/2006/relationships/image" Target="../media/image239.wmf"/><Relationship Id="rId10" Type="http://schemas.openxmlformats.org/officeDocument/2006/relationships/image" Target="../media/image244.wmf"/><Relationship Id="rId4" Type="http://schemas.openxmlformats.org/officeDocument/2006/relationships/image" Target="../media/image238.emf"/><Relationship Id="rId9" Type="http://schemas.openxmlformats.org/officeDocument/2006/relationships/image" Target="../media/image24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2" Type="http://schemas.openxmlformats.org/officeDocument/2006/relationships/image" Target="../media/image246.wmf"/><Relationship Id="rId1" Type="http://schemas.openxmlformats.org/officeDocument/2006/relationships/image" Target="../media/image245.emf"/><Relationship Id="rId6" Type="http://schemas.openxmlformats.org/officeDocument/2006/relationships/image" Target="../media/image250.emf"/><Relationship Id="rId5" Type="http://schemas.openxmlformats.org/officeDocument/2006/relationships/image" Target="../media/image249.emf"/><Relationship Id="rId4" Type="http://schemas.openxmlformats.org/officeDocument/2006/relationships/image" Target="../media/image248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wmf"/><Relationship Id="rId7" Type="http://schemas.openxmlformats.org/officeDocument/2006/relationships/image" Target="../media/image258.wmf"/><Relationship Id="rId2" Type="http://schemas.openxmlformats.org/officeDocument/2006/relationships/image" Target="../media/image253.wmf"/><Relationship Id="rId1" Type="http://schemas.openxmlformats.org/officeDocument/2006/relationships/image" Target="../media/image252.emf"/><Relationship Id="rId6" Type="http://schemas.openxmlformats.org/officeDocument/2006/relationships/image" Target="../media/image257.wmf"/><Relationship Id="rId5" Type="http://schemas.openxmlformats.org/officeDocument/2006/relationships/image" Target="../media/image256.wmf"/><Relationship Id="rId4" Type="http://schemas.openxmlformats.org/officeDocument/2006/relationships/image" Target="../media/image255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image" Target="../media/image265.emf"/><Relationship Id="rId1" Type="http://schemas.openxmlformats.org/officeDocument/2006/relationships/image" Target="../media/image264.emf"/><Relationship Id="rId5" Type="http://schemas.openxmlformats.org/officeDocument/2006/relationships/image" Target="../media/image268.wmf"/><Relationship Id="rId4" Type="http://schemas.openxmlformats.org/officeDocument/2006/relationships/image" Target="../media/image267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wmf"/><Relationship Id="rId3" Type="http://schemas.openxmlformats.org/officeDocument/2006/relationships/image" Target="../media/image271.wmf"/><Relationship Id="rId7" Type="http://schemas.openxmlformats.org/officeDocument/2006/relationships/image" Target="../media/image275.wmf"/><Relationship Id="rId2" Type="http://schemas.openxmlformats.org/officeDocument/2006/relationships/image" Target="../media/image270.wmf"/><Relationship Id="rId1" Type="http://schemas.openxmlformats.org/officeDocument/2006/relationships/image" Target="../media/image269.emf"/><Relationship Id="rId6" Type="http://schemas.openxmlformats.org/officeDocument/2006/relationships/image" Target="../media/image274.wmf"/><Relationship Id="rId5" Type="http://schemas.openxmlformats.org/officeDocument/2006/relationships/image" Target="../media/image273.wmf"/><Relationship Id="rId10" Type="http://schemas.openxmlformats.org/officeDocument/2006/relationships/image" Target="../media/image278.wmf"/><Relationship Id="rId4" Type="http://schemas.openxmlformats.org/officeDocument/2006/relationships/image" Target="../media/image272.wmf"/><Relationship Id="rId9" Type="http://schemas.openxmlformats.org/officeDocument/2006/relationships/image" Target="../media/image277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wmf"/><Relationship Id="rId7" Type="http://schemas.openxmlformats.org/officeDocument/2006/relationships/image" Target="../media/image285.wmf"/><Relationship Id="rId2" Type="http://schemas.openxmlformats.org/officeDocument/2006/relationships/image" Target="../media/image280.wmf"/><Relationship Id="rId1" Type="http://schemas.openxmlformats.org/officeDocument/2006/relationships/image" Target="../media/image279.wmf"/><Relationship Id="rId6" Type="http://schemas.openxmlformats.org/officeDocument/2006/relationships/image" Target="../media/image284.wmf"/><Relationship Id="rId5" Type="http://schemas.openxmlformats.org/officeDocument/2006/relationships/image" Target="../media/image283.wmf"/><Relationship Id="rId4" Type="http://schemas.openxmlformats.org/officeDocument/2006/relationships/image" Target="../media/image282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7.wmf"/><Relationship Id="rId1" Type="http://schemas.openxmlformats.org/officeDocument/2006/relationships/image" Target="../media/image286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9.wmf"/><Relationship Id="rId1" Type="http://schemas.openxmlformats.org/officeDocument/2006/relationships/image" Target="../media/image288.e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emf"/><Relationship Id="rId3" Type="http://schemas.openxmlformats.org/officeDocument/2006/relationships/image" Target="../media/image292.wmf"/><Relationship Id="rId7" Type="http://schemas.openxmlformats.org/officeDocument/2006/relationships/image" Target="../media/image296.e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5" Type="http://schemas.openxmlformats.org/officeDocument/2006/relationships/image" Target="../media/image294.wmf"/><Relationship Id="rId10" Type="http://schemas.openxmlformats.org/officeDocument/2006/relationships/image" Target="../media/image299.emf"/><Relationship Id="rId4" Type="http://schemas.openxmlformats.org/officeDocument/2006/relationships/image" Target="../media/image293.wmf"/><Relationship Id="rId9" Type="http://schemas.openxmlformats.org/officeDocument/2006/relationships/image" Target="../media/image298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wmf"/><Relationship Id="rId7" Type="http://schemas.openxmlformats.org/officeDocument/2006/relationships/image" Target="../media/image306.wmf"/><Relationship Id="rId2" Type="http://schemas.openxmlformats.org/officeDocument/2006/relationships/image" Target="../media/image301.wmf"/><Relationship Id="rId1" Type="http://schemas.openxmlformats.org/officeDocument/2006/relationships/image" Target="../media/image300.wmf"/><Relationship Id="rId6" Type="http://schemas.openxmlformats.org/officeDocument/2006/relationships/image" Target="../media/image305.wmf"/><Relationship Id="rId5" Type="http://schemas.openxmlformats.org/officeDocument/2006/relationships/image" Target="../media/image304.wmf"/><Relationship Id="rId4" Type="http://schemas.openxmlformats.org/officeDocument/2006/relationships/image" Target="../media/image303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7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3" Type="http://schemas.openxmlformats.org/officeDocument/2006/relationships/image" Target="../media/image310.wmf"/><Relationship Id="rId7" Type="http://schemas.openxmlformats.org/officeDocument/2006/relationships/image" Target="../media/image314.wmf"/><Relationship Id="rId2" Type="http://schemas.openxmlformats.org/officeDocument/2006/relationships/image" Target="../media/image309.wmf"/><Relationship Id="rId1" Type="http://schemas.openxmlformats.org/officeDocument/2006/relationships/image" Target="../media/image308.wmf"/><Relationship Id="rId6" Type="http://schemas.openxmlformats.org/officeDocument/2006/relationships/image" Target="../media/image313.wmf"/><Relationship Id="rId5" Type="http://schemas.openxmlformats.org/officeDocument/2006/relationships/image" Target="../media/image312.wmf"/><Relationship Id="rId4" Type="http://schemas.openxmlformats.org/officeDocument/2006/relationships/image" Target="../media/image311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6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3" Type="http://schemas.openxmlformats.org/officeDocument/2006/relationships/image" Target="../media/image319.wmf"/><Relationship Id="rId7" Type="http://schemas.openxmlformats.org/officeDocument/2006/relationships/image" Target="../media/image323.wmf"/><Relationship Id="rId2" Type="http://schemas.openxmlformats.org/officeDocument/2006/relationships/image" Target="../media/image318.wmf"/><Relationship Id="rId1" Type="http://schemas.openxmlformats.org/officeDocument/2006/relationships/image" Target="../media/image317.wmf"/><Relationship Id="rId6" Type="http://schemas.openxmlformats.org/officeDocument/2006/relationships/image" Target="../media/image322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image" Target="../media/image327.wmf"/><Relationship Id="rId7" Type="http://schemas.openxmlformats.org/officeDocument/2006/relationships/image" Target="../media/image330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Relationship Id="rId6" Type="http://schemas.openxmlformats.org/officeDocument/2006/relationships/image" Target="../media/image329.wmf"/><Relationship Id="rId5" Type="http://schemas.openxmlformats.org/officeDocument/2006/relationships/image" Target="../media/image328.wmf"/><Relationship Id="rId10" Type="http://schemas.openxmlformats.org/officeDocument/2006/relationships/image" Target="../media/image333.wmf"/><Relationship Id="rId4" Type="http://schemas.openxmlformats.org/officeDocument/2006/relationships/image" Target="../media/image319.wmf"/><Relationship Id="rId9" Type="http://schemas.openxmlformats.org/officeDocument/2006/relationships/image" Target="../media/image332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3" Type="http://schemas.openxmlformats.org/officeDocument/2006/relationships/image" Target="../media/image336.wmf"/><Relationship Id="rId7" Type="http://schemas.openxmlformats.org/officeDocument/2006/relationships/image" Target="../media/image327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6" Type="http://schemas.openxmlformats.org/officeDocument/2006/relationships/image" Target="../media/image339.wmf"/><Relationship Id="rId5" Type="http://schemas.openxmlformats.org/officeDocument/2006/relationships/image" Target="../media/image338.wmf"/><Relationship Id="rId4" Type="http://schemas.openxmlformats.org/officeDocument/2006/relationships/image" Target="../media/image337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3" Type="http://schemas.openxmlformats.org/officeDocument/2006/relationships/image" Target="../media/image342.wmf"/><Relationship Id="rId7" Type="http://schemas.openxmlformats.org/officeDocument/2006/relationships/image" Target="../media/image346.emf"/><Relationship Id="rId2" Type="http://schemas.openxmlformats.org/officeDocument/2006/relationships/image" Target="../media/image341.wmf"/><Relationship Id="rId1" Type="http://schemas.openxmlformats.org/officeDocument/2006/relationships/image" Target="../media/image340.wmf"/><Relationship Id="rId6" Type="http://schemas.openxmlformats.org/officeDocument/2006/relationships/image" Target="../media/image345.emf"/><Relationship Id="rId5" Type="http://schemas.openxmlformats.org/officeDocument/2006/relationships/image" Target="../media/image344.emf"/><Relationship Id="rId10" Type="http://schemas.openxmlformats.org/officeDocument/2006/relationships/image" Target="../media/image319.wmf"/><Relationship Id="rId4" Type="http://schemas.openxmlformats.org/officeDocument/2006/relationships/image" Target="../media/image343.wmf"/><Relationship Id="rId9" Type="http://schemas.openxmlformats.org/officeDocument/2006/relationships/image" Target="../media/image327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3" Type="http://schemas.openxmlformats.org/officeDocument/2006/relationships/image" Target="../media/image350.wmf"/><Relationship Id="rId7" Type="http://schemas.openxmlformats.org/officeDocument/2006/relationships/image" Target="../media/image354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3" Type="http://schemas.openxmlformats.org/officeDocument/2006/relationships/image" Target="../media/image358.wmf"/><Relationship Id="rId7" Type="http://schemas.openxmlformats.org/officeDocument/2006/relationships/image" Target="../media/image361.wmf"/><Relationship Id="rId2" Type="http://schemas.openxmlformats.org/officeDocument/2006/relationships/image" Target="../media/image357.wmf"/><Relationship Id="rId1" Type="http://schemas.openxmlformats.org/officeDocument/2006/relationships/image" Target="../media/image356.wmf"/><Relationship Id="rId6" Type="http://schemas.openxmlformats.org/officeDocument/2006/relationships/image" Target="../media/image360.wmf"/><Relationship Id="rId11" Type="http://schemas.openxmlformats.org/officeDocument/2006/relationships/image" Target="../media/image350.wmf"/><Relationship Id="rId5" Type="http://schemas.openxmlformats.org/officeDocument/2006/relationships/image" Target="../media/image351.wmf"/><Relationship Id="rId10" Type="http://schemas.openxmlformats.org/officeDocument/2006/relationships/image" Target="../media/image349.wmf"/><Relationship Id="rId4" Type="http://schemas.openxmlformats.org/officeDocument/2006/relationships/image" Target="../media/image359.wmf"/><Relationship Id="rId9" Type="http://schemas.openxmlformats.org/officeDocument/2006/relationships/image" Target="../media/image363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wmf"/><Relationship Id="rId7" Type="http://schemas.openxmlformats.org/officeDocument/2006/relationships/image" Target="../media/image370.wmf"/><Relationship Id="rId2" Type="http://schemas.openxmlformats.org/officeDocument/2006/relationships/image" Target="../media/image365.wmf"/><Relationship Id="rId1" Type="http://schemas.openxmlformats.org/officeDocument/2006/relationships/image" Target="../media/image364.wmf"/><Relationship Id="rId6" Type="http://schemas.openxmlformats.org/officeDocument/2006/relationships/image" Target="../media/image369.wmf"/><Relationship Id="rId5" Type="http://schemas.openxmlformats.org/officeDocument/2006/relationships/image" Target="../media/image368.wmf"/><Relationship Id="rId4" Type="http://schemas.openxmlformats.org/officeDocument/2006/relationships/image" Target="../media/image367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wmf"/><Relationship Id="rId2" Type="http://schemas.openxmlformats.org/officeDocument/2006/relationships/image" Target="../media/image372.wmf"/><Relationship Id="rId1" Type="http://schemas.openxmlformats.org/officeDocument/2006/relationships/image" Target="../media/image371.wmf"/><Relationship Id="rId5" Type="http://schemas.openxmlformats.org/officeDocument/2006/relationships/image" Target="../media/image375.wmf"/><Relationship Id="rId4" Type="http://schemas.openxmlformats.org/officeDocument/2006/relationships/image" Target="../media/image374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6" Type="http://schemas.openxmlformats.org/officeDocument/2006/relationships/image" Target="../media/image381.wmf"/><Relationship Id="rId5" Type="http://schemas.openxmlformats.org/officeDocument/2006/relationships/image" Target="../media/image380.wmf"/><Relationship Id="rId4" Type="http://schemas.openxmlformats.org/officeDocument/2006/relationships/image" Target="../media/image379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wmf"/><Relationship Id="rId2" Type="http://schemas.openxmlformats.org/officeDocument/2006/relationships/image" Target="../media/image383.wmf"/><Relationship Id="rId1" Type="http://schemas.openxmlformats.org/officeDocument/2006/relationships/image" Target="../media/image382.wmf"/><Relationship Id="rId6" Type="http://schemas.openxmlformats.org/officeDocument/2006/relationships/image" Target="../media/image387.wmf"/><Relationship Id="rId5" Type="http://schemas.openxmlformats.org/officeDocument/2006/relationships/image" Target="../media/image386.wmf"/><Relationship Id="rId4" Type="http://schemas.openxmlformats.org/officeDocument/2006/relationships/image" Target="../media/image385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wmf"/><Relationship Id="rId7" Type="http://schemas.openxmlformats.org/officeDocument/2006/relationships/image" Target="../media/image386.wmf"/><Relationship Id="rId2" Type="http://schemas.openxmlformats.org/officeDocument/2006/relationships/image" Target="../media/image389.wmf"/><Relationship Id="rId1" Type="http://schemas.openxmlformats.org/officeDocument/2006/relationships/image" Target="../media/image388.wmf"/><Relationship Id="rId6" Type="http://schemas.openxmlformats.org/officeDocument/2006/relationships/image" Target="../media/image392.wmf"/><Relationship Id="rId5" Type="http://schemas.openxmlformats.org/officeDocument/2006/relationships/image" Target="../media/image387.wmf"/><Relationship Id="rId4" Type="http://schemas.openxmlformats.org/officeDocument/2006/relationships/image" Target="../media/image391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wmf"/><Relationship Id="rId7" Type="http://schemas.openxmlformats.org/officeDocument/2006/relationships/image" Target="../media/image397.wmf"/><Relationship Id="rId2" Type="http://schemas.openxmlformats.org/officeDocument/2006/relationships/image" Target="../media/image389.wmf"/><Relationship Id="rId1" Type="http://schemas.openxmlformats.org/officeDocument/2006/relationships/image" Target="../media/image393.wmf"/><Relationship Id="rId6" Type="http://schemas.openxmlformats.org/officeDocument/2006/relationships/image" Target="../media/image396.wmf"/><Relationship Id="rId5" Type="http://schemas.openxmlformats.org/officeDocument/2006/relationships/image" Target="../media/image395.wmf"/><Relationship Id="rId4" Type="http://schemas.openxmlformats.org/officeDocument/2006/relationships/image" Target="../media/image394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9.wmf"/><Relationship Id="rId2" Type="http://schemas.openxmlformats.org/officeDocument/2006/relationships/image" Target="../media/image398.wmf"/><Relationship Id="rId1" Type="http://schemas.openxmlformats.org/officeDocument/2006/relationships/image" Target="../media/image397.wmf"/><Relationship Id="rId4" Type="http://schemas.openxmlformats.org/officeDocument/2006/relationships/image" Target="../media/image400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wmf"/><Relationship Id="rId13" Type="http://schemas.openxmlformats.org/officeDocument/2006/relationships/image" Target="../media/image413.wmf"/><Relationship Id="rId3" Type="http://schemas.openxmlformats.org/officeDocument/2006/relationships/image" Target="../media/image403.wmf"/><Relationship Id="rId7" Type="http://schemas.openxmlformats.org/officeDocument/2006/relationships/image" Target="../media/image407.wmf"/><Relationship Id="rId12" Type="http://schemas.openxmlformats.org/officeDocument/2006/relationships/image" Target="../media/image412.wmf"/><Relationship Id="rId2" Type="http://schemas.openxmlformats.org/officeDocument/2006/relationships/image" Target="../media/image402.wmf"/><Relationship Id="rId1" Type="http://schemas.openxmlformats.org/officeDocument/2006/relationships/image" Target="../media/image401.wmf"/><Relationship Id="rId6" Type="http://schemas.openxmlformats.org/officeDocument/2006/relationships/image" Target="../media/image406.wmf"/><Relationship Id="rId11" Type="http://schemas.openxmlformats.org/officeDocument/2006/relationships/image" Target="../media/image411.wmf"/><Relationship Id="rId5" Type="http://schemas.openxmlformats.org/officeDocument/2006/relationships/image" Target="../media/image405.wmf"/><Relationship Id="rId10" Type="http://schemas.openxmlformats.org/officeDocument/2006/relationships/image" Target="../media/image410.wmf"/><Relationship Id="rId4" Type="http://schemas.openxmlformats.org/officeDocument/2006/relationships/image" Target="../media/image404.wmf"/><Relationship Id="rId9" Type="http://schemas.openxmlformats.org/officeDocument/2006/relationships/image" Target="../media/image409.wmf"/><Relationship Id="rId14" Type="http://schemas.openxmlformats.org/officeDocument/2006/relationships/image" Target="../media/image414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7.wmf"/><Relationship Id="rId7" Type="http://schemas.openxmlformats.org/officeDocument/2006/relationships/image" Target="../media/image421.wmf"/><Relationship Id="rId2" Type="http://schemas.openxmlformats.org/officeDocument/2006/relationships/image" Target="../media/image416.wmf"/><Relationship Id="rId1" Type="http://schemas.openxmlformats.org/officeDocument/2006/relationships/image" Target="../media/image415.w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wmf"/><Relationship Id="rId2" Type="http://schemas.openxmlformats.org/officeDocument/2006/relationships/image" Target="../media/image423.wmf"/><Relationship Id="rId1" Type="http://schemas.openxmlformats.org/officeDocument/2006/relationships/image" Target="../media/image422.wmf"/><Relationship Id="rId5" Type="http://schemas.openxmlformats.org/officeDocument/2006/relationships/image" Target="../media/image426.wmf"/><Relationship Id="rId4" Type="http://schemas.openxmlformats.org/officeDocument/2006/relationships/image" Target="../media/image425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9.wmf"/><Relationship Id="rId2" Type="http://schemas.openxmlformats.org/officeDocument/2006/relationships/image" Target="../media/image428.wmf"/><Relationship Id="rId1" Type="http://schemas.openxmlformats.org/officeDocument/2006/relationships/image" Target="../media/image427.wmf"/><Relationship Id="rId5" Type="http://schemas.openxmlformats.org/officeDocument/2006/relationships/image" Target="../media/image431.wmf"/><Relationship Id="rId4" Type="http://schemas.openxmlformats.org/officeDocument/2006/relationships/image" Target="../media/image430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4.wmf"/><Relationship Id="rId2" Type="http://schemas.openxmlformats.org/officeDocument/2006/relationships/image" Target="../media/image433.wmf"/><Relationship Id="rId1" Type="http://schemas.openxmlformats.org/officeDocument/2006/relationships/image" Target="../media/image432.wmf"/><Relationship Id="rId6" Type="http://schemas.openxmlformats.org/officeDocument/2006/relationships/image" Target="../media/image437.wmf"/><Relationship Id="rId5" Type="http://schemas.openxmlformats.org/officeDocument/2006/relationships/image" Target="../media/image436.wmf"/><Relationship Id="rId4" Type="http://schemas.openxmlformats.org/officeDocument/2006/relationships/image" Target="../media/image435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9.wmf"/><Relationship Id="rId2" Type="http://schemas.openxmlformats.org/officeDocument/2006/relationships/image" Target="../media/image434.wmf"/><Relationship Id="rId1" Type="http://schemas.openxmlformats.org/officeDocument/2006/relationships/image" Target="../media/image438.wmf"/><Relationship Id="rId5" Type="http://schemas.openxmlformats.org/officeDocument/2006/relationships/image" Target="../media/image441.wmf"/><Relationship Id="rId4" Type="http://schemas.openxmlformats.org/officeDocument/2006/relationships/image" Target="../media/image440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4.wmf"/><Relationship Id="rId2" Type="http://schemas.openxmlformats.org/officeDocument/2006/relationships/image" Target="../media/image443.wmf"/><Relationship Id="rId1" Type="http://schemas.openxmlformats.org/officeDocument/2006/relationships/image" Target="../media/image442.wmf"/><Relationship Id="rId4" Type="http://schemas.openxmlformats.org/officeDocument/2006/relationships/image" Target="../media/image445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8.wmf"/><Relationship Id="rId2" Type="http://schemas.openxmlformats.org/officeDocument/2006/relationships/image" Target="../media/image447.wmf"/><Relationship Id="rId1" Type="http://schemas.openxmlformats.org/officeDocument/2006/relationships/image" Target="../media/image446.wmf"/><Relationship Id="rId4" Type="http://schemas.openxmlformats.org/officeDocument/2006/relationships/image" Target="../media/image449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wmf"/><Relationship Id="rId2" Type="http://schemas.openxmlformats.org/officeDocument/2006/relationships/image" Target="../media/image451.wmf"/><Relationship Id="rId1" Type="http://schemas.openxmlformats.org/officeDocument/2006/relationships/image" Target="../media/image450.wmf"/><Relationship Id="rId6" Type="http://schemas.openxmlformats.org/officeDocument/2006/relationships/image" Target="../media/image455.wmf"/><Relationship Id="rId5" Type="http://schemas.openxmlformats.org/officeDocument/2006/relationships/image" Target="../media/image454.wmf"/><Relationship Id="rId4" Type="http://schemas.openxmlformats.org/officeDocument/2006/relationships/image" Target="../media/image453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8.wmf"/><Relationship Id="rId2" Type="http://schemas.openxmlformats.org/officeDocument/2006/relationships/image" Target="../media/image457.wmf"/><Relationship Id="rId1" Type="http://schemas.openxmlformats.org/officeDocument/2006/relationships/image" Target="../media/image456.w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6.wmf"/><Relationship Id="rId3" Type="http://schemas.openxmlformats.org/officeDocument/2006/relationships/image" Target="../media/image461.wmf"/><Relationship Id="rId7" Type="http://schemas.openxmlformats.org/officeDocument/2006/relationships/image" Target="../media/image465.wmf"/><Relationship Id="rId2" Type="http://schemas.openxmlformats.org/officeDocument/2006/relationships/image" Target="../media/image460.wmf"/><Relationship Id="rId1" Type="http://schemas.openxmlformats.org/officeDocument/2006/relationships/image" Target="../media/image459.wmf"/><Relationship Id="rId6" Type="http://schemas.openxmlformats.org/officeDocument/2006/relationships/image" Target="../media/image464.wmf"/><Relationship Id="rId5" Type="http://schemas.openxmlformats.org/officeDocument/2006/relationships/image" Target="../media/image463.wmf"/><Relationship Id="rId10" Type="http://schemas.openxmlformats.org/officeDocument/2006/relationships/image" Target="../media/image468.wmf"/><Relationship Id="rId4" Type="http://schemas.openxmlformats.org/officeDocument/2006/relationships/image" Target="../media/image462.wmf"/><Relationship Id="rId9" Type="http://schemas.openxmlformats.org/officeDocument/2006/relationships/image" Target="../media/image467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9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2.wmf"/><Relationship Id="rId7" Type="http://schemas.openxmlformats.org/officeDocument/2006/relationships/image" Target="../media/image476.wmf"/><Relationship Id="rId2" Type="http://schemas.openxmlformats.org/officeDocument/2006/relationships/image" Target="../media/image471.wmf"/><Relationship Id="rId1" Type="http://schemas.openxmlformats.org/officeDocument/2006/relationships/image" Target="../media/image470.wmf"/><Relationship Id="rId6" Type="http://schemas.openxmlformats.org/officeDocument/2006/relationships/image" Target="../media/image475.wmf"/><Relationship Id="rId5" Type="http://schemas.openxmlformats.org/officeDocument/2006/relationships/image" Target="../media/image474.wmf"/><Relationship Id="rId4" Type="http://schemas.openxmlformats.org/officeDocument/2006/relationships/image" Target="../media/image473.wmf"/></Relationships>
</file>

<file path=ppt/drawings/_rels/vmlDrawing7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wmf"/><Relationship Id="rId13" Type="http://schemas.openxmlformats.org/officeDocument/2006/relationships/image" Target="../media/image488.emf"/><Relationship Id="rId3" Type="http://schemas.openxmlformats.org/officeDocument/2006/relationships/image" Target="../media/image479.wmf"/><Relationship Id="rId7" Type="http://schemas.openxmlformats.org/officeDocument/2006/relationships/image" Target="../media/image482.wmf"/><Relationship Id="rId12" Type="http://schemas.openxmlformats.org/officeDocument/2006/relationships/image" Target="../media/image487.emf"/><Relationship Id="rId2" Type="http://schemas.openxmlformats.org/officeDocument/2006/relationships/image" Target="../media/image478.wmf"/><Relationship Id="rId16" Type="http://schemas.openxmlformats.org/officeDocument/2006/relationships/image" Target="../media/image491.wmf"/><Relationship Id="rId1" Type="http://schemas.openxmlformats.org/officeDocument/2006/relationships/image" Target="../media/image477.wmf"/><Relationship Id="rId6" Type="http://schemas.openxmlformats.org/officeDocument/2006/relationships/image" Target="../media/image481.wmf"/><Relationship Id="rId11" Type="http://schemas.openxmlformats.org/officeDocument/2006/relationships/image" Target="../media/image486.wmf"/><Relationship Id="rId5" Type="http://schemas.openxmlformats.org/officeDocument/2006/relationships/image" Target="../media/image480.wmf"/><Relationship Id="rId15" Type="http://schemas.openxmlformats.org/officeDocument/2006/relationships/image" Target="../media/image490.emf"/><Relationship Id="rId10" Type="http://schemas.openxmlformats.org/officeDocument/2006/relationships/image" Target="../media/image485.emf"/><Relationship Id="rId4" Type="http://schemas.openxmlformats.org/officeDocument/2006/relationships/image" Target="../media/image471.wmf"/><Relationship Id="rId9" Type="http://schemas.openxmlformats.org/officeDocument/2006/relationships/image" Target="../media/image484.emf"/><Relationship Id="rId14" Type="http://schemas.openxmlformats.org/officeDocument/2006/relationships/image" Target="../media/image489.e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3.wmf"/><Relationship Id="rId7" Type="http://schemas.openxmlformats.org/officeDocument/2006/relationships/image" Target="../media/image497.wmf"/><Relationship Id="rId2" Type="http://schemas.openxmlformats.org/officeDocument/2006/relationships/image" Target="../media/image486.wmf"/><Relationship Id="rId1" Type="http://schemas.openxmlformats.org/officeDocument/2006/relationships/image" Target="../media/image492.wmf"/><Relationship Id="rId6" Type="http://schemas.openxmlformats.org/officeDocument/2006/relationships/image" Target="../media/image496.wmf"/><Relationship Id="rId5" Type="http://schemas.openxmlformats.org/officeDocument/2006/relationships/image" Target="../media/image495.wmf"/><Relationship Id="rId4" Type="http://schemas.openxmlformats.org/officeDocument/2006/relationships/image" Target="../media/image494.w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wmf"/><Relationship Id="rId7" Type="http://schemas.openxmlformats.org/officeDocument/2006/relationships/image" Target="../media/image502.emf"/><Relationship Id="rId2" Type="http://schemas.openxmlformats.org/officeDocument/2006/relationships/image" Target="../media/image499.wmf"/><Relationship Id="rId1" Type="http://schemas.openxmlformats.org/officeDocument/2006/relationships/image" Target="../media/image498.wmf"/><Relationship Id="rId6" Type="http://schemas.openxmlformats.org/officeDocument/2006/relationships/image" Target="../media/image501.emf"/><Relationship Id="rId5" Type="http://schemas.openxmlformats.org/officeDocument/2006/relationships/image" Target="../media/image480.wmf"/><Relationship Id="rId4" Type="http://schemas.openxmlformats.org/officeDocument/2006/relationships/image" Target="../media/image471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wmf"/><Relationship Id="rId3" Type="http://schemas.openxmlformats.org/officeDocument/2006/relationships/image" Target="../media/image505.wmf"/><Relationship Id="rId7" Type="http://schemas.openxmlformats.org/officeDocument/2006/relationships/image" Target="../media/image509.emf"/><Relationship Id="rId2" Type="http://schemas.openxmlformats.org/officeDocument/2006/relationships/image" Target="../media/image504.wmf"/><Relationship Id="rId1" Type="http://schemas.openxmlformats.org/officeDocument/2006/relationships/image" Target="../media/image503.wmf"/><Relationship Id="rId6" Type="http://schemas.openxmlformats.org/officeDocument/2006/relationships/image" Target="../media/image508.emf"/><Relationship Id="rId5" Type="http://schemas.openxmlformats.org/officeDocument/2006/relationships/image" Target="../media/image507.emf"/><Relationship Id="rId4" Type="http://schemas.openxmlformats.org/officeDocument/2006/relationships/image" Target="../media/image506.e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wmf"/><Relationship Id="rId2" Type="http://schemas.openxmlformats.org/officeDocument/2006/relationships/image" Target="../media/image511.wmf"/><Relationship Id="rId1" Type="http://schemas.openxmlformats.org/officeDocument/2006/relationships/image" Target="../media/image510.wmf"/><Relationship Id="rId4" Type="http://schemas.openxmlformats.org/officeDocument/2006/relationships/image" Target="../media/image513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6.wmf"/><Relationship Id="rId2" Type="http://schemas.openxmlformats.org/officeDocument/2006/relationships/image" Target="../media/image515.wmf"/><Relationship Id="rId1" Type="http://schemas.openxmlformats.org/officeDocument/2006/relationships/image" Target="../media/image514.wmf"/></Relationships>
</file>

<file path=ppt/drawings/_rels/vmlDrawing7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4.wmf"/><Relationship Id="rId3" Type="http://schemas.openxmlformats.org/officeDocument/2006/relationships/image" Target="../media/image519.wmf"/><Relationship Id="rId7" Type="http://schemas.openxmlformats.org/officeDocument/2006/relationships/image" Target="../media/image523.wmf"/><Relationship Id="rId2" Type="http://schemas.openxmlformats.org/officeDocument/2006/relationships/image" Target="../media/image518.wmf"/><Relationship Id="rId1" Type="http://schemas.openxmlformats.org/officeDocument/2006/relationships/image" Target="../media/image517.wmf"/><Relationship Id="rId6" Type="http://schemas.openxmlformats.org/officeDocument/2006/relationships/image" Target="../media/image522.wmf"/><Relationship Id="rId5" Type="http://schemas.openxmlformats.org/officeDocument/2006/relationships/image" Target="../media/image521.wmf"/><Relationship Id="rId4" Type="http://schemas.openxmlformats.org/officeDocument/2006/relationships/image" Target="../media/image520.wmf"/></Relationships>
</file>

<file path=ppt/drawings/_rels/vmlDrawing7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wmf"/><Relationship Id="rId3" Type="http://schemas.openxmlformats.org/officeDocument/2006/relationships/image" Target="../media/image527.wmf"/><Relationship Id="rId7" Type="http://schemas.openxmlformats.org/officeDocument/2006/relationships/image" Target="../media/image531.wmf"/><Relationship Id="rId2" Type="http://schemas.openxmlformats.org/officeDocument/2006/relationships/image" Target="../media/image526.wmf"/><Relationship Id="rId1" Type="http://schemas.openxmlformats.org/officeDocument/2006/relationships/image" Target="../media/image525.wmf"/><Relationship Id="rId6" Type="http://schemas.openxmlformats.org/officeDocument/2006/relationships/image" Target="../media/image530.wmf"/><Relationship Id="rId11" Type="http://schemas.openxmlformats.org/officeDocument/2006/relationships/image" Target="../media/image535.wmf"/><Relationship Id="rId5" Type="http://schemas.openxmlformats.org/officeDocument/2006/relationships/image" Target="../media/image529.wmf"/><Relationship Id="rId10" Type="http://schemas.openxmlformats.org/officeDocument/2006/relationships/image" Target="../media/image534.wmf"/><Relationship Id="rId4" Type="http://schemas.openxmlformats.org/officeDocument/2006/relationships/image" Target="../media/image528.wmf"/><Relationship Id="rId9" Type="http://schemas.openxmlformats.org/officeDocument/2006/relationships/image" Target="../media/image533.wmf"/></Relationships>
</file>

<file path=ppt/drawings/_rels/vmlDrawing8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8.wmf"/><Relationship Id="rId7" Type="http://schemas.openxmlformats.org/officeDocument/2006/relationships/image" Target="../media/image542.wmf"/><Relationship Id="rId2" Type="http://schemas.openxmlformats.org/officeDocument/2006/relationships/image" Target="../media/image537.wmf"/><Relationship Id="rId1" Type="http://schemas.openxmlformats.org/officeDocument/2006/relationships/image" Target="../media/image536.wmf"/><Relationship Id="rId6" Type="http://schemas.openxmlformats.org/officeDocument/2006/relationships/image" Target="../media/image541.wmf"/><Relationship Id="rId5" Type="http://schemas.openxmlformats.org/officeDocument/2006/relationships/image" Target="../media/image540.wmf"/><Relationship Id="rId4" Type="http://schemas.openxmlformats.org/officeDocument/2006/relationships/image" Target="../media/image539.wmf"/></Relationships>
</file>

<file path=ppt/drawings/_rels/vmlDrawing8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5.wmf"/><Relationship Id="rId2" Type="http://schemas.openxmlformats.org/officeDocument/2006/relationships/image" Target="../media/image544.wmf"/><Relationship Id="rId1" Type="http://schemas.openxmlformats.org/officeDocument/2006/relationships/image" Target="../media/image543.wmf"/><Relationship Id="rId6" Type="http://schemas.openxmlformats.org/officeDocument/2006/relationships/image" Target="../media/image548.wmf"/><Relationship Id="rId5" Type="http://schemas.openxmlformats.org/officeDocument/2006/relationships/image" Target="../media/image547.wmf"/><Relationship Id="rId4" Type="http://schemas.openxmlformats.org/officeDocument/2006/relationships/image" Target="../media/image546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1.wmf"/><Relationship Id="rId2" Type="http://schemas.openxmlformats.org/officeDocument/2006/relationships/image" Target="../media/image550.wmf"/><Relationship Id="rId1" Type="http://schemas.openxmlformats.org/officeDocument/2006/relationships/image" Target="../media/image549.w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2.wmf"/></Relationships>
</file>

<file path=ppt/drawings/_rels/vmlDrawing8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wmf"/><Relationship Id="rId13" Type="http://schemas.openxmlformats.org/officeDocument/2006/relationships/image" Target="../media/image565.wmf"/><Relationship Id="rId3" Type="http://schemas.openxmlformats.org/officeDocument/2006/relationships/image" Target="../media/image555.wmf"/><Relationship Id="rId7" Type="http://schemas.openxmlformats.org/officeDocument/2006/relationships/image" Target="../media/image559.wmf"/><Relationship Id="rId12" Type="http://schemas.openxmlformats.org/officeDocument/2006/relationships/image" Target="../media/image564.wmf"/><Relationship Id="rId2" Type="http://schemas.openxmlformats.org/officeDocument/2006/relationships/image" Target="../media/image554.wmf"/><Relationship Id="rId16" Type="http://schemas.openxmlformats.org/officeDocument/2006/relationships/image" Target="../media/image568.wmf"/><Relationship Id="rId1" Type="http://schemas.openxmlformats.org/officeDocument/2006/relationships/image" Target="../media/image553.wmf"/><Relationship Id="rId6" Type="http://schemas.openxmlformats.org/officeDocument/2006/relationships/image" Target="../media/image558.wmf"/><Relationship Id="rId11" Type="http://schemas.openxmlformats.org/officeDocument/2006/relationships/image" Target="../media/image563.wmf"/><Relationship Id="rId5" Type="http://schemas.openxmlformats.org/officeDocument/2006/relationships/image" Target="../media/image557.wmf"/><Relationship Id="rId15" Type="http://schemas.openxmlformats.org/officeDocument/2006/relationships/image" Target="../media/image567.wmf"/><Relationship Id="rId10" Type="http://schemas.openxmlformats.org/officeDocument/2006/relationships/image" Target="../media/image562.wmf"/><Relationship Id="rId4" Type="http://schemas.openxmlformats.org/officeDocument/2006/relationships/image" Target="../media/image556.wmf"/><Relationship Id="rId9" Type="http://schemas.openxmlformats.org/officeDocument/2006/relationships/image" Target="../media/image561.wmf"/><Relationship Id="rId14" Type="http://schemas.openxmlformats.org/officeDocument/2006/relationships/image" Target="../media/image566.w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9.wmf"/></Relationships>
</file>

<file path=ppt/drawings/_rels/vmlDrawing8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6.wmf"/><Relationship Id="rId3" Type="http://schemas.openxmlformats.org/officeDocument/2006/relationships/image" Target="../media/image571.wmf"/><Relationship Id="rId7" Type="http://schemas.openxmlformats.org/officeDocument/2006/relationships/image" Target="../media/image575.wmf"/><Relationship Id="rId12" Type="http://schemas.openxmlformats.org/officeDocument/2006/relationships/image" Target="../media/image580.wmf"/><Relationship Id="rId2" Type="http://schemas.openxmlformats.org/officeDocument/2006/relationships/image" Target="../media/image319.wmf"/><Relationship Id="rId1" Type="http://schemas.openxmlformats.org/officeDocument/2006/relationships/image" Target="../media/image570.wmf"/><Relationship Id="rId6" Type="http://schemas.openxmlformats.org/officeDocument/2006/relationships/image" Target="../media/image574.wmf"/><Relationship Id="rId11" Type="http://schemas.openxmlformats.org/officeDocument/2006/relationships/image" Target="../media/image579.wmf"/><Relationship Id="rId5" Type="http://schemas.openxmlformats.org/officeDocument/2006/relationships/image" Target="../media/image573.wmf"/><Relationship Id="rId10" Type="http://schemas.openxmlformats.org/officeDocument/2006/relationships/image" Target="../media/image578.wmf"/><Relationship Id="rId4" Type="http://schemas.openxmlformats.org/officeDocument/2006/relationships/image" Target="../media/image572.wmf"/><Relationship Id="rId9" Type="http://schemas.openxmlformats.org/officeDocument/2006/relationships/image" Target="../media/image577.wmf"/></Relationships>
</file>

<file path=ppt/drawings/_rels/vmlDrawing8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9.wmf"/><Relationship Id="rId2" Type="http://schemas.openxmlformats.org/officeDocument/2006/relationships/image" Target="../media/image578.wmf"/><Relationship Id="rId1" Type="http://schemas.openxmlformats.org/officeDocument/2006/relationships/image" Target="../media/image577.wmf"/><Relationship Id="rId5" Type="http://schemas.openxmlformats.org/officeDocument/2006/relationships/image" Target="../media/image582.wmf"/><Relationship Id="rId4" Type="http://schemas.openxmlformats.org/officeDocument/2006/relationships/image" Target="../media/image581.w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5.wmf"/><Relationship Id="rId7" Type="http://schemas.openxmlformats.org/officeDocument/2006/relationships/image" Target="../media/image589.wmf"/><Relationship Id="rId2" Type="http://schemas.openxmlformats.org/officeDocument/2006/relationships/image" Target="../media/image584.wmf"/><Relationship Id="rId1" Type="http://schemas.openxmlformats.org/officeDocument/2006/relationships/image" Target="../media/image583.wmf"/><Relationship Id="rId6" Type="http://schemas.openxmlformats.org/officeDocument/2006/relationships/image" Target="../media/image588.wmf"/><Relationship Id="rId5" Type="http://schemas.openxmlformats.org/officeDocument/2006/relationships/image" Target="../media/image587.wmf"/><Relationship Id="rId4" Type="http://schemas.openxmlformats.org/officeDocument/2006/relationships/image" Target="../media/image586.emf"/></Relationships>
</file>

<file path=ppt/drawings/_rels/vmlDrawing8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7.wmf"/><Relationship Id="rId3" Type="http://schemas.openxmlformats.org/officeDocument/2006/relationships/image" Target="../media/image592.wmf"/><Relationship Id="rId7" Type="http://schemas.openxmlformats.org/officeDocument/2006/relationships/image" Target="../media/image596.wmf"/><Relationship Id="rId2" Type="http://schemas.openxmlformats.org/officeDocument/2006/relationships/image" Target="../media/image591.wmf"/><Relationship Id="rId1" Type="http://schemas.openxmlformats.org/officeDocument/2006/relationships/image" Target="../media/image590.wmf"/><Relationship Id="rId6" Type="http://schemas.openxmlformats.org/officeDocument/2006/relationships/image" Target="../media/image595.wmf"/><Relationship Id="rId5" Type="http://schemas.openxmlformats.org/officeDocument/2006/relationships/image" Target="../media/image594.wmf"/><Relationship Id="rId4" Type="http://schemas.openxmlformats.org/officeDocument/2006/relationships/image" Target="../media/image593.wmf"/><Relationship Id="rId9" Type="http://schemas.openxmlformats.org/officeDocument/2006/relationships/image" Target="../media/image598.wmf"/></Relationships>
</file>

<file path=ppt/drawings/_rels/vmlDrawing9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6.wmf"/><Relationship Id="rId3" Type="http://schemas.openxmlformats.org/officeDocument/2006/relationships/image" Target="../media/image601.wmf"/><Relationship Id="rId7" Type="http://schemas.openxmlformats.org/officeDocument/2006/relationships/image" Target="../media/image605.wmf"/><Relationship Id="rId2" Type="http://schemas.openxmlformats.org/officeDocument/2006/relationships/image" Target="../media/image600.wmf"/><Relationship Id="rId1" Type="http://schemas.openxmlformats.org/officeDocument/2006/relationships/image" Target="../media/image599.wmf"/><Relationship Id="rId6" Type="http://schemas.openxmlformats.org/officeDocument/2006/relationships/image" Target="../media/image604.wmf"/><Relationship Id="rId5" Type="http://schemas.openxmlformats.org/officeDocument/2006/relationships/image" Target="../media/image603.wmf"/><Relationship Id="rId10" Type="http://schemas.openxmlformats.org/officeDocument/2006/relationships/image" Target="../media/image608.wmf"/><Relationship Id="rId4" Type="http://schemas.openxmlformats.org/officeDocument/2006/relationships/image" Target="../media/image602.wmf"/><Relationship Id="rId9" Type="http://schemas.openxmlformats.org/officeDocument/2006/relationships/image" Target="../media/image607.wmf"/></Relationships>
</file>

<file path=ppt/drawings/_rels/vmlDrawing9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5.wmf"/><Relationship Id="rId3" Type="http://schemas.openxmlformats.org/officeDocument/2006/relationships/image" Target="../media/image610.wmf"/><Relationship Id="rId7" Type="http://schemas.openxmlformats.org/officeDocument/2006/relationships/image" Target="../media/image614.wmf"/><Relationship Id="rId12" Type="http://schemas.openxmlformats.org/officeDocument/2006/relationships/image" Target="../media/image619.wmf"/><Relationship Id="rId2" Type="http://schemas.openxmlformats.org/officeDocument/2006/relationships/image" Target="../media/image601.wmf"/><Relationship Id="rId1" Type="http://schemas.openxmlformats.org/officeDocument/2006/relationships/image" Target="../media/image609.wmf"/><Relationship Id="rId6" Type="http://schemas.openxmlformats.org/officeDocument/2006/relationships/image" Target="../media/image613.wmf"/><Relationship Id="rId11" Type="http://schemas.openxmlformats.org/officeDocument/2006/relationships/image" Target="../media/image618.emf"/><Relationship Id="rId5" Type="http://schemas.openxmlformats.org/officeDocument/2006/relationships/image" Target="../media/image612.wmf"/><Relationship Id="rId10" Type="http://schemas.openxmlformats.org/officeDocument/2006/relationships/image" Target="../media/image617.emf"/><Relationship Id="rId4" Type="http://schemas.openxmlformats.org/officeDocument/2006/relationships/image" Target="../media/image611.wmf"/><Relationship Id="rId9" Type="http://schemas.openxmlformats.org/officeDocument/2006/relationships/image" Target="../media/image616.wmf"/></Relationships>
</file>

<file path=ppt/drawings/_rels/vmlDrawing9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9.wmf"/><Relationship Id="rId2" Type="http://schemas.openxmlformats.org/officeDocument/2006/relationships/image" Target="../media/image621.wmf"/><Relationship Id="rId1" Type="http://schemas.openxmlformats.org/officeDocument/2006/relationships/image" Target="../media/image620.wmf"/><Relationship Id="rId5" Type="http://schemas.openxmlformats.org/officeDocument/2006/relationships/image" Target="../media/image623.wmf"/><Relationship Id="rId4" Type="http://schemas.openxmlformats.org/officeDocument/2006/relationships/image" Target="../media/image622.wmf"/></Relationships>
</file>

<file path=ppt/drawings/_rels/vmlDrawing9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1.wmf"/><Relationship Id="rId3" Type="http://schemas.openxmlformats.org/officeDocument/2006/relationships/image" Target="../media/image626.wmf"/><Relationship Id="rId7" Type="http://schemas.openxmlformats.org/officeDocument/2006/relationships/image" Target="../media/image630.wmf"/><Relationship Id="rId2" Type="http://schemas.openxmlformats.org/officeDocument/2006/relationships/image" Target="../media/image625.wmf"/><Relationship Id="rId1" Type="http://schemas.openxmlformats.org/officeDocument/2006/relationships/image" Target="../media/image624.wmf"/><Relationship Id="rId6" Type="http://schemas.openxmlformats.org/officeDocument/2006/relationships/image" Target="../media/image629.wmf"/><Relationship Id="rId5" Type="http://schemas.openxmlformats.org/officeDocument/2006/relationships/image" Target="../media/image628.wmf"/><Relationship Id="rId10" Type="http://schemas.openxmlformats.org/officeDocument/2006/relationships/image" Target="../media/image633.wmf"/><Relationship Id="rId4" Type="http://schemas.openxmlformats.org/officeDocument/2006/relationships/image" Target="../media/image627.wmf"/><Relationship Id="rId9" Type="http://schemas.openxmlformats.org/officeDocument/2006/relationships/image" Target="../media/image632.wmf"/></Relationships>
</file>

<file path=ppt/drawings/_rels/vmlDrawing9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4.wmf"/><Relationship Id="rId2" Type="http://schemas.openxmlformats.org/officeDocument/2006/relationships/image" Target="../media/image633.wmf"/><Relationship Id="rId1" Type="http://schemas.openxmlformats.org/officeDocument/2006/relationships/image" Target="../media/image630.wmf"/><Relationship Id="rId4" Type="http://schemas.openxmlformats.org/officeDocument/2006/relationships/image" Target="../media/image635.w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8.wmf"/><Relationship Id="rId2" Type="http://schemas.openxmlformats.org/officeDocument/2006/relationships/image" Target="../media/image637.wmf"/><Relationship Id="rId1" Type="http://schemas.openxmlformats.org/officeDocument/2006/relationships/image" Target="../media/image636.wmf"/><Relationship Id="rId6" Type="http://schemas.openxmlformats.org/officeDocument/2006/relationships/image" Target="../media/image641.wmf"/><Relationship Id="rId5" Type="http://schemas.openxmlformats.org/officeDocument/2006/relationships/image" Target="../media/image640.wmf"/><Relationship Id="rId4" Type="http://schemas.openxmlformats.org/officeDocument/2006/relationships/image" Target="../media/image639.wmf"/></Relationships>
</file>

<file path=ppt/drawings/_rels/vmlDrawing9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wmf"/><Relationship Id="rId2" Type="http://schemas.openxmlformats.org/officeDocument/2006/relationships/image" Target="../media/image643.wmf"/><Relationship Id="rId1" Type="http://schemas.openxmlformats.org/officeDocument/2006/relationships/image" Target="../media/image642.wmf"/><Relationship Id="rId5" Type="http://schemas.openxmlformats.org/officeDocument/2006/relationships/image" Target="../media/image645.wmf"/><Relationship Id="rId4" Type="http://schemas.openxmlformats.org/officeDocument/2006/relationships/image" Target="../media/image644.w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7.wmf"/><Relationship Id="rId7" Type="http://schemas.openxmlformats.org/officeDocument/2006/relationships/image" Target="../media/image649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648.emf"/><Relationship Id="rId4" Type="http://schemas.openxmlformats.org/officeDocument/2006/relationships/image" Target="../media/image125.wmf"/></Relationships>
</file>

<file path=ppt/drawings/_rels/vmlDrawing9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wmf"/><Relationship Id="rId3" Type="http://schemas.openxmlformats.org/officeDocument/2006/relationships/image" Target="../media/image130.wmf"/><Relationship Id="rId7" Type="http://schemas.openxmlformats.org/officeDocument/2006/relationships/image" Target="../media/image135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Relationship Id="rId9" Type="http://schemas.openxmlformats.org/officeDocument/2006/relationships/image" Target="../media/image651.w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7" Type="http://schemas.openxmlformats.org/officeDocument/2006/relationships/image" Target="../media/image141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39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/Relationships>
</file>

<file path=ppt/drawings/_rels/vmlDrawing10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29.wmf"/><Relationship Id="rId1" Type="http://schemas.openxmlformats.org/officeDocument/2006/relationships/image" Target="../media/image652.wmf"/><Relationship Id="rId5" Type="http://schemas.openxmlformats.org/officeDocument/2006/relationships/image" Target="../media/image654.wmf"/><Relationship Id="rId4" Type="http://schemas.openxmlformats.org/officeDocument/2006/relationships/image" Target="../media/image653.wmf"/></Relationships>
</file>

<file path=ppt/drawings/_rels/vmlDrawing10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7.wmf"/><Relationship Id="rId2" Type="http://schemas.openxmlformats.org/officeDocument/2006/relationships/image" Target="../media/image656.wmf"/><Relationship Id="rId1" Type="http://schemas.openxmlformats.org/officeDocument/2006/relationships/image" Target="../media/image655.wmf"/><Relationship Id="rId5" Type="http://schemas.openxmlformats.org/officeDocument/2006/relationships/image" Target="../media/image659.wmf"/><Relationship Id="rId4" Type="http://schemas.openxmlformats.org/officeDocument/2006/relationships/image" Target="../media/image658.wmf"/></Relationships>
</file>

<file path=ppt/drawings/_rels/vmlDrawing10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5.wmf"/><Relationship Id="rId3" Type="http://schemas.openxmlformats.org/officeDocument/2006/relationships/image" Target="../media/image659.wmf"/><Relationship Id="rId7" Type="http://schemas.openxmlformats.org/officeDocument/2006/relationships/image" Target="../media/image664.wmf"/><Relationship Id="rId2" Type="http://schemas.openxmlformats.org/officeDocument/2006/relationships/image" Target="../media/image658.wmf"/><Relationship Id="rId1" Type="http://schemas.openxmlformats.org/officeDocument/2006/relationships/image" Target="../media/image660.wmf"/><Relationship Id="rId6" Type="http://schemas.openxmlformats.org/officeDocument/2006/relationships/image" Target="../media/image663.wmf"/><Relationship Id="rId5" Type="http://schemas.openxmlformats.org/officeDocument/2006/relationships/image" Target="../media/image662.wmf"/><Relationship Id="rId4" Type="http://schemas.openxmlformats.org/officeDocument/2006/relationships/image" Target="../media/image661.wmf"/><Relationship Id="rId9" Type="http://schemas.openxmlformats.org/officeDocument/2006/relationships/image" Target="../media/image66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45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45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1D8AE35A-9505-4BEB-9210-04173F3B7CF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ACD8FBE3-6FC0-404F-A693-90662822FDD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0D38D4-F5A8-4138-9C4D-6F54089B04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115066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B8C95-4236-4C99-A54A-D3BFB734A93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511678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B8740-FFB8-4FB7-8B6A-240CBD02B02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711595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134AB-D43C-44CC-875A-CD9CFE7D389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249541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22EAF-9AB2-4FFB-9349-E608B8B53F4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260599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EFB4B-A659-46AC-8115-32134BE0AE0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224965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161B1-529C-46BA-B569-62F291C351C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449481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46731-B7D6-49D3-99AC-FAA2232581A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001477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1F96A8-DAA6-406A-9B63-95641EFD5FF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83531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03188-2716-49C4-A103-ECA9F576A22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271792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0D08E1-C8BC-4D5A-A49A-DCA1989472C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35229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0"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b="0"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b="0">
                <a:latin typeface="+mn-lt"/>
              </a:defRPr>
            </a:lvl1pPr>
          </a:lstStyle>
          <a:p>
            <a:fld id="{54903359-5BF6-4F12-B878-1EA75948BEC7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9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8.e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29.wmf"/><Relationship Id="rId26" Type="http://schemas.openxmlformats.org/officeDocument/2006/relationships/image" Target="../media/image33.e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2.emf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7.wmf"/><Relationship Id="rId22" Type="http://schemas.openxmlformats.org/officeDocument/2006/relationships/image" Target="../media/image3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0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49.wmf"/><Relationship Id="rId26" Type="http://schemas.openxmlformats.org/officeDocument/2006/relationships/image" Target="../media/image52.emf"/><Relationship Id="rId3" Type="http://schemas.openxmlformats.org/officeDocument/2006/relationships/oleObject" Target="../embeddings/oleObject44.bin"/><Relationship Id="rId21" Type="http://schemas.openxmlformats.org/officeDocument/2006/relationships/oleObject" Target="../embeddings/oleObject53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51.bin"/><Relationship Id="rId25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8.bin"/><Relationship Id="rId24" Type="http://schemas.openxmlformats.org/officeDocument/2006/relationships/image" Target="../media/image51.emf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4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7.wmf"/><Relationship Id="rId22" Type="http://schemas.openxmlformats.org/officeDocument/2006/relationships/image" Target="../media/image3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59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60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1.e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20" Type="http://schemas.openxmlformats.org/officeDocument/2006/relationships/image" Target="../media/image72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69.wmf"/><Relationship Id="rId22" Type="http://schemas.openxmlformats.org/officeDocument/2006/relationships/image" Target="../media/image7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81.e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e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79.emf"/><Relationship Id="rId22" Type="http://schemas.openxmlformats.org/officeDocument/2006/relationships/image" Target="../media/image6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89.e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e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87.emf"/><Relationship Id="rId22" Type="http://schemas.openxmlformats.org/officeDocument/2006/relationships/image" Target="../media/image6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0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96.wmf"/><Relationship Id="rId18" Type="http://schemas.openxmlformats.org/officeDocument/2006/relationships/oleObject" Target="../embeddings/oleObject110.bin"/><Relationship Id="rId3" Type="http://schemas.openxmlformats.org/officeDocument/2006/relationships/audio" Target="../media/audio1.wav"/><Relationship Id="rId21" Type="http://schemas.openxmlformats.org/officeDocument/2006/relationships/image" Target="../media/image100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9.bin"/><Relationship Id="rId20" Type="http://schemas.openxmlformats.org/officeDocument/2006/relationships/oleObject" Target="../embeddings/oleObject111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5" Type="http://schemas.openxmlformats.org/officeDocument/2006/relationships/image" Target="../media/image97.wmf"/><Relationship Id="rId10" Type="http://schemas.openxmlformats.org/officeDocument/2006/relationships/oleObject" Target="../embeddings/oleObject106.bin"/><Relationship Id="rId19" Type="http://schemas.openxmlformats.org/officeDocument/2006/relationships/image" Target="../media/image99.w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10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03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9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08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2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10" Type="http://schemas.openxmlformats.org/officeDocument/2006/relationships/image" Target="../media/image111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1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1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44.bin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2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35.wmf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10" Type="http://schemas.openxmlformats.org/officeDocument/2006/relationships/image" Target="../media/image131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3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41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10" Type="http://schemas.openxmlformats.org/officeDocument/2006/relationships/image" Target="../media/image131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3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4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52.wmf"/><Relationship Id="rId26" Type="http://schemas.openxmlformats.org/officeDocument/2006/relationships/image" Target="../media/image156.emf"/><Relationship Id="rId3" Type="http://schemas.openxmlformats.org/officeDocument/2006/relationships/oleObject" Target="../embeddings/oleObject164.bin"/><Relationship Id="rId21" Type="http://schemas.openxmlformats.org/officeDocument/2006/relationships/oleObject" Target="../embeddings/oleObject173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49.emf"/><Relationship Id="rId17" Type="http://schemas.openxmlformats.org/officeDocument/2006/relationships/oleObject" Target="../embeddings/oleObject171.bin"/><Relationship Id="rId25" Type="http://schemas.openxmlformats.org/officeDocument/2006/relationships/oleObject" Target="../embeddings/oleObject17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1.wmf"/><Relationship Id="rId20" Type="http://schemas.openxmlformats.org/officeDocument/2006/relationships/image" Target="../media/image153.wmf"/><Relationship Id="rId29" Type="http://schemas.openxmlformats.org/officeDocument/2006/relationships/oleObject" Target="../embeddings/oleObject177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68.bin"/><Relationship Id="rId24" Type="http://schemas.openxmlformats.org/officeDocument/2006/relationships/image" Target="../media/image155.emf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23" Type="http://schemas.openxmlformats.org/officeDocument/2006/relationships/oleObject" Target="../embeddings/oleObject174.bin"/><Relationship Id="rId28" Type="http://schemas.openxmlformats.org/officeDocument/2006/relationships/image" Target="../media/image157.emf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72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50.emf"/><Relationship Id="rId22" Type="http://schemas.openxmlformats.org/officeDocument/2006/relationships/image" Target="../media/image154.emf"/><Relationship Id="rId27" Type="http://schemas.openxmlformats.org/officeDocument/2006/relationships/oleObject" Target="../embeddings/oleObject176.bin"/><Relationship Id="rId30" Type="http://schemas.openxmlformats.org/officeDocument/2006/relationships/image" Target="../media/image15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66.wmf"/><Relationship Id="rId26" Type="http://schemas.openxmlformats.org/officeDocument/2006/relationships/image" Target="../media/image170.wmf"/><Relationship Id="rId3" Type="http://schemas.openxmlformats.org/officeDocument/2006/relationships/oleObject" Target="../embeddings/oleObject178.bin"/><Relationship Id="rId21" Type="http://schemas.openxmlformats.org/officeDocument/2006/relationships/oleObject" Target="../embeddings/oleObject187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5.wmf"/><Relationship Id="rId20" Type="http://schemas.openxmlformats.org/officeDocument/2006/relationships/image" Target="../media/image167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82.bin"/><Relationship Id="rId24" Type="http://schemas.openxmlformats.org/officeDocument/2006/relationships/image" Target="../media/image169.wmf"/><Relationship Id="rId5" Type="http://schemas.openxmlformats.org/officeDocument/2006/relationships/oleObject" Target="../embeddings/oleObject179.bin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10" Type="http://schemas.openxmlformats.org/officeDocument/2006/relationships/image" Target="../media/image162.wmf"/><Relationship Id="rId19" Type="http://schemas.openxmlformats.org/officeDocument/2006/relationships/oleObject" Target="../embeddings/oleObject186.bin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64.emf"/><Relationship Id="rId22" Type="http://schemas.openxmlformats.org/officeDocument/2006/relationships/image" Target="../media/image16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195.bin"/><Relationship Id="rId18" Type="http://schemas.openxmlformats.org/officeDocument/2006/relationships/image" Target="../media/image178.wmf"/><Relationship Id="rId26" Type="http://schemas.openxmlformats.org/officeDocument/2006/relationships/image" Target="../media/image181.wmf"/><Relationship Id="rId3" Type="http://schemas.openxmlformats.org/officeDocument/2006/relationships/oleObject" Target="../embeddings/oleObject190.bin"/><Relationship Id="rId21" Type="http://schemas.openxmlformats.org/officeDocument/2006/relationships/oleObject" Target="../embeddings/oleObject199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75.wmf"/><Relationship Id="rId17" Type="http://schemas.openxmlformats.org/officeDocument/2006/relationships/oleObject" Target="../embeddings/oleObject197.bin"/><Relationship Id="rId25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7.wmf"/><Relationship Id="rId20" Type="http://schemas.openxmlformats.org/officeDocument/2006/relationships/image" Target="../media/image159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94.bin"/><Relationship Id="rId24" Type="http://schemas.openxmlformats.org/officeDocument/2006/relationships/image" Target="../media/image180.wmf"/><Relationship Id="rId5" Type="http://schemas.openxmlformats.org/officeDocument/2006/relationships/oleObject" Target="../embeddings/oleObject191.bin"/><Relationship Id="rId15" Type="http://schemas.openxmlformats.org/officeDocument/2006/relationships/oleObject" Target="../embeddings/oleObject196.bin"/><Relationship Id="rId23" Type="http://schemas.openxmlformats.org/officeDocument/2006/relationships/oleObject" Target="../embeddings/oleObject200.bin"/><Relationship Id="rId28" Type="http://schemas.openxmlformats.org/officeDocument/2006/relationships/image" Target="../media/image163.wmf"/><Relationship Id="rId10" Type="http://schemas.openxmlformats.org/officeDocument/2006/relationships/image" Target="../media/image174.w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171.e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76.wmf"/><Relationship Id="rId22" Type="http://schemas.openxmlformats.org/officeDocument/2006/relationships/image" Target="../media/image179.wmf"/><Relationship Id="rId27" Type="http://schemas.openxmlformats.org/officeDocument/2006/relationships/oleObject" Target="../embeddings/oleObject20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208.bin"/><Relationship Id="rId18" Type="http://schemas.openxmlformats.org/officeDocument/2006/relationships/image" Target="../media/image189.wmf"/><Relationship Id="rId26" Type="http://schemas.openxmlformats.org/officeDocument/2006/relationships/image" Target="../media/image179.wmf"/><Relationship Id="rId3" Type="http://schemas.openxmlformats.org/officeDocument/2006/relationships/oleObject" Target="../embeddings/oleObject203.bin"/><Relationship Id="rId21" Type="http://schemas.openxmlformats.org/officeDocument/2006/relationships/oleObject" Target="../embeddings/oleObject212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210.bin"/><Relationship Id="rId25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wmf"/><Relationship Id="rId20" Type="http://schemas.openxmlformats.org/officeDocument/2006/relationships/image" Target="../media/image190.wmf"/><Relationship Id="rId29" Type="http://schemas.openxmlformats.org/officeDocument/2006/relationships/oleObject" Target="../embeddings/oleObject216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207.bin"/><Relationship Id="rId24" Type="http://schemas.openxmlformats.org/officeDocument/2006/relationships/image" Target="../media/image159.wmf"/><Relationship Id="rId32" Type="http://schemas.openxmlformats.org/officeDocument/2006/relationships/image" Target="../media/image163.wmf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09.bin"/><Relationship Id="rId23" Type="http://schemas.openxmlformats.org/officeDocument/2006/relationships/oleObject" Target="../embeddings/oleObject213.bin"/><Relationship Id="rId28" Type="http://schemas.openxmlformats.org/officeDocument/2006/relationships/image" Target="../media/image180.wmf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211.bin"/><Relationship Id="rId31" Type="http://schemas.openxmlformats.org/officeDocument/2006/relationships/oleObject" Target="../embeddings/oleObject217.bin"/><Relationship Id="rId4" Type="http://schemas.openxmlformats.org/officeDocument/2006/relationships/image" Target="../media/image182.e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187.wmf"/><Relationship Id="rId22" Type="http://schemas.openxmlformats.org/officeDocument/2006/relationships/image" Target="../media/image191.emf"/><Relationship Id="rId27" Type="http://schemas.openxmlformats.org/officeDocument/2006/relationships/oleObject" Target="../embeddings/oleObject215.bin"/><Relationship Id="rId30" Type="http://schemas.openxmlformats.org/officeDocument/2006/relationships/image" Target="../media/image18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23.bin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1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19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229.bin"/><Relationship Id="rId18" Type="http://schemas.openxmlformats.org/officeDocument/2006/relationships/image" Target="../media/image205.wmf"/><Relationship Id="rId26" Type="http://schemas.openxmlformats.org/officeDocument/2006/relationships/image" Target="../media/image209.wmf"/><Relationship Id="rId3" Type="http://schemas.openxmlformats.org/officeDocument/2006/relationships/oleObject" Target="../embeddings/oleObject224.bin"/><Relationship Id="rId21" Type="http://schemas.openxmlformats.org/officeDocument/2006/relationships/oleObject" Target="../embeddings/oleObject233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31.bin"/><Relationship Id="rId25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wmf"/><Relationship Id="rId20" Type="http://schemas.openxmlformats.org/officeDocument/2006/relationships/image" Target="../media/image206.wmf"/><Relationship Id="rId29" Type="http://schemas.openxmlformats.org/officeDocument/2006/relationships/oleObject" Target="../embeddings/oleObject237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28.bin"/><Relationship Id="rId24" Type="http://schemas.openxmlformats.org/officeDocument/2006/relationships/image" Target="../media/image208.wmf"/><Relationship Id="rId32" Type="http://schemas.openxmlformats.org/officeDocument/2006/relationships/image" Target="../media/image212.wmf"/><Relationship Id="rId5" Type="http://schemas.openxmlformats.org/officeDocument/2006/relationships/oleObject" Target="../embeddings/oleObject225.bin"/><Relationship Id="rId15" Type="http://schemas.openxmlformats.org/officeDocument/2006/relationships/oleObject" Target="../embeddings/oleObject230.bin"/><Relationship Id="rId23" Type="http://schemas.openxmlformats.org/officeDocument/2006/relationships/oleObject" Target="../embeddings/oleObject234.bin"/><Relationship Id="rId28" Type="http://schemas.openxmlformats.org/officeDocument/2006/relationships/image" Target="../media/image210.wmf"/><Relationship Id="rId10" Type="http://schemas.openxmlformats.org/officeDocument/2006/relationships/image" Target="../media/image201.emf"/><Relationship Id="rId19" Type="http://schemas.openxmlformats.org/officeDocument/2006/relationships/oleObject" Target="../embeddings/oleObject232.bin"/><Relationship Id="rId31" Type="http://schemas.openxmlformats.org/officeDocument/2006/relationships/oleObject" Target="../embeddings/oleObject238.bin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03.wmf"/><Relationship Id="rId22" Type="http://schemas.openxmlformats.org/officeDocument/2006/relationships/image" Target="../media/image207.wmf"/><Relationship Id="rId27" Type="http://schemas.openxmlformats.org/officeDocument/2006/relationships/oleObject" Target="../embeddings/oleObject236.bin"/><Relationship Id="rId30" Type="http://schemas.openxmlformats.org/officeDocument/2006/relationships/image" Target="../media/image211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220.wmf"/><Relationship Id="rId26" Type="http://schemas.openxmlformats.org/officeDocument/2006/relationships/image" Target="../media/image224.wmf"/><Relationship Id="rId3" Type="http://schemas.openxmlformats.org/officeDocument/2006/relationships/oleObject" Target="../embeddings/oleObject239.bin"/><Relationship Id="rId21" Type="http://schemas.openxmlformats.org/officeDocument/2006/relationships/oleObject" Target="../embeddings/oleObject248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17.emf"/><Relationship Id="rId17" Type="http://schemas.openxmlformats.org/officeDocument/2006/relationships/oleObject" Target="../embeddings/oleObject246.bin"/><Relationship Id="rId25" Type="http://schemas.openxmlformats.org/officeDocument/2006/relationships/oleObject" Target="../embeddings/oleObject2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wmf"/><Relationship Id="rId20" Type="http://schemas.openxmlformats.org/officeDocument/2006/relationships/image" Target="../media/image221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243.bin"/><Relationship Id="rId24" Type="http://schemas.openxmlformats.org/officeDocument/2006/relationships/image" Target="../media/image223.wmf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23" Type="http://schemas.openxmlformats.org/officeDocument/2006/relationships/oleObject" Target="../embeddings/oleObject249.bin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47.bin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218.wmf"/><Relationship Id="rId22" Type="http://schemas.openxmlformats.org/officeDocument/2006/relationships/image" Target="../media/image22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oleObject" Target="../embeddings/oleObject256.bin"/><Relationship Id="rId3" Type="http://schemas.openxmlformats.org/officeDocument/2006/relationships/oleObject" Target="../embeddings/oleObject251.bin"/><Relationship Id="rId7" Type="http://schemas.openxmlformats.org/officeDocument/2006/relationships/oleObject" Target="../embeddings/oleObject253.bin"/><Relationship Id="rId12" Type="http://schemas.openxmlformats.org/officeDocument/2006/relationships/image" Target="../media/image2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55.bin"/><Relationship Id="rId5" Type="http://schemas.openxmlformats.org/officeDocument/2006/relationships/oleObject" Target="../embeddings/oleObject252.bin"/><Relationship Id="rId10" Type="http://schemas.openxmlformats.org/officeDocument/2006/relationships/image" Target="../media/image215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54.bin"/><Relationship Id="rId14" Type="http://schemas.openxmlformats.org/officeDocument/2006/relationships/image" Target="../media/image22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62.bin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3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4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8.bin"/><Relationship Id="rId15" Type="http://schemas.openxmlformats.org/officeDocument/2006/relationships/oleObject" Target="../embeddings/oleObject263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3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13" Type="http://schemas.openxmlformats.org/officeDocument/2006/relationships/oleObject" Target="../embeddings/oleObject269.bin"/><Relationship Id="rId18" Type="http://schemas.openxmlformats.org/officeDocument/2006/relationships/image" Target="../media/image242.emf"/><Relationship Id="rId3" Type="http://schemas.openxmlformats.org/officeDocument/2006/relationships/oleObject" Target="../embeddings/oleObject264.bin"/><Relationship Id="rId21" Type="http://schemas.openxmlformats.org/officeDocument/2006/relationships/oleObject" Target="../embeddings/oleObject273.bin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39.wmf"/><Relationship Id="rId17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1.wmf"/><Relationship Id="rId20" Type="http://schemas.openxmlformats.org/officeDocument/2006/relationships/image" Target="../media/image243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6.wmf"/><Relationship Id="rId11" Type="http://schemas.openxmlformats.org/officeDocument/2006/relationships/oleObject" Target="../embeddings/oleObject268.bin"/><Relationship Id="rId5" Type="http://schemas.openxmlformats.org/officeDocument/2006/relationships/oleObject" Target="../embeddings/oleObject265.bin"/><Relationship Id="rId15" Type="http://schemas.openxmlformats.org/officeDocument/2006/relationships/oleObject" Target="../embeddings/oleObject270.bin"/><Relationship Id="rId10" Type="http://schemas.openxmlformats.org/officeDocument/2006/relationships/image" Target="../media/image238.emf"/><Relationship Id="rId19" Type="http://schemas.openxmlformats.org/officeDocument/2006/relationships/oleObject" Target="../embeddings/oleObject272.bin"/><Relationship Id="rId4" Type="http://schemas.openxmlformats.org/officeDocument/2006/relationships/image" Target="../media/image235.wmf"/><Relationship Id="rId9" Type="http://schemas.openxmlformats.org/officeDocument/2006/relationships/oleObject" Target="../embeddings/oleObject267.bin"/><Relationship Id="rId14" Type="http://schemas.openxmlformats.org/officeDocument/2006/relationships/image" Target="../media/image240.wmf"/><Relationship Id="rId22" Type="http://schemas.openxmlformats.org/officeDocument/2006/relationships/image" Target="../media/image24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79.bin"/><Relationship Id="rId3" Type="http://schemas.openxmlformats.org/officeDocument/2006/relationships/oleObject" Target="../embeddings/oleObject274.bin"/><Relationship Id="rId7" Type="http://schemas.openxmlformats.org/officeDocument/2006/relationships/oleObject" Target="../embeddings/oleObject276.bin"/><Relationship Id="rId12" Type="http://schemas.openxmlformats.org/officeDocument/2006/relationships/image" Target="../media/image24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1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78.bin"/><Relationship Id="rId5" Type="http://schemas.openxmlformats.org/officeDocument/2006/relationships/oleObject" Target="../embeddings/oleObject275.bin"/><Relationship Id="rId15" Type="http://schemas.openxmlformats.org/officeDocument/2006/relationships/oleObject" Target="../embeddings/oleObject280.bin"/><Relationship Id="rId10" Type="http://schemas.openxmlformats.org/officeDocument/2006/relationships/image" Target="../media/image248.wmf"/><Relationship Id="rId4" Type="http://schemas.openxmlformats.org/officeDocument/2006/relationships/image" Target="../media/image245.emf"/><Relationship Id="rId9" Type="http://schemas.openxmlformats.org/officeDocument/2006/relationships/oleObject" Target="../embeddings/oleObject277.bin"/><Relationship Id="rId14" Type="http://schemas.openxmlformats.org/officeDocument/2006/relationships/image" Target="../media/image250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13" Type="http://schemas.openxmlformats.org/officeDocument/2006/relationships/oleObject" Target="../embeddings/oleObject286.bin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5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8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53.wmf"/><Relationship Id="rId11" Type="http://schemas.openxmlformats.org/officeDocument/2006/relationships/oleObject" Target="../embeddings/oleObject285.bin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10" Type="http://schemas.openxmlformats.org/officeDocument/2006/relationships/image" Target="../media/image255.wmf"/><Relationship Id="rId4" Type="http://schemas.openxmlformats.org/officeDocument/2006/relationships/image" Target="../media/image252.e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5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90.bin"/><Relationship Id="rId12" Type="http://schemas.openxmlformats.org/officeDocument/2006/relationships/image" Target="../media/image26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92.bin"/><Relationship Id="rId5" Type="http://schemas.openxmlformats.org/officeDocument/2006/relationships/oleObject" Target="../embeddings/oleObject289.bin"/><Relationship Id="rId10" Type="http://schemas.openxmlformats.org/officeDocument/2006/relationships/image" Target="../media/image262.wmf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291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3" Type="http://schemas.openxmlformats.org/officeDocument/2006/relationships/oleObject" Target="../embeddings/oleObject293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6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65.emf"/><Relationship Id="rId11" Type="http://schemas.openxmlformats.org/officeDocument/2006/relationships/oleObject" Target="../embeddings/oleObject297.bin"/><Relationship Id="rId5" Type="http://schemas.openxmlformats.org/officeDocument/2006/relationships/oleObject" Target="../embeddings/oleObject294.bin"/><Relationship Id="rId10" Type="http://schemas.openxmlformats.org/officeDocument/2006/relationships/image" Target="../media/image267.wmf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9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276.wmf"/><Relationship Id="rId3" Type="http://schemas.openxmlformats.org/officeDocument/2006/relationships/oleObject" Target="../embeddings/oleObject298.bin"/><Relationship Id="rId21" Type="http://schemas.openxmlformats.org/officeDocument/2006/relationships/oleObject" Target="../embeddings/oleObject307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73.w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5.wmf"/><Relationship Id="rId20" Type="http://schemas.openxmlformats.org/officeDocument/2006/relationships/image" Target="../media/image277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70.w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10" Type="http://schemas.openxmlformats.org/officeDocument/2006/relationships/image" Target="../media/image272.wmf"/><Relationship Id="rId19" Type="http://schemas.openxmlformats.org/officeDocument/2006/relationships/oleObject" Target="../embeddings/oleObject306.bin"/><Relationship Id="rId4" Type="http://schemas.openxmlformats.org/officeDocument/2006/relationships/image" Target="../media/image269.e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274.wmf"/><Relationship Id="rId22" Type="http://schemas.openxmlformats.org/officeDocument/2006/relationships/image" Target="../media/image278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13" Type="http://schemas.openxmlformats.org/officeDocument/2006/relationships/oleObject" Target="../embeddings/oleObject313.bin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28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5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80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10" Type="http://schemas.openxmlformats.org/officeDocument/2006/relationships/image" Target="../media/image282.wmf"/><Relationship Id="rId4" Type="http://schemas.openxmlformats.org/officeDocument/2006/relationships/image" Target="../media/image279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284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316.bin"/><Relationship Id="rId4" Type="http://schemas.openxmlformats.org/officeDocument/2006/relationships/image" Target="../media/image286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89.wmf"/><Relationship Id="rId5" Type="http://schemas.openxmlformats.org/officeDocument/2006/relationships/oleObject" Target="../embeddings/oleObject318.bin"/><Relationship Id="rId4" Type="http://schemas.openxmlformats.org/officeDocument/2006/relationships/image" Target="../media/image288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13" Type="http://schemas.openxmlformats.org/officeDocument/2006/relationships/oleObject" Target="../embeddings/oleObject324.bin"/><Relationship Id="rId18" Type="http://schemas.openxmlformats.org/officeDocument/2006/relationships/image" Target="../media/image297.emf"/><Relationship Id="rId3" Type="http://schemas.openxmlformats.org/officeDocument/2006/relationships/oleObject" Target="../embeddings/oleObject319.bin"/><Relationship Id="rId21" Type="http://schemas.openxmlformats.org/officeDocument/2006/relationships/oleObject" Target="../embeddings/oleObject328.bin"/><Relationship Id="rId7" Type="http://schemas.openxmlformats.org/officeDocument/2006/relationships/oleObject" Target="../embeddings/oleObject321.bin"/><Relationship Id="rId12" Type="http://schemas.openxmlformats.org/officeDocument/2006/relationships/image" Target="../media/image294.wmf"/><Relationship Id="rId17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6.emf"/><Relationship Id="rId20" Type="http://schemas.openxmlformats.org/officeDocument/2006/relationships/image" Target="../media/image298.e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91.wmf"/><Relationship Id="rId11" Type="http://schemas.openxmlformats.org/officeDocument/2006/relationships/oleObject" Target="../embeddings/oleObject323.bin"/><Relationship Id="rId5" Type="http://schemas.openxmlformats.org/officeDocument/2006/relationships/oleObject" Target="../embeddings/oleObject320.bin"/><Relationship Id="rId15" Type="http://schemas.openxmlformats.org/officeDocument/2006/relationships/oleObject" Target="../embeddings/oleObject325.bin"/><Relationship Id="rId10" Type="http://schemas.openxmlformats.org/officeDocument/2006/relationships/image" Target="../media/image293.wmf"/><Relationship Id="rId19" Type="http://schemas.openxmlformats.org/officeDocument/2006/relationships/oleObject" Target="../embeddings/oleObject327.bin"/><Relationship Id="rId4" Type="http://schemas.openxmlformats.org/officeDocument/2006/relationships/image" Target="../media/image290.wmf"/><Relationship Id="rId9" Type="http://schemas.openxmlformats.org/officeDocument/2006/relationships/oleObject" Target="../embeddings/oleObject322.bin"/><Relationship Id="rId14" Type="http://schemas.openxmlformats.org/officeDocument/2006/relationships/image" Target="../media/image295.wmf"/><Relationship Id="rId22" Type="http://schemas.openxmlformats.org/officeDocument/2006/relationships/image" Target="../media/image299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oleObject" Target="../embeddings/oleObject334.bin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30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6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33.bin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35.bin"/><Relationship Id="rId10" Type="http://schemas.openxmlformats.org/officeDocument/2006/relationships/image" Target="../media/image303.wmf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30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307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13" Type="http://schemas.openxmlformats.org/officeDocument/2006/relationships/oleObject" Target="../embeddings/oleObject342.bin"/><Relationship Id="rId18" Type="http://schemas.openxmlformats.org/officeDocument/2006/relationships/image" Target="../media/image315.wmf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12" Type="http://schemas.openxmlformats.org/officeDocument/2006/relationships/image" Target="../media/image312.wmf"/><Relationship Id="rId17" Type="http://schemas.openxmlformats.org/officeDocument/2006/relationships/oleObject" Target="../embeddings/oleObject3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4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09.wmf"/><Relationship Id="rId11" Type="http://schemas.openxmlformats.org/officeDocument/2006/relationships/oleObject" Target="../embeddings/oleObject341.bin"/><Relationship Id="rId5" Type="http://schemas.openxmlformats.org/officeDocument/2006/relationships/oleObject" Target="../embeddings/oleObject338.bin"/><Relationship Id="rId15" Type="http://schemas.openxmlformats.org/officeDocument/2006/relationships/oleObject" Target="../embeddings/oleObject343.bin"/><Relationship Id="rId10" Type="http://schemas.openxmlformats.org/officeDocument/2006/relationships/image" Target="../media/image311.wmf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340.bin"/><Relationship Id="rId14" Type="http://schemas.openxmlformats.org/officeDocument/2006/relationships/image" Target="../media/image313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316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13" Type="http://schemas.openxmlformats.org/officeDocument/2006/relationships/oleObject" Target="../embeddings/oleObject351.bin"/><Relationship Id="rId18" Type="http://schemas.openxmlformats.org/officeDocument/2006/relationships/image" Target="../media/image324.wmf"/><Relationship Id="rId3" Type="http://schemas.openxmlformats.org/officeDocument/2006/relationships/oleObject" Target="../embeddings/oleObject346.bin"/><Relationship Id="rId7" Type="http://schemas.openxmlformats.org/officeDocument/2006/relationships/oleObject" Target="../embeddings/oleObject348.bin"/><Relationship Id="rId12" Type="http://schemas.openxmlformats.org/officeDocument/2006/relationships/image" Target="../media/image321.wmf"/><Relationship Id="rId17" Type="http://schemas.openxmlformats.org/officeDocument/2006/relationships/oleObject" Target="../embeddings/oleObject3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3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18.wmf"/><Relationship Id="rId11" Type="http://schemas.openxmlformats.org/officeDocument/2006/relationships/oleObject" Target="../embeddings/oleObject350.bin"/><Relationship Id="rId5" Type="http://schemas.openxmlformats.org/officeDocument/2006/relationships/oleObject" Target="../embeddings/oleObject347.bin"/><Relationship Id="rId15" Type="http://schemas.openxmlformats.org/officeDocument/2006/relationships/oleObject" Target="../embeddings/oleObject352.bin"/><Relationship Id="rId10" Type="http://schemas.openxmlformats.org/officeDocument/2006/relationships/image" Target="../media/image320.wmf"/><Relationship Id="rId4" Type="http://schemas.openxmlformats.org/officeDocument/2006/relationships/image" Target="../media/image317.wmf"/><Relationship Id="rId9" Type="http://schemas.openxmlformats.org/officeDocument/2006/relationships/oleObject" Target="../embeddings/oleObject349.bin"/><Relationship Id="rId14" Type="http://schemas.openxmlformats.org/officeDocument/2006/relationships/image" Target="../media/image322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13" Type="http://schemas.openxmlformats.org/officeDocument/2006/relationships/oleObject" Target="../embeddings/oleObject359.bin"/><Relationship Id="rId18" Type="http://schemas.openxmlformats.org/officeDocument/2006/relationships/image" Target="../media/image331.wmf"/><Relationship Id="rId3" Type="http://schemas.openxmlformats.org/officeDocument/2006/relationships/oleObject" Target="../embeddings/oleObject354.bin"/><Relationship Id="rId21" Type="http://schemas.openxmlformats.org/officeDocument/2006/relationships/oleObject" Target="../embeddings/oleObject363.bin"/><Relationship Id="rId7" Type="http://schemas.openxmlformats.org/officeDocument/2006/relationships/oleObject" Target="../embeddings/oleObject356.bin"/><Relationship Id="rId12" Type="http://schemas.openxmlformats.org/officeDocument/2006/relationships/image" Target="../media/image328.wmf"/><Relationship Id="rId17" Type="http://schemas.openxmlformats.org/officeDocument/2006/relationships/oleObject" Target="../embeddings/oleObject3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0.wmf"/><Relationship Id="rId20" Type="http://schemas.openxmlformats.org/officeDocument/2006/relationships/image" Target="../media/image332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58.bin"/><Relationship Id="rId5" Type="http://schemas.openxmlformats.org/officeDocument/2006/relationships/oleObject" Target="../embeddings/oleObject355.bin"/><Relationship Id="rId15" Type="http://schemas.openxmlformats.org/officeDocument/2006/relationships/oleObject" Target="../embeddings/oleObject360.bin"/><Relationship Id="rId10" Type="http://schemas.openxmlformats.org/officeDocument/2006/relationships/image" Target="../media/image319.wmf"/><Relationship Id="rId19" Type="http://schemas.openxmlformats.org/officeDocument/2006/relationships/oleObject" Target="../embeddings/oleObject362.bin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357.bin"/><Relationship Id="rId14" Type="http://schemas.openxmlformats.org/officeDocument/2006/relationships/image" Target="../media/image329.wmf"/><Relationship Id="rId22" Type="http://schemas.openxmlformats.org/officeDocument/2006/relationships/image" Target="../media/image333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oleObject" Target="../embeddings/oleObject369.bin"/><Relationship Id="rId18" Type="http://schemas.openxmlformats.org/officeDocument/2006/relationships/image" Target="../media/image319.wmf"/><Relationship Id="rId3" Type="http://schemas.openxmlformats.org/officeDocument/2006/relationships/oleObject" Target="../embeddings/oleObject364.bin"/><Relationship Id="rId7" Type="http://schemas.openxmlformats.org/officeDocument/2006/relationships/oleObject" Target="../embeddings/oleObject366.bin"/><Relationship Id="rId12" Type="http://schemas.openxmlformats.org/officeDocument/2006/relationships/image" Target="../media/image338.wmf"/><Relationship Id="rId17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7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68.bin"/><Relationship Id="rId5" Type="http://schemas.openxmlformats.org/officeDocument/2006/relationships/oleObject" Target="../embeddings/oleObject365.bin"/><Relationship Id="rId15" Type="http://schemas.openxmlformats.org/officeDocument/2006/relationships/oleObject" Target="../embeddings/oleObject370.bin"/><Relationship Id="rId10" Type="http://schemas.openxmlformats.org/officeDocument/2006/relationships/image" Target="../media/image337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67.bin"/><Relationship Id="rId14" Type="http://schemas.openxmlformats.org/officeDocument/2006/relationships/image" Target="../media/image339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wmf"/><Relationship Id="rId13" Type="http://schemas.openxmlformats.org/officeDocument/2006/relationships/oleObject" Target="../embeddings/oleObject377.bin"/><Relationship Id="rId18" Type="http://schemas.openxmlformats.org/officeDocument/2006/relationships/image" Target="../media/image347.wmf"/><Relationship Id="rId3" Type="http://schemas.openxmlformats.org/officeDocument/2006/relationships/oleObject" Target="../embeddings/oleObject372.bin"/><Relationship Id="rId21" Type="http://schemas.openxmlformats.org/officeDocument/2006/relationships/oleObject" Target="../embeddings/oleObject381.bin"/><Relationship Id="rId7" Type="http://schemas.openxmlformats.org/officeDocument/2006/relationships/oleObject" Target="../embeddings/oleObject374.bin"/><Relationship Id="rId12" Type="http://schemas.openxmlformats.org/officeDocument/2006/relationships/image" Target="../media/image344.emf"/><Relationship Id="rId17" Type="http://schemas.openxmlformats.org/officeDocument/2006/relationships/oleObject" Target="../embeddings/oleObject3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6.emf"/><Relationship Id="rId20" Type="http://schemas.openxmlformats.org/officeDocument/2006/relationships/image" Target="../media/image327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41.wmf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3.bin"/><Relationship Id="rId15" Type="http://schemas.openxmlformats.org/officeDocument/2006/relationships/oleObject" Target="../embeddings/oleObject378.bin"/><Relationship Id="rId10" Type="http://schemas.openxmlformats.org/officeDocument/2006/relationships/image" Target="../media/image343.wmf"/><Relationship Id="rId19" Type="http://schemas.openxmlformats.org/officeDocument/2006/relationships/oleObject" Target="../embeddings/oleObject380.bin"/><Relationship Id="rId4" Type="http://schemas.openxmlformats.org/officeDocument/2006/relationships/image" Target="../media/image340.wmf"/><Relationship Id="rId9" Type="http://schemas.openxmlformats.org/officeDocument/2006/relationships/oleObject" Target="../embeddings/oleObject375.bin"/><Relationship Id="rId14" Type="http://schemas.openxmlformats.org/officeDocument/2006/relationships/image" Target="../media/image345.emf"/><Relationship Id="rId22" Type="http://schemas.openxmlformats.org/officeDocument/2006/relationships/image" Target="../media/image319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wmf"/><Relationship Id="rId13" Type="http://schemas.openxmlformats.org/officeDocument/2006/relationships/oleObject" Target="../embeddings/oleObject387.bin"/><Relationship Id="rId18" Type="http://schemas.openxmlformats.org/officeDocument/2006/relationships/image" Target="../media/image355.wmf"/><Relationship Id="rId3" Type="http://schemas.openxmlformats.org/officeDocument/2006/relationships/oleObject" Target="../embeddings/oleObject382.bin"/><Relationship Id="rId7" Type="http://schemas.openxmlformats.org/officeDocument/2006/relationships/oleObject" Target="../embeddings/oleObject384.bin"/><Relationship Id="rId12" Type="http://schemas.openxmlformats.org/officeDocument/2006/relationships/image" Target="../media/image352.wmf"/><Relationship Id="rId17" Type="http://schemas.openxmlformats.org/officeDocument/2006/relationships/oleObject" Target="../embeddings/oleObject3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4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386.bin"/><Relationship Id="rId5" Type="http://schemas.openxmlformats.org/officeDocument/2006/relationships/oleObject" Target="../embeddings/oleObject383.bin"/><Relationship Id="rId15" Type="http://schemas.openxmlformats.org/officeDocument/2006/relationships/oleObject" Target="../embeddings/oleObject388.bin"/><Relationship Id="rId10" Type="http://schemas.openxmlformats.org/officeDocument/2006/relationships/image" Target="../media/image351.wmf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53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13" Type="http://schemas.openxmlformats.org/officeDocument/2006/relationships/oleObject" Target="../embeddings/oleObject395.bin"/><Relationship Id="rId18" Type="http://schemas.openxmlformats.org/officeDocument/2006/relationships/image" Target="../media/image362.wmf"/><Relationship Id="rId3" Type="http://schemas.openxmlformats.org/officeDocument/2006/relationships/oleObject" Target="../embeddings/oleObject390.bin"/><Relationship Id="rId21" Type="http://schemas.openxmlformats.org/officeDocument/2006/relationships/oleObject" Target="../embeddings/oleObject399.bin"/><Relationship Id="rId7" Type="http://schemas.openxmlformats.org/officeDocument/2006/relationships/oleObject" Target="../embeddings/oleObject392.bin"/><Relationship Id="rId12" Type="http://schemas.openxmlformats.org/officeDocument/2006/relationships/image" Target="../media/image351.wmf"/><Relationship Id="rId17" Type="http://schemas.openxmlformats.org/officeDocument/2006/relationships/oleObject" Target="../embeddings/oleObject3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1.wmf"/><Relationship Id="rId20" Type="http://schemas.openxmlformats.org/officeDocument/2006/relationships/image" Target="../media/image363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57.wmf"/><Relationship Id="rId11" Type="http://schemas.openxmlformats.org/officeDocument/2006/relationships/oleObject" Target="../embeddings/oleObject394.bin"/><Relationship Id="rId24" Type="http://schemas.openxmlformats.org/officeDocument/2006/relationships/image" Target="../media/image350.wmf"/><Relationship Id="rId5" Type="http://schemas.openxmlformats.org/officeDocument/2006/relationships/oleObject" Target="../embeddings/oleObject391.bin"/><Relationship Id="rId15" Type="http://schemas.openxmlformats.org/officeDocument/2006/relationships/oleObject" Target="../embeddings/oleObject396.bin"/><Relationship Id="rId23" Type="http://schemas.openxmlformats.org/officeDocument/2006/relationships/oleObject" Target="../embeddings/oleObject400.bin"/><Relationship Id="rId10" Type="http://schemas.openxmlformats.org/officeDocument/2006/relationships/image" Target="../media/image359.wmf"/><Relationship Id="rId19" Type="http://schemas.openxmlformats.org/officeDocument/2006/relationships/oleObject" Target="../embeddings/oleObject398.bin"/><Relationship Id="rId4" Type="http://schemas.openxmlformats.org/officeDocument/2006/relationships/image" Target="../media/image356.wmf"/><Relationship Id="rId9" Type="http://schemas.openxmlformats.org/officeDocument/2006/relationships/oleObject" Target="../embeddings/oleObject393.bin"/><Relationship Id="rId14" Type="http://schemas.openxmlformats.org/officeDocument/2006/relationships/image" Target="../media/image360.wmf"/><Relationship Id="rId22" Type="http://schemas.openxmlformats.org/officeDocument/2006/relationships/image" Target="../media/image34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13" Type="http://schemas.openxmlformats.org/officeDocument/2006/relationships/oleObject" Target="../embeddings/oleObject406.bin"/><Relationship Id="rId3" Type="http://schemas.openxmlformats.org/officeDocument/2006/relationships/oleObject" Target="../embeddings/oleObject401.bin"/><Relationship Id="rId7" Type="http://schemas.openxmlformats.org/officeDocument/2006/relationships/oleObject" Target="../embeddings/oleObject403.bin"/><Relationship Id="rId12" Type="http://schemas.openxmlformats.org/officeDocument/2006/relationships/image" Target="../media/image36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0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65.wmf"/><Relationship Id="rId11" Type="http://schemas.openxmlformats.org/officeDocument/2006/relationships/oleObject" Target="../embeddings/oleObject405.bin"/><Relationship Id="rId5" Type="http://schemas.openxmlformats.org/officeDocument/2006/relationships/oleObject" Target="../embeddings/oleObject402.bin"/><Relationship Id="rId15" Type="http://schemas.openxmlformats.org/officeDocument/2006/relationships/oleObject" Target="../embeddings/oleObject407.bin"/><Relationship Id="rId10" Type="http://schemas.openxmlformats.org/officeDocument/2006/relationships/image" Target="../media/image367.wmf"/><Relationship Id="rId4" Type="http://schemas.openxmlformats.org/officeDocument/2006/relationships/image" Target="../media/image364.wmf"/><Relationship Id="rId9" Type="http://schemas.openxmlformats.org/officeDocument/2006/relationships/oleObject" Target="../embeddings/oleObject404.bin"/><Relationship Id="rId14" Type="http://schemas.openxmlformats.org/officeDocument/2006/relationships/image" Target="../media/image369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wmf"/><Relationship Id="rId3" Type="http://schemas.openxmlformats.org/officeDocument/2006/relationships/oleObject" Target="../embeddings/oleObject408.bin"/><Relationship Id="rId7" Type="http://schemas.openxmlformats.org/officeDocument/2006/relationships/oleObject" Target="../embeddings/oleObject410.bin"/><Relationship Id="rId12" Type="http://schemas.openxmlformats.org/officeDocument/2006/relationships/image" Target="../media/image3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72.wmf"/><Relationship Id="rId11" Type="http://schemas.openxmlformats.org/officeDocument/2006/relationships/oleObject" Target="../embeddings/oleObject412.bin"/><Relationship Id="rId5" Type="http://schemas.openxmlformats.org/officeDocument/2006/relationships/oleObject" Target="../embeddings/oleObject409.bin"/><Relationship Id="rId10" Type="http://schemas.openxmlformats.org/officeDocument/2006/relationships/image" Target="../media/image374.wmf"/><Relationship Id="rId4" Type="http://schemas.openxmlformats.org/officeDocument/2006/relationships/image" Target="../media/image371.wmf"/><Relationship Id="rId9" Type="http://schemas.openxmlformats.org/officeDocument/2006/relationships/oleObject" Target="../embeddings/oleObject411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13" Type="http://schemas.openxmlformats.org/officeDocument/2006/relationships/oleObject" Target="../embeddings/oleObject418.bin"/><Relationship Id="rId3" Type="http://schemas.openxmlformats.org/officeDocument/2006/relationships/oleObject" Target="../embeddings/oleObject413.bin"/><Relationship Id="rId7" Type="http://schemas.openxmlformats.org/officeDocument/2006/relationships/oleObject" Target="../embeddings/oleObject415.bin"/><Relationship Id="rId12" Type="http://schemas.openxmlformats.org/officeDocument/2006/relationships/image" Target="../media/image38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417.bin"/><Relationship Id="rId5" Type="http://schemas.openxmlformats.org/officeDocument/2006/relationships/oleObject" Target="../embeddings/oleObject414.bin"/><Relationship Id="rId10" Type="http://schemas.openxmlformats.org/officeDocument/2006/relationships/image" Target="../media/image379.emf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416.bin"/><Relationship Id="rId14" Type="http://schemas.openxmlformats.org/officeDocument/2006/relationships/image" Target="../media/image381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13" Type="http://schemas.openxmlformats.org/officeDocument/2006/relationships/oleObject" Target="../embeddings/oleObject424.bin"/><Relationship Id="rId3" Type="http://schemas.openxmlformats.org/officeDocument/2006/relationships/oleObject" Target="../embeddings/oleObject419.bin"/><Relationship Id="rId7" Type="http://schemas.openxmlformats.org/officeDocument/2006/relationships/oleObject" Target="../embeddings/oleObject421.bin"/><Relationship Id="rId12" Type="http://schemas.openxmlformats.org/officeDocument/2006/relationships/image" Target="../media/image3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83.wmf"/><Relationship Id="rId11" Type="http://schemas.openxmlformats.org/officeDocument/2006/relationships/oleObject" Target="../embeddings/oleObject423.bin"/><Relationship Id="rId5" Type="http://schemas.openxmlformats.org/officeDocument/2006/relationships/oleObject" Target="../embeddings/oleObject420.bin"/><Relationship Id="rId10" Type="http://schemas.openxmlformats.org/officeDocument/2006/relationships/image" Target="../media/image385.wmf"/><Relationship Id="rId4" Type="http://schemas.openxmlformats.org/officeDocument/2006/relationships/image" Target="../media/image382.wmf"/><Relationship Id="rId9" Type="http://schemas.openxmlformats.org/officeDocument/2006/relationships/oleObject" Target="../embeddings/oleObject422.bin"/><Relationship Id="rId14" Type="http://schemas.openxmlformats.org/officeDocument/2006/relationships/image" Target="../media/image387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oleObject" Target="../embeddings/oleObject430.bin"/><Relationship Id="rId3" Type="http://schemas.openxmlformats.org/officeDocument/2006/relationships/oleObject" Target="../embeddings/oleObject425.bin"/><Relationship Id="rId7" Type="http://schemas.openxmlformats.org/officeDocument/2006/relationships/oleObject" Target="../embeddings/oleObject427.bin"/><Relationship Id="rId12" Type="http://schemas.openxmlformats.org/officeDocument/2006/relationships/image" Target="../media/image38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6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89.wmf"/><Relationship Id="rId11" Type="http://schemas.openxmlformats.org/officeDocument/2006/relationships/oleObject" Target="../embeddings/oleObject429.bin"/><Relationship Id="rId5" Type="http://schemas.openxmlformats.org/officeDocument/2006/relationships/oleObject" Target="../embeddings/oleObject426.bin"/><Relationship Id="rId15" Type="http://schemas.openxmlformats.org/officeDocument/2006/relationships/oleObject" Target="../embeddings/oleObject431.bin"/><Relationship Id="rId10" Type="http://schemas.openxmlformats.org/officeDocument/2006/relationships/image" Target="../media/image391.wmf"/><Relationship Id="rId4" Type="http://schemas.openxmlformats.org/officeDocument/2006/relationships/image" Target="../media/image388.wmf"/><Relationship Id="rId9" Type="http://schemas.openxmlformats.org/officeDocument/2006/relationships/oleObject" Target="../embeddings/oleObject428.bin"/><Relationship Id="rId14" Type="http://schemas.openxmlformats.org/officeDocument/2006/relationships/image" Target="../media/image392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wmf"/><Relationship Id="rId13" Type="http://schemas.openxmlformats.org/officeDocument/2006/relationships/oleObject" Target="../embeddings/oleObject437.bin"/><Relationship Id="rId3" Type="http://schemas.openxmlformats.org/officeDocument/2006/relationships/oleObject" Target="../embeddings/oleObject432.bin"/><Relationship Id="rId7" Type="http://schemas.openxmlformats.org/officeDocument/2006/relationships/oleObject" Target="../embeddings/oleObject434.bin"/><Relationship Id="rId12" Type="http://schemas.openxmlformats.org/officeDocument/2006/relationships/image" Target="../media/image39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7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89.wmf"/><Relationship Id="rId11" Type="http://schemas.openxmlformats.org/officeDocument/2006/relationships/oleObject" Target="../embeddings/oleObject436.bin"/><Relationship Id="rId5" Type="http://schemas.openxmlformats.org/officeDocument/2006/relationships/oleObject" Target="../embeddings/oleObject433.bin"/><Relationship Id="rId15" Type="http://schemas.openxmlformats.org/officeDocument/2006/relationships/oleObject" Target="../embeddings/oleObject438.bin"/><Relationship Id="rId10" Type="http://schemas.openxmlformats.org/officeDocument/2006/relationships/image" Target="../media/image394.wmf"/><Relationship Id="rId4" Type="http://schemas.openxmlformats.org/officeDocument/2006/relationships/image" Target="../media/image393.wmf"/><Relationship Id="rId9" Type="http://schemas.openxmlformats.org/officeDocument/2006/relationships/oleObject" Target="../embeddings/oleObject435.bin"/><Relationship Id="rId14" Type="http://schemas.openxmlformats.org/officeDocument/2006/relationships/image" Target="../media/image396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wmf"/><Relationship Id="rId3" Type="http://schemas.openxmlformats.org/officeDocument/2006/relationships/oleObject" Target="../embeddings/oleObject439.bin"/><Relationship Id="rId7" Type="http://schemas.openxmlformats.org/officeDocument/2006/relationships/oleObject" Target="../embeddings/oleObject4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98.wmf"/><Relationship Id="rId5" Type="http://schemas.openxmlformats.org/officeDocument/2006/relationships/oleObject" Target="../embeddings/oleObject440.bin"/><Relationship Id="rId10" Type="http://schemas.openxmlformats.org/officeDocument/2006/relationships/image" Target="../media/image400.wmf"/><Relationship Id="rId4" Type="http://schemas.openxmlformats.org/officeDocument/2006/relationships/image" Target="../media/image397.wmf"/><Relationship Id="rId9" Type="http://schemas.openxmlformats.org/officeDocument/2006/relationships/oleObject" Target="../embeddings/oleObject442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wmf"/><Relationship Id="rId13" Type="http://schemas.openxmlformats.org/officeDocument/2006/relationships/oleObject" Target="../embeddings/oleObject448.bin"/><Relationship Id="rId18" Type="http://schemas.openxmlformats.org/officeDocument/2006/relationships/image" Target="../media/image408.wmf"/><Relationship Id="rId26" Type="http://schemas.openxmlformats.org/officeDocument/2006/relationships/image" Target="../media/image412.wmf"/><Relationship Id="rId3" Type="http://schemas.openxmlformats.org/officeDocument/2006/relationships/oleObject" Target="../embeddings/oleObject443.bin"/><Relationship Id="rId21" Type="http://schemas.openxmlformats.org/officeDocument/2006/relationships/oleObject" Target="../embeddings/oleObject452.bin"/><Relationship Id="rId7" Type="http://schemas.openxmlformats.org/officeDocument/2006/relationships/oleObject" Target="../embeddings/oleObject445.bin"/><Relationship Id="rId12" Type="http://schemas.openxmlformats.org/officeDocument/2006/relationships/image" Target="../media/image405.wmf"/><Relationship Id="rId17" Type="http://schemas.openxmlformats.org/officeDocument/2006/relationships/oleObject" Target="../embeddings/oleObject450.bin"/><Relationship Id="rId25" Type="http://schemas.openxmlformats.org/officeDocument/2006/relationships/oleObject" Target="../embeddings/oleObject4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7.wmf"/><Relationship Id="rId20" Type="http://schemas.openxmlformats.org/officeDocument/2006/relationships/image" Target="../media/image409.wmf"/><Relationship Id="rId29" Type="http://schemas.openxmlformats.org/officeDocument/2006/relationships/oleObject" Target="../embeddings/oleObject456.bin"/><Relationship Id="rId1" Type="http://schemas.openxmlformats.org/officeDocument/2006/relationships/vmlDrawing" Target="../drawings/vmlDrawing59.vml"/><Relationship Id="rId6" Type="http://schemas.openxmlformats.org/officeDocument/2006/relationships/image" Target="../media/image402.wmf"/><Relationship Id="rId11" Type="http://schemas.openxmlformats.org/officeDocument/2006/relationships/oleObject" Target="../embeddings/oleObject447.bin"/><Relationship Id="rId24" Type="http://schemas.openxmlformats.org/officeDocument/2006/relationships/image" Target="../media/image411.wmf"/><Relationship Id="rId5" Type="http://schemas.openxmlformats.org/officeDocument/2006/relationships/oleObject" Target="../embeddings/oleObject444.bin"/><Relationship Id="rId15" Type="http://schemas.openxmlformats.org/officeDocument/2006/relationships/oleObject" Target="../embeddings/oleObject449.bin"/><Relationship Id="rId23" Type="http://schemas.openxmlformats.org/officeDocument/2006/relationships/oleObject" Target="../embeddings/oleObject453.bin"/><Relationship Id="rId28" Type="http://schemas.openxmlformats.org/officeDocument/2006/relationships/image" Target="../media/image413.wmf"/><Relationship Id="rId10" Type="http://schemas.openxmlformats.org/officeDocument/2006/relationships/image" Target="../media/image404.wmf"/><Relationship Id="rId19" Type="http://schemas.openxmlformats.org/officeDocument/2006/relationships/oleObject" Target="../embeddings/oleObject451.bin"/><Relationship Id="rId4" Type="http://schemas.openxmlformats.org/officeDocument/2006/relationships/image" Target="../media/image401.wmf"/><Relationship Id="rId9" Type="http://schemas.openxmlformats.org/officeDocument/2006/relationships/oleObject" Target="../embeddings/oleObject446.bin"/><Relationship Id="rId14" Type="http://schemas.openxmlformats.org/officeDocument/2006/relationships/image" Target="../media/image406.wmf"/><Relationship Id="rId22" Type="http://schemas.openxmlformats.org/officeDocument/2006/relationships/image" Target="../media/image410.wmf"/><Relationship Id="rId27" Type="http://schemas.openxmlformats.org/officeDocument/2006/relationships/oleObject" Target="../embeddings/oleObject455.bin"/><Relationship Id="rId30" Type="http://schemas.openxmlformats.org/officeDocument/2006/relationships/image" Target="../media/image414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wmf"/><Relationship Id="rId13" Type="http://schemas.openxmlformats.org/officeDocument/2006/relationships/oleObject" Target="../embeddings/oleObject462.bin"/><Relationship Id="rId3" Type="http://schemas.openxmlformats.org/officeDocument/2006/relationships/oleObject" Target="../embeddings/oleObject457.bin"/><Relationship Id="rId7" Type="http://schemas.openxmlformats.org/officeDocument/2006/relationships/oleObject" Target="../embeddings/oleObject459.bin"/><Relationship Id="rId12" Type="http://schemas.openxmlformats.org/officeDocument/2006/relationships/image" Target="../media/image4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1.w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416.wmf"/><Relationship Id="rId11" Type="http://schemas.openxmlformats.org/officeDocument/2006/relationships/oleObject" Target="../embeddings/oleObject461.bin"/><Relationship Id="rId5" Type="http://schemas.openxmlformats.org/officeDocument/2006/relationships/oleObject" Target="../embeddings/oleObject458.bin"/><Relationship Id="rId15" Type="http://schemas.openxmlformats.org/officeDocument/2006/relationships/oleObject" Target="../embeddings/oleObject463.bin"/><Relationship Id="rId10" Type="http://schemas.openxmlformats.org/officeDocument/2006/relationships/image" Target="../media/image418.wmf"/><Relationship Id="rId4" Type="http://schemas.openxmlformats.org/officeDocument/2006/relationships/image" Target="../media/image415.wmf"/><Relationship Id="rId9" Type="http://schemas.openxmlformats.org/officeDocument/2006/relationships/oleObject" Target="../embeddings/oleObject460.bin"/><Relationship Id="rId14" Type="http://schemas.openxmlformats.org/officeDocument/2006/relationships/image" Target="../media/image420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wmf"/><Relationship Id="rId3" Type="http://schemas.openxmlformats.org/officeDocument/2006/relationships/oleObject" Target="../embeddings/oleObject464.bin"/><Relationship Id="rId7" Type="http://schemas.openxmlformats.org/officeDocument/2006/relationships/oleObject" Target="../embeddings/oleObject466.bin"/><Relationship Id="rId12" Type="http://schemas.openxmlformats.org/officeDocument/2006/relationships/image" Target="../media/image4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423.wmf"/><Relationship Id="rId11" Type="http://schemas.openxmlformats.org/officeDocument/2006/relationships/oleObject" Target="../embeddings/oleObject468.bin"/><Relationship Id="rId5" Type="http://schemas.openxmlformats.org/officeDocument/2006/relationships/oleObject" Target="../embeddings/oleObject465.bin"/><Relationship Id="rId10" Type="http://schemas.openxmlformats.org/officeDocument/2006/relationships/image" Target="../media/image425.wmf"/><Relationship Id="rId4" Type="http://schemas.openxmlformats.org/officeDocument/2006/relationships/image" Target="../media/image422.wmf"/><Relationship Id="rId9" Type="http://schemas.openxmlformats.org/officeDocument/2006/relationships/oleObject" Target="../embeddings/oleObject467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wmf"/><Relationship Id="rId3" Type="http://schemas.openxmlformats.org/officeDocument/2006/relationships/oleObject" Target="../embeddings/oleObject469.bin"/><Relationship Id="rId7" Type="http://schemas.openxmlformats.org/officeDocument/2006/relationships/oleObject" Target="../embeddings/oleObject471.bin"/><Relationship Id="rId12" Type="http://schemas.openxmlformats.org/officeDocument/2006/relationships/image" Target="../media/image4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428.wmf"/><Relationship Id="rId11" Type="http://schemas.openxmlformats.org/officeDocument/2006/relationships/oleObject" Target="../embeddings/oleObject473.bin"/><Relationship Id="rId5" Type="http://schemas.openxmlformats.org/officeDocument/2006/relationships/oleObject" Target="../embeddings/oleObject470.bin"/><Relationship Id="rId10" Type="http://schemas.openxmlformats.org/officeDocument/2006/relationships/image" Target="../media/image430.wmf"/><Relationship Id="rId4" Type="http://schemas.openxmlformats.org/officeDocument/2006/relationships/image" Target="../media/image427.wmf"/><Relationship Id="rId9" Type="http://schemas.openxmlformats.org/officeDocument/2006/relationships/oleObject" Target="../embeddings/oleObject472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13" Type="http://schemas.openxmlformats.org/officeDocument/2006/relationships/oleObject" Target="../embeddings/oleObject479.bin"/><Relationship Id="rId3" Type="http://schemas.openxmlformats.org/officeDocument/2006/relationships/oleObject" Target="../embeddings/oleObject474.bin"/><Relationship Id="rId7" Type="http://schemas.openxmlformats.org/officeDocument/2006/relationships/oleObject" Target="../embeddings/oleObject476.bin"/><Relationship Id="rId12" Type="http://schemas.openxmlformats.org/officeDocument/2006/relationships/image" Target="../media/image4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433.wmf"/><Relationship Id="rId11" Type="http://schemas.openxmlformats.org/officeDocument/2006/relationships/oleObject" Target="../embeddings/oleObject478.bin"/><Relationship Id="rId5" Type="http://schemas.openxmlformats.org/officeDocument/2006/relationships/oleObject" Target="../embeddings/oleObject475.bin"/><Relationship Id="rId10" Type="http://schemas.openxmlformats.org/officeDocument/2006/relationships/image" Target="../media/image435.wmf"/><Relationship Id="rId4" Type="http://schemas.openxmlformats.org/officeDocument/2006/relationships/image" Target="../media/image432.wmf"/><Relationship Id="rId9" Type="http://schemas.openxmlformats.org/officeDocument/2006/relationships/oleObject" Target="../embeddings/oleObject477.bin"/><Relationship Id="rId14" Type="http://schemas.openxmlformats.org/officeDocument/2006/relationships/image" Target="../media/image437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wmf"/><Relationship Id="rId3" Type="http://schemas.openxmlformats.org/officeDocument/2006/relationships/oleObject" Target="../embeddings/oleObject480.bin"/><Relationship Id="rId7" Type="http://schemas.openxmlformats.org/officeDocument/2006/relationships/oleObject" Target="../embeddings/oleObject482.bin"/><Relationship Id="rId12" Type="http://schemas.openxmlformats.org/officeDocument/2006/relationships/image" Target="../media/image4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434.wmf"/><Relationship Id="rId11" Type="http://schemas.openxmlformats.org/officeDocument/2006/relationships/oleObject" Target="../embeddings/oleObject484.bin"/><Relationship Id="rId5" Type="http://schemas.openxmlformats.org/officeDocument/2006/relationships/oleObject" Target="../embeddings/oleObject481.bin"/><Relationship Id="rId10" Type="http://schemas.openxmlformats.org/officeDocument/2006/relationships/image" Target="../media/image440.wmf"/><Relationship Id="rId4" Type="http://schemas.openxmlformats.org/officeDocument/2006/relationships/image" Target="../media/image438.wmf"/><Relationship Id="rId9" Type="http://schemas.openxmlformats.org/officeDocument/2006/relationships/oleObject" Target="../embeddings/oleObject483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wmf"/><Relationship Id="rId3" Type="http://schemas.openxmlformats.org/officeDocument/2006/relationships/oleObject" Target="../embeddings/oleObject485.bin"/><Relationship Id="rId7" Type="http://schemas.openxmlformats.org/officeDocument/2006/relationships/oleObject" Target="../embeddings/oleObject4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443.wmf"/><Relationship Id="rId5" Type="http://schemas.openxmlformats.org/officeDocument/2006/relationships/oleObject" Target="../embeddings/oleObject486.bin"/><Relationship Id="rId10" Type="http://schemas.openxmlformats.org/officeDocument/2006/relationships/image" Target="../media/image445.wmf"/><Relationship Id="rId4" Type="http://schemas.openxmlformats.org/officeDocument/2006/relationships/image" Target="../media/image442.wmf"/><Relationship Id="rId9" Type="http://schemas.openxmlformats.org/officeDocument/2006/relationships/oleObject" Target="../embeddings/oleObject488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wmf"/><Relationship Id="rId3" Type="http://schemas.openxmlformats.org/officeDocument/2006/relationships/oleObject" Target="../embeddings/oleObject489.bin"/><Relationship Id="rId7" Type="http://schemas.openxmlformats.org/officeDocument/2006/relationships/oleObject" Target="../embeddings/oleObject4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447.wmf"/><Relationship Id="rId5" Type="http://schemas.openxmlformats.org/officeDocument/2006/relationships/oleObject" Target="../embeddings/oleObject490.bin"/><Relationship Id="rId10" Type="http://schemas.openxmlformats.org/officeDocument/2006/relationships/image" Target="../media/image449.wmf"/><Relationship Id="rId4" Type="http://schemas.openxmlformats.org/officeDocument/2006/relationships/image" Target="../media/image446.wmf"/><Relationship Id="rId9" Type="http://schemas.openxmlformats.org/officeDocument/2006/relationships/oleObject" Target="../embeddings/oleObject492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2.wmf"/><Relationship Id="rId13" Type="http://schemas.openxmlformats.org/officeDocument/2006/relationships/oleObject" Target="../embeddings/oleObject498.bin"/><Relationship Id="rId3" Type="http://schemas.openxmlformats.org/officeDocument/2006/relationships/oleObject" Target="../embeddings/oleObject493.bin"/><Relationship Id="rId7" Type="http://schemas.openxmlformats.org/officeDocument/2006/relationships/oleObject" Target="../embeddings/oleObject495.bin"/><Relationship Id="rId12" Type="http://schemas.openxmlformats.org/officeDocument/2006/relationships/image" Target="../media/image4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451.wmf"/><Relationship Id="rId11" Type="http://schemas.openxmlformats.org/officeDocument/2006/relationships/oleObject" Target="../embeddings/oleObject497.bin"/><Relationship Id="rId5" Type="http://schemas.openxmlformats.org/officeDocument/2006/relationships/oleObject" Target="../embeddings/oleObject494.bin"/><Relationship Id="rId10" Type="http://schemas.openxmlformats.org/officeDocument/2006/relationships/image" Target="../media/image453.wmf"/><Relationship Id="rId4" Type="http://schemas.openxmlformats.org/officeDocument/2006/relationships/image" Target="../media/image450.wmf"/><Relationship Id="rId9" Type="http://schemas.openxmlformats.org/officeDocument/2006/relationships/oleObject" Target="../embeddings/oleObject496.bin"/><Relationship Id="rId14" Type="http://schemas.openxmlformats.org/officeDocument/2006/relationships/image" Target="../media/image455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8.wmf"/><Relationship Id="rId3" Type="http://schemas.openxmlformats.org/officeDocument/2006/relationships/oleObject" Target="../embeddings/oleObject499.bin"/><Relationship Id="rId7" Type="http://schemas.openxmlformats.org/officeDocument/2006/relationships/oleObject" Target="../embeddings/oleObject5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457.wmf"/><Relationship Id="rId5" Type="http://schemas.openxmlformats.org/officeDocument/2006/relationships/oleObject" Target="../embeddings/oleObject500.bin"/><Relationship Id="rId4" Type="http://schemas.openxmlformats.org/officeDocument/2006/relationships/image" Target="../media/image456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wmf"/><Relationship Id="rId13" Type="http://schemas.openxmlformats.org/officeDocument/2006/relationships/oleObject" Target="../embeddings/oleObject507.bin"/><Relationship Id="rId18" Type="http://schemas.openxmlformats.org/officeDocument/2006/relationships/image" Target="../media/image466.wmf"/><Relationship Id="rId3" Type="http://schemas.openxmlformats.org/officeDocument/2006/relationships/oleObject" Target="../embeddings/oleObject502.bin"/><Relationship Id="rId21" Type="http://schemas.openxmlformats.org/officeDocument/2006/relationships/oleObject" Target="../embeddings/oleObject511.bin"/><Relationship Id="rId7" Type="http://schemas.openxmlformats.org/officeDocument/2006/relationships/oleObject" Target="../embeddings/oleObject504.bin"/><Relationship Id="rId12" Type="http://schemas.openxmlformats.org/officeDocument/2006/relationships/image" Target="../media/image463.wmf"/><Relationship Id="rId17" Type="http://schemas.openxmlformats.org/officeDocument/2006/relationships/oleObject" Target="../embeddings/oleObject5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5.wmf"/><Relationship Id="rId20" Type="http://schemas.openxmlformats.org/officeDocument/2006/relationships/image" Target="../media/image467.wmf"/><Relationship Id="rId1" Type="http://schemas.openxmlformats.org/officeDocument/2006/relationships/vmlDrawing" Target="../drawings/vmlDrawing69.vml"/><Relationship Id="rId6" Type="http://schemas.openxmlformats.org/officeDocument/2006/relationships/image" Target="../media/image460.wmf"/><Relationship Id="rId11" Type="http://schemas.openxmlformats.org/officeDocument/2006/relationships/oleObject" Target="../embeddings/oleObject506.bin"/><Relationship Id="rId5" Type="http://schemas.openxmlformats.org/officeDocument/2006/relationships/oleObject" Target="../embeddings/oleObject503.bin"/><Relationship Id="rId15" Type="http://schemas.openxmlformats.org/officeDocument/2006/relationships/oleObject" Target="../embeddings/oleObject508.bin"/><Relationship Id="rId10" Type="http://schemas.openxmlformats.org/officeDocument/2006/relationships/image" Target="../media/image462.wmf"/><Relationship Id="rId19" Type="http://schemas.openxmlformats.org/officeDocument/2006/relationships/oleObject" Target="../embeddings/oleObject510.bin"/><Relationship Id="rId4" Type="http://schemas.openxmlformats.org/officeDocument/2006/relationships/image" Target="../media/image459.wmf"/><Relationship Id="rId9" Type="http://schemas.openxmlformats.org/officeDocument/2006/relationships/oleObject" Target="../embeddings/oleObject505.bin"/><Relationship Id="rId14" Type="http://schemas.openxmlformats.org/officeDocument/2006/relationships/image" Target="../media/image464.wmf"/><Relationship Id="rId22" Type="http://schemas.openxmlformats.org/officeDocument/2006/relationships/image" Target="../media/image468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4" Type="http://schemas.openxmlformats.org/officeDocument/2006/relationships/image" Target="../media/image469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wmf"/><Relationship Id="rId13" Type="http://schemas.openxmlformats.org/officeDocument/2006/relationships/oleObject" Target="../embeddings/oleObject518.bin"/><Relationship Id="rId3" Type="http://schemas.openxmlformats.org/officeDocument/2006/relationships/oleObject" Target="../embeddings/oleObject513.bin"/><Relationship Id="rId7" Type="http://schemas.openxmlformats.org/officeDocument/2006/relationships/oleObject" Target="../embeddings/oleObject515.bin"/><Relationship Id="rId12" Type="http://schemas.openxmlformats.org/officeDocument/2006/relationships/image" Target="../media/image47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6.wmf"/><Relationship Id="rId1" Type="http://schemas.openxmlformats.org/officeDocument/2006/relationships/vmlDrawing" Target="../drawings/vmlDrawing71.vml"/><Relationship Id="rId6" Type="http://schemas.openxmlformats.org/officeDocument/2006/relationships/image" Target="../media/image471.wmf"/><Relationship Id="rId11" Type="http://schemas.openxmlformats.org/officeDocument/2006/relationships/oleObject" Target="../embeddings/oleObject517.bin"/><Relationship Id="rId5" Type="http://schemas.openxmlformats.org/officeDocument/2006/relationships/oleObject" Target="../embeddings/oleObject514.bin"/><Relationship Id="rId15" Type="http://schemas.openxmlformats.org/officeDocument/2006/relationships/oleObject" Target="../embeddings/oleObject519.bin"/><Relationship Id="rId10" Type="http://schemas.openxmlformats.org/officeDocument/2006/relationships/image" Target="../media/image473.wmf"/><Relationship Id="rId4" Type="http://schemas.openxmlformats.org/officeDocument/2006/relationships/image" Target="../media/image470.wmf"/><Relationship Id="rId9" Type="http://schemas.openxmlformats.org/officeDocument/2006/relationships/oleObject" Target="../embeddings/oleObject516.bin"/><Relationship Id="rId14" Type="http://schemas.openxmlformats.org/officeDocument/2006/relationships/image" Target="../media/image475.wmf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25.bin"/><Relationship Id="rId18" Type="http://schemas.openxmlformats.org/officeDocument/2006/relationships/image" Target="../media/image483.wmf"/><Relationship Id="rId26" Type="http://schemas.openxmlformats.org/officeDocument/2006/relationships/image" Target="../media/image487.emf"/><Relationship Id="rId3" Type="http://schemas.openxmlformats.org/officeDocument/2006/relationships/oleObject" Target="../embeddings/oleObject520.bin"/><Relationship Id="rId21" Type="http://schemas.openxmlformats.org/officeDocument/2006/relationships/oleObject" Target="../embeddings/oleObject529.bin"/><Relationship Id="rId34" Type="http://schemas.openxmlformats.org/officeDocument/2006/relationships/image" Target="../media/image491.wmf"/><Relationship Id="rId7" Type="http://schemas.openxmlformats.org/officeDocument/2006/relationships/oleObject" Target="../embeddings/oleObject522.bin"/><Relationship Id="rId12" Type="http://schemas.openxmlformats.org/officeDocument/2006/relationships/image" Target="../media/image480.wmf"/><Relationship Id="rId17" Type="http://schemas.openxmlformats.org/officeDocument/2006/relationships/oleObject" Target="../embeddings/oleObject527.bin"/><Relationship Id="rId25" Type="http://schemas.openxmlformats.org/officeDocument/2006/relationships/oleObject" Target="../embeddings/oleObject531.bin"/><Relationship Id="rId33" Type="http://schemas.openxmlformats.org/officeDocument/2006/relationships/oleObject" Target="../embeddings/oleObject5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2.wmf"/><Relationship Id="rId20" Type="http://schemas.openxmlformats.org/officeDocument/2006/relationships/image" Target="../media/image484.emf"/><Relationship Id="rId29" Type="http://schemas.openxmlformats.org/officeDocument/2006/relationships/oleObject" Target="../embeddings/oleObject533.bin"/><Relationship Id="rId1" Type="http://schemas.openxmlformats.org/officeDocument/2006/relationships/vmlDrawing" Target="../drawings/vmlDrawing72.vml"/><Relationship Id="rId6" Type="http://schemas.openxmlformats.org/officeDocument/2006/relationships/image" Target="../media/image478.wmf"/><Relationship Id="rId11" Type="http://schemas.openxmlformats.org/officeDocument/2006/relationships/oleObject" Target="../embeddings/oleObject524.bin"/><Relationship Id="rId24" Type="http://schemas.openxmlformats.org/officeDocument/2006/relationships/image" Target="../media/image486.wmf"/><Relationship Id="rId32" Type="http://schemas.openxmlformats.org/officeDocument/2006/relationships/image" Target="../media/image490.emf"/><Relationship Id="rId5" Type="http://schemas.openxmlformats.org/officeDocument/2006/relationships/oleObject" Target="../embeddings/oleObject521.bin"/><Relationship Id="rId15" Type="http://schemas.openxmlformats.org/officeDocument/2006/relationships/oleObject" Target="../embeddings/oleObject526.bin"/><Relationship Id="rId23" Type="http://schemas.openxmlformats.org/officeDocument/2006/relationships/oleObject" Target="../embeddings/oleObject530.bin"/><Relationship Id="rId28" Type="http://schemas.openxmlformats.org/officeDocument/2006/relationships/image" Target="../media/image488.emf"/><Relationship Id="rId10" Type="http://schemas.openxmlformats.org/officeDocument/2006/relationships/image" Target="../media/image471.wmf"/><Relationship Id="rId19" Type="http://schemas.openxmlformats.org/officeDocument/2006/relationships/oleObject" Target="../embeddings/oleObject528.bin"/><Relationship Id="rId31" Type="http://schemas.openxmlformats.org/officeDocument/2006/relationships/oleObject" Target="../embeddings/oleObject534.bin"/><Relationship Id="rId4" Type="http://schemas.openxmlformats.org/officeDocument/2006/relationships/image" Target="../media/image477.wmf"/><Relationship Id="rId9" Type="http://schemas.openxmlformats.org/officeDocument/2006/relationships/oleObject" Target="../embeddings/oleObject523.bin"/><Relationship Id="rId14" Type="http://schemas.openxmlformats.org/officeDocument/2006/relationships/image" Target="../media/image481.wmf"/><Relationship Id="rId22" Type="http://schemas.openxmlformats.org/officeDocument/2006/relationships/image" Target="../media/image485.emf"/><Relationship Id="rId27" Type="http://schemas.openxmlformats.org/officeDocument/2006/relationships/oleObject" Target="../embeddings/oleObject532.bin"/><Relationship Id="rId30" Type="http://schemas.openxmlformats.org/officeDocument/2006/relationships/image" Target="../media/image489.emf"/><Relationship Id="rId8" Type="http://schemas.openxmlformats.org/officeDocument/2006/relationships/image" Target="../media/image479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3.wmf"/><Relationship Id="rId13" Type="http://schemas.openxmlformats.org/officeDocument/2006/relationships/oleObject" Target="../embeddings/oleObject541.bin"/><Relationship Id="rId3" Type="http://schemas.openxmlformats.org/officeDocument/2006/relationships/oleObject" Target="../embeddings/oleObject536.bin"/><Relationship Id="rId7" Type="http://schemas.openxmlformats.org/officeDocument/2006/relationships/oleObject" Target="../embeddings/oleObject538.bin"/><Relationship Id="rId12" Type="http://schemas.openxmlformats.org/officeDocument/2006/relationships/image" Target="../media/image49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7.wmf"/><Relationship Id="rId1" Type="http://schemas.openxmlformats.org/officeDocument/2006/relationships/vmlDrawing" Target="../drawings/vmlDrawing73.vml"/><Relationship Id="rId6" Type="http://schemas.openxmlformats.org/officeDocument/2006/relationships/image" Target="../media/image486.wmf"/><Relationship Id="rId11" Type="http://schemas.openxmlformats.org/officeDocument/2006/relationships/oleObject" Target="../embeddings/oleObject540.bin"/><Relationship Id="rId5" Type="http://schemas.openxmlformats.org/officeDocument/2006/relationships/oleObject" Target="../embeddings/oleObject537.bin"/><Relationship Id="rId15" Type="http://schemas.openxmlformats.org/officeDocument/2006/relationships/oleObject" Target="../embeddings/oleObject542.bin"/><Relationship Id="rId10" Type="http://schemas.openxmlformats.org/officeDocument/2006/relationships/image" Target="../media/image494.wmf"/><Relationship Id="rId4" Type="http://schemas.openxmlformats.org/officeDocument/2006/relationships/image" Target="../media/image492.wmf"/><Relationship Id="rId9" Type="http://schemas.openxmlformats.org/officeDocument/2006/relationships/oleObject" Target="../embeddings/oleObject539.bin"/><Relationship Id="rId14" Type="http://schemas.openxmlformats.org/officeDocument/2006/relationships/image" Target="../media/image496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wmf"/><Relationship Id="rId13" Type="http://schemas.openxmlformats.org/officeDocument/2006/relationships/oleObject" Target="../embeddings/oleObject548.bin"/><Relationship Id="rId3" Type="http://schemas.openxmlformats.org/officeDocument/2006/relationships/oleObject" Target="../embeddings/oleObject543.bin"/><Relationship Id="rId7" Type="http://schemas.openxmlformats.org/officeDocument/2006/relationships/oleObject" Target="../embeddings/oleObject545.bin"/><Relationship Id="rId12" Type="http://schemas.openxmlformats.org/officeDocument/2006/relationships/image" Target="../media/image48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2.emf"/><Relationship Id="rId1" Type="http://schemas.openxmlformats.org/officeDocument/2006/relationships/vmlDrawing" Target="../drawings/vmlDrawing74.vml"/><Relationship Id="rId6" Type="http://schemas.openxmlformats.org/officeDocument/2006/relationships/image" Target="../media/image499.wmf"/><Relationship Id="rId11" Type="http://schemas.openxmlformats.org/officeDocument/2006/relationships/oleObject" Target="../embeddings/oleObject547.bin"/><Relationship Id="rId5" Type="http://schemas.openxmlformats.org/officeDocument/2006/relationships/oleObject" Target="../embeddings/oleObject544.bin"/><Relationship Id="rId15" Type="http://schemas.openxmlformats.org/officeDocument/2006/relationships/oleObject" Target="../embeddings/oleObject549.bin"/><Relationship Id="rId10" Type="http://schemas.openxmlformats.org/officeDocument/2006/relationships/image" Target="../media/image471.wmf"/><Relationship Id="rId4" Type="http://schemas.openxmlformats.org/officeDocument/2006/relationships/image" Target="../media/image498.wmf"/><Relationship Id="rId9" Type="http://schemas.openxmlformats.org/officeDocument/2006/relationships/oleObject" Target="../embeddings/oleObject546.bin"/><Relationship Id="rId14" Type="http://schemas.openxmlformats.org/officeDocument/2006/relationships/image" Target="../media/image501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wmf"/><Relationship Id="rId13" Type="http://schemas.openxmlformats.org/officeDocument/2006/relationships/oleObject" Target="../embeddings/oleObject555.bin"/><Relationship Id="rId18" Type="http://schemas.openxmlformats.org/officeDocument/2006/relationships/image" Target="../media/image498.wmf"/><Relationship Id="rId3" Type="http://schemas.openxmlformats.org/officeDocument/2006/relationships/oleObject" Target="../embeddings/oleObject550.bin"/><Relationship Id="rId7" Type="http://schemas.openxmlformats.org/officeDocument/2006/relationships/oleObject" Target="../embeddings/oleObject552.bin"/><Relationship Id="rId12" Type="http://schemas.openxmlformats.org/officeDocument/2006/relationships/image" Target="../media/image507.emf"/><Relationship Id="rId17" Type="http://schemas.openxmlformats.org/officeDocument/2006/relationships/oleObject" Target="../embeddings/oleObject5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9.emf"/><Relationship Id="rId1" Type="http://schemas.openxmlformats.org/officeDocument/2006/relationships/vmlDrawing" Target="../drawings/vmlDrawing75.vml"/><Relationship Id="rId6" Type="http://schemas.openxmlformats.org/officeDocument/2006/relationships/image" Target="../media/image504.wmf"/><Relationship Id="rId11" Type="http://schemas.openxmlformats.org/officeDocument/2006/relationships/oleObject" Target="../embeddings/oleObject554.bin"/><Relationship Id="rId5" Type="http://schemas.openxmlformats.org/officeDocument/2006/relationships/oleObject" Target="../embeddings/oleObject551.bin"/><Relationship Id="rId15" Type="http://schemas.openxmlformats.org/officeDocument/2006/relationships/oleObject" Target="../embeddings/oleObject556.bin"/><Relationship Id="rId10" Type="http://schemas.openxmlformats.org/officeDocument/2006/relationships/image" Target="../media/image506.emf"/><Relationship Id="rId4" Type="http://schemas.openxmlformats.org/officeDocument/2006/relationships/image" Target="../media/image503.wmf"/><Relationship Id="rId9" Type="http://schemas.openxmlformats.org/officeDocument/2006/relationships/oleObject" Target="../embeddings/oleObject553.bin"/><Relationship Id="rId14" Type="http://schemas.openxmlformats.org/officeDocument/2006/relationships/image" Target="../media/image508.e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wmf"/><Relationship Id="rId3" Type="http://schemas.openxmlformats.org/officeDocument/2006/relationships/oleObject" Target="../embeddings/oleObject558.bin"/><Relationship Id="rId7" Type="http://schemas.openxmlformats.org/officeDocument/2006/relationships/oleObject" Target="../embeddings/oleObject5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511.wmf"/><Relationship Id="rId5" Type="http://schemas.openxmlformats.org/officeDocument/2006/relationships/oleObject" Target="../embeddings/oleObject559.bin"/><Relationship Id="rId10" Type="http://schemas.openxmlformats.org/officeDocument/2006/relationships/image" Target="../media/image513.wmf"/><Relationship Id="rId4" Type="http://schemas.openxmlformats.org/officeDocument/2006/relationships/image" Target="../media/image510.wmf"/><Relationship Id="rId9" Type="http://schemas.openxmlformats.org/officeDocument/2006/relationships/oleObject" Target="../embeddings/oleObject561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6.wmf"/><Relationship Id="rId3" Type="http://schemas.openxmlformats.org/officeDocument/2006/relationships/oleObject" Target="../embeddings/oleObject562.bin"/><Relationship Id="rId7" Type="http://schemas.openxmlformats.org/officeDocument/2006/relationships/oleObject" Target="../embeddings/oleObject5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515.wmf"/><Relationship Id="rId5" Type="http://schemas.openxmlformats.org/officeDocument/2006/relationships/oleObject" Target="../embeddings/oleObject563.bin"/><Relationship Id="rId4" Type="http://schemas.openxmlformats.org/officeDocument/2006/relationships/image" Target="../media/image514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9.wmf"/><Relationship Id="rId13" Type="http://schemas.openxmlformats.org/officeDocument/2006/relationships/oleObject" Target="../embeddings/oleObject570.bin"/><Relationship Id="rId18" Type="http://schemas.openxmlformats.org/officeDocument/2006/relationships/image" Target="../media/image524.wmf"/><Relationship Id="rId3" Type="http://schemas.openxmlformats.org/officeDocument/2006/relationships/oleObject" Target="../embeddings/oleObject565.bin"/><Relationship Id="rId7" Type="http://schemas.openxmlformats.org/officeDocument/2006/relationships/oleObject" Target="../embeddings/oleObject567.bin"/><Relationship Id="rId12" Type="http://schemas.openxmlformats.org/officeDocument/2006/relationships/image" Target="../media/image521.wmf"/><Relationship Id="rId17" Type="http://schemas.openxmlformats.org/officeDocument/2006/relationships/oleObject" Target="../embeddings/oleObject5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3.wmf"/><Relationship Id="rId1" Type="http://schemas.openxmlformats.org/officeDocument/2006/relationships/vmlDrawing" Target="../drawings/vmlDrawing78.vml"/><Relationship Id="rId6" Type="http://schemas.openxmlformats.org/officeDocument/2006/relationships/image" Target="../media/image518.wmf"/><Relationship Id="rId11" Type="http://schemas.openxmlformats.org/officeDocument/2006/relationships/oleObject" Target="../embeddings/oleObject569.bin"/><Relationship Id="rId5" Type="http://schemas.openxmlformats.org/officeDocument/2006/relationships/oleObject" Target="../embeddings/oleObject566.bin"/><Relationship Id="rId15" Type="http://schemas.openxmlformats.org/officeDocument/2006/relationships/oleObject" Target="../embeddings/oleObject571.bin"/><Relationship Id="rId10" Type="http://schemas.openxmlformats.org/officeDocument/2006/relationships/image" Target="../media/image520.wmf"/><Relationship Id="rId4" Type="http://schemas.openxmlformats.org/officeDocument/2006/relationships/image" Target="../media/image517.wmf"/><Relationship Id="rId9" Type="http://schemas.openxmlformats.org/officeDocument/2006/relationships/oleObject" Target="../embeddings/oleObject568.bin"/><Relationship Id="rId14" Type="http://schemas.openxmlformats.org/officeDocument/2006/relationships/image" Target="../media/image522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7.wmf"/><Relationship Id="rId13" Type="http://schemas.openxmlformats.org/officeDocument/2006/relationships/oleObject" Target="../embeddings/oleObject578.bin"/><Relationship Id="rId18" Type="http://schemas.openxmlformats.org/officeDocument/2006/relationships/image" Target="../media/image532.wmf"/><Relationship Id="rId3" Type="http://schemas.openxmlformats.org/officeDocument/2006/relationships/oleObject" Target="../embeddings/oleObject573.bin"/><Relationship Id="rId21" Type="http://schemas.openxmlformats.org/officeDocument/2006/relationships/oleObject" Target="../embeddings/oleObject582.bin"/><Relationship Id="rId7" Type="http://schemas.openxmlformats.org/officeDocument/2006/relationships/oleObject" Target="../embeddings/oleObject575.bin"/><Relationship Id="rId12" Type="http://schemas.openxmlformats.org/officeDocument/2006/relationships/image" Target="../media/image529.wmf"/><Relationship Id="rId17" Type="http://schemas.openxmlformats.org/officeDocument/2006/relationships/oleObject" Target="../embeddings/oleObject5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1.wmf"/><Relationship Id="rId20" Type="http://schemas.openxmlformats.org/officeDocument/2006/relationships/image" Target="../media/image533.wmf"/><Relationship Id="rId1" Type="http://schemas.openxmlformats.org/officeDocument/2006/relationships/vmlDrawing" Target="../drawings/vmlDrawing79.vml"/><Relationship Id="rId6" Type="http://schemas.openxmlformats.org/officeDocument/2006/relationships/image" Target="../media/image526.wmf"/><Relationship Id="rId11" Type="http://schemas.openxmlformats.org/officeDocument/2006/relationships/oleObject" Target="../embeddings/oleObject577.bin"/><Relationship Id="rId24" Type="http://schemas.openxmlformats.org/officeDocument/2006/relationships/image" Target="../media/image535.wmf"/><Relationship Id="rId5" Type="http://schemas.openxmlformats.org/officeDocument/2006/relationships/oleObject" Target="../embeddings/oleObject574.bin"/><Relationship Id="rId15" Type="http://schemas.openxmlformats.org/officeDocument/2006/relationships/oleObject" Target="../embeddings/oleObject579.bin"/><Relationship Id="rId23" Type="http://schemas.openxmlformats.org/officeDocument/2006/relationships/oleObject" Target="../embeddings/oleObject583.bin"/><Relationship Id="rId10" Type="http://schemas.openxmlformats.org/officeDocument/2006/relationships/image" Target="../media/image528.wmf"/><Relationship Id="rId19" Type="http://schemas.openxmlformats.org/officeDocument/2006/relationships/oleObject" Target="../embeddings/oleObject581.bin"/><Relationship Id="rId4" Type="http://schemas.openxmlformats.org/officeDocument/2006/relationships/image" Target="../media/image525.wmf"/><Relationship Id="rId9" Type="http://schemas.openxmlformats.org/officeDocument/2006/relationships/oleObject" Target="../embeddings/oleObject576.bin"/><Relationship Id="rId14" Type="http://schemas.openxmlformats.org/officeDocument/2006/relationships/image" Target="../media/image530.wmf"/><Relationship Id="rId22" Type="http://schemas.openxmlformats.org/officeDocument/2006/relationships/image" Target="../media/image534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8.wmf"/><Relationship Id="rId13" Type="http://schemas.openxmlformats.org/officeDocument/2006/relationships/oleObject" Target="../embeddings/oleObject589.bin"/><Relationship Id="rId3" Type="http://schemas.openxmlformats.org/officeDocument/2006/relationships/oleObject" Target="../embeddings/oleObject584.bin"/><Relationship Id="rId7" Type="http://schemas.openxmlformats.org/officeDocument/2006/relationships/oleObject" Target="../embeddings/oleObject586.bin"/><Relationship Id="rId12" Type="http://schemas.openxmlformats.org/officeDocument/2006/relationships/image" Target="../media/image54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2.wmf"/><Relationship Id="rId1" Type="http://schemas.openxmlformats.org/officeDocument/2006/relationships/vmlDrawing" Target="../drawings/vmlDrawing80.vml"/><Relationship Id="rId6" Type="http://schemas.openxmlformats.org/officeDocument/2006/relationships/image" Target="../media/image537.wmf"/><Relationship Id="rId11" Type="http://schemas.openxmlformats.org/officeDocument/2006/relationships/oleObject" Target="../embeddings/oleObject588.bin"/><Relationship Id="rId5" Type="http://schemas.openxmlformats.org/officeDocument/2006/relationships/oleObject" Target="../embeddings/oleObject585.bin"/><Relationship Id="rId15" Type="http://schemas.openxmlformats.org/officeDocument/2006/relationships/oleObject" Target="../embeddings/oleObject590.bin"/><Relationship Id="rId10" Type="http://schemas.openxmlformats.org/officeDocument/2006/relationships/image" Target="../media/image539.wmf"/><Relationship Id="rId4" Type="http://schemas.openxmlformats.org/officeDocument/2006/relationships/image" Target="../media/image536.wmf"/><Relationship Id="rId9" Type="http://schemas.openxmlformats.org/officeDocument/2006/relationships/oleObject" Target="../embeddings/oleObject587.bin"/><Relationship Id="rId14" Type="http://schemas.openxmlformats.org/officeDocument/2006/relationships/image" Target="../media/image541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wmf"/><Relationship Id="rId13" Type="http://schemas.openxmlformats.org/officeDocument/2006/relationships/oleObject" Target="../embeddings/oleObject596.bin"/><Relationship Id="rId3" Type="http://schemas.openxmlformats.org/officeDocument/2006/relationships/oleObject" Target="../embeddings/oleObject591.bin"/><Relationship Id="rId7" Type="http://schemas.openxmlformats.org/officeDocument/2006/relationships/oleObject" Target="../embeddings/oleObject593.bin"/><Relationship Id="rId12" Type="http://schemas.openxmlformats.org/officeDocument/2006/relationships/image" Target="../media/image5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544.wmf"/><Relationship Id="rId11" Type="http://schemas.openxmlformats.org/officeDocument/2006/relationships/oleObject" Target="../embeddings/oleObject595.bin"/><Relationship Id="rId5" Type="http://schemas.openxmlformats.org/officeDocument/2006/relationships/oleObject" Target="../embeddings/oleObject592.bin"/><Relationship Id="rId10" Type="http://schemas.openxmlformats.org/officeDocument/2006/relationships/image" Target="../media/image546.wmf"/><Relationship Id="rId4" Type="http://schemas.openxmlformats.org/officeDocument/2006/relationships/image" Target="../media/image543.wmf"/><Relationship Id="rId9" Type="http://schemas.openxmlformats.org/officeDocument/2006/relationships/oleObject" Target="../embeddings/oleObject594.bin"/><Relationship Id="rId14" Type="http://schemas.openxmlformats.org/officeDocument/2006/relationships/image" Target="../media/image548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wmf"/><Relationship Id="rId3" Type="http://schemas.openxmlformats.org/officeDocument/2006/relationships/oleObject" Target="../embeddings/oleObject597.bin"/><Relationship Id="rId7" Type="http://schemas.openxmlformats.org/officeDocument/2006/relationships/oleObject" Target="../embeddings/oleObject5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550.wmf"/><Relationship Id="rId5" Type="http://schemas.openxmlformats.org/officeDocument/2006/relationships/oleObject" Target="../embeddings/oleObject598.bin"/><Relationship Id="rId4" Type="http://schemas.openxmlformats.org/officeDocument/2006/relationships/image" Target="../media/image549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3.vml"/><Relationship Id="rId4" Type="http://schemas.openxmlformats.org/officeDocument/2006/relationships/image" Target="../media/image552.wmf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06.bin"/><Relationship Id="rId18" Type="http://schemas.openxmlformats.org/officeDocument/2006/relationships/image" Target="../media/image560.wmf"/><Relationship Id="rId26" Type="http://schemas.openxmlformats.org/officeDocument/2006/relationships/image" Target="../media/image564.wmf"/><Relationship Id="rId3" Type="http://schemas.openxmlformats.org/officeDocument/2006/relationships/oleObject" Target="../embeddings/oleObject601.bin"/><Relationship Id="rId21" Type="http://schemas.openxmlformats.org/officeDocument/2006/relationships/oleObject" Target="../embeddings/oleObject610.bin"/><Relationship Id="rId34" Type="http://schemas.openxmlformats.org/officeDocument/2006/relationships/image" Target="../media/image568.wmf"/><Relationship Id="rId7" Type="http://schemas.openxmlformats.org/officeDocument/2006/relationships/oleObject" Target="../embeddings/oleObject603.bin"/><Relationship Id="rId12" Type="http://schemas.openxmlformats.org/officeDocument/2006/relationships/image" Target="../media/image557.wmf"/><Relationship Id="rId17" Type="http://schemas.openxmlformats.org/officeDocument/2006/relationships/oleObject" Target="../embeddings/oleObject608.bin"/><Relationship Id="rId25" Type="http://schemas.openxmlformats.org/officeDocument/2006/relationships/oleObject" Target="../embeddings/oleObject612.bin"/><Relationship Id="rId33" Type="http://schemas.openxmlformats.org/officeDocument/2006/relationships/oleObject" Target="../embeddings/oleObject6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59.wmf"/><Relationship Id="rId20" Type="http://schemas.openxmlformats.org/officeDocument/2006/relationships/image" Target="../media/image561.wmf"/><Relationship Id="rId29" Type="http://schemas.openxmlformats.org/officeDocument/2006/relationships/oleObject" Target="../embeddings/oleObject614.bin"/><Relationship Id="rId1" Type="http://schemas.openxmlformats.org/officeDocument/2006/relationships/vmlDrawing" Target="../drawings/vmlDrawing84.vml"/><Relationship Id="rId6" Type="http://schemas.openxmlformats.org/officeDocument/2006/relationships/image" Target="../media/image554.wmf"/><Relationship Id="rId11" Type="http://schemas.openxmlformats.org/officeDocument/2006/relationships/oleObject" Target="../embeddings/oleObject605.bin"/><Relationship Id="rId24" Type="http://schemas.openxmlformats.org/officeDocument/2006/relationships/image" Target="../media/image563.wmf"/><Relationship Id="rId32" Type="http://schemas.openxmlformats.org/officeDocument/2006/relationships/image" Target="../media/image567.wmf"/><Relationship Id="rId5" Type="http://schemas.openxmlformats.org/officeDocument/2006/relationships/oleObject" Target="../embeddings/oleObject602.bin"/><Relationship Id="rId15" Type="http://schemas.openxmlformats.org/officeDocument/2006/relationships/oleObject" Target="../embeddings/oleObject607.bin"/><Relationship Id="rId23" Type="http://schemas.openxmlformats.org/officeDocument/2006/relationships/oleObject" Target="../embeddings/oleObject611.bin"/><Relationship Id="rId28" Type="http://schemas.openxmlformats.org/officeDocument/2006/relationships/image" Target="../media/image565.wmf"/><Relationship Id="rId10" Type="http://schemas.openxmlformats.org/officeDocument/2006/relationships/image" Target="../media/image556.wmf"/><Relationship Id="rId19" Type="http://schemas.openxmlformats.org/officeDocument/2006/relationships/oleObject" Target="../embeddings/oleObject609.bin"/><Relationship Id="rId31" Type="http://schemas.openxmlformats.org/officeDocument/2006/relationships/oleObject" Target="../embeddings/oleObject615.bin"/><Relationship Id="rId4" Type="http://schemas.openxmlformats.org/officeDocument/2006/relationships/image" Target="../media/image553.wmf"/><Relationship Id="rId9" Type="http://schemas.openxmlformats.org/officeDocument/2006/relationships/oleObject" Target="../embeddings/oleObject604.bin"/><Relationship Id="rId14" Type="http://schemas.openxmlformats.org/officeDocument/2006/relationships/image" Target="../media/image558.wmf"/><Relationship Id="rId22" Type="http://schemas.openxmlformats.org/officeDocument/2006/relationships/image" Target="../media/image562.wmf"/><Relationship Id="rId27" Type="http://schemas.openxmlformats.org/officeDocument/2006/relationships/oleObject" Target="../embeddings/oleObject613.bin"/><Relationship Id="rId30" Type="http://schemas.openxmlformats.org/officeDocument/2006/relationships/image" Target="../media/image566.wmf"/><Relationship Id="rId8" Type="http://schemas.openxmlformats.org/officeDocument/2006/relationships/image" Target="../media/image555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5.vml"/><Relationship Id="rId4" Type="http://schemas.openxmlformats.org/officeDocument/2006/relationships/image" Target="../media/image569.w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1.wmf"/><Relationship Id="rId13" Type="http://schemas.openxmlformats.org/officeDocument/2006/relationships/oleObject" Target="../embeddings/oleObject623.bin"/><Relationship Id="rId18" Type="http://schemas.openxmlformats.org/officeDocument/2006/relationships/image" Target="../media/image576.wmf"/><Relationship Id="rId26" Type="http://schemas.openxmlformats.org/officeDocument/2006/relationships/image" Target="../media/image580.wmf"/><Relationship Id="rId3" Type="http://schemas.openxmlformats.org/officeDocument/2006/relationships/oleObject" Target="../embeddings/oleObject618.bin"/><Relationship Id="rId21" Type="http://schemas.openxmlformats.org/officeDocument/2006/relationships/oleObject" Target="../embeddings/oleObject627.bin"/><Relationship Id="rId7" Type="http://schemas.openxmlformats.org/officeDocument/2006/relationships/oleObject" Target="../embeddings/oleObject620.bin"/><Relationship Id="rId12" Type="http://schemas.openxmlformats.org/officeDocument/2006/relationships/image" Target="../media/image573.wmf"/><Relationship Id="rId17" Type="http://schemas.openxmlformats.org/officeDocument/2006/relationships/oleObject" Target="../embeddings/oleObject625.bin"/><Relationship Id="rId25" Type="http://schemas.openxmlformats.org/officeDocument/2006/relationships/oleObject" Target="../embeddings/oleObject6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5.wmf"/><Relationship Id="rId20" Type="http://schemas.openxmlformats.org/officeDocument/2006/relationships/image" Target="../media/image577.wmf"/><Relationship Id="rId1" Type="http://schemas.openxmlformats.org/officeDocument/2006/relationships/vmlDrawing" Target="../drawings/vmlDrawing86.vml"/><Relationship Id="rId6" Type="http://schemas.openxmlformats.org/officeDocument/2006/relationships/image" Target="../media/image319.wmf"/><Relationship Id="rId11" Type="http://schemas.openxmlformats.org/officeDocument/2006/relationships/oleObject" Target="../embeddings/oleObject622.bin"/><Relationship Id="rId24" Type="http://schemas.openxmlformats.org/officeDocument/2006/relationships/image" Target="../media/image579.wmf"/><Relationship Id="rId5" Type="http://schemas.openxmlformats.org/officeDocument/2006/relationships/oleObject" Target="../embeddings/oleObject619.bin"/><Relationship Id="rId15" Type="http://schemas.openxmlformats.org/officeDocument/2006/relationships/oleObject" Target="../embeddings/oleObject624.bin"/><Relationship Id="rId23" Type="http://schemas.openxmlformats.org/officeDocument/2006/relationships/oleObject" Target="../embeddings/oleObject628.bin"/><Relationship Id="rId10" Type="http://schemas.openxmlformats.org/officeDocument/2006/relationships/image" Target="../media/image572.wmf"/><Relationship Id="rId19" Type="http://schemas.openxmlformats.org/officeDocument/2006/relationships/oleObject" Target="../embeddings/oleObject626.bin"/><Relationship Id="rId4" Type="http://schemas.openxmlformats.org/officeDocument/2006/relationships/image" Target="../media/image570.wmf"/><Relationship Id="rId9" Type="http://schemas.openxmlformats.org/officeDocument/2006/relationships/oleObject" Target="../embeddings/oleObject621.bin"/><Relationship Id="rId14" Type="http://schemas.openxmlformats.org/officeDocument/2006/relationships/image" Target="../media/image574.wmf"/><Relationship Id="rId22" Type="http://schemas.openxmlformats.org/officeDocument/2006/relationships/image" Target="../media/image578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wmf"/><Relationship Id="rId3" Type="http://schemas.openxmlformats.org/officeDocument/2006/relationships/oleObject" Target="../embeddings/oleObject630.bin"/><Relationship Id="rId7" Type="http://schemas.openxmlformats.org/officeDocument/2006/relationships/oleObject" Target="../embeddings/oleObject632.bin"/><Relationship Id="rId12" Type="http://schemas.openxmlformats.org/officeDocument/2006/relationships/image" Target="../media/image58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578.wmf"/><Relationship Id="rId11" Type="http://schemas.openxmlformats.org/officeDocument/2006/relationships/oleObject" Target="../embeddings/oleObject634.bin"/><Relationship Id="rId5" Type="http://schemas.openxmlformats.org/officeDocument/2006/relationships/oleObject" Target="../embeddings/oleObject631.bin"/><Relationship Id="rId10" Type="http://schemas.openxmlformats.org/officeDocument/2006/relationships/image" Target="../media/image581.wmf"/><Relationship Id="rId4" Type="http://schemas.openxmlformats.org/officeDocument/2006/relationships/image" Target="../media/image577.wmf"/><Relationship Id="rId9" Type="http://schemas.openxmlformats.org/officeDocument/2006/relationships/oleObject" Target="../embeddings/oleObject633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5.wmf"/><Relationship Id="rId13" Type="http://schemas.openxmlformats.org/officeDocument/2006/relationships/oleObject" Target="../embeddings/oleObject640.bin"/><Relationship Id="rId3" Type="http://schemas.openxmlformats.org/officeDocument/2006/relationships/oleObject" Target="../embeddings/oleObject635.bin"/><Relationship Id="rId7" Type="http://schemas.openxmlformats.org/officeDocument/2006/relationships/oleObject" Target="../embeddings/oleObject637.bin"/><Relationship Id="rId12" Type="http://schemas.openxmlformats.org/officeDocument/2006/relationships/image" Target="../media/image58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9.wmf"/><Relationship Id="rId1" Type="http://schemas.openxmlformats.org/officeDocument/2006/relationships/vmlDrawing" Target="../drawings/vmlDrawing88.vml"/><Relationship Id="rId6" Type="http://schemas.openxmlformats.org/officeDocument/2006/relationships/image" Target="../media/image584.wmf"/><Relationship Id="rId11" Type="http://schemas.openxmlformats.org/officeDocument/2006/relationships/oleObject" Target="../embeddings/oleObject639.bin"/><Relationship Id="rId5" Type="http://schemas.openxmlformats.org/officeDocument/2006/relationships/oleObject" Target="../embeddings/oleObject636.bin"/><Relationship Id="rId15" Type="http://schemas.openxmlformats.org/officeDocument/2006/relationships/oleObject" Target="../embeddings/oleObject641.bin"/><Relationship Id="rId10" Type="http://schemas.openxmlformats.org/officeDocument/2006/relationships/image" Target="../media/image586.emf"/><Relationship Id="rId4" Type="http://schemas.openxmlformats.org/officeDocument/2006/relationships/image" Target="../media/image583.wmf"/><Relationship Id="rId9" Type="http://schemas.openxmlformats.org/officeDocument/2006/relationships/oleObject" Target="../embeddings/oleObject638.bin"/><Relationship Id="rId14" Type="http://schemas.openxmlformats.org/officeDocument/2006/relationships/image" Target="../media/image588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2.wmf"/><Relationship Id="rId13" Type="http://schemas.openxmlformats.org/officeDocument/2006/relationships/oleObject" Target="../embeddings/oleObject647.bin"/><Relationship Id="rId18" Type="http://schemas.openxmlformats.org/officeDocument/2006/relationships/image" Target="../media/image597.wmf"/><Relationship Id="rId3" Type="http://schemas.openxmlformats.org/officeDocument/2006/relationships/oleObject" Target="../embeddings/oleObject642.bin"/><Relationship Id="rId7" Type="http://schemas.openxmlformats.org/officeDocument/2006/relationships/oleObject" Target="../embeddings/oleObject644.bin"/><Relationship Id="rId12" Type="http://schemas.openxmlformats.org/officeDocument/2006/relationships/image" Target="../media/image594.wmf"/><Relationship Id="rId17" Type="http://schemas.openxmlformats.org/officeDocument/2006/relationships/oleObject" Target="../embeddings/oleObject6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6.wmf"/><Relationship Id="rId20" Type="http://schemas.openxmlformats.org/officeDocument/2006/relationships/image" Target="../media/image598.wmf"/><Relationship Id="rId1" Type="http://schemas.openxmlformats.org/officeDocument/2006/relationships/vmlDrawing" Target="../drawings/vmlDrawing89.vml"/><Relationship Id="rId6" Type="http://schemas.openxmlformats.org/officeDocument/2006/relationships/image" Target="../media/image591.wmf"/><Relationship Id="rId11" Type="http://schemas.openxmlformats.org/officeDocument/2006/relationships/oleObject" Target="../embeddings/oleObject646.bin"/><Relationship Id="rId5" Type="http://schemas.openxmlformats.org/officeDocument/2006/relationships/oleObject" Target="../embeddings/oleObject643.bin"/><Relationship Id="rId15" Type="http://schemas.openxmlformats.org/officeDocument/2006/relationships/oleObject" Target="../embeddings/oleObject648.bin"/><Relationship Id="rId10" Type="http://schemas.openxmlformats.org/officeDocument/2006/relationships/image" Target="../media/image593.wmf"/><Relationship Id="rId19" Type="http://schemas.openxmlformats.org/officeDocument/2006/relationships/oleObject" Target="../embeddings/oleObject650.bin"/><Relationship Id="rId4" Type="http://schemas.openxmlformats.org/officeDocument/2006/relationships/image" Target="../media/image590.wmf"/><Relationship Id="rId9" Type="http://schemas.openxmlformats.org/officeDocument/2006/relationships/oleObject" Target="../embeddings/oleObject645.bin"/><Relationship Id="rId14" Type="http://schemas.openxmlformats.org/officeDocument/2006/relationships/image" Target="../media/image595.w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wmf"/><Relationship Id="rId13" Type="http://schemas.openxmlformats.org/officeDocument/2006/relationships/oleObject" Target="../embeddings/oleObject656.bin"/><Relationship Id="rId18" Type="http://schemas.openxmlformats.org/officeDocument/2006/relationships/image" Target="../media/image606.wmf"/><Relationship Id="rId3" Type="http://schemas.openxmlformats.org/officeDocument/2006/relationships/oleObject" Target="../embeddings/oleObject651.bin"/><Relationship Id="rId21" Type="http://schemas.openxmlformats.org/officeDocument/2006/relationships/oleObject" Target="../embeddings/oleObject660.bin"/><Relationship Id="rId7" Type="http://schemas.openxmlformats.org/officeDocument/2006/relationships/oleObject" Target="../embeddings/oleObject653.bin"/><Relationship Id="rId12" Type="http://schemas.openxmlformats.org/officeDocument/2006/relationships/image" Target="../media/image603.wmf"/><Relationship Id="rId17" Type="http://schemas.openxmlformats.org/officeDocument/2006/relationships/oleObject" Target="../embeddings/oleObject6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5.wmf"/><Relationship Id="rId20" Type="http://schemas.openxmlformats.org/officeDocument/2006/relationships/image" Target="../media/image607.wmf"/><Relationship Id="rId1" Type="http://schemas.openxmlformats.org/officeDocument/2006/relationships/vmlDrawing" Target="../drawings/vmlDrawing90.vml"/><Relationship Id="rId6" Type="http://schemas.openxmlformats.org/officeDocument/2006/relationships/image" Target="../media/image600.wmf"/><Relationship Id="rId11" Type="http://schemas.openxmlformats.org/officeDocument/2006/relationships/oleObject" Target="../embeddings/oleObject655.bin"/><Relationship Id="rId5" Type="http://schemas.openxmlformats.org/officeDocument/2006/relationships/oleObject" Target="../embeddings/oleObject652.bin"/><Relationship Id="rId15" Type="http://schemas.openxmlformats.org/officeDocument/2006/relationships/oleObject" Target="../embeddings/oleObject657.bin"/><Relationship Id="rId10" Type="http://schemas.openxmlformats.org/officeDocument/2006/relationships/image" Target="../media/image602.wmf"/><Relationship Id="rId19" Type="http://schemas.openxmlformats.org/officeDocument/2006/relationships/oleObject" Target="../embeddings/oleObject659.bin"/><Relationship Id="rId4" Type="http://schemas.openxmlformats.org/officeDocument/2006/relationships/image" Target="../media/image599.wmf"/><Relationship Id="rId9" Type="http://schemas.openxmlformats.org/officeDocument/2006/relationships/oleObject" Target="../embeddings/oleObject654.bin"/><Relationship Id="rId14" Type="http://schemas.openxmlformats.org/officeDocument/2006/relationships/image" Target="../media/image604.wmf"/><Relationship Id="rId22" Type="http://schemas.openxmlformats.org/officeDocument/2006/relationships/image" Target="../media/image608.w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wmf"/><Relationship Id="rId13" Type="http://schemas.openxmlformats.org/officeDocument/2006/relationships/oleObject" Target="../embeddings/oleObject666.bin"/><Relationship Id="rId18" Type="http://schemas.openxmlformats.org/officeDocument/2006/relationships/image" Target="../media/image615.wmf"/><Relationship Id="rId26" Type="http://schemas.openxmlformats.org/officeDocument/2006/relationships/image" Target="../media/image619.wmf"/><Relationship Id="rId3" Type="http://schemas.openxmlformats.org/officeDocument/2006/relationships/oleObject" Target="../embeddings/oleObject661.bin"/><Relationship Id="rId21" Type="http://schemas.openxmlformats.org/officeDocument/2006/relationships/oleObject" Target="../embeddings/oleObject670.bin"/><Relationship Id="rId7" Type="http://schemas.openxmlformats.org/officeDocument/2006/relationships/oleObject" Target="../embeddings/oleObject663.bin"/><Relationship Id="rId12" Type="http://schemas.openxmlformats.org/officeDocument/2006/relationships/image" Target="../media/image612.wmf"/><Relationship Id="rId17" Type="http://schemas.openxmlformats.org/officeDocument/2006/relationships/oleObject" Target="../embeddings/oleObject668.bin"/><Relationship Id="rId25" Type="http://schemas.openxmlformats.org/officeDocument/2006/relationships/oleObject" Target="../embeddings/oleObject67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14.wmf"/><Relationship Id="rId20" Type="http://schemas.openxmlformats.org/officeDocument/2006/relationships/image" Target="../media/image616.wmf"/><Relationship Id="rId1" Type="http://schemas.openxmlformats.org/officeDocument/2006/relationships/vmlDrawing" Target="../drawings/vmlDrawing91.vml"/><Relationship Id="rId6" Type="http://schemas.openxmlformats.org/officeDocument/2006/relationships/image" Target="../media/image601.wmf"/><Relationship Id="rId11" Type="http://schemas.openxmlformats.org/officeDocument/2006/relationships/oleObject" Target="../embeddings/oleObject665.bin"/><Relationship Id="rId24" Type="http://schemas.openxmlformats.org/officeDocument/2006/relationships/image" Target="../media/image618.emf"/><Relationship Id="rId5" Type="http://schemas.openxmlformats.org/officeDocument/2006/relationships/oleObject" Target="../embeddings/oleObject662.bin"/><Relationship Id="rId15" Type="http://schemas.openxmlformats.org/officeDocument/2006/relationships/oleObject" Target="../embeddings/oleObject667.bin"/><Relationship Id="rId23" Type="http://schemas.openxmlformats.org/officeDocument/2006/relationships/oleObject" Target="../embeddings/oleObject671.bin"/><Relationship Id="rId10" Type="http://schemas.openxmlformats.org/officeDocument/2006/relationships/image" Target="../media/image611.wmf"/><Relationship Id="rId19" Type="http://schemas.openxmlformats.org/officeDocument/2006/relationships/oleObject" Target="../embeddings/oleObject669.bin"/><Relationship Id="rId4" Type="http://schemas.openxmlformats.org/officeDocument/2006/relationships/image" Target="../media/image609.wmf"/><Relationship Id="rId9" Type="http://schemas.openxmlformats.org/officeDocument/2006/relationships/oleObject" Target="../embeddings/oleObject664.bin"/><Relationship Id="rId14" Type="http://schemas.openxmlformats.org/officeDocument/2006/relationships/image" Target="../media/image613.wmf"/><Relationship Id="rId22" Type="http://schemas.openxmlformats.org/officeDocument/2006/relationships/image" Target="../media/image617.e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9.wmf"/><Relationship Id="rId3" Type="http://schemas.openxmlformats.org/officeDocument/2006/relationships/oleObject" Target="../embeddings/oleObject673.bin"/><Relationship Id="rId7" Type="http://schemas.openxmlformats.org/officeDocument/2006/relationships/oleObject" Target="../embeddings/oleObject675.bin"/><Relationship Id="rId12" Type="http://schemas.openxmlformats.org/officeDocument/2006/relationships/image" Target="../media/image62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2.vml"/><Relationship Id="rId6" Type="http://schemas.openxmlformats.org/officeDocument/2006/relationships/image" Target="../media/image621.wmf"/><Relationship Id="rId11" Type="http://schemas.openxmlformats.org/officeDocument/2006/relationships/oleObject" Target="../embeddings/oleObject677.bin"/><Relationship Id="rId5" Type="http://schemas.openxmlformats.org/officeDocument/2006/relationships/oleObject" Target="../embeddings/oleObject674.bin"/><Relationship Id="rId10" Type="http://schemas.openxmlformats.org/officeDocument/2006/relationships/image" Target="../media/image622.wmf"/><Relationship Id="rId4" Type="http://schemas.openxmlformats.org/officeDocument/2006/relationships/image" Target="../media/image620.wmf"/><Relationship Id="rId9" Type="http://schemas.openxmlformats.org/officeDocument/2006/relationships/oleObject" Target="../embeddings/oleObject676.bin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6.wmf"/><Relationship Id="rId13" Type="http://schemas.openxmlformats.org/officeDocument/2006/relationships/oleObject" Target="../embeddings/oleObject683.bin"/><Relationship Id="rId18" Type="http://schemas.openxmlformats.org/officeDocument/2006/relationships/image" Target="../media/image631.wmf"/><Relationship Id="rId3" Type="http://schemas.openxmlformats.org/officeDocument/2006/relationships/oleObject" Target="../embeddings/oleObject678.bin"/><Relationship Id="rId21" Type="http://schemas.openxmlformats.org/officeDocument/2006/relationships/oleObject" Target="../embeddings/oleObject687.bin"/><Relationship Id="rId7" Type="http://schemas.openxmlformats.org/officeDocument/2006/relationships/oleObject" Target="../embeddings/oleObject680.bin"/><Relationship Id="rId12" Type="http://schemas.openxmlformats.org/officeDocument/2006/relationships/image" Target="../media/image628.wmf"/><Relationship Id="rId17" Type="http://schemas.openxmlformats.org/officeDocument/2006/relationships/oleObject" Target="../embeddings/oleObject6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0.wmf"/><Relationship Id="rId20" Type="http://schemas.openxmlformats.org/officeDocument/2006/relationships/image" Target="../media/image632.wmf"/><Relationship Id="rId1" Type="http://schemas.openxmlformats.org/officeDocument/2006/relationships/vmlDrawing" Target="../drawings/vmlDrawing93.vml"/><Relationship Id="rId6" Type="http://schemas.openxmlformats.org/officeDocument/2006/relationships/image" Target="../media/image625.wmf"/><Relationship Id="rId11" Type="http://schemas.openxmlformats.org/officeDocument/2006/relationships/oleObject" Target="../embeddings/oleObject682.bin"/><Relationship Id="rId5" Type="http://schemas.openxmlformats.org/officeDocument/2006/relationships/oleObject" Target="../embeddings/oleObject679.bin"/><Relationship Id="rId15" Type="http://schemas.openxmlformats.org/officeDocument/2006/relationships/oleObject" Target="../embeddings/oleObject684.bin"/><Relationship Id="rId10" Type="http://schemas.openxmlformats.org/officeDocument/2006/relationships/image" Target="../media/image627.wmf"/><Relationship Id="rId19" Type="http://schemas.openxmlformats.org/officeDocument/2006/relationships/oleObject" Target="../embeddings/oleObject686.bin"/><Relationship Id="rId4" Type="http://schemas.openxmlformats.org/officeDocument/2006/relationships/image" Target="../media/image624.wmf"/><Relationship Id="rId9" Type="http://schemas.openxmlformats.org/officeDocument/2006/relationships/oleObject" Target="../embeddings/oleObject681.bin"/><Relationship Id="rId14" Type="http://schemas.openxmlformats.org/officeDocument/2006/relationships/image" Target="../media/image629.wmf"/><Relationship Id="rId22" Type="http://schemas.openxmlformats.org/officeDocument/2006/relationships/image" Target="../media/image633.wm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4.wmf"/><Relationship Id="rId3" Type="http://schemas.openxmlformats.org/officeDocument/2006/relationships/oleObject" Target="../embeddings/oleObject688.bin"/><Relationship Id="rId7" Type="http://schemas.openxmlformats.org/officeDocument/2006/relationships/oleObject" Target="../embeddings/oleObject6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4.vml"/><Relationship Id="rId6" Type="http://schemas.openxmlformats.org/officeDocument/2006/relationships/image" Target="../media/image633.wmf"/><Relationship Id="rId5" Type="http://schemas.openxmlformats.org/officeDocument/2006/relationships/oleObject" Target="../embeddings/oleObject689.bin"/><Relationship Id="rId10" Type="http://schemas.openxmlformats.org/officeDocument/2006/relationships/image" Target="../media/image635.wmf"/><Relationship Id="rId4" Type="http://schemas.openxmlformats.org/officeDocument/2006/relationships/image" Target="../media/image630.wmf"/><Relationship Id="rId9" Type="http://schemas.openxmlformats.org/officeDocument/2006/relationships/oleObject" Target="../embeddings/oleObject691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8.wmf"/><Relationship Id="rId13" Type="http://schemas.openxmlformats.org/officeDocument/2006/relationships/oleObject" Target="../embeddings/oleObject697.bin"/><Relationship Id="rId3" Type="http://schemas.openxmlformats.org/officeDocument/2006/relationships/oleObject" Target="../embeddings/oleObject692.bin"/><Relationship Id="rId7" Type="http://schemas.openxmlformats.org/officeDocument/2006/relationships/oleObject" Target="../embeddings/oleObject694.bin"/><Relationship Id="rId12" Type="http://schemas.openxmlformats.org/officeDocument/2006/relationships/image" Target="../media/image64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5.vml"/><Relationship Id="rId6" Type="http://schemas.openxmlformats.org/officeDocument/2006/relationships/image" Target="../media/image637.wmf"/><Relationship Id="rId11" Type="http://schemas.openxmlformats.org/officeDocument/2006/relationships/oleObject" Target="../embeddings/oleObject696.bin"/><Relationship Id="rId5" Type="http://schemas.openxmlformats.org/officeDocument/2006/relationships/oleObject" Target="../embeddings/oleObject693.bin"/><Relationship Id="rId10" Type="http://schemas.openxmlformats.org/officeDocument/2006/relationships/image" Target="../media/image639.wmf"/><Relationship Id="rId4" Type="http://schemas.openxmlformats.org/officeDocument/2006/relationships/image" Target="../media/image636.wmf"/><Relationship Id="rId9" Type="http://schemas.openxmlformats.org/officeDocument/2006/relationships/oleObject" Target="../embeddings/oleObject695.bin"/><Relationship Id="rId14" Type="http://schemas.openxmlformats.org/officeDocument/2006/relationships/image" Target="../media/image641.w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wmf"/><Relationship Id="rId3" Type="http://schemas.openxmlformats.org/officeDocument/2006/relationships/oleObject" Target="../embeddings/oleObject698.bin"/><Relationship Id="rId7" Type="http://schemas.openxmlformats.org/officeDocument/2006/relationships/oleObject" Target="../embeddings/oleObject700.bin"/><Relationship Id="rId12" Type="http://schemas.openxmlformats.org/officeDocument/2006/relationships/image" Target="../media/image64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6.vml"/><Relationship Id="rId6" Type="http://schemas.openxmlformats.org/officeDocument/2006/relationships/image" Target="../media/image643.wmf"/><Relationship Id="rId11" Type="http://schemas.openxmlformats.org/officeDocument/2006/relationships/oleObject" Target="../embeddings/oleObject702.bin"/><Relationship Id="rId5" Type="http://schemas.openxmlformats.org/officeDocument/2006/relationships/oleObject" Target="../embeddings/oleObject699.bin"/><Relationship Id="rId10" Type="http://schemas.openxmlformats.org/officeDocument/2006/relationships/image" Target="../media/image644.wmf"/><Relationship Id="rId4" Type="http://schemas.openxmlformats.org/officeDocument/2006/relationships/image" Target="../media/image642.wmf"/><Relationship Id="rId9" Type="http://schemas.openxmlformats.org/officeDocument/2006/relationships/oleObject" Target="../embeddings/oleObject701.bin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7.wmf"/><Relationship Id="rId13" Type="http://schemas.openxmlformats.org/officeDocument/2006/relationships/oleObject" Target="../embeddings/oleObject708.bin"/><Relationship Id="rId3" Type="http://schemas.openxmlformats.org/officeDocument/2006/relationships/oleObject" Target="../embeddings/oleObject703.bin"/><Relationship Id="rId7" Type="http://schemas.openxmlformats.org/officeDocument/2006/relationships/oleObject" Target="../embeddings/oleObject705.bin"/><Relationship Id="rId12" Type="http://schemas.openxmlformats.org/officeDocument/2006/relationships/image" Target="../media/image64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9.wmf"/><Relationship Id="rId1" Type="http://schemas.openxmlformats.org/officeDocument/2006/relationships/vmlDrawing" Target="../drawings/vmlDrawing97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707.bin"/><Relationship Id="rId5" Type="http://schemas.openxmlformats.org/officeDocument/2006/relationships/oleObject" Target="../embeddings/oleObject704.bin"/><Relationship Id="rId15" Type="http://schemas.openxmlformats.org/officeDocument/2006/relationships/oleObject" Target="../embeddings/oleObject709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706.bin"/><Relationship Id="rId14" Type="http://schemas.openxmlformats.org/officeDocument/2006/relationships/image" Target="../media/image127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715.bin"/><Relationship Id="rId18" Type="http://schemas.openxmlformats.org/officeDocument/2006/relationships/image" Target="../media/image650.wmf"/><Relationship Id="rId3" Type="http://schemas.openxmlformats.org/officeDocument/2006/relationships/oleObject" Target="../embeddings/oleObject710.bin"/><Relationship Id="rId7" Type="http://schemas.openxmlformats.org/officeDocument/2006/relationships/oleObject" Target="../embeddings/oleObject712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7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5.wmf"/><Relationship Id="rId20" Type="http://schemas.openxmlformats.org/officeDocument/2006/relationships/image" Target="../media/image651.wmf"/><Relationship Id="rId1" Type="http://schemas.openxmlformats.org/officeDocument/2006/relationships/vmlDrawing" Target="../drawings/vmlDrawing98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714.bin"/><Relationship Id="rId5" Type="http://schemas.openxmlformats.org/officeDocument/2006/relationships/oleObject" Target="../embeddings/oleObject711.bin"/><Relationship Id="rId15" Type="http://schemas.openxmlformats.org/officeDocument/2006/relationships/oleObject" Target="../embeddings/oleObject716.bin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718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713.bin"/><Relationship Id="rId14" Type="http://schemas.openxmlformats.org/officeDocument/2006/relationships/image" Target="../media/image133.w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724.bin"/><Relationship Id="rId3" Type="http://schemas.openxmlformats.org/officeDocument/2006/relationships/oleObject" Target="../embeddings/oleObject719.bin"/><Relationship Id="rId7" Type="http://schemas.openxmlformats.org/officeDocument/2006/relationships/oleObject" Target="../embeddings/oleObject721.bin"/><Relationship Id="rId12" Type="http://schemas.openxmlformats.org/officeDocument/2006/relationships/image" Target="../media/image13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1.wmf"/><Relationship Id="rId1" Type="http://schemas.openxmlformats.org/officeDocument/2006/relationships/vmlDrawing" Target="../drawings/vmlDrawing99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723.bin"/><Relationship Id="rId5" Type="http://schemas.openxmlformats.org/officeDocument/2006/relationships/oleObject" Target="../embeddings/oleObject720.bin"/><Relationship Id="rId15" Type="http://schemas.openxmlformats.org/officeDocument/2006/relationships/oleObject" Target="../embeddings/oleObject725.bin"/><Relationship Id="rId10" Type="http://schemas.openxmlformats.org/officeDocument/2006/relationships/image" Target="../media/image131.wmf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722.bin"/><Relationship Id="rId14" Type="http://schemas.openxmlformats.org/officeDocument/2006/relationships/image" Target="../media/image139.w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726.bin"/><Relationship Id="rId7" Type="http://schemas.openxmlformats.org/officeDocument/2006/relationships/oleObject" Target="../embeddings/oleObject728.bin"/><Relationship Id="rId12" Type="http://schemas.openxmlformats.org/officeDocument/2006/relationships/image" Target="../media/image6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0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730.bin"/><Relationship Id="rId5" Type="http://schemas.openxmlformats.org/officeDocument/2006/relationships/oleObject" Target="../embeddings/oleObject727.bin"/><Relationship Id="rId10" Type="http://schemas.openxmlformats.org/officeDocument/2006/relationships/image" Target="../media/image653.wmf"/><Relationship Id="rId4" Type="http://schemas.openxmlformats.org/officeDocument/2006/relationships/image" Target="../media/image652.wmf"/><Relationship Id="rId9" Type="http://schemas.openxmlformats.org/officeDocument/2006/relationships/oleObject" Target="../embeddings/oleObject729.bin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7.wmf"/><Relationship Id="rId3" Type="http://schemas.openxmlformats.org/officeDocument/2006/relationships/oleObject" Target="../embeddings/oleObject731.bin"/><Relationship Id="rId7" Type="http://schemas.openxmlformats.org/officeDocument/2006/relationships/oleObject" Target="../embeddings/oleObject733.bin"/><Relationship Id="rId12" Type="http://schemas.openxmlformats.org/officeDocument/2006/relationships/image" Target="../media/image6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1.vml"/><Relationship Id="rId6" Type="http://schemas.openxmlformats.org/officeDocument/2006/relationships/image" Target="../media/image656.wmf"/><Relationship Id="rId11" Type="http://schemas.openxmlformats.org/officeDocument/2006/relationships/oleObject" Target="../embeddings/oleObject735.bin"/><Relationship Id="rId5" Type="http://schemas.openxmlformats.org/officeDocument/2006/relationships/oleObject" Target="../embeddings/oleObject732.bin"/><Relationship Id="rId10" Type="http://schemas.openxmlformats.org/officeDocument/2006/relationships/image" Target="../media/image658.wmf"/><Relationship Id="rId4" Type="http://schemas.openxmlformats.org/officeDocument/2006/relationships/image" Target="../media/image655.wmf"/><Relationship Id="rId9" Type="http://schemas.openxmlformats.org/officeDocument/2006/relationships/oleObject" Target="../embeddings/oleObject734.bin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9.wmf"/><Relationship Id="rId13" Type="http://schemas.openxmlformats.org/officeDocument/2006/relationships/oleObject" Target="../embeddings/oleObject741.bin"/><Relationship Id="rId18" Type="http://schemas.openxmlformats.org/officeDocument/2006/relationships/image" Target="../media/image665.wmf"/><Relationship Id="rId3" Type="http://schemas.openxmlformats.org/officeDocument/2006/relationships/oleObject" Target="../embeddings/oleObject736.bin"/><Relationship Id="rId7" Type="http://schemas.openxmlformats.org/officeDocument/2006/relationships/oleObject" Target="../embeddings/oleObject738.bin"/><Relationship Id="rId12" Type="http://schemas.openxmlformats.org/officeDocument/2006/relationships/image" Target="../media/image662.wmf"/><Relationship Id="rId17" Type="http://schemas.openxmlformats.org/officeDocument/2006/relationships/oleObject" Target="../embeddings/oleObject7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4.wmf"/><Relationship Id="rId20" Type="http://schemas.openxmlformats.org/officeDocument/2006/relationships/image" Target="../media/image666.wmf"/><Relationship Id="rId1" Type="http://schemas.openxmlformats.org/officeDocument/2006/relationships/vmlDrawing" Target="../drawings/vmlDrawing102.vml"/><Relationship Id="rId6" Type="http://schemas.openxmlformats.org/officeDocument/2006/relationships/image" Target="../media/image658.wmf"/><Relationship Id="rId11" Type="http://schemas.openxmlformats.org/officeDocument/2006/relationships/oleObject" Target="../embeddings/oleObject740.bin"/><Relationship Id="rId5" Type="http://schemas.openxmlformats.org/officeDocument/2006/relationships/oleObject" Target="../embeddings/oleObject737.bin"/><Relationship Id="rId15" Type="http://schemas.openxmlformats.org/officeDocument/2006/relationships/oleObject" Target="../embeddings/oleObject742.bin"/><Relationship Id="rId10" Type="http://schemas.openxmlformats.org/officeDocument/2006/relationships/image" Target="../media/image661.wmf"/><Relationship Id="rId19" Type="http://schemas.openxmlformats.org/officeDocument/2006/relationships/oleObject" Target="../embeddings/oleObject744.bin"/><Relationship Id="rId4" Type="http://schemas.openxmlformats.org/officeDocument/2006/relationships/image" Target="../media/image660.wmf"/><Relationship Id="rId9" Type="http://schemas.openxmlformats.org/officeDocument/2006/relationships/oleObject" Target="../embeddings/oleObject739.bin"/><Relationship Id="rId14" Type="http://schemas.openxmlformats.org/officeDocument/2006/relationships/image" Target="../media/image66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8AD9-615C-4D16-A56A-BE00E501DACD}" type="slidenum">
              <a:rPr lang="zh-CN" altLang="en-US"/>
              <a:pPr/>
              <a:t>1</a:t>
            </a:fld>
            <a:endParaRPr lang="zh-CN" altLang="en-US"/>
          </a:p>
        </p:txBody>
      </p:sp>
      <p:sp>
        <p:nvSpPr>
          <p:cNvPr id="809992" name="WordArt 8"/>
          <p:cNvSpPr>
            <a:spLocks noChangeArrowheads="1" noChangeShapeType="1" noTextEdit="1"/>
          </p:cNvSpPr>
          <p:nvPr/>
        </p:nvSpPr>
        <p:spPr bwMode="auto">
          <a:xfrm rot="-112793">
            <a:off x="989013" y="2197100"/>
            <a:ext cx="6173787" cy="15255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49574"/>
              </a:avLst>
            </a:prstTxWarp>
            <a:scene3d>
              <a:camera prst="legacyPerspectiveBottomRight">
                <a:rot lat="0" lon="21239999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CCFFCC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CCFFCC"/>
                    </a:gs>
                    <a:gs pos="100000">
                      <a:srgbClr val="FFFF00"/>
                    </a:gs>
                  </a:gsLst>
                  <a:lin ang="5512793" scaled="1"/>
                </a:gradFill>
              </a:rPr>
              <a:t>矩阵的特征值</a:t>
            </a:r>
          </a:p>
        </p:txBody>
      </p:sp>
      <p:sp>
        <p:nvSpPr>
          <p:cNvPr id="809994" name="Rectangle 10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5105400" cy="1143000"/>
          </a:xfrm>
        </p:spPr>
        <p:txBody>
          <a:bodyPr/>
          <a:lstStyle/>
          <a:p>
            <a:pPr algn="l"/>
            <a:r>
              <a:rPr lang="zh-CN" altLang="en-US" sz="12000" b="1">
                <a:solidFill>
                  <a:srgbClr val="FFFF00"/>
                </a:solidFill>
                <a:ea typeface="隶书" panose="02010509060101010101" pitchFamily="49" charset="-122"/>
              </a:rPr>
              <a:t>第四章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6D46-B2D3-4990-8557-8FE7B15FBC88}" type="slidenum">
              <a:rPr lang="zh-CN" altLang="en-US"/>
              <a:pPr/>
              <a:t>2</a:t>
            </a:fld>
            <a:endParaRPr lang="zh-CN" altLang="en-US"/>
          </a:p>
        </p:txBody>
      </p:sp>
      <p:sp>
        <p:nvSpPr>
          <p:cNvPr id="722966" name="Text Box 22"/>
          <p:cNvSpPr txBox="1">
            <a:spLocks noChangeArrowheads="1"/>
          </p:cNvSpPr>
          <p:nvPr/>
        </p:nvSpPr>
        <p:spPr bwMode="auto">
          <a:xfrm>
            <a:off x="381000" y="1143000"/>
            <a:ext cx="8167688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/>
              <a:t>   本章介绍矩阵的特征值、特征向量以及矩阵对角化的问题。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6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A24F4-7989-42D4-864C-BC043185320F}" type="slidenum">
              <a:rPr lang="zh-CN" altLang="en-US"/>
              <a:pPr/>
              <a:t>3</a:t>
            </a:fld>
            <a:endParaRPr lang="zh-CN" altLang="en-US"/>
          </a:p>
        </p:txBody>
      </p:sp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第一节  矩阵的特征值与特征向量</a:t>
            </a:r>
          </a:p>
        </p:txBody>
      </p:sp>
      <p:sp>
        <p:nvSpPr>
          <p:cNvPr id="901169" name="Text Box 49"/>
          <p:cNvSpPr txBox="1">
            <a:spLocks noChangeArrowheads="1"/>
          </p:cNvSpPr>
          <p:nvPr/>
        </p:nvSpPr>
        <p:spPr bwMode="auto">
          <a:xfrm>
            <a:off x="152400" y="990600"/>
            <a:ext cx="533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矩阵的特征值</a:t>
            </a:r>
          </a:p>
        </p:txBody>
      </p:sp>
      <p:graphicFrame>
        <p:nvGraphicFramePr>
          <p:cNvPr id="901170" name="Object 50"/>
          <p:cNvGraphicFramePr>
            <a:graphicFrameLocks noChangeAspect="1"/>
          </p:cNvGraphicFramePr>
          <p:nvPr/>
        </p:nvGraphicFramePr>
        <p:xfrm>
          <a:off x="385763" y="1638300"/>
          <a:ext cx="761523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86" name="Document" r:id="rId3" imgW="3098880" imgH="393840" progId="Word.Document.8">
                  <p:embed/>
                </p:oleObj>
              </mc:Choice>
              <mc:Fallback>
                <p:oleObj name="Document" r:id="rId3" imgW="3098880" imgH="393840" progId="Word.Document.8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1638300"/>
                        <a:ext cx="7615237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1" name="Text Box 51"/>
          <p:cNvSpPr txBox="1">
            <a:spLocks noChangeArrowheads="1"/>
          </p:cNvSpPr>
          <p:nvPr/>
        </p:nvSpPr>
        <p:spPr bwMode="auto">
          <a:xfrm>
            <a:off x="304800" y="16144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901172" name="Text Box 52"/>
          <p:cNvSpPr txBox="1">
            <a:spLocks noChangeArrowheads="1"/>
          </p:cNvSpPr>
          <p:nvPr/>
        </p:nvSpPr>
        <p:spPr bwMode="auto">
          <a:xfrm>
            <a:off x="304800" y="433863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说明：</a:t>
            </a:r>
          </a:p>
        </p:txBody>
      </p:sp>
      <p:graphicFrame>
        <p:nvGraphicFramePr>
          <p:cNvPr id="901173" name="Object 53"/>
          <p:cNvGraphicFramePr>
            <a:graphicFrameLocks noChangeAspect="1"/>
          </p:cNvGraphicFramePr>
          <p:nvPr/>
        </p:nvGraphicFramePr>
        <p:xfrm>
          <a:off x="2438400" y="2738438"/>
          <a:ext cx="1530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87" name="Equation" r:id="rId5" imgW="634680" imgH="177480" progId="Equation.3">
                  <p:embed/>
                </p:oleObj>
              </mc:Choice>
              <mc:Fallback>
                <p:oleObj name="Equation" r:id="rId5" imgW="634680" imgH="17748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738438"/>
                        <a:ext cx="153035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4" name="Object 54"/>
          <p:cNvGraphicFramePr>
            <a:graphicFrameLocks noChangeAspect="1"/>
          </p:cNvGraphicFramePr>
          <p:nvPr/>
        </p:nvGraphicFramePr>
        <p:xfrm>
          <a:off x="457200" y="3195638"/>
          <a:ext cx="76200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88" name="Document" r:id="rId7" imgW="3185280" imgH="396360" progId="Word.Document.8">
                  <p:embed/>
                </p:oleObj>
              </mc:Choice>
              <mc:Fallback>
                <p:oleObj name="Document" r:id="rId7" imgW="3185280" imgH="396360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195638"/>
                        <a:ext cx="76200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5" name="Text Box 55"/>
          <p:cNvSpPr txBox="1">
            <a:spLocks noChangeArrowheads="1"/>
          </p:cNvSpPr>
          <p:nvPr/>
        </p:nvSpPr>
        <p:spPr bwMode="auto">
          <a:xfrm>
            <a:off x="1447800" y="4360863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1、特征值</a:t>
            </a:r>
            <a:r>
              <a:rPr lang="zh-CN" altLang="en-US"/>
              <a:t>问题是针对</a:t>
            </a:r>
            <a:r>
              <a:rPr lang="zh-CN" altLang="en-US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方阵</a:t>
            </a:r>
            <a:r>
              <a:rPr lang="zh-CN" altLang="en-US"/>
              <a:t>而言的；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01176" name="Text Box 56"/>
          <p:cNvSpPr txBox="1">
            <a:spLocks noChangeArrowheads="1"/>
          </p:cNvSpPr>
          <p:nvPr/>
        </p:nvSpPr>
        <p:spPr bwMode="auto">
          <a:xfrm>
            <a:off x="457200" y="4970463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2、特征</a:t>
            </a:r>
            <a:r>
              <a:rPr lang="zh-CN" altLang="en-US"/>
              <a:t>向量必须是</a:t>
            </a:r>
            <a:r>
              <a:rPr lang="zh-CN" altLang="en-US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非零</a:t>
            </a:r>
            <a:r>
              <a:rPr lang="zh-CN" altLang="en-US"/>
              <a:t>向量；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01178" name="Text Box 58"/>
          <p:cNvSpPr txBox="1">
            <a:spLocks noChangeArrowheads="1"/>
          </p:cNvSpPr>
          <p:nvPr/>
        </p:nvSpPr>
        <p:spPr bwMode="auto">
          <a:xfrm>
            <a:off x="442913" y="5572125"/>
            <a:ext cx="8472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3、特征</a:t>
            </a:r>
            <a:r>
              <a:rPr lang="zh-CN" altLang="en-US"/>
              <a:t>向量既依赖于矩阵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/>
              <a:t>，</a:t>
            </a:r>
            <a:r>
              <a:rPr lang="zh-CN" altLang="en-US"/>
              <a:t>又依赖于特征值</a:t>
            </a:r>
            <a:r>
              <a:rPr lang="en-US" altLang="zh-CN">
                <a:latin typeface="MingLiU" pitchFamily="49" charset="-128"/>
                <a:ea typeface="MingLiU" pitchFamily="49" charset="-128"/>
              </a:rPr>
              <a:t>λ</a:t>
            </a:r>
            <a:r>
              <a:rPr lang="en-US" altLang="zh-CN">
                <a:latin typeface="MingLiU" pitchFamily="49" charset="-128"/>
              </a:rPr>
              <a:t>。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22" grpId="0" autoUpdateAnimBg="0"/>
      <p:bldP spid="901169" grpId="0" autoUpdateAnimBg="0"/>
      <p:bldP spid="901171" grpId="0" autoUpdateAnimBg="0"/>
      <p:bldP spid="901172" grpId="0" autoUpdateAnimBg="0"/>
      <p:bldP spid="901175" grpId="0" autoUpdateAnimBg="0"/>
      <p:bldP spid="901176" grpId="0" autoUpdateAnimBg="0"/>
      <p:bldP spid="90117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51AEA-1CFD-402C-B3AF-174AEFD98377}" type="slidenum">
              <a:rPr lang="zh-CN" altLang="en-US"/>
              <a:pPr/>
              <a:t>4</a:t>
            </a:fld>
            <a:endParaRPr lang="zh-CN" altLang="en-US"/>
          </a:p>
        </p:txBody>
      </p:sp>
      <p:sp>
        <p:nvSpPr>
          <p:cNvPr id="902146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7239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ea typeface="黑体" panose="02010609060101010101" pitchFamily="49" charset="-122"/>
              </a:rPr>
              <a:t>特征值与特征向量的计算方法： </a:t>
            </a:r>
          </a:p>
        </p:txBody>
      </p:sp>
      <p:graphicFrame>
        <p:nvGraphicFramePr>
          <p:cNvPr id="902147" name="Object 3"/>
          <p:cNvGraphicFramePr>
            <a:graphicFrameLocks noChangeAspect="1"/>
          </p:cNvGraphicFramePr>
          <p:nvPr/>
        </p:nvGraphicFramePr>
        <p:xfrm>
          <a:off x="1066800" y="990600"/>
          <a:ext cx="160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178" name="Equation" r:id="rId3" imgW="634680" imgH="177480" progId="Equation.3">
                  <p:embed/>
                </p:oleObj>
              </mc:Choice>
              <mc:Fallback>
                <p:oleObj name="Equation" r:id="rId3" imgW="634680" imgH="177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990600"/>
                        <a:ext cx="1600200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48" name="Object 4"/>
          <p:cNvGraphicFramePr>
            <a:graphicFrameLocks noChangeAspect="1"/>
          </p:cNvGraphicFramePr>
          <p:nvPr/>
        </p:nvGraphicFramePr>
        <p:xfrm>
          <a:off x="2819400" y="990600"/>
          <a:ext cx="33083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179" name="Equation" r:id="rId5" imgW="1333440" imgH="203040" progId="Equation.3">
                  <p:embed/>
                </p:oleObj>
              </mc:Choice>
              <mc:Fallback>
                <p:oleObj name="Equation" r:id="rId5" imgW="133344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990600"/>
                        <a:ext cx="330835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2163" name="Group 19"/>
          <p:cNvGrpSpPr>
            <a:grpSpLocks/>
          </p:cNvGrpSpPr>
          <p:nvPr/>
        </p:nvGrpSpPr>
        <p:grpSpPr bwMode="auto">
          <a:xfrm>
            <a:off x="273050" y="1574800"/>
            <a:ext cx="8382000" cy="542925"/>
            <a:chOff x="288" y="1088"/>
            <a:chExt cx="5280" cy="342"/>
          </a:xfrm>
        </p:grpSpPr>
        <p:sp>
          <p:nvSpPr>
            <p:cNvPr id="902150" name="Text Box 6"/>
            <p:cNvSpPr txBox="1">
              <a:spLocks noChangeArrowheads="1"/>
            </p:cNvSpPr>
            <p:nvPr/>
          </p:nvSpPr>
          <p:spPr bwMode="auto">
            <a:xfrm>
              <a:off x="288" y="1088"/>
              <a:ext cx="2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即要求齐次线性方程组</a:t>
              </a:r>
            </a:p>
          </p:txBody>
        </p:sp>
        <p:graphicFrame>
          <p:nvGraphicFramePr>
            <p:cNvPr id="902151" name="Object 7"/>
            <p:cNvGraphicFramePr>
              <a:graphicFrameLocks noChangeAspect="1"/>
            </p:cNvGraphicFramePr>
            <p:nvPr/>
          </p:nvGraphicFramePr>
          <p:xfrm>
            <a:off x="2695" y="1116"/>
            <a:ext cx="1567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180" name="Equation" r:id="rId7" imgW="1002960" imgH="203040" progId="Equation.3">
                    <p:embed/>
                  </p:oleObj>
                </mc:Choice>
                <mc:Fallback>
                  <p:oleObj name="Equation" r:id="rId7" imgW="1002960" imgH="2030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5" y="1116"/>
                          <a:ext cx="1567" cy="3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2152" name="Text Box 8"/>
            <p:cNvSpPr txBox="1">
              <a:spLocks noChangeArrowheads="1"/>
            </p:cNvSpPr>
            <p:nvPr/>
          </p:nvSpPr>
          <p:spPr bwMode="auto">
            <a:xfrm>
              <a:off x="4224" y="1088"/>
              <a:ext cx="13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有非零解，</a:t>
              </a:r>
            </a:p>
          </p:txBody>
        </p:sp>
      </p:grpSp>
      <p:grpSp>
        <p:nvGrpSpPr>
          <p:cNvPr id="902153" name="Group 9"/>
          <p:cNvGrpSpPr>
            <a:grpSpLocks/>
          </p:cNvGrpSpPr>
          <p:nvPr/>
        </p:nvGrpSpPr>
        <p:grpSpPr bwMode="auto">
          <a:xfrm>
            <a:off x="273050" y="2119313"/>
            <a:ext cx="7696200" cy="558800"/>
            <a:chOff x="288" y="1431"/>
            <a:chExt cx="4848" cy="352"/>
          </a:xfrm>
        </p:grpSpPr>
        <p:sp>
          <p:nvSpPr>
            <p:cNvPr id="902154" name="Text Box 10"/>
            <p:cNvSpPr txBox="1">
              <a:spLocks noChangeArrowheads="1"/>
            </p:cNvSpPr>
            <p:nvPr/>
          </p:nvSpPr>
          <p:spPr bwMode="auto">
            <a:xfrm>
              <a:off x="288" y="1431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即方程</a:t>
              </a:r>
            </a:p>
          </p:txBody>
        </p:sp>
        <p:graphicFrame>
          <p:nvGraphicFramePr>
            <p:cNvPr id="902155" name="Object 11"/>
            <p:cNvGraphicFramePr>
              <a:graphicFrameLocks noChangeAspect="1"/>
            </p:cNvGraphicFramePr>
            <p:nvPr/>
          </p:nvGraphicFramePr>
          <p:xfrm>
            <a:off x="1109" y="1472"/>
            <a:ext cx="1267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2181" name="Equation" r:id="rId9" imgW="838080" imgH="203040" progId="Equation.3">
                    <p:embed/>
                  </p:oleObj>
                </mc:Choice>
                <mc:Fallback>
                  <p:oleObj name="Equation" r:id="rId9" imgW="838080" imgH="2030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9" y="1472"/>
                          <a:ext cx="1267" cy="3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2156" name="Text Box 12"/>
            <p:cNvSpPr txBox="1">
              <a:spLocks noChangeArrowheads="1"/>
            </p:cNvSpPr>
            <p:nvPr/>
          </p:nvSpPr>
          <p:spPr bwMode="auto">
            <a:xfrm>
              <a:off x="2398" y="1449"/>
              <a:ext cx="27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的根就是矩阵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/>
                <a:t>的特征值，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902157" name="Text Box 13"/>
          <p:cNvSpPr txBox="1">
            <a:spLocks noChangeArrowheads="1"/>
          </p:cNvSpPr>
          <p:nvPr/>
        </p:nvSpPr>
        <p:spPr bwMode="auto">
          <a:xfrm>
            <a:off x="260350" y="2681288"/>
            <a:ext cx="4997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相应</a:t>
            </a: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非零解</a:t>
            </a:r>
            <a:r>
              <a:rPr lang="zh-CN" altLang="en-US">
                <a:latin typeface="Times New Roman" panose="02020603050405020304" pitchFamily="18" charset="0"/>
              </a:rPr>
              <a:t>即为特征向量。</a:t>
            </a:r>
          </a:p>
        </p:txBody>
      </p:sp>
      <p:graphicFrame>
        <p:nvGraphicFramePr>
          <p:cNvPr id="902158" name="Object 14"/>
          <p:cNvGraphicFramePr>
            <a:graphicFrameLocks noChangeAspect="1"/>
          </p:cNvGraphicFramePr>
          <p:nvPr/>
        </p:nvGraphicFramePr>
        <p:xfrm>
          <a:off x="3427413" y="3230563"/>
          <a:ext cx="4999037" cy="225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182" name="Equation" r:id="rId11" imgW="2082600" imgH="939600" progId="Equation.3">
                  <p:embed/>
                </p:oleObj>
              </mc:Choice>
              <mc:Fallback>
                <p:oleObj name="Equation" r:id="rId11" imgW="2082600" imgH="939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413" y="3230563"/>
                        <a:ext cx="4999037" cy="225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59" name="Object 15"/>
          <p:cNvGraphicFramePr>
            <a:graphicFrameLocks noChangeAspect="1"/>
          </p:cNvGraphicFramePr>
          <p:nvPr/>
        </p:nvGraphicFramePr>
        <p:xfrm>
          <a:off x="763588" y="4098925"/>
          <a:ext cx="27098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183" name="Equation" r:id="rId13" imgW="1079280" imgH="203040" progId="Equation.3">
                  <p:embed/>
                </p:oleObj>
              </mc:Choice>
              <mc:Fallback>
                <p:oleObj name="Equation" r:id="rId13" imgW="107928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4098925"/>
                        <a:ext cx="27098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60" name="Text Box 16"/>
          <p:cNvSpPr txBox="1">
            <a:spLocks noChangeArrowheads="1"/>
          </p:cNvSpPr>
          <p:nvPr/>
        </p:nvSpPr>
        <p:spPr bwMode="auto">
          <a:xfrm>
            <a:off x="268288" y="4049713"/>
            <a:ext cx="538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记</a:t>
            </a:r>
          </a:p>
        </p:txBody>
      </p:sp>
      <p:graphicFrame>
        <p:nvGraphicFramePr>
          <p:cNvPr id="902161" name="Object 17"/>
          <p:cNvGraphicFramePr>
            <a:graphicFrameLocks noChangeAspect="1"/>
          </p:cNvGraphicFramePr>
          <p:nvPr/>
        </p:nvGraphicFramePr>
        <p:xfrm>
          <a:off x="349250" y="5661025"/>
          <a:ext cx="33528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184" name="Equation" r:id="rId15" imgW="1371600" imgH="215640" progId="Equation.3">
                  <p:embed/>
                </p:oleObj>
              </mc:Choice>
              <mc:Fallback>
                <p:oleObj name="Equation" r:id="rId15" imgW="1371600" imgH="215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5661025"/>
                        <a:ext cx="33528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62" name="Text Box 18"/>
          <p:cNvSpPr txBox="1">
            <a:spLocks noChangeArrowheads="1"/>
          </p:cNvSpPr>
          <p:nvPr/>
        </p:nvSpPr>
        <p:spPr bwMode="auto">
          <a:xfrm>
            <a:off x="3702050" y="563245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称为矩阵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特征多项式</a:t>
            </a:r>
            <a:r>
              <a:rPr lang="zh-CN" altLang="en-US"/>
              <a:t>，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0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0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0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146" grpId="0" autoUpdateAnimBg="0"/>
      <p:bldP spid="902157" grpId="0" autoUpdateAnimBg="0"/>
      <p:bldP spid="902160" grpId="0" autoUpdateAnimBg="0"/>
      <p:bldP spid="90216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CAE4-2BFF-4B27-B526-E26ECAB242F5}" type="slidenum">
              <a:rPr lang="zh-CN" altLang="en-US"/>
              <a:pPr/>
              <a:t>5</a:t>
            </a:fld>
            <a:endParaRPr lang="zh-CN" altLang="en-US"/>
          </a:p>
        </p:txBody>
      </p:sp>
      <p:graphicFrame>
        <p:nvGraphicFramePr>
          <p:cNvPr id="281835" name="Object 235"/>
          <p:cNvGraphicFramePr>
            <a:graphicFrameLocks noChangeAspect="1"/>
          </p:cNvGraphicFramePr>
          <p:nvPr/>
        </p:nvGraphicFramePr>
        <p:xfrm>
          <a:off x="449263" y="3427413"/>
          <a:ext cx="52705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54" name="Equation" r:id="rId3" imgW="2120760" imgH="215640" progId="Equation.3">
                  <p:embed/>
                </p:oleObj>
              </mc:Choice>
              <mc:Fallback>
                <p:oleObj name="Equation" r:id="rId3" imgW="2120760" imgH="215640" progId="Equation.3">
                  <p:embed/>
                  <p:pic>
                    <p:nvPicPr>
                      <p:cNvPr id="0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3427413"/>
                        <a:ext cx="52705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836" name="Object 236"/>
          <p:cNvGraphicFramePr>
            <a:graphicFrameLocks noChangeAspect="1"/>
          </p:cNvGraphicFramePr>
          <p:nvPr/>
        </p:nvGraphicFramePr>
        <p:xfrm>
          <a:off x="2671763" y="4038600"/>
          <a:ext cx="2095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55" name="Equation" r:id="rId5" imgW="838080" imgH="203040" progId="Equation.3">
                  <p:embed/>
                </p:oleObj>
              </mc:Choice>
              <mc:Fallback>
                <p:oleObj name="Equation" r:id="rId5" imgW="838080" imgH="203040" progId="Equation.3">
                  <p:embed/>
                  <p:pic>
                    <p:nvPicPr>
                      <p:cNvPr id="0" name="Object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4038600"/>
                        <a:ext cx="2095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837" name="Object 237"/>
          <p:cNvGraphicFramePr>
            <a:graphicFrameLocks noChangeAspect="1"/>
          </p:cNvGraphicFramePr>
          <p:nvPr/>
        </p:nvGraphicFramePr>
        <p:xfrm>
          <a:off x="461963" y="2757488"/>
          <a:ext cx="33528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56" name="Equation" r:id="rId7" imgW="1371600" imgH="215640" progId="Equation.3">
                  <p:embed/>
                </p:oleObj>
              </mc:Choice>
              <mc:Fallback>
                <p:oleObj name="Equation" r:id="rId7" imgW="1371600" imgH="215640" progId="Equation.3">
                  <p:embed/>
                  <p:pic>
                    <p:nvPicPr>
                      <p:cNvPr id="0" name="Object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2757488"/>
                        <a:ext cx="33528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838" name="Text Box 238"/>
          <p:cNvSpPr txBox="1">
            <a:spLocks noChangeArrowheads="1"/>
          </p:cNvSpPr>
          <p:nvPr/>
        </p:nvSpPr>
        <p:spPr bwMode="auto">
          <a:xfrm>
            <a:off x="3814763" y="2728913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称为矩阵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特征多项式</a:t>
            </a:r>
            <a:r>
              <a:rPr lang="zh-CN" altLang="en-US"/>
              <a:t>，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81839" name="Text Box 239"/>
          <p:cNvSpPr txBox="1">
            <a:spLocks noChangeArrowheads="1"/>
          </p:cNvSpPr>
          <p:nvPr/>
        </p:nvSpPr>
        <p:spPr bwMode="auto">
          <a:xfrm>
            <a:off x="385763" y="4648200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为矩阵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</a:t>
            </a:r>
            <a:r>
              <a:rPr lang="zh-CN" altLang="en-US"/>
              <a:t>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1840" name="Text Box 240"/>
          <p:cNvSpPr txBox="1">
            <a:spLocks noChangeArrowheads="1"/>
          </p:cNvSpPr>
          <p:nvPr/>
        </p:nvSpPr>
        <p:spPr bwMode="auto">
          <a:xfrm>
            <a:off x="385763" y="5334000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特征方程的根，即为矩阵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的特征值。</a:t>
            </a:r>
          </a:p>
        </p:txBody>
      </p:sp>
      <p:graphicFrame>
        <p:nvGraphicFramePr>
          <p:cNvPr id="281841" name="Object 241"/>
          <p:cNvGraphicFramePr>
            <a:graphicFrameLocks noChangeAspect="1"/>
          </p:cNvGraphicFramePr>
          <p:nvPr/>
        </p:nvGraphicFramePr>
        <p:xfrm>
          <a:off x="3540125" y="228600"/>
          <a:ext cx="4999038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57" name="Equation" r:id="rId9" imgW="2082600" imgH="939600" progId="Equation.3">
                  <p:embed/>
                </p:oleObj>
              </mc:Choice>
              <mc:Fallback>
                <p:oleObj name="Equation" r:id="rId9" imgW="2082600" imgH="939600" progId="Equation.3">
                  <p:embed/>
                  <p:pic>
                    <p:nvPicPr>
                      <p:cNvPr id="0" name="Object 2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5" y="228600"/>
                        <a:ext cx="4999038" cy="225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842" name="Object 242"/>
          <p:cNvGraphicFramePr>
            <a:graphicFrameLocks noChangeAspect="1"/>
          </p:cNvGraphicFramePr>
          <p:nvPr/>
        </p:nvGraphicFramePr>
        <p:xfrm>
          <a:off x="876300" y="1096963"/>
          <a:ext cx="270986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58" name="Equation" r:id="rId11" imgW="1079280" imgH="203040" progId="Equation.3">
                  <p:embed/>
                </p:oleObj>
              </mc:Choice>
              <mc:Fallback>
                <p:oleObj name="Equation" r:id="rId11" imgW="1079280" imgH="203040" progId="Equation.3">
                  <p:embed/>
                  <p:pic>
                    <p:nvPicPr>
                      <p:cNvPr id="0" name="Object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096963"/>
                        <a:ext cx="2709863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843" name="Text Box 243"/>
          <p:cNvSpPr txBox="1">
            <a:spLocks noChangeArrowheads="1"/>
          </p:cNvSpPr>
          <p:nvPr/>
        </p:nvSpPr>
        <p:spPr bwMode="auto">
          <a:xfrm>
            <a:off x="381000" y="104775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记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1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839" grpId="0" autoUpdateAnimBg="0"/>
      <p:bldP spid="28184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A0E11-A6C5-4270-98D7-2A7518813360}" type="slidenum">
              <a:rPr lang="zh-CN" altLang="en-US"/>
              <a:pPr/>
              <a:t>6</a:t>
            </a:fld>
            <a:endParaRPr lang="zh-CN" altLang="en-US"/>
          </a:p>
        </p:txBody>
      </p:sp>
      <p:sp>
        <p:nvSpPr>
          <p:cNvPr id="903170" name="Text Box 2"/>
          <p:cNvSpPr txBox="1">
            <a:spLocks noChangeArrowheads="1"/>
          </p:cNvSpPr>
          <p:nvPr/>
        </p:nvSpPr>
        <p:spPr bwMode="auto">
          <a:xfrm>
            <a:off x="228600" y="320675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计算矩阵特征值和特征向量的一般步骤如下：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03171" name="Object 3"/>
          <p:cNvGraphicFramePr>
            <a:graphicFrameLocks noChangeAspect="1"/>
          </p:cNvGraphicFramePr>
          <p:nvPr/>
        </p:nvGraphicFramePr>
        <p:xfrm>
          <a:off x="382588" y="1011238"/>
          <a:ext cx="83867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2" name="Document" r:id="rId3" imgW="3204720" imgH="401040" progId="Word.Document.8">
                  <p:embed/>
                </p:oleObj>
              </mc:Choice>
              <mc:Fallback>
                <p:oleObj name="Document" r:id="rId3" imgW="3204720" imgH="4010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1011238"/>
                        <a:ext cx="83867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3172" name="Object 4"/>
          <p:cNvGraphicFramePr>
            <a:graphicFrameLocks noChangeAspect="1"/>
          </p:cNvGraphicFramePr>
          <p:nvPr/>
        </p:nvGraphicFramePr>
        <p:xfrm>
          <a:off x="382588" y="2043113"/>
          <a:ext cx="70802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3" name="Document" r:id="rId5" imgW="2560320" imgH="228600" progId="Word.Document.8">
                  <p:embed/>
                </p:oleObj>
              </mc:Choice>
              <mc:Fallback>
                <p:oleObj name="Document" r:id="rId5" imgW="256032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2043113"/>
                        <a:ext cx="708025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3173" name="Object 5"/>
          <p:cNvGraphicFramePr>
            <a:graphicFrameLocks noChangeAspect="1"/>
          </p:cNvGraphicFramePr>
          <p:nvPr/>
        </p:nvGraphicFramePr>
        <p:xfrm>
          <a:off x="382588" y="3368675"/>
          <a:ext cx="84455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4" name="Document" r:id="rId7" imgW="3306600" imgH="228600" progId="Word.Document.8">
                  <p:embed/>
                </p:oleObj>
              </mc:Choice>
              <mc:Fallback>
                <p:oleObj name="Document" r:id="rId7" imgW="330660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368675"/>
                        <a:ext cx="84455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3174" name="Object 6"/>
          <p:cNvGraphicFramePr>
            <a:graphicFrameLocks noChangeAspect="1"/>
          </p:cNvGraphicFramePr>
          <p:nvPr/>
        </p:nvGraphicFramePr>
        <p:xfrm>
          <a:off x="2651125" y="2728913"/>
          <a:ext cx="2741613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5" name="Equation" r:id="rId9" imgW="1002960" imgH="228600" progId="Equation.3">
                  <p:embed/>
                </p:oleObj>
              </mc:Choice>
              <mc:Fallback>
                <p:oleObj name="Equation" r:id="rId9" imgW="10029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2728913"/>
                        <a:ext cx="2741613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3175" name="Object 7"/>
          <p:cNvGraphicFramePr>
            <a:graphicFrameLocks noChangeAspect="1"/>
          </p:cNvGraphicFramePr>
          <p:nvPr/>
        </p:nvGraphicFramePr>
        <p:xfrm>
          <a:off x="381000" y="4054475"/>
          <a:ext cx="63246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6" name="Document" r:id="rId11" imgW="2421360" imgH="228600" progId="Word.Document.8">
                  <p:embed/>
                </p:oleObj>
              </mc:Choice>
              <mc:Fallback>
                <p:oleObj name="Document" r:id="rId11" imgW="2421360" imgH="2286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054475"/>
                        <a:ext cx="63246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3176" name="Object 8"/>
          <p:cNvGraphicFramePr>
            <a:graphicFrameLocks noChangeAspect="1"/>
          </p:cNvGraphicFramePr>
          <p:nvPr/>
        </p:nvGraphicFramePr>
        <p:xfrm>
          <a:off x="381000" y="5426075"/>
          <a:ext cx="6477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7" name="Document" r:id="rId13" imgW="2470320" imgH="228600" progId="Word.Document.8">
                  <p:embed/>
                </p:oleObj>
              </mc:Choice>
              <mc:Fallback>
                <p:oleObj name="Document" r:id="rId13" imgW="247032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26075"/>
                        <a:ext cx="64770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3177" name="Object 9"/>
          <p:cNvGraphicFramePr>
            <a:graphicFrameLocks noChangeAspect="1"/>
          </p:cNvGraphicFramePr>
          <p:nvPr/>
        </p:nvGraphicFramePr>
        <p:xfrm>
          <a:off x="2362200" y="4740275"/>
          <a:ext cx="426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98" name="Equation" r:id="rId15" imgW="1714320" imgH="228600" progId="Equation.3">
                  <p:embed/>
                </p:oleObj>
              </mc:Choice>
              <mc:Fallback>
                <p:oleObj name="Equation" r:id="rId15" imgW="171432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740275"/>
                        <a:ext cx="4267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17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8DD0-B802-4B47-8DFE-86A82BEB25F9}" type="slidenum">
              <a:rPr lang="zh-CN" altLang="en-US"/>
              <a:pPr/>
              <a:t>7</a:t>
            </a:fld>
            <a:endParaRPr lang="zh-CN" altLang="en-US"/>
          </a:p>
        </p:txBody>
      </p:sp>
      <p:sp>
        <p:nvSpPr>
          <p:cNvPr id="904194" name="Text Box 2"/>
          <p:cNvSpPr txBox="1">
            <a:spLocks noChangeArrowheads="1"/>
          </p:cNvSpPr>
          <p:nvPr/>
        </p:nvSpPr>
        <p:spPr bwMode="auto">
          <a:xfrm>
            <a:off x="304800" y="5080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例1</a:t>
            </a:r>
          </a:p>
        </p:txBody>
      </p:sp>
      <p:grpSp>
        <p:nvGrpSpPr>
          <p:cNvPr id="904195" name="Group 3"/>
          <p:cNvGrpSpPr>
            <a:grpSpLocks/>
          </p:cNvGrpSpPr>
          <p:nvPr/>
        </p:nvGrpSpPr>
        <p:grpSpPr bwMode="auto">
          <a:xfrm>
            <a:off x="1066800" y="228600"/>
            <a:ext cx="6878638" cy="1106488"/>
            <a:chOff x="672" y="368"/>
            <a:chExt cx="4333" cy="697"/>
          </a:xfrm>
        </p:grpSpPr>
        <p:sp>
          <p:nvSpPr>
            <p:cNvPr id="904196" name="Text Box 4"/>
            <p:cNvSpPr txBox="1">
              <a:spLocks noChangeArrowheads="1"/>
            </p:cNvSpPr>
            <p:nvPr/>
          </p:nvSpPr>
          <p:spPr bwMode="auto">
            <a:xfrm>
              <a:off x="672" y="528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904197" name="Object 5"/>
            <p:cNvGraphicFramePr>
              <a:graphicFrameLocks noChangeAspect="1"/>
            </p:cNvGraphicFramePr>
            <p:nvPr/>
          </p:nvGraphicFramePr>
          <p:xfrm>
            <a:off x="1008" y="368"/>
            <a:ext cx="1221" cy="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4238" name="Equation" r:id="rId3" imgW="825480" imgH="469800" progId="Equation.3">
                    <p:embed/>
                  </p:oleObj>
                </mc:Choice>
                <mc:Fallback>
                  <p:oleObj name="Equation" r:id="rId3" imgW="825480" imgH="469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368"/>
                          <a:ext cx="1221" cy="6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4198" name="Text Box 6"/>
            <p:cNvSpPr txBox="1">
              <a:spLocks noChangeArrowheads="1"/>
            </p:cNvSpPr>
            <p:nvPr/>
          </p:nvSpPr>
          <p:spPr bwMode="auto">
            <a:xfrm>
              <a:off x="2256" y="528"/>
              <a:ext cx="274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求</a:t>
              </a:r>
              <a:r>
                <a:rPr lang="en-US" altLang="zh-CN" sz="3000" i="1">
                  <a:latin typeface="Times New Roman" panose="02020603050405020304" pitchFamily="18" charset="0"/>
                </a:rPr>
                <a:t>A</a:t>
              </a:r>
              <a:r>
                <a:rPr lang="zh-CN" altLang="en-US">
                  <a:latin typeface="Times New Roman" panose="02020603050405020304" pitchFamily="18" charset="0"/>
                </a:rPr>
                <a:t>的特征值与特征向量。</a:t>
              </a:r>
            </a:p>
          </p:txBody>
        </p:sp>
      </p:grpSp>
      <p:sp>
        <p:nvSpPr>
          <p:cNvPr id="904199" name="Text Box 7"/>
          <p:cNvSpPr txBox="1">
            <a:spLocks noChangeArrowheads="1"/>
          </p:cNvSpPr>
          <p:nvPr/>
        </p:nvSpPr>
        <p:spPr bwMode="auto">
          <a:xfrm>
            <a:off x="381000" y="16398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04200" name="Object 8"/>
          <p:cNvGraphicFramePr>
            <a:graphicFrameLocks noChangeAspect="1"/>
          </p:cNvGraphicFramePr>
          <p:nvPr/>
        </p:nvGraphicFramePr>
        <p:xfrm>
          <a:off x="1049338" y="1385888"/>
          <a:ext cx="36734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39" name="Equation" r:id="rId5" imgW="1562040" imgH="469800" progId="Equation.3">
                  <p:embed/>
                </p:oleObj>
              </mc:Choice>
              <mc:Fallback>
                <p:oleObj name="Equation" r:id="rId5" imgW="156204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1385888"/>
                        <a:ext cx="3673475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1" name="Object 9"/>
          <p:cNvGraphicFramePr>
            <a:graphicFrameLocks noChangeAspect="1"/>
          </p:cNvGraphicFramePr>
          <p:nvPr/>
        </p:nvGraphicFramePr>
        <p:xfrm>
          <a:off x="838200" y="2592388"/>
          <a:ext cx="31130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0" name="Equation" r:id="rId7" imgW="1295280" imgH="203040" progId="Equation.3">
                  <p:embed/>
                </p:oleObj>
              </mc:Choice>
              <mc:Fallback>
                <p:oleObj name="Equation" r:id="rId7" imgW="129528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92388"/>
                        <a:ext cx="31130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4202" name="Group 10"/>
          <p:cNvGrpSpPr>
            <a:grpSpLocks/>
          </p:cNvGrpSpPr>
          <p:nvPr/>
        </p:nvGrpSpPr>
        <p:grpSpPr bwMode="auto">
          <a:xfrm>
            <a:off x="457200" y="3200400"/>
            <a:ext cx="5080000" cy="519113"/>
            <a:chOff x="288" y="2016"/>
            <a:chExt cx="3200" cy="327"/>
          </a:xfrm>
        </p:grpSpPr>
        <p:sp>
          <p:nvSpPr>
            <p:cNvPr id="904203" name="Text Box 11"/>
            <p:cNvSpPr txBox="1">
              <a:spLocks noChangeArrowheads="1"/>
            </p:cNvSpPr>
            <p:nvPr/>
          </p:nvSpPr>
          <p:spPr bwMode="auto">
            <a:xfrm>
              <a:off x="288" y="2016"/>
              <a:ext cx="18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所以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/>
                <a:t>的特征值为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904204" name="Object 12"/>
            <p:cNvGraphicFramePr>
              <a:graphicFrameLocks noChangeAspect="1"/>
            </p:cNvGraphicFramePr>
            <p:nvPr/>
          </p:nvGraphicFramePr>
          <p:xfrm>
            <a:off x="2135" y="2024"/>
            <a:ext cx="135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4241" name="Equation" r:id="rId9" imgW="927000" imgH="215640" progId="Equation.3">
                    <p:embed/>
                  </p:oleObj>
                </mc:Choice>
                <mc:Fallback>
                  <p:oleObj name="Equation" r:id="rId9" imgW="92700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5" y="2024"/>
                          <a:ext cx="1353" cy="3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04205" name="Object 13"/>
          <p:cNvGraphicFramePr>
            <a:graphicFrameLocks noChangeAspect="1"/>
          </p:cNvGraphicFramePr>
          <p:nvPr/>
        </p:nvGraphicFramePr>
        <p:xfrm>
          <a:off x="4737100" y="1690688"/>
          <a:ext cx="28067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2" name="Equation" r:id="rId11" imgW="1193760" imgH="203040" progId="Equation.3">
                  <p:embed/>
                </p:oleObj>
              </mc:Choice>
              <mc:Fallback>
                <p:oleObj name="Equation" r:id="rId11" imgW="119376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1690688"/>
                        <a:ext cx="28067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6" name="Object 14"/>
          <p:cNvGraphicFramePr>
            <a:graphicFrameLocks noChangeAspect="1"/>
          </p:cNvGraphicFramePr>
          <p:nvPr/>
        </p:nvGraphicFramePr>
        <p:xfrm>
          <a:off x="457200" y="4075113"/>
          <a:ext cx="14954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3" name="Equation" r:id="rId13" imgW="672840" imgH="215640" progId="Equation.3">
                  <p:embed/>
                </p:oleObj>
              </mc:Choice>
              <mc:Fallback>
                <p:oleObj name="Equation" r:id="rId13" imgW="67284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075113"/>
                        <a:ext cx="1495425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7" name="Object 15"/>
          <p:cNvGraphicFramePr>
            <a:graphicFrameLocks noChangeAspect="1"/>
          </p:cNvGraphicFramePr>
          <p:nvPr/>
        </p:nvGraphicFramePr>
        <p:xfrm>
          <a:off x="2057400" y="3770313"/>
          <a:ext cx="273367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4" name="Equation" r:id="rId15" imgW="1244520" imgH="469800" progId="Equation.3">
                  <p:embed/>
                </p:oleObj>
              </mc:Choice>
              <mc:Fallback>
                <p:oleObj name="Equation" r:id="rId15" imgW="124452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770313"/>
                        <a:ext cx="2733675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8" name="Object 16"/>
          <p:cNvGraphicFramePr>
            <a:graphicFrameLocks noChangeAspect="1"/>
          </p:cNvGraphicFramePr>
          <p:nvPr/>
        </p:nvGraphicFramePr>
        <p:xfrm>
          <a:off x="4800600" y="3757613"/>
          <a:ext cx="1766888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5" name="Equation" r:id="rId17" imgW="736560" imgH="469800" progId="Equation.3">
                  <p:embed/>
                </p:oleObj>
              </mc:Choice>
              <mc:Fallback>
                <p:oleObj name="Equation" r:id="rId17" imgW="736560" imgH="469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757613"/>
                        <a:ext cx="1766888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4209" name="Text Box 17"/>
          <p:cNvSpPr txBox="1">
            <a:spLocks noChangeArrowheads="1"/>
          </p:cNvSpPr>
          <p:nvPr/>
        </p:nvSpPr>
        <p:spPr bwMode="auto">
          <a:xfrm>
            <a:off x="304800" y="50292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04210" name="Object 18"/>
          <p:cNvGraphicFramePr>
            <a:graphicFrameLocks noChangeAspect="1"/>
          </p:cNvGraphicFramePr>
          <p:nvPr/>
        </p:nvGraphicFramePr>
        <p:xfrm>
          <a:off x="457200" y="5867400"/>
          <a:ext cx="8305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6" name="Document" r:id="rId19" imgW="3340800" imgH="220680" progId="Word.Document.8">
                  <p:embed/>
                </p:oleObj>
              </mc:Choice>
              <mc:Fallback>
                <p:oleObj name="Document" r:id="rId19" imgW="3340800" imgH="22068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867400"/>
                        <a:ext cx="8305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1" name="Object 19"/>
          <p:cNvGraphicFramePr>
            <a:graphicFrameLocks noChangeAspect="1"/>
          </p:cNvGraphicFramePr>
          <p:nvPr/>
        </p:nvGraphicFramePr>
        <p:xfrm>
          <a:off x="5867400" y="4724400"/>
          <a:ext cx="16129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7" name="Equation" r:id="rId21" imgW="685800" imgH="469800" progId="Equation.3">
                  <p:embed/>
                </p:oleObj>
              </mc:Choice>
              <mc:Fallback>
                <p:oleObj name="Equation" r:id="rId21" imgW="685800" imgH="469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724400"/>
                        <a:ext cx="1612900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2" name="Object 20"/>
          <p:cNvGraphicFramePr>
            <a:graphicFrameLocks noChangeAspect="1"/>
          </p:cNvGraphicFramePr>
          <p:nvPr/>
        </p:nvGraphicFramePr>
        <p:xfrm>
          <a:off x="6680200" y="4775200"/>
          <a:ext cx="5810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8" name="Equation" r:id="rId23" imgW="228600" imgH="164880" progId="Equation.3">
                  <p:embed/>
                </p:oleObj>
              </mc:Choice>
              <mc:Fallback>
                <p:oleObj name="Equation" r:id="rId23" imgW="228600" imgH="164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4775200"/>
                        <a:ext cx="5810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3" name="Object 21"/>
          <p:cNvGraphicFramePr>
            <a:graphicFrameLocks noChangeAspect="1"/>
          </p:cNvGraphicFramePr>
          <p:nvPr/>
        </p:nvGraphicFramePr>
        <p:xfrm>
          <a:off x="6858000" y="5334000"/>
          <a:ext cx="2206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49" name="Equation" r:id="rId25" imgW="114120" imgH="164880" progId="Equation.3">
                  <p:embed/>
                </p:oleObj>
              </mc:Choice>
              <mc:Fallback>
                <p:oleObj name="Equation" r:id="rId25" imgW="114120" imgH="1648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334000"/>
                        <a:ext cx="2206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0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0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0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0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0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0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04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42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04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42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0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4" grpId="0" autoUpdateAnimBg="0"/>
      <p:bldP spid="904199" grpId="0" autoUpdateAnimBg="0"/>
      <p:bldP spid="90420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B74B9-C554-45BD-AD4D-ED9C85871179}" type="slidenum">
              <a:rPr lang="zh-CN" altLang="en-US"/>
              <a:pPr/>
              <a:t>8</a:t>
            </a:fld>
            <a:endParaRPr lang="zh-CN" altLang="en-US"/>
          </a:p>
        </p:txBody>
      </p:sp>
      <p:graphicFrame>
        <p:nvGraphicFramePr>
          <p:cNvPr id="905218" name="Object 2"/>
          <p:cNvGraphicFramePr>
            <a:graphicFrameLocks noChangeAspect="1"/>
          </p:cNvGraphicFramePr>
          <p:nvPr/>
        </p:nvGraphicFramePr>
        <p:xfrm>
          <a:off x="457200" y="2209800"/>
          <a:ext cx="15525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47" name="Equation" r:id="rId3" imgW="698400" imgH="215640" progId="Equation.3">
                  <p:embed/>
                </p:oleObj>
              </mc:Choice>
              <mc:Fallback>
                <p:oleObj name="Equation" r:id="rId3" imgW="69840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09800"/>
                        <a:ext cx="1552575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19" name="Line 3"/>
          <p:cNvSpPr>
            <a:spLocks noChangeShapeType="1"/>
          </p:cNvSpPr>
          <p:nvPr/>
        </p:nvSpPr>
        <p:spPr bwMode="auto">
          <a:xfrm>
            <a:off x="228600" y="16002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05220" name="Object 4"/>
          <p:cNvGraphicFramePr>
            <a:graphicFrameLocks noChangeAspect="1"/>
          </p:cNvGraphicFramePr>
          <p:nvPr/>
        </p:nvGraphicFramePr>
        <p:xfrm>
          <a:off x="746125" y="381000"/>
          <a:ext cx="36734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48" name="Equation" r:id="rId5" imgW="1562040" imgH="469800" progId="Equation.3">
                  <p:embed/>
                </p:oleObj>
              </mc:Choice>
              <mc:Fallback>
                <p:oleObj name="Equation" r:id="rId5" imgW="156204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381000"/>
                        <a:ext cx="3673475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1" name="Object 5"/>
          <p:cNvGraphicFramePr>
            <a:graphicFrameLocks noChangeAspect="1"/>
          </p:cNvGraphicFramePr>
          <p:nvPr/>
        </p:nvGraphicFramePr>
        <p:xfrm>
          <a:off x="5029200" y="685800"/>
          <a:ext cx="21478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49" name="Equation" r:id="rId7" imgW="927000" imgH="215640" progId="Equation.3">
                  <p:embed/>
                </p:oleObj>
              </mc:Choice>
              <mc:Fallback>
                <p:oleObj name="Equation" r:id="rId7" imgW="92700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685800"/>
                        <a:ext cx="2147888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22" name="Text Box 6"/>
          <p:cNvSpPr txBox="1">
            <a:spLocks noChangeArrowheads="1"/>
          </p:cNvSpPr>
          <p:nvPr/>
        </p:nvSpPr>
        <p:spPr bwMode="auto">
          <a:xfrm>
            <a:off x="228600" y="35052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05223" name="Object 7"/>
          <p:cNvGraphicFramePr>
            <a:graphicFrameLocks noChangeAspect="1"/>
          </p:cNvGraphicFramePr>
          <p:nvPr/>
        </p:nvGraphicFramePr>
        <p:xfrm>
          <a:off x="301625" y="4602163"/>
          <a:ext cx="8613775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50" name="Document" r:id="rId9" imgW="3449160" imgH="216000" progId="Word.Document.8">
                  <p:embed/>
                </p:oleObj>
              </mc:Choice>
              <mc:Fallback>
                <p:oleObj name="Document" r:id="rId9" imgW="3449160" imgH="2160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4602163"/>
                        <a:ext cx="8613775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4" name="Object 8"/>
          <p:cNvGraphicFramePr>
            <a:graphicFrameLocks noChangeAspect="1"/>
          </p:cNvGraphicFramePr>
          <p:nvPr/>
        </p:nvGraphicFramePr>
        <p:xfrm>
          <a:off x="2133600" y="1917700"/>
          <a:ext cx="2436813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51" name="Equation" r:id="rId11" imgW="1307880" imgH="469800" progId="Equation.3">
                  <p:embed/>
                </p:oleObj>
              </mc:Choice>
              <mc:Fallback>
                <p:oleObj name="Equation" r:id="rId11" imgW="130788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17700"/>
                        <a:ext cx="2436813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5" name="Object 9"/>
          <p:cNvGraphicFramePr>
            <a:graphicFrameLocks noChangeAspect="1"/>
          </p:cNvGraphicFramePr>
          <p:nvPr/>
        </p:nvGraphicFramePr>
        <p:xfrm>
          <a:off x="4648200" y="1905000"/>
          <a:ext cx="2033588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52" name="Equation" r:id="rId13" imgW="863280" imgH="469800" progId="Equation.3">
                  <p:embed/>
                </p:oleObj>
              </mc:Choice>
              <mc:Fallback>
                <p:oleObj name="Equation" r:id="rId13" imgW="86328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905000"/>
                        <a:ext cx="2033588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6" name="Object 10"/>
          <p:cNvGraphicFramePr>
            <a:graphicFrameLocks noChangeAspect="1"/>
          </p:cNvGraphicFramePr>
          <p:nvPr/>
        </p:nvGraphicFramePr>
        <p:xfrm>
          <a:off x="5791200" y="3238500"/>
          <a:ext cx="16129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53" name="Equation" r:id="rId15" imgW="685800" imgH="469800" progId="Equation.3">
                  <p:embed/>
                </p:oleObj>
              </mc:Choice>
              <mc:Fallback>
                <p:oleObj name="Equation" r:id="rId15" imgW="68580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238500"/>
                        <a:ext cx="1612900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7" name="Object 11"/>
          <p:cNvGraphicFramePr>
            <a:graphicFrameLocks noChangeAspect="1"/>
          </p:cNvGraphicFramePr>
          <p:nvPr/>
        </p:nvGraphicFramePr>
        <p:xfrm>
          <a:off x="6743700" y="3302000"/>
          <a:ext cx="3222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54" name="Equation" r:id="rId17" imgW="126720" imgH="164880" progId="Equation.3">
                  <p:embed/>
                </p:oleObj>
              </mc:Choice>
              <mc:Fallback>
                <p:oleObj name="Equation" r:id="rId17" imgW="12672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3302000"/>
                        <a:ext cx="3222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8" name="Object 12"/>
          <p:cNvGraphicFramePr>
            <a:graphicFrameLocks noChangeAspect="1"/>
          </p:cNvGraphicFramePr>
          <p:nvPr/>
        </p:nvGraphicFramePr>
        <p:xfrm>
          <a:off x="6781800" y="3810000"/>
          <a:ext cx="2206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55" name="Equation" r:id="rId19" imgW="114120" imgH="164880" progId="Equation.3">
                  <p:embed/>
                </p:oleObj>
              </mc:Choice>
              <mc:Fallback>
                <p:oleObj name="Equation" r:id="rId19" imgW="11412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810000"/>
                        <a:ext cx="2206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5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52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5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52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2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3224-27C9-4ACC-8B6A-F8DA6A1668F5}" type="slidenum">
              <a:rPr lang="zh-CN" altLang="en-US"/>
              <a:pPr/>
              <a:t>9</a:t>
            </a:fld>
            <a:endParaRPr lang="zh-CN" altLang="en-US"/>
          </a:p>
        </p:txBody>
      </p:sp>
      <p:sp>
        <p:nvSpPr>
          <p:cNvPr id="930818" name="Text Box 2"/>
          <p:cNvSpPr txBox="1">
            <a:spLocks noChangeArrowheads="1"/>
          </p:cNvSpPr>
          <p:nvPr/>
        </p:nvSpPr>
        <p:spPr bwMode="auto">
          <a:xfrm>
            <a:off x="304800" y="46037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</a:t>
            </a:r>
          </a:p>
        </p:txBody>
      </p:sp>
      <p:grpSp>
        <p:nvGrpSpPr>
          <p:cNvPr id="930819" name="Group 3"/>
          <p:cNvGrpSpPr>
            <a:grpSpLocks/>
          </p:cNvGrpSpPr>
          <p:nvPr/>
        </p:nvGrpSpPr>
        <p:grpSpPr bwMode="auto">
          <a:xfrm>
            <a:off x="1190625" y="228600"/>
            <a:ext cx="6962775" cy="1106488"/>
            <a:chOff x="672" y="144"/>
            <a:chExt cx="4386" cy="697"/>
          </a:xfrm>
        </p:grpSpPr>
        <p:sp>
          <p:nvSpPr>
            <p:cNvPr id="930820" name="Text Box 4"/>
            <p:cNvSpPr txBox="1">
              <a:spLocks noChangeArrowheads="1"/>
            </p:cNvSpPr>
            <p:nvPr/>
          </p:nvSpPr>
          <p:spPr bwMode="auto">
            <a:xfrm>
              <a:off x="672" y="304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930821" name="Object 5"/>
            <p:cNvGraphicFramePr>
              <a:graphicFrameLocks noChangeAspect="1"/>
            </p:cNvGraphicFramePr>
            <p:nvPr/>
          </p:nvGraphicFramePr>
          <p:xfrm>
            <a:off x="981" y="144"/>
            <a:ext cx="1371" cy="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863" name="Equation" r:id="rId3" imgW="927000" imgH="469800" progId="Equation.3">
                    <p:embed/>
                  </p:oleObj>
                </mc:Choice>
                <mc:Fallback>
                  <p:oleObj name="Equation" r:id="rId3" imgW="927000" imgH="469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144"/>
                          <a:ext cx="1371" cy="6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0822" name="Text Box 6"/>
            <p:cNvSpPr txBox="1">
              <a:spLocks noChangeArrowheads="1"/>
            </p:cNvSpPr>
            <p:nvPr/>
          </p:nvSpPr>
          <p:spPr bwMode="auto">
            <a:xfrm>
              <a:off x="2309" y="304"/>
              <a:ext cx="274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求</a:t>
              </a:r>
              <a:r>
                <a:rPr lang="en-US" altLang="zh-CN" sz="3000" i="1">
                  <a:latin typeface="Times New Roman" panose="02020603050405020304" pitchFamily="18" charset="0"/>
                </a:rPr>
                <a:t>A</a:t>
              </a:r>
              <a:r>
                <a:rPr lang="zh-CN" altLang="en-US">
                  <a:latin typeface="Times New Roman" panose="02020603050405020304" pitchFamily="18" charset="0"/>
                </a:rPr>
                <a:t>的特征值与特征向量。</a:t>
              </a:r>
            </a:p>
          </p:txBody>
        </p:sp>
      </p:grpSp>
      <p:sp>
        <p:nvSpPr>
          <p:cNvPr id="930823" name="Text Box 7"/>
          <p:cNvSpPr txBox="1">
            <a:spLocks noChangeArrowheads="1"/>
          </p:cNvSpPr>
          <p:nvPr/>
        </p:nvSpPr>
        <p:spPr bwMode="auto">
          <a:xfrm>
            <a:off x="381000" y="16398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30824" name="Object 8"/>
          <p:cNvGraphicFramePr>
            <a:graphicFrameLocks noChangeAspect="1"/>
          </p:cNvGraphicFramePr>
          <p:nvPr/>
        </p:nvGraphicFramePr>
        <p:xfrm>
          <a:off x="1049338" y="1385888"/>
          <a:ext cx="36734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64" name="Equation" r:id="rId5" imgW="1562040" imgH="469800" progId="Equation.3">
                  <p:embed/>
                </p:oleObj>
              </mc:Choice>
              <mc:Fallback>
                <p:oleObj name="Equation" r:id="rId5" imgW="156204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1385888"/>
                        <a:ext cx="3673475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25" name="Object 9"/>
          <p:cNvGraphicFramePr>
            <a:graphicFrameLocks noChangeAspect="1"/>
          </p:cNvGraphicFramePr>
          <p:nvPr/>
        </p:nvGraphicFramePr>
        <p:xfrm>
          <a:off x="823913" y="2592388"/>
          <a:ext cx="3143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65" name="Equation" r:id="rId7" imgW="1307880" imgH="203040" progId="Equation.3">
                  <p:embed/>
                </p:oleObj>
              </mc:Choice>
              <mc:Fallback>
                <p:oleObj name="Equation" r:id="rId7" imgW="130788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2592388"/>
                        <a:ext cx="31432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0838" name="Group 22"/>
          <p:cNvGrpSpPr>
            <a:grpSpLocks/>
          </p:cNvGrpSpPr>
          <p:nvPr/>
        </p:nvGrpSpPr>
        <p:grpSpPr bwMode="auto">
          <a:xfrm>
            <a:off x="457200" y="3200400"/>
            <a:ext cx="5334000" cy="522288"/>
            <a:chOff x="288" y="2016"/>
            <a:chExt cx="3360" cy="329"/>
          </a:xfrm>
        </p:grpSpPr>
        <p:sp>
          <p:nvSpPr>
            <p:cNvPr id="930827" name="Text Box 11"/>
            <p:cNvSpPr txBox="1">
              <a:spLocks noChangeArrowheads="1"/>
            </p:cNvSpPr>
            <p:nvPr/>
          </p:nvSpPr>
          <p:spPr bwMode="auto">
            <a:xfrm>
              <a:off x="288" y="2016"/>
              <a:ext cx="21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所以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/>
                <a:t>的特征值为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930828" name="Object 12"/>
            <p:cNvGraphicFramePr>
              <a:graphicFrameLocks noChangeAspect="1"/>
            </p:cNvGraphicFramePr>
            <p:nvPr/>
          </p:nvGraphicFramePr>
          <p:xfrm>
            <a:off x="2147" y="2030"/>
            <a:ext cx="1501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866" name="Equation" r:id="rId9" imgW="1028520" imgH="215640" progId="Equation.3">
                    <p:embed/>
                  </p:oleObj>
                </mc:Choice>
                <mc:Fallback>
                  <p:oleObj name="Equation" r:id="rId9" imgW="102852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7" y="2030"/>
                          <a:ext cx="1501" cy="3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0829" name="Object 13"/>
          <p:cNvGraphicFramePr>
            <a:graphicFrameLocks noChangeAspect="1"/>
          </p:cNvGraphicFramePr>
          <p:nvPr/>
        </p:nvGraphicFramePr>
        <p:xfrm>
          <a:off x="4657725" y="1690688"/>
          <a:ext cx="24780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67" name="Equation" r:id="rId11" imgW="1054080" imgH="203040" progId="Equation.3">
                  <p:embed/>
                </p:oleObj>
              </mc:Choice>
              <mc:Fallback>
                <p:oleObj name="Equation" r:id="rId11" imgW="105408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7725" y="1690688"/>
                        <a:ext cx="2478088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30" name="Object 14"/>
          <p:cNvGraphicFramePr>
            <a:graphicFrameLocks noChangeAspect="1"/>
          </p:cNvGraphicFramePr>
          <p:nvPr/>
        </p:nvGraphicFramePr>
        <p:xfrm>
          <a:off x="442913" y="4075113"/>
          <a:ext cx="15240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68" name="Equation" r:id="rId13" imgW="685800" imgH="215640" progId="Equation.3">
                  <p:embed/>
                </p:oleObj>
              </mc:Choice>
              <mc:Fallback>
                <p:oleObj name="Equation" r:id="rId13" imgW="68580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4075113"/>
                        <a:ext cx="1524000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31" name="Object 15"/>
          <p:cNvGraphicFramePr>
            <a:graphicFrameLocks noChangeAspect="1"/>
          </p:cNvGraphicFramePr>
          <p:nvPr/>
        </p:nvGraphicFramePr>
        <p:xfrm>
          <a:off x="2079625" y="3770313"/>
          <a:ext cx="287337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69" name="Equation" r:id="rId15" imgW="1307880" imgH="469800" progId="Equation.3">
                  <p:embed/>
                </p:oleObj>
              </mc:Choice>
              <mc:Fallback>
                <p:oleObj name="Equation" r:id="rId15" imgW="130788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3770313"/>
                        <a:ext cx="2873375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32" name="Object 16"/>
          <p:cNvGraphicFramePr>
            <a:graphicFrameLocks noChangeAspect="1"/>
          </p:cNvGraphicFramePr>
          <p:nvPr/>
        </p:nvGraphicFramePr>
        <p:xfrm>
          <a:off x="4953000" y="3767138"/>
          <a:ext cx="2041525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70" name="Equation" r:id="rId17" imgW="850680" imgH="469800" progId="Equation.3">
                  <p:embed/>
                </p:oleObj>
              </mc:Choice>
              <mc:Fallback>
                <p:oleObj name="Equation" r:id="rId17" imgW="850680" imgH="469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767138"/>
                        <a:ext cx="2041525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0833" name="Text Box 17"/>
          <p:cNvSpPr txBox="1">
            <a:spLocks noChangeArrowheads="1"/>
          </p:cNvSpPr>
          <p:nvPr/>
        </p:nvSpPr>
        <p:spPr bwMode="auto">
          <a:xfrm>
            <a:off x="304800" y="50292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30834" name="Object 18"/>
          <p:cNvGraphicFramePr>
            <a:graphicFrameLocks noChangeAspect="1"/>
          </p:cNvGraphicFramePr>
          <p:nvPr/>
        </p:nvGraphicFramePr>
        <p:xfrm>
          <a:off x="457200" y="5867400"/>
          <a:ext cx="8305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71" name="Document" r:id="rId19" imgW="3340800" imgH="220680" progId="Word.Document.8">
                  <p:embed/>
                </p:oleObj>
              </mc:Choice>
              <mc:Fallback>
                <p:oleObj name="Document" r:id="rId19" imgW="3340800" imgH="22068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867400"/>
                        <a:ext cx="8305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35" name="Object 19"/>
          <p:cNvGraphicFramePr>
            <a:graphicFrameLocks noChangeAspect="1"/>
          </p:cNvGraphicFramePr>
          <p:nvPr/>
        </p:nvGraphicFramePr>
        <p:xfrm>
          <a:off x="5867400" y="4724400"/>
          <a:ext cx="16129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72" name="Equation" r:id="rId21" imgW="685800" imgH="469800" progId="Equation.3">
                  <p:embed/>
                </p:oleObj>
              </mc:Choice>
              <mc:Fallback>
                <p:oleObj name="Equation" r:id="rId21" imgW="685800" imgH="469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724400"/>
                        <a:ext cx="1612900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36" name="Object 20"/>
          <p:cNvGraphicFramePr>
            <a:graphicFrameLocks noChangeAspect="1"/>
          </p:cNvGraphicFramePr>
          <p:nvPr/>
        </p:nvGraphicFramePr>
        <p:xfrm>
          <a:off x="6824663" y="4775200"/>
          <a:ext cx="29051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73" name="Equation" r:id="rId23" imgW="114120" imgH="164880" progId="Equation.3">
                  <p:embed/>
                </p:oleObj>
              </mc:Choice>
              <mc:Fallback>
                <p:oleObj name="Equation" r:id="rId23" imgW="114120" imgH="164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4663" y="4775200"/>
                        <a:ext cx="29051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37" name="Object 21"/>
          <p:cNvGraphicFramePr>
            <a:graphicFrameLocks noChangeAspect="1"/>
          </p:cNvGraphicFramePr>
          <p:nvPr/>
        </p:nvGraphicFramePr>
        <p:xfrm>
          <a:off x="6829425" y="5334000"/>
          <a:ext cx="2206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74" name="Equation" r:id="rId25" imgW="114120" imgH="164880" progId="Equation.3">
                  <p:embed/>
                </p:oleObj>
              </mc:Choice>
              <mc:Fallback>
                <p:oleObj name="Equation" r:id="rId25" imgW="114120" imgH="1648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5" y="5334000"/>
                        <a:ext cx="2206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3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3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3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3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3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3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3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3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30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308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08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3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18" grpId="0" autoUpdateAnimBg="0"/>
      <p:bldP spid="930823" grpId="0" autoUpdateAnimBg="0"/>
      <p:bldP spid="93083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C36-24E6-4F82-B3A1-3B865D191F9C}" type="slidenum">
              <a:rPr lang="zh-CN" altLang="en-US"/>
              <a:pPr/>
              <a:t>10</a:t>
            </a:fld>
            <a:endParaRPr lang="zh-CN" altLang="en-US"/>
          </a:p>
        </p:txBody>
      </p:sp>
      <p:graphicFrame>
        <p:nvGraphicFramePr>
          <p:cNvPr id="931842" name="Object 2"/>
          <p:cNvGraphicFramePr>
            <a:graphicFrameLocks noChangeAspect="1"/>
          </p:cNvGraphicFramePr>
          <p:nvPr/>
        </p:nvGraphicFramePr>
        <p:xfrm>
          <a:off x="304800" y="2247900"/>
          <a:ext cx="1828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1" name="Equation" r:id="rId3" imgW="787320" imgH="215640" progId="Equation.3">
                  <p:embed/>
                </p:oleObj>
              </mc:Choice>
              <mc:Fallback>
                <p:oleObj name="Equation" r:id="rId3" imgW="7873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47900"/>
                        <a:ext cx="18288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43" name="Line 3"/>
          <p:cNvSpPr>
            <a:spLocks noChangeShapeType="1"/>
          </p:cNvSpPr>
          <p:nvPr/>
        </p:nvSpPr>
        <p:spPr bwMode="auto">
          <a:xfrm>
            <a:off x="228600" y="16002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31844" name="Object 4"/>
          <p:cNvGraphicFramePr>
            <a:graphicFrameLocks noChangeAspect="1"/>
          </p:cNvGraphicFramePr>
          <p:nvPr/>
        </p:nvGraphicFramePr>
        <p:xfrm>
          <a:off x="746125" y="381000"/>
          <a:ext cx="36734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2" name="Equation" r:id="rId5" imgW="1562040" imgH="469800" progId="Equation.3">
                  <p:embed/>
                </p:oleObj>
              </mc:Choice>
              <mc:Fallback>
                <p:oleObj name="Equation" r:id="rId5" imgW="156204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381000"/>
                        <a:ext cx="3673475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45" name="Object 5"/>
          <p:cNvGraphicFramePr>
            <a:graphicFrameLocks noChangeAspect="1"/>
          </p:cNvGraphicFramePr>
          <p:nvPr/>
        </p:nvGraphicFramePr>
        <p:xfrm>
          <a:off x="4833938" y="714375"/>
          <a:ext cx="24701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3" name="Equation" r:id="rId7" imgW="1066680" imgH="215640" progId="Equation.3">
                  <p:embed/>
                </p:oleObj>
              </mc:Choice>
              <mc:Fallback>
                <p:oleObj name="Equation" r:id="rId7" imgW="10666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714375"/>
                        <a:ext cx="2470150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46" name="Text Box 6"/>
          <p:cNvSpPr txBox="1">
            <a:spLocks noChangeArrowheads="1"/>
          </p:cNvSpPr>
          <p:nvPr/>
        </p:nvSpPr>
        <p:spPr bwMode="auto">
          <a:xfrm>
            <a:off x="228600" y="35052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31847" name="Object 7"/>
          <p:cNvGraphicFramePr>
            <a:graphicFrameLocks noChangeAspect="1"/>
          </p:cNvGraphicFramePr>
          <p:nvPr/>
        </p:nvGraphicFramePr>
        <p:xfrm>
          <a:off x="304800" y="4605338"/>
          <a:ext cx="86010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4" name="Document" r:id="rId9" imgW="3449160" imgH="216000" progId="Word.Document.8">
                  <p:embed/>
                </p:oleObj>
              </mc:Choice>
              <mc:Fallback>
                <p:oleObj name="Document" r:id="rId9" imgW="3449160" imgH="2160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605338"/>
                        <a:ext cx="86010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48" name="Object 8"/>
          <p:cNvGraphicFramePr>
            <a:graphicFrameLocks noChangeAspect="1"/>
          </p:cNvGraphicFramePr>
          <p:nvPr/>
        </p:nvGraphicFramePr>
        <p:xfrm>
          <a:off x="2301875" y="1933575"/>
          <a:ext cx="26511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5" name="Equation" r:id="rId11" imgW="1422360" imgH="469800" progId="Equation.3">
                  <p:embed/>
                </p:oleObj>
              </mc:Choice>
              <mc:Fallback>
                <p:oleObj name="Equation" r:id="rId11" imgW="142236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1933575"/>
                        <a:ext cx="2651125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49" name="Object 9"/>
          <p:cNvGraphicFramePr>
            <a:graphicFrameLocks noChangeAspect="1"/>
          </p:cNvGraphicFramePr>
          <p:nvPr/>
        </p:nvGraphicFramePr>
        <p:xfrm>
          <a:off x="5029200" y="1933575"/>
          <a:ext cx="1735138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6" name="Equation" r:id="rId13" imgW="736560" imgH="469800" progId="Equation.3">
                  <p:embed/>
                </p:oleObj>
              </mc:Choice>
              <mc:Fallback>
                <p:oleObj name="Equation" r:id="rId13" imgW="73656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933575"/>
                        <a:ext cx="1735138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0" name="Object 10"/>
          <p:cNvGraphicFramePr>
            <a:graphicFrameLocks noChangeAspect="1"/>
          </p:cNvGraphicFramePr>
          <p:nvPr/>
        </p:nvGraphicFramePr>
        <p:xfrm>
          <a:off x="5791200" y="3238500"/>
          <a:ext cx="16129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7" name="Equation" r:id="rId15" imgW="685800" imgH="469800" progId="Equation.3">
                  <p:embed/>
                </p:oleObj>
              </mc:Choice>
              <mc:Fallback>
                <p:oleObj name="Equation" r:id="rId15" imgW="68580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238500"/>
                        <a:ext cx="1612900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1" name="Object 11"/>
          <p:cNvGraphicFramePr>
            <a:graphicFrameLocks noChangeAspect="1"/>
          </p:cNvGraphicFramePr>
          <p:nvPr/>
        </p:nvGraphicFramePr>
        <p:xfrm>
          <a:off x="6629400" y="3294063"/>
          <a:ext cx="5476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8" name="Equation" r:id="rId17" imgW="228600" imgH="164880" progId="Equation.3">
                  <p:embed/>
                </p:oleObj>
              </mc:Choice>
              <mc:Fallback>
                <p:oleObj name="Equation" r:id="rId17" imgW="22860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294063"/>
                        <a:ext cx="54768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52" name="Object 12"/>
          <p:cNvGraphicFramePr>
            <a:graphicFrameLocks noChangeAspect="1"/>
          </p:cNvGraphicFramePr>
          <p:nvPr/>
        </p:nvGraphicFramePr>
        <p:xfrm>
          <a:off x="6770688" y="3848100"/>
          <a:ext cx="21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9" name="Equation" r:id="rId19" imgW="126720" imgH="177480" progId="Equation.3">
                  <p:embed/>
                </p:oleObj>
              </mc:Choice>
              <mc:Fallback>
                <p:oleObj name="Equation" r:id="rId19" imgW="12672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3848100"/>
                        <a:ext cx="215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18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18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4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B48B5-4F91-440D-A268-5EA0CB3FB335}" type="slidenum">
              <a:rPr lang="zh-CN" altLang="en-US"/>
              <a:pPr/>
              <a:t>11</a:t>
            </a:fld>
            <a:endParaRPr lang="zh-CN" altLang="en-US"/>
          </a:p>
        </p:txBody>
      </p:sp>
      <p:sp>
        <p:nvSpPr>
          <p:cNvPr id="906242" name="Rectangle 2"/>
          <p:cNvSpPr>
            <a:spLocks noChangeArrowheads="1"/>
          </p:cNvSpPr>
          <p:nvPr/>
        </p:nvSpPr>
        <p:spPr bwMode="auto">
          <a:xfrm>
            <a:off x="2895600" y="2133600"/>
            <a:ext cx="29718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906243" name="Rectangle 3"/>
          <p:cNvSpPr>
            <a:spLocks noChangeArrowheads="1"/>
          </p:cNvSpPr>
          <p:nvPr/>
        </p:nvSpPr>
        <p:spPr bwMode="auto">
          <a:xfrm>
            <a:off x="2971800" y="2209800"/>
            <a:ext cx="762000" cy="1600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906244" name="Text Box 4"/>
          <p:cNvSpPr txBox="1">
            <a:spLocks noChangeArrowheads="1"/>
          </p:cNvSpPr>
          <p:nvPr/>
        </p:nvSpPr>
        <p:spPr bwMode="auto">
          <a:xfrm>
            <a:off x="304800" y="8636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例2</a:t>
            </a:r>
          </a:p>
        </p:txBody>
      </p:sp>
      <p:grpSp>
        <p:nvGrpSpPr>
          <p:cNvPr id="906245" name="Group 5"/>
          <p:cNvGrpSpPr>
            <a:grpSpLocks/>
          </p:cNvGrpSpPr>
          <p:nvPr/>
        </p:nvGrpSpPr>
        <p:grpSpPr bwMode="auto">
          <a:xfrm>
            <a:off x="1150938" y="304800"/>
            <a:ext cx="7764462" cy="1674813"/>
            <a:chOff x="816" y="192"/>
            <a:chExt cx="4891" cy="1055"/>
          </a:xfrm>
        </p:grpSpPr>
        <p:sp>
          <p:nvSpPr>
            <p:cNvPr id="906246" name="Text Box 6"/>
            <p:cNvSpPr txBox="1">
              <a:spLocks noChangeArrowheads="1"/>
            </p:cNvSpPr>
            <p:nvPr/>
          </p:nvSpPr>
          <p:spPr bwMode="auto">
            <a:xfrm>
              <a:off x="816" y="528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906247" name="Object 7"/>
            <p:cNvGraphicFramePr>
              <a:graphicFrameLocks noChangeAspect="1"/>
            </p:cNvGraphicFramePr>
            <p:nvPr/>
          </p:nvGraphicFramePr>
          <p:xfrm>
            <a:off x="1106" y="192"/>
            <a:ext cx="1822" cy="10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262" name="Equation" r:id="rId3" imgW="1231560" imgH="711000" progId="Equation.3">
                    <p:embed/>
                  </p:oleObj>
                </mc:Choice>
                <mc:Fallback>
                  <p:oleObj name="Equation" r:id="rId3" imgW="1231560" imgH="711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192"/>
                          <a:ext cx="1822" cy="10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6248" name="Text Box 8"/>
            <p:cNvSpPr txBox="1">
              <a:spLocks noChangeArrowheads="1"/>
            </p:cNvSpPr>
            <p:nvPr/>
          </p:nvSpPr>
          <p:spPr bwMode="auto">
            <a:xfrm>
              <a:off x="2958" y="536"/>
              <a:ext cx="274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求</a:t>
              </a:r>
              <a:r>
                <a:rPr lang="en-US" altLang="zh-CN" sz="3000" i="1">
                  <a:latin typeface="Times New Roman" panose="02020603050405020304" pitchFamily="18" charset="0"/>
                </a:rPr>
                <a:t>A</a:t>
              </a:r>
              <a:r>
                <a:rPr lang="zh-CN" altLang="en-US">
                  <a:latin typeface="Times New Roman" panose="02020603050405020304" pitchFamily="18" charset="0"/>
                </a:rPr>
                <a:t>的特征值与特征向量。</a:t>
              </a:r>
            </a:p>
          </p:txBody>
        </p:sp>
      </p:grpSp>
      <p:sp>
        <p:nvSpPr>
          <p:cNvPr id="906249" name="Text Box 9"/>
          <p:cNvSpPr txBox="1">
            <a:spLocks noChangeArrowheads="1"/>
          </p:cNvSpPr>
          <p:nvPr/>
        </p:nvSpPr>
        <p:spPr bwMode="auto">
          <a:xfrm>
            <a:off x="381000" y="264795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06250" name="Object 10"/>
          <p:cNvGraphicFramePr>
            <a:graphicFrameLocks noChangeAspect="1"/>
          </p:cNvGraphicFramePr>
          <p:nvPr/>
        </p:nvGraphicFramePr>
        <p:xfrm>
          <a:off x="1193800" y="2147888"/>
          <a:ext cx="468788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263" name="Equation" r:id="rId5" imgW="1993680" imgH="698400" progId="Equation.3">
                  <p:embed/>
                </p:oleObj>
              </mc:Choice>
              <mc:Fallback>
                <p:oleObj name="Equation" r:id="rId5" imgW="199368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2147888"/>
                        <a:ext cx="4687888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6251" name="Object 11"/>
          <p:cNvGraphicFramePr>
            <a:graphicFrameLocks noChangeAspect="1"/>
          </p:cNvGraphicFramePr>
          <p:nvPr/>
        </p:nvGraphicFramePr>
        <p:xfrm>
          <a:off x="1555750" y="4038600"/>
          <a:ext cx="40608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264" name="Equation" r:id="rId7" imgW="1688760" imgH="203040" progId="Equation.3">
                  <p:embed/>
                </p:oleObj>
              </mc:Choice>
              <mc:Fallback>
                <p:oleObj name="Equation" r:id="rId7" imgW="168876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4038600"/>
                        <a:ext cx="40608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6252" name="Text Box 12"/>
          <p:cNvSpPr txBox="1">
            <a:spLocks noChangeArrowheads="1"/>
          </p:cNvSpPr>
          <p:nvPr/>
        </p:nvSpPr>
        <p:spPr bwMode="auto">
          <a:xfrm>
            <a:off x="457200" y="4724400"/>
            <a:ext cx="3006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所以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的特征值为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06253" name="Object 13"/>
          <p:cNvGraphicFramePr>
            <a:graphicFrameLocks noChangeAspect="1"/>
          </p:cNvGraphicFramePr>
          <p:nvPr/>
        </p:nvGraphicFramePr>
        <p:xfrm>
          <a:off x="3352800" y="4735513"/>
          <a:ext cx="33528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265" name="Equation" r:id="rId9" imgW="1447560" imgH="228600" progId="Equation.3">
                  <p:embed/>
                </p:oleObj>
              </mc:Choice>
              <mc:Fallback>
                <p:oleObj name="Equation" r:id="rId9" imgW="144756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735513"/>
                        <a:ext cx="3352800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0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0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06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6244" grpId="0" autoUpdateAnimBg="0"/>
      <p:bldP spid="906249" grpId="0" autoUpdateAnimBg="0"/>
      <p:bldP spid="90625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E109-8A59-4E09-9A03-0C58077D1172}" type="slidenum">
              <a:rPr lang="zh-CN" altLang="en-US"/>
              <a:pPr/>
              <a:t>12</a:t>
            </a:fld>
            <a:endParaRPr lang="zh-CN" altLang="en-US"/>
          </a:p>
        </p:txBody>
      </p:sp>
      <p:graphicFrame>
        <p:nvGraphicFramePr>
          <p:cNvPr id="907266" name="Object 2"/>
          <p:cNvGraphicFramePr>
            <a:graphicFrameLocks noChangeAspect="1"/>
          </p:cNvGraphicFramePr>
          <p:nvPr/>
        </p:nvGraphicFramePr>
        <p:xfrm>
          <a:off x="481013" y="319088"/>
          <a:ext cx="486727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298" name="Equation" r:id="rId3" imgW="2070000" imgH="698400" progId="Equation.3">
                  <p:embed/>
                </p:oleObj>
              </mc:Choice>
              <mc:Fallback>
                <p:oleObj name="Equation" r:id="rId3" imgW="207000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319088"/>
                        <a:ext cx="4867275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67" name="Object 3"/>
          <p:cNvGraphicFramePr>
            <a:graphicFrameLocks noChangeAspect="1"/>
          </p:cNvGraphicFramePr>
          <p:nvPr/>
        </p:nvGraphicFramePr>
        <p:xfrm>
          <a:off x="5410200" y="838200"/>
          <a:ext cx="3352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299" name="Equation" r:id="rId5" imgW="1447560" imgH="228600" progId="Equation.3">
                  <p:embed/>
                </p:oleObj>
              </mc:Choice>
              <mc:Fallback>
                <p:oleObj name="Equation" r:id="rId5" imgW="14475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838200"/>
                        <a:ext cx="33528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68" name="Object 4"/>
          <p:cNvGraphicFramePr>
            <a:graphicFrameLocks noChangeAspect="1"/>
          </p:cNvGraphicFramePr>
          <p:nvPr/>
        </p:nvGraphicFramePr>
        <p:xfrm>
          <a:off x="501650" y="2836863"/>
          <a:ext cx="15240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0" name="Equation" r:id="rId7" imgW="685800" imgH="215640" progId="Equation.3">
                  <p:embed/>
                </p:oleObj>
              </mc:Choice>
              <mc:Fallback>
                <p:oleObj name="Equation" r:id="rId7" imgW="68580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2836863"/>
                        <a:ext cx="1524000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69" name="Object 5"/>
          <p:cNvGraphicFramePr>
            <a:graphicFrameLocks noChangeAspect="1"/>
          </p:cNvGraphicFramePr>
          <p:nvPr/>
        </p:nvGraphicFramePr>
        <p:xfrm>
          <a:off x="2178050" y="2262188"/>
          <a:ext cx="3124200" cy="17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1" name="Equation" r:id="rId9" imgW="1422360" imgH="711000" progId="Equation.3">
                  <p:embed/>
                </p:oleObj>
              </mc:Choice>
              <mc:Fallback>
                <p:oleObj name="Equation" r:id="rId9" imgW="142236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2262188"/>
                        <a:ext cx="3124200" cy="170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7270" name="Line 6"/>
          <p:cNvSpPr>
            <a:spLocks noChangeShapeType="1"/>
          </p:cNvSpPr>
          <p:nvPr/>
        </p:nvSpPr>
        <p:spPr bwMode="auto">
          <a:xfrm>
            <a:off x="228600" y="20574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07271" name="Object 7"/>
          <p:cNvGraphicFramePr>
            <a:graphicFrameLocks noChangeAspect="1"/>
          </p:cNvGraphicFramePr>
          <p:nvPr/>
        </p:nvGraphicFramePr>
        <p:xfrm>
          <a:off x="5302250" y="2239963"/>
          <a:ext cx="2286000" cy="170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2" name="Equation" r:id="rId11" imgW="952200" imgH="711000" progId="Equation.3">
                  <p:embed/>
                </p:oleObj>
              </mc:Choice>
              <mc:Fallback>
                <p:oleObj name="Equation" r:id="rId11" imgW="95220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2239963"/>
                        <a:ext cx="2286000" cy="170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7272" name="Text Box 8"/>
          <p:cNvSpPr txBox="1">
            <a:spLocks noChangeArrowheads="1"/>
          </p:cNvSpPr>
          <p:nvPr/>
        </p:nvSpPr>
        <p:spPr bwMode="auto">
          <a:xfrm>
            <a:off x="381000" y="44196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07273" name="Object 9"/>
          <p:cNvGraphicFramePr>
            <a:graphicFrameLocks noChangeAspect="1"/>
          </p:cNvGraphicFramePr>
          <p:nvPr/>
        </p:nvGraphicFramePr>
        <p:xfrm>
          <a:off x="457200" y="5622925"/>
          <a:ext cx="8305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3" name="Document" r:id="rId13" imgW="3340800" imgH="220320" progId="Word.Document.8">
                  <p:embed/>
                </p:oleObj>
              </mc:Choice>
              <mc:Fallback>
                <p:oleObj name="Document" r:id="rId13" imgW="3340800" imgH="22032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622925"/>
                        <a:ext cx="8305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74" name="Object 10"/>
          <p:cNvGraphicFramePr>
            <a:graphicFrameLocks noChangeAspect="1"/>
          </p:cNvGraphicFramePr>
          <p:nvPr/>
        </p:nvGraphicFramePr>
        <p:xfrm>
          <a:off x="5943600" y="3863975"/>
          <a:ext cx="1582738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4" name="Equation" r:id="rId15" imgW="672840" imgH="711000" progId="Equation.3">
                  <p:embed/>
                </p:oleObj>
              </mc:Choice>
              <mc:Fallback>
                <p:oleObj name="Equation" r:id="rId15" imgW="67284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863975"/>
                        <a:ext cx="1582738" cy="169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75" name="Object 11"/>
          <p:cNvGraphicFramePr>
            <a:graphicFrameLocks noChangeAspect="1"/>
          </p:cNvGraphicFramePr>
          <p:nvPr/>
        </p:nvGraphicFramePr>
        <p:xfrm>
          <a:off x="6897688" y="3929063"/>
          <a:ext cx="29051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5" name="Equation" r:id="rId17" imgW="114120" imgH="164880" progId="Equation.3">
                  <p:embed/>
                </p:oleObj>
              </mc:Choice>
              <mc:Fallback>
                <p:oleObj name="Equation" r:id="rId17" imgW="11412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3929063"/>
                        <a:ext cx="29051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76" name="Object 12"/>
          <p:cNvGraphicFramePr>
            <a:graphicFrameLocks noChangeAspect="1"/>
          </p:cNvGraphicFramePr>
          <p:nvPr/>
        </p:nvGraphicFramePr>
        <p:xfrm>
          <a:off x="6897688" y="4930775"/>
          <a:ext cx="2460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6" name="Equation" r:id="rId19" imgW="126720" imgH="177480" progId="Equation.3">
                  <p:embed/>
                </p:oleObj>
              </mc:Choice>
              <mc:Fallback>
                <p:oleObj name="Equation" r:id="rId19" imgW="12672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4930775"/>
                        <a:ext cx="2460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77" name="Object 13"/>
          <p:cNvGraphicFramePr>
            <a:graphicFrameLocks noChangeAspect="1"/>
          </p:cNvGraphicFramePr>
          <p:nvPr/>
        </p:nvGraphicFramePr>
        <p:xfrm>
          <a:off x="6897688" y="4429125"/>
          <a:ext cx="2460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307" name="Equation" r:id="rId21" imgW="126720" imgH="177480" progId="Equation.3">
                  <p:embed/>
                </p:oleObj>
              </mc:Choice>
              <mc:Fallback>
                <p:oleObj name="Equation" r:id="rId21" imgW="126720" imgH="177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4429125"/>
                        <a:ext cx="2460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7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7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72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7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72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7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72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7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9AB0-794A-42A4-A707-12320BBDA885}" type="slidenum">
              <a:rPr lang="zh-CN" altLang="en-US"/>
              <a:pPr/>
              <a:t>13</a:t>
            </a:fld>
            <a:endParaRPr lang="zh-CN" altLang="en-US"/>
          </a:p>
        </p:txBody>
      </p:sp>
      <p:graphicFrame>
        <p:nvGraphicFramePr>
          <p:cNvPr id="908290" name="Object 2"/>
          <p:cNvGraphicFramePr>
            <a:graphicFrameLocks noChangeAspect="1"/>
          </p:cNvGraphicFramePr>
          <p:nvPr/>
        </p:nvGraphicFramePr>
        <p:xfrm>
          <a:off x="282575" y="2773363"/>
          <a:ext cx="17224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2" name="Equation" r:id="rId3" imgW="774360" imgH="215640" progId="Equation.3">
                  <p:embed/>
                </p:oleObj>
              </mc:Choice>
              <mc:Fallback>
                <p:oleObj name="Equation" r:id="rId3" imgW="77436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2773363"/>
                        <a:ext cx="1722438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291" name="Line 3"/>
          <p:cNvSpPr>
            <a:spLocks noChangeShapeType="1"/>
          </p:cNvSpPr>
          <p:nvPr/>
        </p:nvSpPr>
        <p:spPr bwMode="auto">
          <a:xfrm>
            <a:off x="228600" y="20574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08292" name="Text Box 4"/>
          <p:cNvSpPr txBox="1">
            <a:spLocks noChangeArrowheads="1"/>
          </p:cNvSpPr>
          <p:nvPr/>
        </p:nvSpPr>
        <p:spPr bwMode="auto">
          <a:xfrm>
            <a:off x="228600" y="4419600"/>
            <a:ext cx="5538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08293" name="Object 5"/>
          <p:cNvGraphicFramePr>
            <a:graphicFrameLocks noChangeAspect="1"/>
          </p:cNvGraphicFramePr>
          <p:nvPr/>
        </p:nvGraphicFramePr>
        <p:xfrm>
          <a:off x="381000" y="5692775"/>
          <a:ext cx="8534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3" name="Document" r:id="rId5" imgW="3449160" imgH="216000" progId="Word.Document.8">
                  <p:embed/>
                </p:oleObj>
              </mc:Choice>
              <mc:Fallback>
                <p:oleObj name="Document" r:id="rId5" imgW="3449160" imgH="2160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692775"/>
                        <a:ext cx="8534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4" name="Object 6"/>
          <p:cNvGraphicFramePr>
            <a:graphicFrameLocks noChangeAspect="1"/>
          </p:cNvGraphicFramePr>
          <p:nvPr/>
        </p:nvGraphicFramePr>
        <p:xfrm>
          <a:off x="2057400" y="2233613"/>
          <a:ext cx="3124200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4" name="Equation" r:id="rId7" imgW="1676160" imgH="711000" progId="Equation.3">
                  <p:embed/>
                </p:oleObj>
              </mc:Choice>
              <mc:Fallback>
                <p:oleObj name="Equation" r:id="rId7" imgW="167616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33613"/>
                        <a:ext cx="3124200" cy="167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5" name="Object 7"/>
          <p:cNvGraphicFramePr>
            <a:graphicFrameLocks noChangeAspect="1"/>
          </p:cNvGraphicFramePr>
          <p:nvPr/>
        </p:nvGraphicFramePr>
        <p:xfrm>
          <a:off x="5181600" y="2209800"/>
          <a:ext cx="251142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5" name="Equation" r:id="rId9" imgW="1066680" imgH="711000" progId="Equation.3">
                  <p:embed/>
                </p:oleObj>
              </mc:Choice>
              <mc:Fallback>
                <p:oleObj name="Equation" r:id="rId9" imgW="106668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209800"/>
                        <a:ext cx="2511425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6" name="Object 8"/>
          <p:cNvGraphicFramePr>
            <a:graphicFrameLocks noChangeAspect="1"/>
          </p:cNvGraphicFramePr>
          <p:nvPr/>
        </p:nvGraphicFramePr>
        <p:xfrm>
          <a:off x="6019800" y="3886200"/>
          <a:ext cx="16129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6" name="Equation" r:id="rId11" imgW="685800" imgH="711000" progId="Equation.3">
                  <p:embed/>
                </p:oleObj>
              </mc:Choice>
              <mc:Fallback>
                <p:oleObj name="Equation" r:id="rId11" imgW="6858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886200"/>
                        <a:ext cx="1612900" cy="169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7" name="Object 9"/>
          <p:cNvGraphicFramePr>
            <a:graphicFrameLocks noChangeAspect="1"/>
          </p:cNvGraphicFramePr>
          <p:nvPr/>
        </p:nvGraphicFramePr>
        <p:xfrm>
          <a:off x="7004050" y="4953000"/>
          <a:ext cx="290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7" name="Equation" r:id="rId13" imgW="114120" imgH="164880" progId="Equation.3">
                  <p:embed/>
                </p:oleObj>
              </mc:Choice>
              <mc:Fallback>
                <p:oleObj name="Equation" r:id="rId13" imgW="114120" imgH="164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4953000"/>
                        <a:ext cx="290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8" name="Object 10"/>
          <p:cNvGraphicFramePr>
            <a:graphicFrameLocks noChangeAspect="1"/>
          </p:cNvGraphicFramePr>
          <p:nvPr/>
        </p:nvGraphicFramePr>
        <p:xfrm>
          <a:off x="6864350" y="4437063"/>
          <a:ext cx="55403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8" name="Equation" r:id="rId15" imgW="215640" imgH="164880" progId="Equation.3">
                  <p:embed/>
                </p:oleObj>
              </mc:Choice>
              <mc:Fallback>
                <p:oleObj name="Equation" r:id="rId15" imgW="21564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4437063"/>
                        <a:ext cx="55403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9" name="Object 11"/>
          <p:cNvGraphicFramePr>
            <a:graphicFrameLocks noChangeAspect="1"/>
          </p:cNvGraphicFramePr>
          <p:nvPr/>
        </p:nvGraphicFramePr>
        <p:xfrm>
          <a:off x="6992938" y="3867150"/>
          <a:ext cx="2460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29" name="Equation" r:id="rId17" imgW="126720" imgH="177480" progId="Equation.3">
                  <p:embed/>
                </p:oleObj>
              </mc:Choice>
              <mc:Fallback>
                <p:oleObj name="Equation" r:id="rId17" imgW="12672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3867150"/>
                        <a:ext cx="2460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300" name="Object 12"/>
          <p:cNvGraphicFramePr>
            <a:graphicFrameLocks noChangeAspect="1"/>
          </p:cNvGraphicFramePr>
          <p:nvPr/>
        </p:nvGraphicFramePr>
        <p:xfrm>
          <a:off x="481013" y="319088"/>
          <a:ext cx="486727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30" name="Equation" r:id="rId19" imgW="2070000" imgH="698400" progId="Equation.3">
                  <p:embed/>
                </p:oleObj>
              </mc:Choice>
              <mc:Fallback>
                <p:oleObj name="Equation" r:id="rId19" imgW="207000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319088"/>
                        <a:ext cx="4867275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301" name="Object 13"/>
          <p:cNvGraphicFramePr>
            <a:graphicFrameLocks noChangeAspect="1"/>
          </p:cNvGraphicFramePr>
          <p:nvPr/>
        </p:nvGraphicFramePr>
        <p:xfrm>
          <a:off x="5410200" y="838200"/>
          <a:ext cx="3352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8331" name="Equation" r:id="rId21" imgW="1447560" imgH="228600" progId="Equation.3">
                  <p:embed/>
                </p:oleObj>
              </mc:Choice>
              <mc:Fallback>
                <p:oleObj name="Equation" r:id="rId21" imgW="144756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838200"/>
                        <a:ext cx="33528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8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82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8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EF90F-36AB-41EA-B7BF-FFF23CDB2055}" type="slidenum">
              <a:rPr lang="zh-CN" altLang="en-US"/>
              <a:pPr/>
              <a:t>14</a:t>
            </a:fld>
            <a:endParaRPr lang="zh-CN" altLang="en-US"/>
          </a:p>
        </p:txBody>
      </p:sp>
      <p:graphicFrame>
        <p:nvGraphicFramePr>
          <p:cNvPr id="909314" name="Object 2"/>
          <p:cNvGraphicFramePr>
            <a:graphicFrameLocks noChangeAspect="1"/>
          </p:cNvGraphicFramePr>
          <p:nvPr/>
        </p:nvGraphicFramePr>
        <p:xfrm>
          <a:off x="395288" y="2792413"/>
          <a:ext cx="14954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46" name="Equation" r:id="rId3" imgW="672840" imgH="228600" progId="Equation.3">
                  <p:embed/>
                </p:oleObj>
              </mc:Choice>
              <mc:Fallback>
                <p:oleObj name="Equation" r:id="rId3" imgW="67284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792413"/>
                        <a:ext cx="14954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9315" name="Line 3"/>
          <p:cNvSpPr>
            <a:spLocks noChangeShapeType="1"/>
          </p:cNvSpPr>
          <p:nvPr/>
        </p:nvSpPr>
        <p:spPr bwMode="auto">
          <a:xfrm>
            <a:off x="228600" y="20574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09316" name="Text Box 4"/>
          <p:cNvSpPr txBox="1">
            <a:spLocks noChangeArrowheads="1"/>
          </p:cNvSpPr>
          <p:nvPr/>
        </p:nvSpPr>
        <p:spPr bwMode="auto">
          <a:xfrm>
            <a:off x="228600" y="4424363"/>
            <a:ext cx="5538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09317" name="Object 5"/>
          <p:cNvGraphicFramePr>
            <a:graphicFrameLocks noChangeAspect="1"/>
          </p:cNvGraphicFramePr>
          <p:nvPr/>
        </p:nvGraphicFramePr>
        <p:xfrm>
          <a:off x="381000" y="5791200"/>
          <a:ext cx="80772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47" name="Document" r:id="rId5" imgW="3449160" imgH="228600" progId="Word.Document.8">
                  <p:embed/>
                </p:oleObj>
              </mc:Choice>
              <mc:Fallback>
                <p:oleObj name="Document" r:id="rId5" imgW="344916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791200"/>
                        <a:ext cx="80772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18" name="Object 6"/>
          <p:cNvGraphicFramePr>
            <a:graphicFrameLocks noChangeAspect="1"/>
          </p:cNvGraphicFramePr>
          <p:nvPr/>
        </p:nvGraphicFramePr>
        <p:xfrm>
          <a:off x="1905000" y="2241550"/>
          <a:ext cx="2971800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48" name="Equation" r:id="rId7" imgW="1434960" imgH="711000" progId="Equation.3">
                  <p:embed/>
                </p:oleObj>
              </mc:Choice>
              <mc:Fallback>
                <p:oleObj name="Equation" r:id="rId7" imgW="143496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41550"/>
                        <a:ext cx="2971800" cy="168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19" name="Object 7"/>
          <p:cNvGraphicFramePr>
            <a:graphicFrameLocks noChangeAspect="1"/>
          </p:cNvGraphicFramePr>
          <p:nvPr/>
        </p:nvGraphicFramePr>
        <p:xfrm>
          <a:off x="4876800" y="2209800"/>
          <a:ext cx="2514600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49" name="Equation" r:id="rId9" imgW="1054080" imgH="711000" progId="Equation.3">
                  <p:embed/>
                </p:oleObj>
              </mc:Choice>
              <mc:Fallback>
                <p:oleObj name="Equation" r:id="rId9" imgW="105408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209800"/>
                        <a:ext cx="2514600" cy="169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20" name="Object 8"/>
          <p:cNvGraphicFramePr>
            <a:graphicFrameLocks noChangeAspect="1"/>
          </p:cNvGraphicFramePr>
          <p:nvPr/>
        </p:nvGraphicFramePr>
        <p:xfrm>
          <a:off x="6019800" y="3886200"/>
          <a:ext cx="16129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50" name="Equation" r:id="rId11" imgW="685800" imgH="711000" progId="Equation.3">
                  <p:embed/>
                </p:oleObj>
              </mc:Choice>
              <mc:Fallback>
                <p:oleObj name="Equation" r:id="rId11" imgW="6858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886200"/>
                        <a:ext cx="1612900" cy="169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21" name="Object 9"/>
          <p:cNvGraphicFramePr>
            <a:graphicFrameLocks noChangeAspect="1"/>
          </p:cNvGraphicFramePr>
          <p:nvPr/>
        </p:nvGraphicFramePr>
        <p:xfrm>
          <a:off x="7004050" y="4953000"/>
          <a:ext cx="290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51" name="Equation" r:id="rId13" imgW="114120" imgH="164880" progId="Equation.3">
                  <p:embed/>
                </p:oleObj>
              </mc:Choice>
              <mc:Fallback>
                <p:oleObj name="Equation" r:id="rId13" imgW="114120" imgH="164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4953000"/>
                        <a:ext cx="290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22" name="Object 10"/>
          <p:cNvGraphicFramePr>
            <a:graphicFrameLocks noChangeAspect="1"/>
          </p:cNvGraphicFramePr>
          <p:nvPr/>
        </p:nvGraphicFramePr>
        <p:xfrm>
          <a:off x="6978650" y="4419600"/>
          <a:ext cx="3254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52" name="Equation" r:id="rId15" imgW="126720" imgH="177480" progId="Equation.3">
                  <p:embed/>
                </p:oleObj>
              </mc:Choice>
              <mc:Fallback>
                <p:oleObj name="Equation" r:id="rId15" imgW="126720" imgH="177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650" y="4419600"/>
                        <a:ext cx="32543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23" name="Object 11"/>
          <p:cNvGraphicFramePr>
            <a:graphicFrameLocks noChangeAspect="1"/>
          </p:cNvGraphicFramePr>
          <p:nvPr/>
        </p:nvGraphicFramePr>
        <p:xfrm>
          <a:off x="7004050" y="3886200"/>
          <a:ext cx="2000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53" name="Equation" r:id="rId17" imgW="114120" imgH="164880" progId="Equation.3">
                  <p:embed/>
                </p:oleObj>
              </mc:Choice>
              <mc:Fallback>
                <p:oleObj name="Equation" r:id="rId17" imgW="11412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0" y="3886200"/>
                        <a:ext cx="2000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24" name="Object 12"/>
          <p:cNvGraphicFramePr>
            <a:graphicFrameLocks noChangeAspect="1"/>
          </p:cNvGraphicFramePr>
          <p:nvPr/>
        </p:nvGraphicFramePr>
        <p:xfrm>
          <a:off x="481013" y="319088"/>
          <a:ext cx="486727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54" name="Equation" r:id="rId19" imgW="2070000" imgH="698400" progId="Equation.3">
                  <p:embed/>
                </p:oleObj>
              </mc:Choice>
              <mc:Fallback>
                <p:oleObj name="Equation" r:id="rId19" imgW="207000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319088"/>
                        <a:ext cx="4867275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9325" name="Object 13"/>
          <p:cNvGraphicFramePr>
            <a:graphicFrameLocks noChangeAspect="1"/>
          </p:cNvGraphicFramePr>
          <p:nvPr/>
        </p:nvGraphicFramePr>
        <p:xfrm>
          <a:off x="5410200" y="838200"/>
          <a:ext cx="3352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355" name="Equation" r:id="rId21" imgW="1447560" imgH="228600" progId="Equation.3">
                  <p:embed/>
                </p:oleObj>
              </mc:Choice>
              <mc:Fallback>
                <p:oleObj name="Equation" r:id="rId21" imgW="144756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838200"/>
                        <a:ext cx="33528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93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93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9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93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9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93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3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6FDC-4020-442C-94A5-DF646CEB65D8}" type="slidenum">
              <a:rPr lang="zh-CN" altLang="en-US"/>
              <a:pPr/>
              <a:t>15</a:t>
            </a:fld>
            <a:endParaRPr lang="zh-CN" altLang="en-US"/>
          </a:p>
        </p:txBody>
      </p:sp>
      <p:sp>
        <p:nvSpPr>
          <p:cNvPr id="910338" name="Rectangle 2"/>
          <p:cNvSpPr>
            <a:spLocks noChangeArrowheads="1"/>
          </p:cNvSpPr>
          <p:nvPr/>
        </p:nvSpPr>
        <p:spPr bwMode="auto">
          <a:xfrm>
            <a:off x="2895600" y="2743200"/>
            <a:ext cx="29718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910339" name="Rectangle 3"/>
          <p:cNvSpPr>
            <a:spLocks noChangeArrowheads="1"/>
          </p:cNvSpPr>
          <p:nvPr/>
        </p:nvSpPr>
        <p:spPr bwMode="auto">
          <a:xfrm>
            <a:off x="4038600" y="2209800"/>
            <a:ext cx="762000" cy="1600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910340" name="Text Box 4"/>
          <p:cNvSpPr txBox="1">
            <a:spLocks noChangeArrowheads="1"/>
          </p:cNvSpPr>
          <p:nvPr/>
        </p:nvSpPr>
        <p:spPr bwMode="auto">
          <a:xfrm>
            <a:off x="304800" y="8382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例3</a:t>
            </a:r>
          </a:p>
        </p:txBody>
      </p:sp>
      <p:sp>
        <p:nvSpPr>
          <p:cNvPr id="910341" name="Text Box 5"/>
          <p:cNvSpPr txBox="1">
            <a:spLocks noChangeArrowheads="1"/>
          </p:cNvSpPr>
          <p:nvPr/>
        </p:nvSpPr>
        <p:spPr bwMode="auto">
          <a:xfrm>
            <a:off x="381000" y="264795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10342" name="Object 6"/>
          <p:cNvGraphicFramePr>
            <a:graphicFrameLocks noChangeAspect="1"/>
          </p:cNvGraphicFramePr>
          <p:nvPr/>
        </p:nvGraphicFramePr>
        <p:xfrm>
          <a:off x="1166813" y="2122488"/>
          <a:ext cx="4776787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0358" name="Equation" r:id="rId3" imgW="2031840" imgH="698400" progId="Equation.3">
                  <p:embed/>
                </p:oleObj>
              </mc:Choice>
              <mc:Fallback>
                <p:oleObj name="Equation" r:id="rId3" imgW="203184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2122488"/>
                        <a:ext cx="4776787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0343" name="Object 7"/>
          <p:cNvGraphicFramePr>
            <a:graphicFrameLocks noChangeAspect="1"/>
          </p:cNvGraphicFramePr>
          <p:nvPr/>
        </p:nvGraphicFramePr>
        <p:xfrm>
          <a:off x="1219200" y="3962400"/>
          <a:ext cx="32004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0359" name="Equation" r:id="rId5" imgW="1346040" imgH="228600" progId="Equation.3">
                  <p:embed/>
                </p:oleObj>
              </mc:Choice>
              <mc:Fallback>
                <p:oleObj name="Equation" r:id="rId5" imgW="13460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962400"/>
                        <a:ext cx="32004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0344" name="Text Box 8"/>
          <p:cNvSpPr txBox="1">
            <a:spLocks noChangeArrowheads="1"/>
          </p:cNvSpPr>
          <p:nvPr/>
        </p:nvSpPr>
        <p:spPr bwMode="auto">
          <a:xfrm>
            <a:off x="457200" y="4724400"/>
            <a:ext cx="3006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所以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的特征值为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10345" name="Object 9"/>
          <p:cNvGraphicFramePr>
            <a:graphicFrameLocks noChangeAspect="1"/>
          </p:cNvGraphicFramePr>
          <p:nvPr/>
        </p:nvGraphicFramePr>
        <p:xfrm>
          <a:off x="3363913" y="4749800"/>
          <a:ext cx="36464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0360" name="Equation" r:id="rId7" imgW="1574640" imgH="215640" progId="Equation.3">
                  <p:embed/>
                </p:oleObj>
              </mc:Choice>
              <mc:Fallback>
                <p:oleObj name="Equation" r:id="rId7" imgW="157464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3" y="4749800"/>
                        <a:ext cx="3646487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0346" name="Group 10"/>
          <p:cNvGrpSpPr>
            <a:grpSpLocks/>
          </p:cNvGrpSpPr>
          <p:nvPr/>
        </p:nvGrpSpPr>
        <p:grpSpPr bwMode="auto">
          <a:xfrm>
            <a:off x="1143000" y="361950"/>
            <a:ext cx="7564438" cy="1511300"/>
            <a:chOff x="672" y="240"/>
            <a:chExt cx="4765" cy="952"/>
          </a:xfrm>
        </p:grpSpPr>
        <p:sp>
          <p:nvSpPr>
            <p:cNvPr id="910347" name="Text Box 11"/>
            <p:cNvSpPr txBox="1">
              <a:spLocks noChangeArrowheads="1"/>
            </p:cNvSpPr>
            <p:nvPr/>
          </p:nvSpPr>
          <p:spPr bwMode="auto">
            <a:xfrm>
              <a:off x="672" y="528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设</a:t>
              </a:r>
            </a:p>
          </p:txBody>
        </p:sp>
        <p:sp>
          <p:nvSpPr>
            <p:cNvPr id="910348" name="Text Box 12"/>
            <p:cNvSpPr txBox="1">
              <a:spLocks noChangeArrowheads="1"/>
            </p:cNvSpPr>
            <p:nvPr/>
          </p:nvSpPr>
          <p:spPr bwMode="auto">
            <a:xfrm>
              <a:off x="2688" y="528"/>
              <a:ext cx="274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求</a:t>
              </a:r>
              <a:r>
                <a:rPr lang="en-US" altLang="zh-CN" sz="3000" i="1">
                  <a:latin typeface="Times New Roman" panose="02020603050405020304" pitchFamily="18" charset="0"/>
                </a:rPr>
                <a:t>A</a:t>
              </a:r>
              <a:r>
                <a:rPr lang="zh-CN" altLang="en-US">
                  <a:latin typeface="Times New Roman" panose="02020603050405020304" pitchFamily="18" charset="0"/>
                </a:rPr>
                <a:t>的特征值与特征向量。</a:t>
              </a:r>
            </a:p>
          </p:txBody>
        </p:sp>
        <p:graphicFrame>
          <p:nvGraphicFramePr>
            <p:cNvPr id="910349" name="Object 13"/>
            <p:cNvGraphicFramePr>
              <a:graphicFrameLocks noChangeAspect="1"/>
            </p:cNvGraphicFramePr>
            <p:nvPr/>
          </p:nvGraphicFramePr>
          <p:xfrm>
            <a:off x="1008" y="240"/>
            <a:ext cx="1624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0361" name="Equation" r:id="rId9" imgW="2577960" imgH="1511280" progId="Equation.3">
                    <p:embed/>
                  </p:oleObj>
                </mc:Choice>
                <mc:Fallback>
                  <p:oleObj name="Equation" r:id="rId9" imgW="2577960" imgH="15112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40"/>
                          <a:ext cx="1624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1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1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1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1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40" grpId="0" autoUpdateAnimBg="0"/>
      <p:bldP spid="910341" grpId="0" autoUpdateAnimBg="0"/>
      <p:bldP spid="91034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EF78E-73B4-4D64-AB20-A4577F1F9E45}" type="slidenum">
              <a:rPr lang="zh-CN" altLang="en-US"/>
              <a:pPr/>
              <a:t>16</a:t>
            </a:fld>
            <a:endParaRPr lang="zh-CN" altLang="en-US"/>
          </a:p>
        </p:txBody>
      </p:sp>
      <p:graphicFrame>
        <p:nvGraphicFramePr>
          <p:cNvPr id="911362" name="Object 2"/>
          <p:cNvGraphicFramePr>
            <a:graphicFrameLocks noChangeAspect="1"/>
          </p:cNvGraphicFramePr>
          <p:nvPr/>
        </p:nvGraphicFramePr>
        <p:xfrm>
          <a:off x="5268913" y="806450"/>
          <a:ext cx="36464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2" name="Equation" r:id="rId4" imgW="1574640" imgH="215640" progId="Equation.3">
                  <p:embed/>
                </p:oleObj>
              </mc:Choice>
              <mc:Fallback>
                <p:oleObj name="Equation" r:id="rId4" imgW="157464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806450"/>
                        <a:ext cx="3646487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63" name="Line 3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11364" name="Object 4"/>
          <p:cNvGraphicFramePr>
            <a:graphicFrameLocks noChangeAspect="1"/>
          </p:cNvGraphicFramePr>
          <p:nvPr/>
        </p:nvGraphicFramePr>
        <p:xfrm>
          <a:off x="381000" y="2654300"/>
          <a:ext cx="15240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3" name="Equation" r:id="rId6" imgW="685800" imgH="215640" progId="Equation.3">
                  <p:embed/>
                </p:oleObj>
              </mc:Choice>
              <mc:Fallback>
                <p:oleObj name="Equation" r:id="rId6" imgW="68580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54300"/>
                        <a:ext cx="1524000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65" name="Text Box 5"/>
          <p:cNvSpPr txBox="1">
            <a:spLocks noChangeArrowheads="1"/>
          </p:cNvSpPr>
          <p:nvPr/>
        </p:nvSpPr>
        <p:spPr bwMode="auto">
          <a:xfrm>
            <a:off x="228600" y="3832225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11366" name="Object 6"/>
          <p:cNvGraphicFramePr>
            <a:graphicFrameLocks noChangeAspect="1"/>
          </p:cNvGraphicFramePr>
          <p:nvPr/>
        </p:nvGraphicFramePr>
        <p:xfrm>
          <a:off x="1219200" y="4495800"/>
          <a:ext cx="22860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4" name="Equation" r:id="rId8" imgW="1002960" imgH="228600" progId="Equation.3">
                  <p:embed/>
                </p:oleObj>
              </mc:Choice>
              <mc:Fallback>
                <p:oleObj name="Equation" r:id="rId8" imgW="10029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95800"/>
                        <a:ext cx="22860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67" name="Object 7"/>
          <p:cNvGraphicFramePr>
            <a:graphicFrameLocks noChangeAspect="1"/>
          </p:cNvGraphicFramePr>
          <p:nvPr/>
        </p:nvGraphicFramePr>
        <p:xfrm>
          <a:off x="304800" y="5105400"/>
          <a:ext cx="60960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5" name="Document" r:id="rId10" imgW="2477880" imgH="219240" progId="Word.Document.8">
                  <p:embed/>
                </p:oleObj>
              </mc:Choice>
              <mc:Fallback>
                <p:oleObj name="Document" r:id="rId10" imgW="2477880" imgH="2192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105400"/>
                        <a:ext cx="60960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68" name="Object 8"/>
          <p:cNvGraphicFramePr>
            <a:graphicFrameLocks noChangeAspect="1"/>
          </p:cNvGraphicFramePr>
          <p:nvPr/>
        </p:nvGraphicFramePr>
        <p:xfrm>
          <a:off x="1981200" y="2078038"/>
          <a:ext cx="33528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6" name="Equation" r:id="rId12" imgW="1498320" imgH="711000" progId="Equation.3">
                  <p:embed/>
                </p:oleObj>
              </mc:Choice>
              <mc:Fallback>
                <p:oleObj name="Equation" r:id="rId12" imgW="149832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78038"/>
                        <a:ext cx="3352800" cy="173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69" name="Object 9"/>
          <p:cNvGraphicFramePr>
            <a:graphicFrameLocks noChangeAspect="1"/>
          </p:cNvGraphicFramePr>
          <p:nvPr/>
        </p:nvGraphicFramePr>
        <p:xfrm>
          <a:off x="5334000" y="2089150"/>
          <a:ext cx="28194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7" name="Equation" r:id="rId14" imgW="1155600" imgH="711000" progId="Equation.3">
                  <p:embed/>
                </p:oleObj>
              </mc:Choice>
              <mc:Fallback>
                <p:oleObj name="Equation" r:id="rId14" imgW="115560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089150"/>
                        <a:ext cx="2819400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0" name="Object 10"/>
          <p:cNvGraphicFramePr>
            <a:graphicFrameLocks noChangeAspect="1"/>
          </p:cNvGraphicFramePr>
          <p:nvPr/>
        </p:nvGraphicFramePr>
        <p:xfrm>
          <a:off x="3657600" y="4495800"/>
          <a:ext cx="25479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8" name="Equation" r:id="rId16" imgW="1117440" imgH="228600" progId="Equation.3">
                  <p:embed/>
                </p:oleObj>
              </mc:Choice>
              <mc:Fallback>
                <p:oleObj name="Equation" r:id="rId16" imgW="111744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495800"/>
                        <a:ext cx="2547938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1" name="Object 11"/>
          <p:cNvGraphicFramePr>
            <a:graphicFrameLocks noChangeAspect="1"/>
          </p:cNvGraphicFramePr>
          <p:nvPr/>
        </p:nvGraphicFramePr>
        <p:xfrm>
          <a:off x="1143000" y="5638800"/>
          <a:ext cx="46482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9" name="Document" r:id="rId18" imgW="1871280" imgH="216000" progId="Word.Document.8">
                  <p:embed/>
                </p:oleObj>
              </mc:Choice>
              <mc:Fallback>
                <p:oleObj name="Document" r:id="rId18" imgW="1871280" imgH="2160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638800"/>
                        <a:ext cx="46482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72" name="Line 12"/>
          <p:cNvSpPr>
            <a:spLocks noChangeShapeType="1"/>
          </p:cNvSpPr>
          <p:nvPr/>
        </p:nvSpPr>
        <p:spPr bwMode="auto">
          <a:xfrm>
            <a:off x="4038600" y="6096000"/>
            <a:ext cx="15240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11373" name="Object 13"/>
          <p:cNvGraphicFramePr>
            <a:graphicFrameLocks noChangeAspect="1"/>
          </p:cNvGraphicFramePr>
          <p:nvPr/>
        </p:nvGraphicFramePr>
        <p:xfrm>
          <a:off x="306388" y="228600"/>
          <a:ext cx="4926012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00" name="Equation" r:id="rId20" imgW="2095200" imgH="698400" progId="Equation.3">
                  <p:embed/>
                </p:oleObj>
              </mc:Choice>
              <mc:Fallback>
                <p:oleObj name="Equation" r:id="rId20" imgW="209520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228600"/>
                        <a:ext cx="4926012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0" fill="hold"/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6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CAF6-DE08-4783-AC57-E4451C52FE36}" type="slidenum">
              <a:rPr lang="zh-CN" altLang="en-US"/>
              <a:pPr/>
              <a:t>17</a:t>
            </a:fld>
            <a:endParaRPr lang="zh-CN" altLang="en-US"/>
          </a:p>
        </p:txBody>
      </p:sp>
      <p:sp>
        <p:nvSpPr>
          <p:cNvPr id="912386" name="Line 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12387" name="Object 3"/>
          <p:cNvGraphicFramePr>
            <a:graphicFrameLocks noChangeAspect="1"/>
          </p:cNvGraphicFramePr>
          <p:nvPr/>
        </p:nvGraphicFramePr>
        <p:xfrm>
          <a:off x="282575" y="2697163"/>
          <a:ext cx="17224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09" name="Equation" r:id="rId3" imgW="774360" imgH="215640" progId="Equation.3">
                  <p:embed/>
                </p:oleObj>
              </mc:Choice>
              <mc:Fallback>
                <p:oleObj name="Equation" r:id="rId3" imgW="77436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2697163"/>
                        <a:ext cx="1722438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2388" name="Text Box 4"/>
          <p:cNvSpPr txBox="1">
            <a:spLocks noChangeArrowheads="1"/>
          </p:cNvSpPr>
          <p:nvPr/>
        </p:nvSpPr>
        <p:spPr bwMode="auto">
          <a:xfrm>
            <a:off x="228600" y="3875088"/>
            <a:ext cx="5538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12389" name="Object 5"/>
          <p:cNvGraphicFramePr>
            <a:graphicFrameLocks noChangeAspect="1"/>
          </p:cNvGraphicFramePr>
          <p:nvPr/>
        </p:nvGraphicFramePr>
        <p:xfrm>
          <a:off x="1447800" y="4495800"/>
          <a:ext cx="2667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10" name="Equation" r:id="rId5" imgW="1002960" imgH="241200" progId="Equation.3">
                  <p:embed/>
                </p:oleObj>
              </mc:Choice>
              <mc:Fallback>
                <p:oleObj name="Equation" r:id="rId5" imgW="10029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495800"/>
                        <a:ext cx="26670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390" name="Object 6"/>
          <p:cNvGraphicFramePr>
            <a:graphicFrameLocks noChangeAspect="1"/>
          </p:cNvGraphicFramePr>
          <p:nvPr/>
        </p:nvGraphicFramePr>
        <p:xfrm>
          <a:off x="358775" y="5300663"/>
          <a:ext cx="83280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11" name="Document" r:id="rId7" imgW="3449160" imgH="228600" progId="Word.Document.8">
                  <p:embed/>
                </p:oleObj>
              </mc:Choice>
              <mc:Fallback>
                <p:oleObj name="Document" r:id="rId7" imgW="344916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5300663"/>
                        <a:ext cx="83280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391" name="Object 7"/>
          <p:cNvGraphicFramePr>
            <a:graphicFrameLocks noChangeAspect="1"/>
          </p:cNvGraphicFramePr>
          <p:nvPr/>
        </p:nvGraphicFramePr>
        <p:xfrm>
          <a:off x="2120900" y="2133600"/>
          <a:ext cx="30734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12" name="Equation" r:id="rId9" imgW="1562040" imgH="711000" progId="Equation.3">
                  <p:embed/>
                </p:oleObj>
              </mc:Choice>
              <mc:Fallback>
                <p:oleObj name="Equation" r:id="rId9" imgW="156204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2133600"/>
                        <a:ext cx="3073400" cy="167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392" name="Object 8"/>
          <p:cNvGraphicFramePr>
            <a:graphicFrameLocks noChangeAspect="1"/>
          </p:cNvGraphicFramePr>
          <p:nvPr/>
        </p:nvGraphicFramePr>
        <p:xfrm>
          <a:off x="5181600" y="2133600"/>
          <a:ext cx="2743200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13" name="Equation" r:id="rId11" imgW="1155600" imgH="711000" progId="Equation.3">
                  <p:embed/>
                </p:oleObj>
              </mc:Choice>
              <mc:Fallback>
                <p:oleObj name="Equation" r:id="rId11" imgW="11556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133600"/>
                        <a:ext cx="2743200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393" name="Object 9"/>
          <p:cNvGraphicFramePr>
            <a:graphicFrameLocks noChangeAspect="1"/>
          </p:cNvGraphicFramePr>
          <p:nvPr/>
        </p:nvGraphicFramePr>
        <p:xfrm>
          <a:off x="5268913" y="806450"/>
          <a:ext cx="36464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14" name="Equation" r:id="rId13" imgW="1574640" imgH="215640" progId="Equation.3">
                  <p:embed/>
                </p:oleObj>
              </mc:Choice>
              <mc:Fallback>
                <p:oleObj name="Equation" r:id="rId13" imgW="157464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806450"/>
                        <a:ext cx="3646487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394" name="Object 10"/>
          <p:cNvGraphicFramePr>
            <a:graphicFrameLocks noChangeAspect="1"/>
          </p:cNvGraphicFramePr>
          <p:nvPr/>
        </p:nvGraphicFramePr>
        <p:xfrm>
          <a:off x="306388" y="228600"/>
          <a:ext cx="4926012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15" name="Equation" r:id="rId15" imgW="2095200" imgH="698400" progId="Equation.3">
                  <p:embed/>
                </p:oleObj>
              </mc:Choice>
              <mc:Fallback>
                <p:oleObj name="Equation" r:id="rId15" imgW="209520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228600"/>
                        <a:ext cx="4926012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F4A1-D6CA-4E06-9549-73B33096574A}" type="slidenum">
              <a:rPr lang="zh-CN" altLang="en-US"/>
              <a:pPr/>
              <a:t>18</a:t>
            </a:fld>
            <a:endParaRPr lang="zh-CN" altLang="en-US"/>
          </a:p>
        </p:txBody>
      </p:sp>
      <p:sp>
        <p:nvSpPr>
          <p:cNvPr id="932868" name="Text Box 4"/>
          <p:cNvSpPr txBox="1">
            <a:spLocks noChangeArrowheads="1"/>
          </p:cNvSpPr>
          <p:nvPr/>
        </p:nvSpPr>
        <p:spPr bwMode="auto">
          <a:xfrm>
            <a:off x="304800" y="71913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932869" name="Text Box 5"/>
          <p:cNvSpPr txBox="1">
            <a:spLocks noChangeArrowheads="1"/>
          </p:cNvSpPr>
          <p:nvPr/>
        </p:nvSpPr>
        <p:spPr bwMode="auto">
          <a:xfrm>
            <a:off x="381000" y="244951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32870" name="Object 6"/>
          <p:cNvGraphicFramePr>
            <a:graphicFrameLocks noChangeAspect="1"/>
          </p:cNvGraphicFramePr>
          <p:nvPr/>
        </p:nvGraphicFramePr>
        <p:xfrm>
          <a:off x="1066800" y="1925638"/>
          <a:ext cx="471805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92" name="Equation" r:id="rId3" imgW="2006280" imgH="698400" progId="Equation.3">
                  <p:embed/>
                </p:oleObj>
              </mc:Choice>
              <mc:Fallback>
                <p:oleObj name="Equation" r:id="rId3" imgW="200628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25638"/>
                        <a:ext cx="4718050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871" name="Object 7"/>
          <p:cNvGraphicFramePr>
            <a:graphicFrameLocks noChangeAspect="1"/>
          </p:cNvGraphicFramePr>
          <p:nvPr/>
        </p:nvGraphicFramePr>
        <p:xfrm>
          <a:off x="1371600" y="3849688"/>
          <a:ext cx="268763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93" name="Equation" r:id="rId5" imgW="1130040" imgH="228600" progId="Equation.3">
                  <p:embed/>
                </p:oleObj>
              </mc:Choice>
              <mc:Fallback>
                <p:oleObj name="Equation" r:id="rId5" imgW="11300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49688"/>
                        <a:ext cx="2687638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878" name="Object 14"/>
          <p:cNvGraphicFramePr>
            <a:graphicFrameLocks noChangeAspect="1"/>
          </p:cNvGraphicFramePr>
          <p:nvPr/>
        </p:nvGraphicFramePr>
        <p:xfrm>
          <a:off x="1295400" y="192088"/>
          <a:ext cx="6858000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94" name="Document" r:id="rId7" imgW="2945160" imgH="698400" progId="Word.Document.8">
                  <p:embed/>
                </p:oleObj>
              </mc:Choice>
              <mc:Fallback>
                <p:oleObj name="Document" r:id="rId7" imgW="2945160" imgH="6984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2088"/>
                        <a:ext cx="6858000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882" name="Object 18"/>
          <p:cNvGraphicFramePr>
            <a:graphicFrameLocks noChangeAspect="1"/>
          </p:cNvGraphicFramePr>
          <p:nvPr/>
        </p:nvGraphicFramePr>
        <p:xfrm>
          <a:off x="457200" y="4611688"/>
          <a:ext cx="63246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95" name="Document" r:id="rId9" imgW="2538000" imgH="228600" progId="Word.Document.8">
                  <p:embed/>
                </p:oleObj>
              </mc:Choice>
              <mc:Fallback>
                <p:oleObj name="Document" r:id="rId9" imgW="2538000" imgH="22860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611688"/>
                        <a:ext cx="63246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3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3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3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868" grpId="0" autoUpdateAnimBg="0"/>
      <p:bldP spid="93286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76A2-BA6A-4F05-92C1-502AB06E5600}" type="slidenum">
              <a:rPr lang="zh-CN" altLang="en-US"/>
              <a:pPr/>
              <a:t>19</a:t>
            </a:fld>
            <a:endParaRPr lang="zh-CN" altLang="en-US"/>
          </a:p>
        </p:txBody>
      </p:sp>
      <p:sp>
        <p:nvSpPr>
          <p:cNvPr id="935938" name="Line 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35939" name="Object 3"/>
          <p:cNvGraphicFramePr>
            <a:graphicFrameLocks noChangeAspect="1"/>
          </p:cNvGraphicFramePr>
          <p:nvPr/>
        </p:nvGraphicFramePr>
        <p:xfrm>
          <a:off x="228600" y="2133600"/>
          <a:ext cx="16764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64" name="Equation" r:id="rId3" imgW="685800" imgH="215640" progId="Equation.3">
                  <p:embed/>
                </p:oleObj>
              </mc:Choice>
              <mc:Fallback>
                <p:oleObj name="Equation" r:id="rId3" imgW="6858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133600"/>
                        <a:ext cx="1676400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5940" name="Text Box 4"/>
          <p:cNvSpPr txBox="1">
            <a:spLocks noChangeArrowheads="1"/>
          </p:cNvSpPr>
          <p:nvPr/>
        </p:nvSpPr>
        <p:spPr bwMode="auto">
          <a:xfrm>
            <a:off x="228600" y="45720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35941" name="Object 5"/>
          <p:cNvGraphicFramePr>
            <a:graphicFrameLocks noChangeAspect="1"/>
          </p:cNvGraphicFramePr>
          <p:nvPr/>
        </p:nvGraphicFramePr>
        <p:xfrm>
          <a:off x="5791200" y="4587875"/>
          <a:ext cx="217011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65" name="Equation" r:id="rId5" imgW="952200" imgH="228600" progId="Equation.3">
                  <p:embed/>
                </p:oleObj>
              </mc:Choice>
              <mc:Fallback>
                <p:oleObj name="Equation" r:id="rId5" imgW="952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587875"/>
                        <a:ext cx="2170113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5942" name="Object 6"/>
          <p:cNvGraphicFramePr>
            <a:graphicFrameLocks noChangeAspect="1"/>
          </p:cNvGraphicFramePr>
          <p:nvPr/>
        </p:nvGraphicFramePr>
        <p:xfrm>
          <a:off x="381000" y="2695575"/>
          <a:ext cx="3379788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66" name="Equation" r:id="rId7" imgW="1511280" imgH="698400" progId="Equation.3">
                  <p:embed/>
                </p:oleObj>
              </mc:Choice>
              <mc:Fallback>
                <p:oleObj name="Equation" r:id="rId7" imgW="151128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95575"/>
                        <a:ext cx="3379788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5943" name="Object 7"/>
          <p:cNvGraphicFramePr>
            <a:graphicFrameLocks noChangeAspect="1"/>
          </p:cNvGraphicFramePr>
          <p:nvPr/>
        </p:nvGraphicFramePr>
        <p:xfrm>
          <a:off x="3810000" y="2667000"/>
          <a:ext cx="241617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67" name="Equation" r:id="rId9" imgW="990360" imgH="698400" progId="Equation.3">
                  <p:embed/>
                </p:oleObj>
              </mc:Choice>
              <mc:Fallback>
                <p:oleObj name="Equation" r:id="rId9" imgW="99036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667000"/>
                        <a:ext cx="241617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5944" name="Object 8"/>
          <p:cNvGraphicFramePr>
            <a:graphicFrameLocks noChangeAspect="1"/>
          </p:cNvGraphicFramePr>
          <p:nvPr/>
        </p:nvGraphicFramePr>
        <p:xfrm>
          <a:off x="320675" y="228600"/>
          <a:ext cx="49371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68" name="Equation" r:id="rId11" imgW="2082600" imgH="698400" progId="Equation.3">
                  <p:embed/>
                </p:oleObj>
              </mc:Choice>
              <mc:Fallback>
                <p:oleObj name="Equation" r:id="rId11" imgW="208260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228600"/>
                        <a:ext cx="4937125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5945" name="Object 9"/>
          <p:cNvGraphicFramePr>
            <a:graphicFrameLocks noChangeAspect="1"/>
          </p:cNvGraphicFramePr>
          <p:nvPr/>
        </p:nvGraphicFramePr>
        <p:xfrm>
          <a:off x="5394325" y="762000"/>
          <a:ext cx="33686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69" name="Document" r:id="rId13" imgW="1356480" imgH="228600" progId="Word.Document.8">
                  <p:embed/>
                </p:oleObj>
              </mc:Choice>
              <mc:Fallback>
                <p:oleObj name="Document" r:id="rId13" imgW="1356480" imgH="2286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325" y="762000"/>
                        <a:ext cx="33686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5946" name="Object 10"/>
          <p:cNvGraphicFramePr>
            <a:graphicFrameLocks noChangeAspect="1"/>
          </p:cNvGraphicFramePr>
          <p:nvPr/>
        </p:nvGraphicFramePr>
        <p:xfrm>
          <a:off x="6126163" y="2667000"/>
          <a:ext cx="2354262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70" name="Equation" r:id="rId15" imgW="965160" imgH="698400" progId="Equation.3">
                  <p:embed/>
                </p:oleObj>
              </mc:Choice>
              <mc:Fallback>
                <p:oleObj name="Equation" r:id="rId15" imgW="96516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163" y="2667000"/>
                        <a:ext cx="2354262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5947" name="Object 11"/>
          <p:cNvGraphicFramePr>
            <a:graphicFrameLocks noChangeAspect="1"/>
          </p:cNvGraphicFramePr>
          <p:nvPr/>
        </p:nvGraphicFramePr>
        <p:xfrm>
          <a:off x="304800" y="5257800"/>
          <a:ext cx="83058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71" name="Document" r:id="rId17" imgW="3161520" imgH="392040" progId="Word.Document.8">
                  <p:embed/>
                </p:oleObj>
              </mc:Choice>
              <mc:Fallback>
                <p:oleObj name="Document" r:id="rId17" imgW="3161520" imgH="39204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257800"/>
                        <a:ext cx="83058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594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81C44-8F8C-4E9D-92B2-8E3F9A13211B}" type="slidenum">
              <a:rPr lang="zh-CN" altLang="en-US"/>
              <a:pPr/>
              <a:t>20</a:t>
            </a:fld>
            <a:endParaRPr lang="zh-CN" altLang="en-US"/>
          </a:p>
        </p:txBody>
      </p:sp>
      <p:sp>
        <p:nvSpPr>
          <p:cNvPr id="933891" name="Line 3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33892" name="Object 4"/>
          <p:cNvGraphicFramePr>
            <a:graphicFrameLocks noChangeAspect="1"/>
          </p:cNvGraphicFramePr>
          <p:nvPr/>
        </p:nvGraphicFramePr>
        <p:xfrm>
          <a:off x="304800" y="2133600"/>
          <a:ext cx="24209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36" name="Equation" r:id="rId3" imgW="990360" imgH="228600" progId="Equation.3">
                  <p:embed/>
                </p:oleObj>
              </mc:Choice>
              <mc:Fallback>
                <p:oleObj name="Equation" r:id="rId3" imgW="9903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133600"/>
                        <a:ext cx="242093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3893" name="Text Box 5"/>
          <p:cNvSpPr txBox="1">
            <a:spLocks noChangeArrowheads="1"/>
          </p:cNvSpPr>
          <p:nvPr/>
        </p:nvSpPr>
        <p:spPr bwMode="auto">
          <a:xfrm>
            <a:off x="228600" y="45720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33894" name="Object 6"/>
          <p:cNvGraphicFramePr>
            <a:graphicFrameLocks noChangeAspect="1"/>
          </p:cNvGraphicFramePr>
          <p:nvPr/>
        </p:nvGraphicFramePr>
        <p:xfrm>
          <a:off x="5791200" y="4572000"/>
          <a:ext cx="263366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37" name="Equation" r:id="rId5" imgW="1155600" imgH="228600" progId="Equation.3">
                  <p:embed/>
                </p:oleObj>
              </mc:Choice>
              <mc:Fallback>
                <p:oleObj name="Equation" r:id="rId5" imgW="1155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572000"/>
                        <a:ext cx="2633663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896" name="Object 8"/>
          <p:cNvGraphicFramePr>
            <a:graphicFrameLocks noChangeAspect="1"/>
          </p:cNvGraphicFramePr>
          <p:nvPr/>
        </p:nvGraphicFramePr>
        <p:xfrm>
          <a:off x="338138" y="2743200"/>
          <a:ext cx="3465512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38" name="Equation" r:id="rId7" imgW="1549080" imgH="698400" progId="Equation.3">
                  <p:embed/>
                </p:oleObj>
              </mc:Choice>
              <mc:Fallback>
                <p:oleObj name="Equation" r:id="rId7" imgW="154908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2743200"/>
                        <a:ext cx="3465512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897" name="Object 9"/>
          <p:cNvGraphicFramePr>
            <a:graphicFrameLocks noChangeAspect="1"/>
          </p:cNvGraphicFramePr>
          <p:nvPr/>
        </p:nvGraphicFramePr>
        <p:xfrm>
          <a:off x="3762375" y="2746375"/>
          <a:ext cx="2725738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39" name="Equation" r:id="rId9" imgW="1117440" imgH="698400" progId="Equation.3">
                  <p:embed/>
                </p:oleObj>
              </mc:Choice>
              <mc:Fallback>
                <p:oleObj name="Equation" r:id="rId9" imgW="111744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2746375"/>
                        <a:ext cx="2725738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901" name="Object 13"/>
          <p:cNvGraphicFramePr>
            <a:graphicFrameLocks noChangeAspect="1"/>
          </p:cNvGraphicFramePr>
          <p:nvPr/>
        </p:nvGraphicFramePr>
        <p:xfrm>
          <a:off x="320675" y="228600"/>
          <a:ext cx="49371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40" name="Equation" r:id="rId11" imgW="2082600" imgH="698400" progId="Equation.3">
                  <p:embed/>
                </p:oleObj>
              </mc:Choice>
              <mc:Fallback>
                <p:oleObj name="Equation" r:id="rId11" imgW="208260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228600"/>
                        <a:ext cx="4937125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903" name="Object 15"/>
          <p:cNvGraphicFramePr>
            <a:graphicFrameLocks noChangeAspect="1"/>
          </p:cNvGraphicFramePr>
          <p:nvPr/>
        </p:nvGraphicFramePr>
        <p:xfrm>
          <a:off x="5394325" y="762000"/>
          <a:ext cx="33686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41" name="Document" r:id="rId13" imgW="1356480" imgH="228600" progId="Word.Document.8">
                  <p:embed/>
                </p:oleObj>
              </mc:Choice>
              <mc:Fallback>
                <p:oleObj name="Document" r:id="rId13" imgW="1356480" imgH="2286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325" y="762000"/>
                        <a:ext cx="33686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908" name="Object 20"/>
          <p:cNvGraphicFramePr>
            <a:graphicFrameLocks noChangeAspect="1"/>
          </p:cNvGraphicFramePr>
          <p:nvPr/>
        </p:nvGraphicFramePr>
        <p:xfrm>
          <a:off x="6477000" y="2733675"/>
          <a:ext cx="2354263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42" name="Equation" r:id="rId15" imgW="965160" imgH="698400" progId="Equation.3">
                  <p:embed/>
                </p:oleObj>
              </mc:Choice>
              <mc:Fallback>
                <p:oleObj name="Equation" r:id="rId15" imgW="965160" imgH="698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733675"/>
                        <a:ext cx="2354263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911" name="Object 23"/>
          <p:cNvGraphicFramePr>
            <a:graphicFrameLocks noChangeAspect="1"/>
          </p:cNvGraphicFramePr>
          <p:nvPr/>
        </p:nvGraphicFramePr>
        <p:xfrm>
          <a:off x="304800" y="5184775"/>
          <a:ext cx="83058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43" name="Document" r:id="rId17" imgW="3232080" imgH="460440" progId="Word.Document.8">
                  <p:embed/>
                </p:oleObj>
              </mc:Choice>
              <mc:Fallback>
                <p:oleObj name="Document" r:id="rId17" imgW="3232080" imgH="460440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184775"/>
                        <a:ext cx="8305800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389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18A2-539A-4C00-BA4B-B3341C582BBC}" type="slidenum">
              <a:rPr lang="zh-CN" altLang="en-US"/>
              <a:pPr/>
              <a:t>21</a:t>
            </a:fld>
            <a:endParaRPr lang="zh-CN" altLang="en-US"/>
          </a:p>
        </p:txBody>
      </p:sp>
      <p:sp>
        <p:nvSpPr>
          <p:cNvPr id="936962" name="Text Box 2"/>
          <p:cNvSpPr txBox="1">
            <a:spLocks noChangeArrowheads="1"/>
          </p:cNvSpPr>
          <p:nvPr/>
        </p:nvSpPr>
        <p:spPr bwMode="auto">
          <a:xfrm>
            <a:off x="304800" y="71913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936963" name="Text Box 3"/>
          <p:cNvSpPr txBox="1">
            <a:spLocks noChangeArrowheads="1"/>
          </p:cNvSpPr>
          <p:nvPr/>
        </p:nvSpPr>
        <p:spPr bwMode="auto">
          <a:xfrm>
            <a:off x="381000" y="244951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36964" name="Object 4"/>
          <p:cNvGraphicFramePr>
            <a:graphicFrameLocks noChangeAspect="1"/>
          </p:cNvGraphicFramePr>
          <p:nvPr/>
        </p:nvGraphicFramePr>
        <p:xfrm>
          <a:off x="1143000" y="1906588"/>
          <a:ext cx="447833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86" name="Equation" r:id="rId3" imgW="1904760" imgH="698400" progId="Equation.3">
                  <p:embed/>
                </p:oleObj>
              </mc:Choice>
              <mc:Fallback>
                <p:oleObj name="Equation" r:id="rId3" imgW="190476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6588"/>
                        <a:ext cx="4478338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6965" name="Object 5"/>
          <p:cNvGraphicFramePr>
            <a:graphicFrameLocks noChangeAspect="1"/>
          </p:cNvGraphicFramePr>
          <p:nvPr/>
        </p:nvGraphicFramePr>
        <p:xfrm>
          <a:off x="4152900" y="4114800"/>
          <a:ext cx="2687638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87" name="Equation" r:id="rId5" imgW="1130040" imgH="228600" progId="Equation.3">
                  <p:embed/>
                </p:oleObj>
              </mc:Choice>
              <mc:Fallback>
                <p:oleObj name="Equation" r:id="rId5" imgW="11300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4114800"/>
                        <a:ext cx="2687638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6966" name="Object 6"/>
          <p:cNvGraphicFramePr>
            <a:graphicFrameLocks noChangeAspect="1"/>
          </p:cNvGraphicFramePr>
          <p:nvPr/>
        </p:nvGraphicFramePr>
        <p:xfrm>
          <a:off x="1295400" y="196850"/>
          <a:ext cx="67818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88" name="Document" r:id="rId7" imgW="2891880" imgH="713880" progId="Word.Document.8">
                  <p:embed/>
                </p:oleObj>
              </mc:Choice>
              <mc:Fallback>
                <p:oleObj name="Document" r:id="rId7" imgW="2891880" imgH="71388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6850"/>
                        <a:ext cx="67818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6967" name="Object 7"/>
          <p:cNvGraphicFramePr>
            <a:graphicFrameLocks noChangeAspect="1"/>
          </p:cNvGraphicFramePr>
          <p:nvPr/>
        </p:nvGraphicFramePr>
        <p:xfrm>
          <a:off x="457200" y="5410200"/>
          <a:ext cx="63246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89" name="Document" r:id="rId9" imgW="2538000" imgH="228600" progId="Word.Document.8">
                  <p:embed/>
                </p:oleObj>
              </mc:Choice>
              <mc:Fallback>
                <p:oleObj name="Document" r:id="rId9" imgW="2538000" imgH="2286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410200"/>
                        <a:ext cx="63246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6968" name="Object 8"/>
          <p:cNvGraphicFramePr>
            <a:graphicFrameLocks noChangeAspect="1"/>
          </p:cNvGraphicFramePr>
          <p:nvPr/>
        </p:nvGraphicFramePr>
        <p:xfrm>
          <a:off x="6629400" y="1524000"/>
          <a:ext cx="990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90" r:id="rId11" imgW="444307" imgH="228501" progId="Equation.3">
                  <p:embed/>
                </p:oleObj>
              </mc:Choice>
              <mc:Fallback>
                <p:oleObj r:id="rId11" imgW="444307" imgH="2285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524000"/>
                        <a:ext cx="9906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6973" name="Object 13"/>
          <p:cNvGraphicFramePr>
            <a:graphicFrameLocks noChangeAspect="1"/>
          </p:cNvGraphicFramePr>
          <p:nvPr/>
        </p:nvGraphicFramePr>
        <p:xfrm>
          <a:off x="838200" y="3505200"/>
          <a:ext cx="331470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91" name="Equation" r:id="rId13" imgW="1409400" imgH="698400" progId="Equation.3">
                  <p:embed/>
                </p:oleObj>
              </mc:Choice>
              <mc:Fallback>
                <p:oleObj name="Equation" r:id="rId13" imgW="140940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05200"/>
                        <a:ext cx="3314700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3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3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3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3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3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6962" grpId="0" autoUpdateAnimBg="0"/>
      <p:bldP spid="93696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DAA43-FFA5-4514-A5D5-C91AE9E46BCF}" type="slidenum">
              <a:rPr lang="zh-CN" altLang="en-US"/>
              <a:pPr/>
              <a:t>22</a:t>
            </a:fld>
            <a:endParaRPr lang="zh-CN" altLang="en-US"/>
          </a:p>
        </p:txBody>
      </p:sp>
      <p:sp>
        <p:nvSpPr>
          <p:cNvPr id="937986" name="Line 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37987" name="Object 3"/>
          <p:cNvGraphicFramePr>
            <a:graphicFrameLocks noChangeAspect="1"/>
          </p:cNvGraphicFramePr>
          <p:nvPr/>
        </p:nvGraphicFramePr>
        <p:xfrm>
          <a:off x="152400" y="2085975"/>
          <a:ext cx="2514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23" name="Equation" r:id="rId3" imgW="1079280" imgH="215640" progId="Equation.3">
                  <p:embed/>
                </p:oleObj>
              </mc:Choice>
              <mc:Fallback>
                <p:oleObj name="Equation" r:id="rId3" imgW="107928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85975"/>
                        <a:ext cx="25146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88" name="Text Box 4"/>
          <p:cNvSpPr txBox="1">
            <a:spLocks noChangeArrowheads="1"/>
          </p:cNvSpPr>
          <p:nvPr/>
        </p:nvSpPr>
        <p:spPr bwMode="auto">
          <a:xfrm>
            <a:off x="228600" y="43434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37989" name="Object 5"/>
          <p:cNvGraphicFramePr>
            <a:graphicFrameLocks noChangeAspect="1"/>
          </p:cNvGraphicFramePr>
          <p:nvPr/>
        </p:nvGraphicFramePr>
        <p:xfrm>
          <a:off x="1057275" y="4876800"/>
          <a:ext cx="2371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24" name="Equation" r:id="rId5" imgW="1041120" imgH="228600" progId="Equation.3">
                  <p:embed/>
                </p:oleObj>
              </mc:Choice>
              <mc:Fallback>
                <p:oleObj name="Equation" r:id="rId5" imgW="10411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4876800"/>
                        <a:ext cx="237172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990" name="Object 6"/>
          <p:cNvGraphicFramePr>
            <a:graphicFrameLocks noChangeAspect="1"/>
          </p:cNvGraphicFramePr>
          <p:nvPr/>
        </p:nvGraphicFramePr>
        <p:xfrm>
          <a:off x="533400" y="2633663"/>
          <a:ext cx="380682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25" name="Equation" r:id="rId7" imgW="1701720" imgH="698400" progId="Equation.3">
                  <p:embed/>
                </p:oleObj>
              </mc:Choice>
              <mc:Fallback>
                <p:oleObj name="Equation" r:id="rId7" imgW="170172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33663"/>
                        <a:ext cx="3806825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992" name="Object 8"/>
          <p:cNvGraphicFramePr>
            <a:graphicFrameLocks noChangeAspect="1"/>
          </p:cNvGraphicFramePr>
          <p:nvPr/>
        </p:nvGraphicFramePr>
        <p:xfrm>
          <a:off x="363538" y="228600"/>
          <a:ext cx="4665662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26" name="Equation" r:id="rId9" imgW="1968480" imgH="698400" progId="Equation.3">
                  <p:embed/>
                </p:oleObj>
              </mc:Choice>
              <mc:Fallback>
                <p:oleObj name="Equation" r:id="rId9" imgW="196848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228600"/>
                        <a:ext cx="4665662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993" name="Object 9"/>
          <p:cNvGraphicFramePr>
            <a:graphicFrameLocks noChangeAspect="1"/>
          </p:cNvGraphicFramePr>
          <p:nvPr/>
        </p:nvGraphicFramePr>
        <p:xfrm>
          <a:off x="5391150" y="765175"/>
          <a:ext cx="34655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27" name="Document" r:id="rId11" imgW="1397160" imgH="228600" progId="Word.Document.8">
                  <p:embed/>
                </p:oleObj>
              </mc:Choice>
              <mc:Fallback>
                <p:oleObj name="Document" r:id="rId11" imgW="1397160" imgH="2286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765175"/>
                        <a:ext cx="34655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994" name="Object 10"/>
          <p:cNvGraphicFramePr>
            <a:graphicFrameLocks noChangeAspect="1"/>
          </p:cNvGraphicFramePr>
          <p:nvPr/>
        </p:nvGraphicFramePr>
        <p:xfrm>
          <a:off x="4343400" y="2633663"/>
          <a:ext cx="2354263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28" name="Equation" r:id="rId13" imgW="965160" imgH="698400" progId="Equation.3">
                  <p:embed/>
                </p:oleObj>
              </mc:Choice>
              <mc:Fallback>
                <p:oleObj name="Equation" r:id="rId13" imgW="96516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633663"/>
                        <a:ext cx="2354263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995" name="Object 11"/>
          <p:cNvGraphicFramePr>
            <a:graphicFrameLocks noChangeAspect="1"/>
          </p:cNvGraphicFramePr>
          <p:nvPr/>
        </p:nvGraphicFramePr>
        <p:xfrm>
          <a:off x="228600" y="5486400"/>
          <a:ext cx="868680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29" name="Document" r:id="rId15" imgW="3677760" imgH="480960" progId="Word.Document.8">
                  <p:embed/>
                </p:oleObj>
              </mc:Choice>
              <mc:Fallback>
                <p:oleObj name="Document" r:id="rId15" imgW="3677760" imgH="48096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486400"/>
                        <a:ext cx="8686800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8006" name="Object 22"/>
          <p:cNvGraphicFramePr>
            <a:graphicFrameLocks noChangeAspect="1"/>
          </p:cNvGraphicFramePr>
          <p:nvPr/>
        </p:nvGraphicFramePr>
        <p:xfrm>
          <a:off x="3571875" y="4876800"/>
          <a:ext cx="2371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30" name="Equation" r:id="rId17" imgW="1041120" imgH="228600" progId="Equation.3">
                  <p:embed/>
                </p:oleObj>
              </mc:Choice>
              <mc:Fallback>
                <p:oleObj name="Equation" r:id="rId17" imgW="104112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4876800"/>
                        <a:ext cx="237172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798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8486-3606-4E1A-81A4-71FA560A0021}" type="slidenum">
              <a:rPr lang="zh-CN" altLang="en-US"/>
              <a:pPr/>
              <a:t>23</a:t>
            </a:fld>
            <a:endParaRPr lang="zh-CN" altLang="en-US"/>
          </a:p>
        </p:txBody>
      </p:sp>
      <p:sp>
        <p:nvSpPr>
          <p:cNvPr id="939020" name="Line 1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39021" name="Object 13"/>
          <p:cNvGraphicFramePr>
            <a:graphicFrameLocks noChangeAspect="1"/>
          </p:cNvGraphicFramePr>
          <p:nvPr/>
        </p:nvGraphicFramePr>
        <p:xfrm>
          <a:off x="228600" y="2057400"/>
          <a:ext cx="1600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55" name="Equation" r:id="rId3" imgW="698400" imgH="228600" progId="Equation.3">
                  <p:embed/>
                </p:oleObj>
              </mc:Choice>
              <mc:Fallback>
                <p:oleObj name="Equation" r:id="rId3" imgW="6984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16002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9022" name="Text Box 14"/>
          <p:cNvSpPr txBox="1">
            <a:spLocks noChangeArrowheads="1"/>
          </p:cNvSpPr>
          <p:nvPr/>
        </p:nvSpPr>
        <p:spPr bwMode="auto">
          <a:xfrm>
            <a:off x="228600" y="4471988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39023" name="Object 15"/>
          <p:cNvGraphicFramePr>
            <a:graphicFrameLocks noChangeAspect="1"/>
          </p:cNvGraphicFramePr>
          <p:nvPr/>
        </p:nvGraphicFramePr>
        <p:xfrm>
          <a:off x="5726113" y="4471988"/>
          <a:ext cx="219868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56" name="Equation" r:id="rId5" imgW="965160" imgH="241200" progId="Equation.3">
                  <p:embed/>
                </p:oleObj>
              </mc:Choice>
              <mc:Fallback>
                <p:oleObj name="Equation" r:id="rId5" imgW="96516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4471988"/>
                        <a:ext cx="2198687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9024" name="Object 16"/>
          <p:cNvGraphicFramePr>
            <a:graphicFrameLocks noChangeAspect="1"/>
          </p:cNvGraphicFramePr>
          <p:nvPr/>
        </p:nvGraphicFramePr>
        <p:xfrm>
          <a:off x="304800" y="2590800"/>
          <a:ext cx="34290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57" name="Equation" r:id="rId7" imgW="1663560" imgH="698400" progId="Equation.3">
                  <p:embed/>
                </p:oleObj>
              </mc:Choice>
              <mc:Fallback>
                <p:oleObj name="Equation" r:id="rId7" imgW="1663560" imgH="698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90800"/>
                        <a:ext cx="3429000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9025" name="Object 17"/>
          <p:cNvGraphicFramePr>
            <a:graphicFrameLocks noChangeAspect="1"/>
          </p:cNvGraphicFramePr>
          <p:nvPr/>
        </p:nvGraphicFramePr>
        <p:xfrm>
          <a:off x="363538" y="228600"/>
          <a:ext cx="4665662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58" name="Equation" r:id="rId9" imgW="1968480" imgH="698400" progId="Equation.3">
                  <p:embed/>
                </p:oleObj>
              </mc:Choice>
              <mc:Fallback>
                <p:oleObj name="Equation" r:id="rId9" imgW="1968480" imgH="698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228600"/>
                        <a:ext cx="4665662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9026" name="Object 18"/>
          <p:cNvGraphicFramePr>
            <a:graphicFrameLocks noChangeAspect="1"/>
          </p:cNvGraphicFramePr>
          <p:nvPr/>
        </p:nvGraphicFramePr>
        <p:xfrm>
          <a:off x="5391150" y="765175"/>
          <a:ext cx="34655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59" name="Document" r:id="rId11" imgW="1397160" imgH="228600" progId="Word.Document.8">
                  <p:embed/>
                </p:oleObj>
              </mc:Choice>
              <mc:Fallback>
                <p:oleObj name="Document" r:id="rId11" imgW="1397160" imgH="22860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765175"/>
                        <a:ext cx="34655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9027" name="Object 19"/>
          <p:cNvGraphicFramePr>
            <a:graphicFrameLocks noChangeAspect="1"/>
          </p:cNvGraphicFramePr>
          <p:nvPr/>
        </p:nvGraphicFramePr>
        <p:xfrm>
          <a:off x="3733800" y="2590800"/>
          <a:ext cx="26670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60" name="Equation" r:id="rId13" imgW="1193760" imgH="698400" progId="Equation.3">
                  <p:embed/>
                </p:oleObj>
              </mc:Choice>
              <mc:Fallback>
                <p:oleObj name="Equation" r:id="rId13" imgW="1193760" imgH="698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90800"/>
                        <a:ext cx="26670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9028" name="Object 20"/>
          <p:cNvGraphicFramePr>
            <a:graphicFrameLocks noChangeAspect="1"/>
          </p:cNvGraphicFramePr>
          <p:nvPr/>
        </p:nvGraphicFramePr>
        <p:xfrm>
          <a:off x="304800" y="5105400"/>
          <a:ext cx="84582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61" name="Document" r:id="rId15" imgW="3275280" imgH="415800" progId="Word.Document.8">
                  <p:embed/>
                </p:oleObj>
              </mc:Choice>
              <mc:Fallback>
                <p:oleObj name="Document" r:id="rId15" imgW="3275280" imgH="41580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105400"/>
                        <a:ext cx="845820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9036" name="Object 28"/>
          <p:cNvGraphicFramePr>
            <a:graphicFrameLocks noChangeAspect="1"/>
          </p:cNvGraphicFramePr>
          <p:nvPr/>
        </p:nvGraphicFramePr>
        <p:xfrm>
          <a:off x="6340475" y="2590800"/>
          <a:ext cx="265112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62" name="Equation" r:id="rId17" imgW="1180800" imgH="698400" progId="Equation.3">
                  <p:embed/>
                </p:oleObj>
              </mc:Choice>
              <mc:Fallback>
                <p:oleObj name="Equation" r:id="rId17" imgW="1180800" imgH="6984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475" y="2590800"/>
                        <a:ext cx="265112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9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2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688A4-A7EE-4443-B791-EB1FF86A03B3}" type="slidenum">
              <a:rPr lang="zh-CN" altLang="en-US"/>
              <a:pPr/>
              <a:t>24</a:t>
            </a:fld>
            <a:endParaRPr lang="zh-CN" altLang="en-US"/>
          </a:p>
        </p:txBody>
      </p:sp>
      <p:graphicFrame>
        <p:nvGraphicFramePr>
          <p:cNvPr id="913410" name="Object 2"/>
          <p:cNvGraphicFramePr>
            <a:graphicFrameLocks noChangeAspect="1"/>
          </p:cNvGraphicFramePr>
          <p:nvPr/>
        </p:nvGraphicFramePr>
        <p:xfrm>
          <a:off x="1160463" y="1524000"/>
          <a:ext cx="3089275" cy="222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420" name="Equation" r:id="rId3" imgW="1307880" imgH="939600" progId="Equation.3">
                  <p:embed/>
                </p:oleObj>
              </mc:Choice>
              <mc:Fallback>
                <p:oleObj name="Equation" r:id="rId3" imgW="1307880" imgH="93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1524000"/>
                        <a:ext cx="3089275" cy="222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11" name="Object 3"/>
          <p:cNvGraphicFramePr>
            <a:graphicFrameLocks noChangeAspect="1"/>
          </p:cNvGraphicFramePr>
          <p:nvPr/>
        </p:nvGraphicFramePr>
        <p:xfrm>
          <a:off x="4741863" y="1600200"/>
          <a:ext cx="3030537" cy="213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421" name="Equation" r:id="rId5" imgW="1333440" imgH="939600" progId="Equation.3">
                  <p:embed/>
                </p:oleObj>
              </mc:Choice>
              <mc:Fallback>
                <p:oleObj name="Equation" r:id="rId5" imgW="133344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1600200"/>
                        <a:ext cx="3030537" cy="213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3412" name="Object 4"/>
          <p:cNvGraphicFramePr>
            <a:graphicFrameLocks noChangeAspect="1"/>
          </p:cNvGraphicFramePr>
          <p:nvPr/>
        </p:nvGraphicFramePr>
        <p:xfrm>
          <a:off x="3141663" y="4038600"/>
          <a:ext cx="2667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422" name="Equation" r:id="rId7" imgW="2882880" imgH="2209680" progId="Equation.3">
                  <p:embed/>
                </p:oleObj>
              </mc:Choice>
              <mc:Fallback>
                <p:oleObj name="Equation" r:id="rId7" imgW="2882880" imgH="2209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4038600"/>
                        <a:ext cx="26670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13" name="Text Box 5"/>
          <p:cNvSpPr txBox="1">
            <a:spLocks noChangeArrowheads="1"/>
          </p:cNvSpPr>
          <p:nvPr/>
        </p:nvSpPr>
        <p:spPr bwMode="auto">
          <a:xfrm>
            <a:off x="228600" y="304800"/>
            <a:ext cx="8610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  对角阵、上三角阵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zh-CN" altLang="en-US"/>
              <a:t>下三角阵，</a:t>
            </a:r>
            <a:r>
              <a:rPr lang="zh-CN" altLang="en-US">
                <a:cs typeface="Times New Roman" panose="02020603050405020304" pitchFamily="18" charset="0"/>
              </a:rPr>
              <a:t>它们的特征值</a:t>
            </a:r>
            <a:r>
              <a:rPr lang="zh-CN" altLang="en-US"/>
              <a:t>即为</a:t>
            </a:r>
            <a:r>
              <a:rPr lang="zh-CN" altLang="en-US">
                <a:cs typeface="Times New Roman" panose="02020603050405020304" pitchFamily="18" charset="0"/>
              </a:rPr>
              <a:t>主对角元。</a:t>
            </a:r>
            <a:r>
              <a:rPr lang="zh-CN" altLang="en-US"/>
              <a:t> 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41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0C29E-733D-4F83-A3B4-2C14CBF7B1BA}" type="slidenum">
              <a:rPr lang="zh-CN" altLang="en-US"/>
              <a:pPr/>
              <a:t>25</a:t>
            </a:fld>
            <a:endParaRPr lang="zh-CN" altLang="en-US"/>
          </a:p>
        </p:txBody>
      </p:sp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4676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特征值与特征向量的基本性质</a:t>
            </a:r>
          </a:p>
        </p:txBody>
      </p:sp>
      <p:sp>
        <p:nvSpPr>
          <p:cNvPr id="940041" name="Text Box 9"/>
          <p:cNvSpPr txBox="1">
            <a:spLocks noChangeArrowheads="1"/>
          </p:cNvSpPr>
          <p:nvPr/>
        </p:nvSpPr>
        <p:spPr bwMode="auto">
          <a:xfrm>
            <a:off x="228600" y="8382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性质1</a:t>
            </a:r>
          </a:p>
        </p:txBody>
      </p:sp>
      <p:graphicFrame>
        <p:nvGraphicFramePr>
          <p:cNvPr id="940042" name="Object 10"/>
          <p:cNvGraphicFramePr>
            <a:graphicFrameLocks noChangeAspect="1"/>
          </p:cNvGraphicFramePr>
          <p:nvPr/>
        </p:nvGraphicFramePr>
        <p:xfrm>
          <a:off x="1443038" y="835025"/>
          <a:ext cx="731678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86" name="Document" r:id="rId3" imgW="2863080" imgH="230040" progId="Word.Document.8">
                  <p:embed/>
                </p:oleObj>
              </mc:Choice>
              <mc:Fallback>
                <p:oleObj name="Document" r:id="rId3" imgW="2863080" imgH="23004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835025"/>
                        <a:ext cx="731678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43" name="Object 11"/>
          <p:cNvGraphicFramePr>
            <a:graphicFrameLocks noChangeAspect="1"/>
          </p:cNvGraphicFramePr>
          <p:nvPr/>
        </p:nvGraphicFramePr>
        <p:xfrm>
          <a:off x="304800" y="1524000"/>
          <a:ext cx="8229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87" name="Document" r:id="rId5" imgW="3364200" imgH="228600" progId="Word.Document.8">
                  <p:embed/>
                </p:oleObj>
              </mc:Choice>
              <mc:Fallback>
                <p:oleObj name="Document" r:id="rId5" imgW="336420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0"/>
                        <a:ext cx="8229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44" name="Object 12"/>
          <p:cNvGraphicFramePr>
            <a:graphicFrameLocks noChangeAspect="1"/>
          </p:cNvGraphicFramePr>
          <p:nvPr/>
        </p:nvGraphicFramePr>
        <p:xfrm>
          <a:off x="304800" y="2133600"/>
          <a:ext cx="74247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88" name="Document" r:id="rId7" imgW="2935440" imgH="235800" progId="Word.Document.8">
                  <p:embed/>
                </p:oleObj>
              </mc:Choice>
              <mc:Fallback>
                <p:oleObj name="Document" r:id="rId7" imgW="2935440" imgH="2358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133600"/>
                        <a:ext cx="742473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45" name="Object 13"/>
          <p:cNvGraphicFramePr>
            <a:graphicFrameLocks noChangeAspect="1"/>
          </p:cNvGraphicFramePr>
          <p:nvPr/>
        </p:nvGraphicFramePr>
        <p:xfrm>
          <a:off x="304800" y="2743200"/>
          <a:ext cx="8305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89" name="Document" r:id="rId9" imgW="3411720" imgH="228600" progId="Word.Document.8">
                  <p:embed/>
                </p:oleObj>
              </mc:Choice>
              <mc:Fallback>
                <p:oleObj name="Document" r:id="rId9" imgW="341172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43200"/>
                        <a:ext cx="8305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046" name="Text Box 14"/>
          <p:cNvSpPr txBox="1">
            <a:spLocks noChangeArrowheads="1"/>
          </p:cNvSpPr>
          <p:nvPr/>
        </p:nvSpPr>
        <p:spPr bwMode="auto">
          <a:xfrm>
            <a:off x="228600" y="33528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40047" name="Object 15"/>
          <p:cNvGraphicFramePr>
            <a:graphicFrameLocks noChangeAspect="1"/>
          </p:cNvGraphicFramePr>
          <p:nvPr/>
        </p:nvGraphicFramePr>
        <p:xfrm>
          <a:off x="1066800" y="3408363"/>
          <a:ext cx="16002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0" name="Equation" r:id="rId11" imgW="634680" imgH="177480" progId="Equation.3">
                  <p:embed/>
                </p:oleObj>
              </mc:Choice>
              <mc:Fallback>
                <p:oleObj name="Equation" r:id="rId11" imgW="634680" imgH="177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408363"/>
                        <a:ext cx="1600200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48" name="Object 16"/>
          <p:cNvGraphicFramePr>
            <a:graphicFrameLocks noChangeAspect="1"/>
          </p:cNvGraphicFramePr>
          <p:nvPr/>
        </p:nvGraphicFramePr>
        <p:xfrm>
          <a:off x="762000" y="3962400"/>
          <a:ext cx="16954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1" name="Equation" r:id="rId13" imgW="672840" imgH="203040" progId="Equation.3">
                  <p:embed/>
                </p:oleObj>
              </mc:Choice>
              <mc:Fallback>
                <p:oleObj name="Equation" r:id="rId13" imgW="67284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962400"/>
                        <a:ext cx="16954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49" name="Object 17"/>
          <p:cNvGraphicFramePr>
            <a:graphicFrameLocks noChangeAspect="1"/>
          </p:cNvGraphicFramePr>
          <p:nvPr/>
        </p:nvGraphicFramePr>
        <p:xfrm>
          <a:off x="2395538" y="3984625"/>
          <a:ext cx="15240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2" name="Equation" r:id="rId15" imgW="596880" imgH="203040" progId="Equation.3">
                  <p:embed/>
                </p:oleObj>
              </mc:Choice>
              <mc:Fallback>
                <p:oleObj name="Equation" r:id="rId15" imgW="596880" imgH="2030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3984625"/>
                        <a:ext cx="15240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50" name="Object 18"/>
          <p:cNvGraphicFramePr>
            <a:graphicFrameLocks noChangeAspect="1"/>
          </p:cNvGraphicFramePr>
          <p:nvPr/>
        </p:nvGraphicFramePr>
        <p:xfrm>
          <a:off x="3810000" y="3984625"/>
          <a:ext cx="14779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3" name="Equation" r:id="rId17" imgW="558720" imgH="203040" progId="Equation.3">
                  <p:embed/>
                </p:oleObj>
              </mc:Choice>
              <mc:Fallback>
                <p:oleObj name="Equation" r:id="rId17" imgW="558720" imgH="2030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984625"/>
                        <a:ext cx="1477963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51" name="Object 19"/>
          <p:cNvGraphicFramePr>
            <a:graphicFrameLocks noChangeAspect="1"/>
          </p:cNvGraphicFramePr>
          <p:nvPr/>
        </p:nvGraphicFramePr>
        <p:xfrm>
          <a:off x="5257800" y="3984625"/>
          <a:ext cx="16795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4" name="Equation" r:id="rId19" imgW="634680" imgH="203040" progId="Equation.3">
                  <p:embed/>
                </p:oleObj>
              </mc:Choice>
              <mc:Fallback>
                <p:oleObj name="Equation" r:id="rId19" imgW="63468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984625"/>
                        <a:ext cx="167957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52" name="Object 20"/>
          <p:cNvGraphicFramePr>
            <a:graphicFrameLocks noChangeAspect="1"/>
          </p:cNvGraphicFramePr>
          <p:nvPr/>
        </p:nvGraphicFramePr>
        <p:xfrm>
          <a:off x="609600" y="4572000"/>
          <a:ext cx="32972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5" name="Equation" r:id="rId21" imgW="1307880" imgH="203040" progId="Equation.3">
                  <p:embed/>
                </p:oleObj>
              </mc:Choice>
              <mc:Fallback>
                <p:oleObj name="Equation" r:id="rId21" imgW="1307880" imgH="2030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2000"/>
                        <a:ext cx="3297238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53" name="Object 21"/>
          <p:cNvGraphicFramePr>
            <a:graphicFrameLocks noChangeAspect="1"/>
          </p:cNvGraphicFramePr>
          <p:nvPr/>
        </p:nvGraphicFramePr>
        <p:xfrm>
          <a:off x="152400" y="5257800"/>
          <a:ext cx="24320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6" name="Equation" r:id="rId23" imgW="965160" imgH="203040" progId="Equation.3">
                  <p:embed/>
                </p:oleObj>
              </mc:Choice>
              <mc:Fallback>
                <p:oleObj name="Equation" r:id="rId23" imgW="96516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257800"/>
                        <a:ext cx="243205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54" name="Object 22"/>
          <p:cNvGraphicFramePr>
            <a:graphicFrameLocks noChangeAspect="1"/>
          </p:cNvGraphicFramePr>
          <p:nvPr/>
        </p:nvGraphicFramePr>
        <p:xfrm>
          <a:off x="2590800" y="5257800"/>
          <a:ext cx="21431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7" name="Equation" r:id="rId25" imgW="850680" imgH="203040" progId="Equation.3">
                  <p:embed/>
                </p:oleObj>
              </mc:Choice>
              <mc:Fallback>
                <p:oleObj name="Equation" r:id="rId25" imgW="850680" imgH="2030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257800"/>
                        <a:ext cx="214312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55" name="Object 23"/>
          <p:cNvGraphicFramePr>
            <a:graphicFrameLocks noChangeAspect="1"/>
          </p:cNvGraphicFramePr>
          <p:nvPr/>
        </p:nvGraphicFramePr>
        <p:xfrm>
          <a:off x="4724400" y="5257800"/>
          <a:ext cx="20796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8" name="Equation" r:id="rId27" imgW="825480" imgH="203040" progId="Equation.3">
                  <p:embed/>
                </p:oleObj>
              </mc:Choice>
              <mc:Fallback>
                <p:oleObj name="Equation" r:id="rId27" imgW="825480" imgH="2030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257800"/>
                        <a:ext cx="207962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0056" name="Object 24"/>
          <p:cNvGraphicFramePr>
            <a:graphicFrameLocks noChangeAspect="1"/>
          </p:cNvGraphicFramePr>
          <p:nvPr/>
        </p:nvGraphicFramePr>
        <p:xfrm>
          <a:off x="6732588" y="5257800"/>
          <a:ext cx="23352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99" name="Equation" r:id="rId29" imgW="927000" imgH="203040" progId="Equation.3">
                  <p:embed/>
                </p:oleObj>
              </mc:Choice>
              <mc:Fallback>
                <p:oleObj name="Equation" r:id="rId29" imgW="927000" imgH="2030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257800"/>
                        <a:ext cx="2335212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057" name="Text Box 25"/>
          <p:cNvSpPr txBox="1">
            <a:spLocks noChangeArrowheads="1"/>
          </p:cNvSpPr>
          <p:nvPr/>
        </p:nvSpPr>
        <p:spPr bwMode="auto">
          <a:xfrm>
            <a:off x="533400" y="5943600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(2) 可推广到多个特征向量。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4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4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40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4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4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4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4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4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4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4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4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4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34" grpId="0" autoUpdateAnimBg="0"/>
      <p:bldP spid="940041" grpId="0" autoUpdateAnimBg="0"/>
      <p:bldP spid="940046" grpId="0" autoUpdateAnimBg="0"/>
      <p:bldP spid="94005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6E0DC-259A-4B54-AC8C-809C7DDBE8C3}" type="slidenum">
              <a:rPr lang="zh-CN" altLang="en-US"/>
              <a:pPr/>
              <a:t>26</a:t>
            </a:fld>
            <a:endParaRPr lang="zh-CN" altLang="en-US"/>
          </a:p>
        </p:txBody>
      </p:sp>
      <p:sp>
        <p:nvSpPr>
          <p:cNvPr id="915458" name="Text Box 2"/>
          <p:cNvSpPr txBox="1">
            <a:spLocks noChangeArrowheads="1"/>
          </p:cNvSpPr>
          <p:nvPr/>
        </p:nvSpPr>
        <p:spPr bwMode="auto">
          <a:xfrm>
            <a:off x="152400" y="3048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性质2</a:t>
            </a:r>
          </a:p>
        </p:txBody>
      </p:sp>
      <p:graphicFrame>
        <p:nvGraphicFramePr>
          <p:cNvPr id="915459" name="Object 3"/>
          <p:cNvGraphicFramePr>
            <a:graphicFrameLocks noChangeAspect="1"/>
          </p:cNvGraphicFramePr>
          <p:nvPr/>
        </p:nvGraphicFramePr>
        <p:xfrm>
          <a:off x="1371600" y="333375"/>
          <a:ext cx="7239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497" name="Document" r:id="rId3" imgW="3076560" imgH="228600" progId="Word.Document.8">
                  <p:embed/>
                </p:oleObj>
              </mc:Choice>
              <mc:Fallback>
                <p:oleObj name="Document" r:id="rId3" imgW="3076560" imgH="2286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3375"/>
                        <a:ext cx="7239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5460" name="Text Box 4"/>
          <p:cNvSpPr txBox="1">
            <a:spLocks noChangeArrowheads="1"/>
          </p:cNvSpPr>
          <p:nvPr/>
        </p:nvSpPr>
        <p:spPr bwMode="auto">
          <a:xfrm>
            <a:off x="228600" y="39243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15461" name="Object 5"/>
          <p:cNvGraphicFramePr>
            <a:graphicFrameLocks noChangeAspect="1"/>
          </p:cNvGraphicFramePr>
          <p:nvPr/>
        </p:nvGraphicFramePr>
        <p:xfrm>
          <a:off x="381000" y="912813"/>
          <a:ext cx="63769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498" name="Document" r:id="rId5" imgW="2506320" imgH="228600" progId="Word.Document.8">
                  <p:embed/>
                </p:oleObj>
              </mc:Choice>
              <mc:Fallback>
                <p:oleObj name="Document" r:id="rId5" imgW="250632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12813"/>
                        <a:ext cx="637698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62" name="Object 6"/>
          <p:cNvGraphicFramePr>
            <a:graphicFrameLocks noChangeAspect="1"/>
          </p:cNvGraphicFramePr>
          <p:nvPr/>
        </p:nvGraphicFramePr>
        <p:xfrm>
          <a:off x="381000" y="1504950"/>
          <a:ext cx="60198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499" name="Document" r:id="rId7" imgW="2353320" imgH="245160" progId="Word.Document.8">
                  <p:embed/>
                </p:oleObj>
              </mc:Choice>
              <mc:Fallback>
                <p:oleObj name="Document" r:id="rId7" imgW="2353320" imgH="24516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04950"/>
                        <a:ext cx="60198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63" name="Object 7"/>
          <p:cNvGraphicFramePr>
            <a:graphicFrameLocks noChangeAspect="1"/>
          </p:cNvGraphicFramePr>
          <p:nvPr/>
        </p:nvGraphicFramePr>
        <p:xfrm>
          <a:off x="381000" y="2105025"/>
          <a:ext cx="69342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0" name="Document" r:id="rId9" imgW="2784960" imgH="247320" progId="Word.Document.8">
                  <p:embed/>
                </p:oleObj>
              </mc:Choice>
              <mc:Fallback>
                <p:oleObj name="Document" r:id="rId9" imgW="2784960" imgH="2473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05025"/>
                        <a:ext cx="69342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64" name="Object 8"/>
          <p:cNvGraphicFramePr>
            <a:graphicFrameLocks noChangeAspect="1"/>
          </p:cNvGraphicFramePr>
          <p:nvPr/>
        </p:nvGraphicFramePr>
        <p:xfrm>
          <a:off x="304800" y="2705100"/>
          <a:ext cx="84582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1" name="Document" r:id="rId11" imgW="3408120" imgH="482760" progId="Word.Document.8">
                  <p:embed/>
                </p:oleObj>
              </mc:Choice>
              <mc:Fallback>
                <p:oleObj name="Document" r:id="rId11" imgW="3408120" imgH="48276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05100"/>
                        <a:ext cx="84582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65" name="Object 9"/>
          <p:cNvGraphicFramePr>
            <a:graphicFrameLocks noChangeAspect="1"/>
          </p:cNvGraphicFramePr>
          <p:nvPr/>
        </p:nvGraphicFramePr>
        <p:xfrm>
          <a:off x="1404938" y="3987800"/>
          <a:ext cx="15303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2" name="Equation" r:id="rId13" imgW="672840" imgH="228600" progId="Equation.3">
                  <p:embed/>
                </p:oleObj>
              </mc:Choice>
              <mc:Fallback>
                <p:oleObj name="Equation" r:id="rId13" imgW="67284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3987800"/>
                        <a:ext cx="153035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5466" name="Text Box 10"/>
          <p:cNvSpPr txBox="1">
            <a:spLocks noChangeArrowheads="1"/>
          </p:cNvSpPr>
          <p:nvPr/>
        </p:nvSpPr>
        <p:spPr bwMode="auto">
          <a:xfrm>
            <a:off x="838200" y="39370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(1)</a:t>
            </a:r>
          </a:p>
        </p:txBody>
      </p:sp>
      <p:graphicFrame>
        <p:nvGraphicFramePr>
          <p:cNvPr id="915467" name="Object 11"/>
          <p:cNvGraphicFramePr>
            <a:graphicFrameLocks noChangeAspect="1"/>
          </p:cNvGraphicFramePr>
          <p:nvPr/>
        </p:nvGraphicFramePr>
        <p:xfrm>
          <a:off x="2971800" y="4025900"/>
          <a:ext cx="15001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3" name="Equation" r:id="rId15" imgW="647640" imgH="203040" progId="Equation.3">
                  <p:embed/>
                </p:oleObj>
              </mc:Choice>
              <mc:Fallback>
                <p:oleObj name="Equation" r:id="rId15" imgW="64764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025900"/>
                        <a:ext cx="1500188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68" name="Object 12"/>
          <p:cNvGraphicFramePr>
            <a:graphicFrameLocks noChangeAspect="1"/>
          </p:cNvGraphicFramePr>
          <p:nvPr/>
        </p:nvGraphicFramePr>
        <p:xfrm>
          <a:off x="4445000" y="4051300"/>
          <a:ext cx="13827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4" name="Equation" r:id="rId17" imgW="596880" imgH="203040" progId="Equation.3">
                  <p:embed/>
                </p:oleObj>
              </mc:Choice>
              <mc:Fallback>
                <p:oleObj name="Equation" r:id="rId17" imgW="59688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4051300"/>
                        <a:ext cx="138271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69" name="Object 13"/>
          <p:cNvGraphicFramePr>
            <a:graphicFrameLocks noChangeAspect="1"/>
          </p:cNvGraphicFramePr>
          <p:nvPr/>
        </p:nvGraphicFramePr>
        <p:xfrm>
          <a:off x="5767388" y="4025900"/>
          <a:ext cx="141128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5" name="Equation" r:id="rId19" imgW="609480" imgH="228600" progId="Equation.3">
                  <p:embed/>
                </p:oleObj>
              </mc:Choice>
              <mc:Fallback>
                <p:oleObj name="Equation" r:id="rId19" imgW="60948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388" y="4025900"/>
                        <a:ext cx="1411287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70" name="Object 14"/>
          <p:cNvGraphicFramePr>
            <a:graphicFrameLocks noChangeAspect="1"/>
          </p:cNvGraphicFramePr>
          <p:nvPr/>
        </p:nvGraphicFramePr>
        <p:xfrm>
          <a:off x="838200" y="4648200"/>
          <a:ext cx="15875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6" name="Equation" r:id="rId21" imgW="685800" imgH="228600" progId="Equation.3">
                  <p:embed/>
                </p:oleObj>
              </mc:Choice>
              <mc:Fallback>
                <p:oleObj name="Equation" r:id="rId21" imgW="6858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648200"/>
                        <a:ext cx="15875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71" name="Object 15"/>
          <p:cNvGraphicFramePr>
            <a:graphicFrameLocks noChangeAspect="1"/>
          </p:cNvGraphicFramePr>
          <p:nvPr/>
        </p:nvGraphicFramePr>
        <p:xfrm>
          <a:off x="533400" y="5334000"/>
          <a:ext cx="34290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7" name="Document" r:id="rId23" imgW="1405080" imgH="235440" progId="Word.Document.8">
                  <p:embed/>
                </p:oleObj>
              </mc:Choice>
              <mc:Fallback>
                <p:oleObj name="Document" r:id="rId23" imgW="1405080" imgH="23544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334000"/>
                        <a:ext cx="34290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472" name="Object 16"/>
          <p:cNvGraphicFramePr>
            <a:graphicFrameLocks noChangeAspect="1"/>
          </p:cNvGraphicFramePr>
          <p:nvPr/>
        </p:nvGraphicFramePr>
        <p:xfrm>
          <a:off x="3886200" y="5372100"/>
          <a:ext cx="4298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5508" name="Document" r:id="rId25" imgW="1760760" imgH="180000" progId="Word.Document.8">
                  <p:embed/>
                </p:oleObj>
              </mc:Choice>
              <mc:Fallback>
                <p:oleObj name="Document" r:id="rId25" imgW="1760760" imgH="18000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72100"/>
                        <a:ext cx="4298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1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1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1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1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1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1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458" grpId="0" autoUpdateAnimBg="0"/>
      <p:bldP spid="915460" grpId="0" autoUpdateAnimBg="0"/>
      <p:bldP spid="91546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D20D7-FB56-4969-A459-1C0BC981C180}" type="slidenum">
              <a:rPr lang="zh-CN" altLang="en-US"/>
              <a:pPr/>
              <a:t>27</a:t>
            </a:fld>
            <a:endParaRPr lang="zh-CN" altLang="en-US"/>
          </a:p>
        </p:txBody>
      </p:sp>
      <p:graphicFrame>
        <p:nvGraphicFramePr>
          <p:cNvPr id="916489" name="Object 9"/>
          <p:cNvGraphicFramePr>
            <a:graphicFrameLocks noChangeAspect="1"/>
          </p:cNvGraphicFramePr>
          <p:nvPr/>
        </p:nvGraphicFramePr>
        <p:xfrm>
          <a:off x="1404938" y="3975100"/>
          <a:ext cx="15303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36" name="Equation" r:id="rId3" imgW="672840" imgH="228600" progId="Equation.3">
                  <p:embed/>
                </p:oleObj>
              </mc:Choice>
              <mc:Fallback>
                <p:oleObj name="Equation" r:id="rId3" imgW="67284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3975100"/>
                        <a:ext cx="153035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490" name="Text Box 10"/>
          <p:cNvSpPr txBox="1">
            <a:spLocks noChangeArrowheads="1"/>
          </p:cNvSpPr>
          <p:nvPr/>
        </p:nvSpPr>
        <p:spPr bwMode="auto">
          <a:xfrm>
            <a:off x="838200" y="39243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916491" name="Object 11"/>
          <p:cNvGraphicFramePr>
            <a:graphicFrameLocks noChangeAspect="1"/>
          </p:cNvGraphicFramePr>
          <p:nvPr/>
        </p:nvGraphicFramePr>
        <p:xfrm>
          <a:off x="2938463" y="3983038"/>
          <a:ext cx="29718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37" name="Equation" r:id="rId5" imgW="1282680" imgH="228600" progId="Equation.3">
                  <p:embed/>
                </p:oleObj>
              </mc:Choice>
              <mc:Fallback>
                <p:oleObj name="Equation" r:id="rId5" imgW="128268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3983038"/>
                        <a:ext cx="2971800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492" name="Object 12"/>
          <p:cNvGraphicFramePr>
            <a:graphicFrameLocks noChangeAspect="1"/>
          </p:cNvGraphicFramePr>
          <p:nvPr/>
        </p:nvGraphicFramePr>
        <p:xfrm>
          <a:off x="5903913" y="3989388"/>
          <a:ext cx="15240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38" name="Equation" r:id="rId7" imgW="647640" imgH="228600" progId="Equation.3">
                  <p:embed/>
                </p:oleObj>
              </mc:Choice>
              <mc:Fallback>
                <p:oleObj name="Equation" r:id="rId7" imgW="64764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913" y="3989388"/>
                        <a:ext cx="15240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493" name="Object 13"/>
          <p:cNvGraphicFramePr>
            <a:graphicFrameLocks noChangeAspect="1"/>
          </p:cNvGraphicFramePr>
          <p:nvPr/>
        </p:nvGraphicFramePr>
        <p:xfrm>
          <a:off x="7373938" y="4008438"/>
          <a:ext cx="167163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39" name="Equation" r:id="rId9" imgW="723600" imgH="228600" progId="Equation.3">
                  <p:embed/>
                </p:oleObj>
              </mc:Choice>
              <mc:Fallback>
                <p:oleObj name="Equation" r:id="rId9" imgW="7236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3938" y="4008438"/>
                        <a:ext cx="1671637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494" name="Object 14"/>
          <p:cNvGraphicFramePr>
            <a:graphicFrameLocks noChangeAspect="1"/>
          </p:cNvGraphicFramePr>
          <p:nvPr/>
        </p:nvGraphicFramePr>
        <p:xfrm>
          <a:off x="304800" y="4638675"/>
          <a:ext cx="2286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0" name="Equation" r:id="rId11" imgW="1002960" imgH="241200" progId="Equation.3">
                  <p:embed/>
                </p:oleObj>
              </mc:Choice>
              <mc:Fallback>
                <p:oleObj name="Equation" r:id="rId11" imgW="1002960" imgH="24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638675"/>
                        <a:ext cx="22860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495" name="Object 15"/>
          <p:cNvGraphicFramePr>
            <a:graphicFrameLocks noChangeAspect="1"/>
          </p:cNvGraphicFramePr>
          <p:nvPr/>
        </p:nvGraphicFramePr>
        <p:xfrm>
          <a:off x="3390900" y="5207000"/>
          <a:ext cx="20574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1" name="Equation" r:id="rId13" imgW="812520" imgH="241200" progId="Equation.3">
                  <p:embed/>
                </p:oleObj>
              </mc:Choice>
              <mc:Fallback>
                <p:oleObj name="Equation" r:id="rId13" imgW="81252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5207000"/>
                        <a:ext cx="2057400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496" name="Text Box 16"/>
          <p:cNvSpPr txBox="1">
            <a:spLocks noChangeArrowheads="1"/>
          </p:cNvSpPr>
          <p:nvPr/>
        </p:nvSpPr>
        <p:spPr bwMode="auto">
          <a:xfrm>
            <a:off x="200025" y="5216525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重复这个过程, 可得</a:t>
            </a:r>
          </a:p>
        </p:txBody>
      </p:sp>
      <p:graphicFrame>
        <p:nvGraphicFramePr>
          <p:cNvPr id="916497" name="Object 17"/>
          <p:cNvGraphicFramePr>
            <a:graphicFrameLocks noChangeAspect="1"/>
          </p:cNvGraphicFramePr>
          <p:nvPr/>
        </p:nvGraphicFramePr>
        <p:xfrm>
          <a:off x="5502275" y="5502275"/>
          <a:ext cx="6413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2" name="Equation" r:id="rId15" imgW="241200" imgH="139680" progId="Equation.3">
                  <p:embed/>
                </p:oleObj>
              </mc:Choice>
              <mc:Fallback>
                <p:oleObj name="Equation" r:id="rId15" imgW="241200" imgH="1396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5502275"/>
                        <a:ext cx="64135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498" name="Object 18"/>
          <p:cNvGraphicFramePr>
            <a:graphicFrameLocks noChangeAspect="1"/>
          </p:cNvGraphicFramePr>
          <p:nvPr/>
        </p:nvGraphicFramePr>
        <p:xfrm>
          <a:off x="6143625" y="5216525"/>
          <a:ext cx="22098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3" name="Equation" r:id="rId17" imgW="863280" imgH="241200" progId="Equation.3">
                  <p:embed/>
                </p:oleObj>
              </mc:Choice>
              <mc:Fallback>
                <p:oleObj name="Equation" r:id="rId17" imgW="86328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5216525"/>
                        <a:ext cx="2209800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499" name="Text Box 19"/>
          <p:cNvSpPr txBox="1">
            <a:spLocks noChangeArrowheads="1"/>
          </p:cNvSpPr>
          <p:nvPr/>
        </p:nvSpPr>
        <p:spPr bwMode="auto">
          <a:xfrm>
            <a:off x="152400" y="3048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性质2</a:t>
            </a:r>
          </a:p>
        </p:txBody>
      </p:sp>
      <p:graphicFrame>
        <p:nvGraphicFramePr>
          <p:cNvPr id="916500" name="Object 20"/>
          <p:cNvGraphicFramePr>
            <a:graphicFrameLocks noChangeAspect="1"/>
          </p:cNvGraphicFramePr>
          <p:nvPr/>
        </p:nvGraphicFramePr>
        <p:xfrm>
          <a:off x="1371600" y="333375"/>
          <a:ext cx="7239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4" name="Document" r:id="rId19" imgW="3076560" imgH="228600" progId="Word.Document.8">
                  <p:embed/>
                </p:oleObj>
              </mc:Choice>
              <mc:Fallback>
                <p:oleObj name="Document" r:id="rId19" imgW="3076560" imgH="22860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3375"/>
                        <a:ext cx="7239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6501" name="Text Box 21"/>
          <p:cNvSpPr txBox="1">
            <a:spLocks noChangeArrowheads="1"/>
          </p:cNvSpPr>
          <p:nvPr/>
        </p:nvSpPr>
        <p:spPr bwMode="auto">
          <a:xfrm>
            <a:off x="228600" y="39243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16506" name="Object 26"/>
          <p:cNvGraphicFramePr>
            <a:graphicFrameLocks noChangeAspect="1"/>
          </p:cNvGraphicFramePr>
          <p:nvPr/>
        </p:nvGraphicFramePr>
        <p:xfrm>
          <a:off x="381000" y="912813"/>
          <a:ext cx="63769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5" name="Document" r:id="rId21" imgW="2506320" imgH="228600" progId="Word.Document.8">
                  <p:embed/>
                </p:oleObj>
              </mc:Choice>
              <mc:Fallback>
                <p:oleObj name="Document" r:id="rId21" imgW="2506320" imgH="228600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12813"/>
                        <a:ext cx="637698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507" name="Object 27"/>
          <p:cNvGraphicFramePr>
            <a:graphicFrameLocks noChangeAspect="1"/>
          </p:cNvGraphicFramePr>
          <p:nvPr/>
        </p:nvGraphicFramePr>
        <p:xfrm>
          <a:off x="381000" y="1504950"/>
          <a:ext cx="60198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6" name="Document" r:id="rId23" imgW="2353320" imgH="245160" progId="Word.Document.8">
                  <p:embed/>
                </p:oleObj>
              </mc:Choice>
              <mc:Fallback>
                <p:oleObj name="Document" r:id="rId23" imgW="2353320" imgH="245160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04950"/>
                        <a:ext cx="60198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508" name="Object 28"/>
          <p:cNvGraphicFramePr>
            <a:graphicFrameLocks noChangeAspect="1"/>
          </p:cNvGraphicFramePr>
          <p:nvPr/>
        </p:nvGraphicFramePr>
        <p:xfrm>
          <a:off x="381000" y="2105025"/>
          <a:ext cx="69342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7" name="Document" r:id="rId25" imgW="2784960" imgH="247320" progId="Word.Document.8">
                  <p:embed/>
                </p:oleObj>
              </mc:Choice>
              <mc:Fallback>
                <p:oleObj name="Document" r:id="rId25" imgW="2784960" imgH="247320" progId="Word.Document.8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05025"/>
                        <a:ext cx="69342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6509" name="Object 29"/>
          <p:cNvGraphicFramePr>
            <a:graphicFrameLocks noChangeAspect="1"/>
          </p:cNvGraphicFramePr>
          <p:nvPr/>
        </p:nvGraphicFramePr>
        <p:xfrm>
          <a:off x="304800" y="2705100"/>
          <a:ext cx="84582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6548" name="Document" r:id="rId27" imgW="3408120" imgH="482760" progId="Word.Document.8">
                  <p:embed/>
                </p:oleObj>
              </mc:Choice>
              <mc:Fallback>
                <p:oleObj name="Document" r:id="rId27" imgW="3408120" imgH="482760" progId="Word.Documen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05100"/>
                        <a:ext cx="84582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1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6490" grpId="0" autoUpdateAnimBg="0"/>
      <p:bldP spid="91649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39F41-C3A8-48CC-8FA9-71517367D334}" type="slidenum">
              <a:rPr lang="zh-CN" altLang="en-US"/>
              <a:pPr/>
              <a:t>28</a:t>
            </a:fld>
            <a:endParaRPr lang="zh-CN" altLang="en-US"/>
          </a:p>
        </p:txBody>
      </p:sp>
      <p:graphicFrame>
        <p:nvGraphicFramePr>
          <p:cNvPr id="917512" name="Object 8"/>
          <p:cNvGraphicFramePr>
            <a:graphicFrameLocks noChangeAspect="1"/>
          </p:cNvGraphicFramePr>
          <p:nvPr/>
        </p:nvGraphicFramePr>
        <p:xfrm>
          <a:off x="1449388" y="3957638"/>
          <a:ext cx="16748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64" name="Equation" r:id="rId3" imgW="736560" imgH="228600" progId="Equation.3">
                  <p:embed/>
                </p:oleObj>
              </mc:Choice>
              <mc:Fallback>
                <p:oleObj name="Equation" r:id="rId3" imgW="7365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3957638"/>
                        <a:ext cx="1674812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13" name="Text Box 9"/>
          <p:cNvSpPr txBox="1">
            <a:spLocks noChangeArrowheads="1"/>
          </p:cNvSpPr>
          <p:nvPr/>
        </p:nvSpPr>
        <p:spPr bwMode="auto">
          <a:xfrm>
            <a:off x="838200" y="3914775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(3)</a:t>
            </a:r>
          </a:p>
        </p:txBody>
      </p:sp>
      <p:graphicFrame>
        <p:nvGraphicFramePr>
          <p:cNvPr id="917514" name="Object 10"/>
          <p:cNvGraphicFramePr>
            <a:graphicFrameLocks noChangeAspect="1"/>
          </p:cNvGraphicFramePr>
          <p:nvPr/>
        </p:nvGraphicFramePr>
        <p:xfrm>
          <a:off x="2209800" y="5184775"/>
          <a:ext cx="35893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65" name="Equation" r:id="rId5" imgW="1549080" imgH="241200" progId="Equation.3">
                  <p:embed/>
                </p:oleObj>
              </mc:Choice>
              <mc:Fallback>
                <p:oleObj name="Equation" r:id="rId5" imgW="154908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84775"/>
                        <a:ext cx="3589338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15" name="Object 11"/>
          <p:cNvGraphicFramePr>
            <a:graphicFrameLocks noChangeAspect="1"/>
          </p:cNvGraphicFramePr>
          <p:nvPr/>
        </p:nvGraphicFramePr>
        <p:xfrm>
          <a:off x="5791200" y="5197475"/>
          <a:ext cx="1676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66" name="Equation" r:id="rId7" imgW="685800" imgH="241200" progId="Equation.3">
                  <p:embed/>
                </p:oleObj>
              </mc:Choice>
              <mc:Fallback>
                <p:oleObj name="Equation" r:id="rId7" imgW="68580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197475"/>
                        <a:ext cx="16764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16" name="Object 12"/>
          <p:cNvGraphicFramePr>
            <a:graphicFrameLocks noChangeAspect="1"/>
          </p:cNvGraphicFramePr>
          <p:nvPr/>
        </p:nvGraphicFramePr>
        <p:xfrm>
          <a:off x="609600" y="5842000"/>
          <a:ext cx="23923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67" name="Equation" r:id="rId9" imgW="1028520" imgH="241200" progId="Equation.3">
                  <p:embed/>
                </p:oleObj>
              </mc:Choice>
              <mc:Fallback>
                <p:oleObj name="Equation" r:id="rId9" imgW="102852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842000"/>
                        <a:ext cx="23923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17" name="Object 13"/>
          <p:cNvGraphicFramePr>
            <a:graphicFrameLocks noChangeAspect="1"/>
          </p:cNvGraphicFramePr>
          <p:nvPr/>
        </p:nvGraphicFramePr>
        <p:xfrm>
          <a:off x="3124200" y="5822950"/>
          <a:ext cx="25908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68" name="Equation" r:id="rId11" imgW="1117440" imgH="241200" progId="Equation.3">
                  <p:embed/>
                </p:oleObj>
              </mc:Choice>
              <mc:Fallback>
                <p:oleObj name="Equation" r:id="rId11" imgW="111744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822950"/>
                        <a:ext cx="25908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19" name="Object 15"/>
          <p:cNvGraphicFramePr>
            <a:graphicFrameLocks noChangeAspect="1"/>
          </p:cNvGraphicFramePr>
          <p:nvPr/>
        </p:nvGraphicFramePr>
        <p:xfrm>
          <a:off x="4864100" y="3927475"/>
          <a:ext cx="16002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69" name="Document" r:id="rId13" imgW="641880" imgH="228600" progId="Word.Document.8">
                  <p:embed/>
                </p:oleObj>
              </mc:Choice>
              <mc:Fallback>
                <p:oleObj name="Document" r:id="rId13" imgW="641880" imgH="2286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3927475"/>
                        <a:ext cx="16002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20" name="Text Box 16"/>
          <p:cNvSpPr txBox="1">
            <a:spLocks noChangeArrowheads="1"/>
          </p:cNvSpPr>
          <p:nvPr/>
        </p:nvSpPr>
        <p:spPr bwMode="auto">
          <a:xfrm>
            <a:off x="3187700" y="3940175"/>
            <a:ext cx="1844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cs typeface="Times New Roman" panose="02020603050405020304" pitchFamily="18" charset="0"/>
              </a:rPr>
              <a:t>可逆,</a:t>
            </a:r>
            <a:r>
              <a:rPr lang="zh-CN" altLang="en-US"/>
              <a:t> </a:t>
            </a:r>
          </a:p>
        </p:txBody>
      </p:sp>
      <p:graphicFrame>
        <p:nvGraphicFramePr>
          <p:cNvPr id="917521" name="Object 17"/>
          <p:cNvGraphicFramePr>
            <a:graphicFrameLocks noChangeAspect="1"/>
          </p:cNvGraphicFramePr>
          <p:nvPr/>
        </p:nvGraphicFramePr>
        <p:xfrm>
          <a:off x="685800" y="4625975"/>
          <a:ext cx="1905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0" name="Document" r:id="rId15" imgW="756360" imgH="177480" progId="Word.Document.8">
                  <p:embed/>
                </p:oleObj>
              </mc:Choice>
              <mc:Fallback>
                <p:oleObj name="Document" r:id="rId15" imgW="756360" imgH="17748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625975"/>
                        <a:ext cx="1905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22" name="Object 18"/>
          <p:cNvGraphicFramePr>
            <a:graphicFrameLocks noChangeAspect="1"/>
          </p:cNvGraphicFramePr>
          <p:nvPr/>
        </p:nvGraphicFramePr>
        <p:xfrm>
          <a:off x="2590800" y="4625975"/>
          <a:ext cx="1676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1" name="Equation" r:id="rId17" imgW="685800" imgH="203040" progId="Equation.3">
                  <p:embed/>
                </p:oleObj>
              </mc:Choice>
              <mc:Fallback>
                <p:oleObj name="Equation" r:id="rId17" imgW="685800" imgH="2030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625975"/>
                        <a:ext cx="167640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23" name="Text Box 19"/>
          <p:cNvSpPr txBox="1">
            <a:spLocks noChangeArrowheads="1"/>
          </p:cNvSpPr>
          <p:nvPr/>
        </p:nvSpPr>
        <p:spPr bwMode="auto">
          <a:xfrm>
            <a:off x="4310063" y="4549775"/>
            <a:ext cx="1252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矛盾；</a:t>
            </a:r>
          </a:p>
        </p:txBody>
      </p:sp>
      <p:graphicFrame>
        <p:nvGraphicFramePr>
          <p:cNvPr id="917524" name="Object 20"/>
          <p:cNvGraphicFramePr>
            <a:graphicFrameLocks noChangeAspect="1"/>
          </p:cNvGraphicFramePr>
          <p:nvPr/>
        </p:nvGraphicFramePr>
        <p:xfrm>
          <a:off x="5484813" y="4578350"/>
          <a:ext cx="221138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2" name="Document" r:id="rId19" imgW="842040" imgH="228600" progId="Word.Document.8">
                  <p:embed/>
                </p:oleObj>
              </mc:Choice>
              <mc:Fallback>
                <p:oleObj name="Document" r:id="rId19" imgW="842040" imgH="22860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3" y="4578350"/>
                        <a:ext cx="221138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25" name="Object 21"/>
          <p:cNvGraphicFramePr>
            <a:graphicFrameLocks noChangeAspect="1"/>
          </p:cNvGraphicFramePr>
          <p:nvPr/>
        </p:nvGraphicFramePr>
        <p:xfrm>
          <a:off x="604838" y="5184775"/>
          <a:ext cx="15303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3" name="Equation" r:id="rId21" imgW="672840" imgH="228600" progId="Equation.3">
                  <p:embed/>
                </p:oleObj>
              </mc:Choice>
              <mc:Fallback>
                <p:oleObj name="Equation" r:id="rId21" imgW="67284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5184775"/>
                        <a:ext cx="153035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26" name="Text Box 22"/>
          <p:cNvSpPr txBox="1">
            <a:spLocks noChangeArrowheads="1"/>
          </p:cNvSpPr>
          <p:nvPr/>
        </p:nvSpPr>
        <p:spPr bwMode="auto">
          <a:xfrm>
            <a:off x="152400" y="3048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性质2</a:t>
            </a:r>
          </a:p>
        </p:txBody>
      </p:sp>
      <p:graphicFrame>
        <p:nvGraphicFramePr>
          <p:cNvPr id="917527" name="Object 23"/>
          <p:cNvGraphicFramePr>
            <a:graphicFrameLocks noChangeAspect="1"/>
          </p:cNvGraphicFramePr>
          <p:nvPr/>
        </p:nvGraphicFramePr>
        <p:xfrm>
          <a:off x="1371600" y="333375"/>
          <a:ext cx="7239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4" name="Document" r:id="rId23" imgW="3076560" imgH="228600" progId="Word.Document.8">
                  <p:embed/>
                </p:oleObj>
              </mc:Choice>
              <mc:Fallback>
                <p:oleObj name="Document" r:id="rId23" imgW="3076560" imgH="228600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3375"/>
                        <a:ext cx="7239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28" name="Text Box 24"/>
          <p:cNvSpPr txBox="1">
            <a:spLocks noChangeArrowheads="1"/>
          </p:cNvSpPr>
          <p:nvPr/>
        </p:nvSpPr>
        <p:spPr bwMode="auto">
          <a:xfrm>
            <a:off x="228600" y="39243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17530" name="Object 26"/>
          <p:cNvGraphicFramePr>
            <a:graphicFrameLocks noChangeAspect="1"/>
          </p:cNvGraphicFramePr>
          <p:nvPr/>
        </p:nvGraphicFramePr>
        <p:xfrm>
          <a:off x="381000" y="912813"/>
          <a:ext cx="63769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5" name="Document" r:id="rId25" imgW="2506320" imgH="228600" progId="Word.Document.8">
                  <p:embed/>
                </p:oleObj>
              </mc:Choice>
              <mc:Fallback>
                <p:oleObj name="Document" r:id="rId25" imgW="2506320" imgH="228600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12813"/>
                        <a:ext cx="637698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31" name="Object 27"/>
          <p:cNvGraphicFramePr>
            <a:graphicFrameLocks noChangeAspect="1"/>
          </p:cNvGraphicFramePr>
          <p:nvPr/>
        </p:nvGraphicFramePr>
        <p:xfrm>
          <a:off x="381000" y="1504950"/>
          <a:ext cx="60198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6" name="Document" r:id="rId27" imgW="2353320" imgH="245160" progId="Word.Document.8">
                  <p:embed/>
                </p:oleObj>
              </mc:Choice>
              <mc:Fallback>
                <p:oleObj name="Document" r:id="rId27" imgW="2353320" imgH="245160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04950"/>
                        <a:ext cx="60198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32" name="Object 28"/>
          <p:cNvGraphicFramePr>
            <a:graphicFrameLocks noChangeAspect="1"/>
          </p:cNvGraphicFramePr>
          <p:nvPr/>
        </p:nvGraphicFramePr>
        <p:xfrm>
          <a:off x="381000" y="2105025"/>
          <a:ext cx="69342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7" name="Document" r:id="rId29" imgW="2784960" imgH="247320" progId="Word.Document.8">
                  <p:embed/>
                </p:oleObj>
              </mc:Choice>
              <mc:Fallback>
                <p:oleObj name="Document" r:id="rId29" imgW="2784960" imgH="247320" progId="Word.Document.8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05025"/>
                        <a:ext cx="69342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7533" name="Object 29"/>
          <p:cNvGraphicFramePr>
            <a:graphicFrameLocks noChangeAspect="1"/>
          </p:cNvGraphicFramePr>
          <p:nvPr/>
        </p:nvGraphicFramePr>
        <p:xfrm>
          <a:off x="304800" y="2705100"/>
          <a:ext cx="84582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7578" name="Document" r:id="rId31" imgW="3408120" imgH="482760" progId="Word.Document.8">
                  <p:embed/>
                </p:oleObj>
              </mc:Choice>
              <mc:Fallback>
                <p:oleObj name="Document" r:id="rId31" imgW="3408120" imgH="482760" progId="Word.Documen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05100"/>
                        <a:ext cx="84582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7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1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1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1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13" grpId="0" autoUpdateAnimBg="0"/>
      <p:bldP spid="917520" grpId="0" autoUpdateAnimBg="0"/>
      <p:bldP spid="91752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F0F5-CB50-438B-BE63-FF8C5FB47FA1}" type="slidenum">
              <a:rPr lang="zh-CN" altLang="en-US"/>
              <a:pPr/>
              <a:t>29</a:t>
            </a:fld>
            <a:endParaRPr lang="zh-CN" altLang="en-US"/>
          </a:p>
        </p:txBody>
      </p:sp>
      <p:graphicFrame>
        <p:nvGraphicFramePr>
          <p:cNvPr id="918530" name="Object 2"/>
          <p:cNvGraphicFramePr>
            <a:graphicFrameLocks noChangeAspect="1"/>
          </p:cNvGraphicFramePr>
          <p:nvPr/>
        </p:nvGraphicFramePr>
        <p:xfrm>
          <a:off x="382588" y="3184525"/>
          <a:ext cx="81518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552" name="Document" r:id="rId3" imgW="3251880" imgH="376560" progId="Word.Document.8">
                  <p:embed/>
                </p:oleObj>
              </mc:Choice>
              <mc:Fallback>
                <p:oleObj name="Document" r:id="rId3" imgW="3251880" imgH="3765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184525"/>
                        <a:ext cx="81518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31" name="Text Box 3"/>
          <p:cNvSpPr txBox="1">
            <a:spLocks noChangeArrowheads="1"/>
          </p:cNvSpPr>
          <p:nvPr/>
        </p:nvSpPr>
        <p:spPr bwMode="auto">
          <a:xfrm>
            <a:off x="304800" y="3810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性质3</a:t>
            </a:r>
          </a:p>
        </p:txBody>
      </p:sp>
      <p:graphicFrame>
        <p:nvGraphicFramePr>
          <p:cNvPr id="918532" name="Object 4"/>
          <p:cNvGraphicFramePr>
            <a:graphicFrameLocks noChangeAspect="1"/>
          </p:cNvGraphicFramePr>
          <p:nvPr/>
        </p:nvGraphicFramePr>
        <p:xfrm>
          <a:off x="1600200" y="381000"/>
          <a:ext cx="5791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553" name="Document" r:id="rId5" imgW="2384280" imgH="203760" progId="Word.Document.8">
                  <p:embed/>
                </p:oleObj>
              </mc:Choice>
              <mc:Fallback>
                <p:oleObj name="Document" r:id="rId5" imgW="2384280" imgH="2037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81000"/>
                        <a:ext cx="5791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33" name="Text Box 5"/>
          <p:cNvSpPr txBox="1">
            <a:spLocks noChangeArrowheads="1"/>
          </p:cNvSpPr>
          <p:nvPr/>
        </p:nvSpPr>
        <p:spPr bwMode="auto">
          <a:xfrm>
            <a:off x="304800" y="1128713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18534" name="Object 6"/>
          <p:cNvGraphicFramePr>
            <a:graphicFrameLocks noChangeAspect="1"/>
          </p:cNvGraphicFramePr>
          <p:nvPr/>
        </p:nvGraphicFramePr>
        <p:xfrm>
          <a:off x="1143000" y="1116013"/>
          <a:ext cx="167957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554" name="Equation" r:id="rId7" imgW="685800" imgH="228600" progId="Equation.3">
                  <p:embed/>
                </p:oleObj>
              </mc:Choice>
              <mc:Fallback>
                <p:oleObj name="Equation" r:id="rId7" imgW="685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16013"/>
                        <a:ext cx="167957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35" name="Object 7"/>
          <p:cNvGraphicFramePr>
            <a:graphicFrameLocks noChangeAspect="1"/>
          </p:cNvGraphicFramePr>
          <p:nvPr/>
        </p:nvGraphicFramePr>
        <p:xfrm>
          <a:off x="2768600" y="1128713"/>
          <a:ext cx="21780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555" name="Equation" r:id="rId9" imgW="914400" imgH="228600" progId="Equation.3">
                  <p:embed/>
                </p:oleObj>
              </mc:Choice>
              <mc:Fallback>
                <p:oleObj name="Equation" r:id="rId9" imgW="9144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1128713"/>
                        <a:ext cx="21780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36" name="Object 8"/>
          <p:cNvGraphicFramePr>
            <a:graphicFrameLocks noChangeAspect="1"/>
          </p:cNvGraphicFramePr>
          <p:nvPr/>
        </p:nvGraphicFramePr>
        <p:xfrm>
          <a:off x="4864100" y="1192213"/>
          <a:ext cx="19050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556" name="Equation" r:id="rId11" imgW="799920" imgH="203040" progId="Equation.3">
                  <p:embed/>
                </p:oleObj>
              </mc:Choice>
              <mc:Fallback>
                <p:oleObj name="Equation" r:id="rId11" imgW="79992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1192213"/>
                        <a:ext cx="190500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37" name="Object 9"/>
          <p:cNvGraphicFramePr>
            <a:graphicFrameLocks noChangeAspect="1"/>
          </p:cNvGraphicFramePr>
          <p:nvPr/>
        </p:nvGraphicFramePr>
        <p:xfrm>
          <a:off x="461963" y="1895475"/>
          <a:ext cx="54054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8557" name="Document" r:id="rId13" imgW="2097360" imgH="222120" progId="Word.Document.8">
                  <p:embed/>
                </p:oleObj>
              </mc:Choice>
              <mc:Fallback>
                <p:oleObj name="Document" r:id="rId13" imgW="2097360" imgH="22212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1895475"/>
                        <a:ext cx="540543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38" name="Text Box 10"/>
          <p:cNvSpPr txBox="1">
            <a:spLocks noChangeArrowheads="1"/>
          </p:cNvSpPr>
          <p:nvPr/>
        </p:nvSpPr>
        <p:spPr bwMode="auto">
          <a:xfrm>
            <a:off x="381000" y="2500313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从而有相同的特征值。</a:t>
            </a:r>
          </a:p>
        </p:txBody>
      </p:sp>
      <p:sp>
        <p:nvSpPr>
          <p:cNvPr id="918539" name="Text Box 11"/>
          <p:cNvSpPr txBox="1">
            <a:spLocks noChangeArrowheads="1"/>
          </p:cNvSpPr>
          <p:nvPr/>
        </p:nvSpPr>
        <p:spPr bwMode="auto">
          <a:xfrm>
            <a:off x="304800" y="3186113"/>
            <a:ext cx="1252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1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1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8531" grpId="0" autoUpdateAnimBg="0"/>
      <p:bldP spid="918533" grpId="0" autoUpdateAnimBg="0"/>
      <p:bldP spid="918538" grpId="0" autoUpdateAnimBg="0"/>
      <p:bldP spid="91853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FD464-2246-41AC-B8CF-96872B220466}" type="slidenum">
              <a:rPr lang="zh-CN" altLang="en-US"/>
              <a:pPr/>
              <a:t>30</a:t>
            </a:fld>
            <a:endParaRPr lang="zh-CN" altLang="en-US"/>
          </a:p>
        </p:txBody>
      </p:sp>
      <p:sp>
        <p:nvSpPr>
          <p:cNvPr id="919554" name="Text Box 2"/>
          <p:cNvSpPr txBox="1">
            <a:spLocks noChangeArrowheads="1"/>
          </p:cNvSpPr>
          <p:nvPr/>
        </p:nvSpPr>
        <p:spPr bwMode="auto">
          <a:xfrm>
            <a:off x="304800" y="5181600"/>
            <a:ext cx="85344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/>
              <a:t>      属于各个特征值的线性无关的向量合在一起仍线性无关。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19555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性质4</a:t>
            </a:r>
          </a:p>
        </p:txBody>
      </p:sp>
      <p:sp>
        <p:nvSpPr>
          <p:cNvPr id="919556" name="Text Box 4"/>
          <p:cNvSpPr txBox="1">
            <a:spLocks noChangeArrowheads="1"/>
          </p:cNvSpPr>
          <p:nvPr/>
        </p:nvSpPr>
        <p:spPr bwMode="auto">
          <a:xfrm>
            <a:off x="1447800" y="304800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属于不同特征值的特征向量线性无关。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19557" name="Text Box 5"/>
          <p:cNvSpPr txBox="1">
            <a:spLocks noChangeArrowheads="1"/>
          </p:cNvSpPr>
          <p:nvPr/>
        </p:nvSpPr>
        <p:spPr bwMode="auto">
          <a:xfrm>
            <a:off x="233363" y="815975"/>
            <a:ext cx="5253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只证两个特征向量的情况。</a:t>
            </a:r>
          </a:p>
        </p:txBody>
      </p:sp>
      <p:sp>
        <p:nvSpPr>
          <p:cNvPr id="919558" name="Text Box 6"/>
          <p:cNvSpPr txBox="1">
            <a:spLocks noChangeArrowheads="1"/>
          </p:cNvSpPr>
          <p:nvPr/>
        </p:nvSpPr>
        <p:spPr bwMode="auto">
          <a:xfrm>
            <a:off x="304800" y="1357313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19559" name="Object 7"/>
          <p:cNvGraphicFramePr>
            <a:graphicFrameLocks noChangeAspect="1"/>
          </p:cNvGraphicFramePr>
          <p:nvPr/>
        </p:nvGraphicFramePr>
        <p:xfrm>
          <a:off x="1063625" y="1401763"/>
          <a:ext cx="17589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08" name="Equation" r:id="rId3" imgW="698400" imgH="203040" progId="Equation.3">
                  <p:embed/>
                </p:oleObj>
              </mc:Choice>
              <mc:Fallback>
                <p:oleObj name="Equation" r:id="rId3" imgW="69840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1401763"/>
                        <a:ext cx="1758950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0" name="Object 8"/>
          <p:cNvGraphicFramePr>
            <a:graphicFrameLocks noChangeAspect="1"/>
          </p:cNvGraphicFramePr>
          <p:nvPr/>
        </p:nvGraphicFramePr>
        <p:xfrm>
          <a:off x="2895600" y="1411288"/>
          <a:ext cx="17589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09" name="Equation" r:id="rId5" imgW="698400" imgH="203040" progId="Equation.3">
                  <p:embed/>
                </p:oleObj>
              </mc:Choice>
              <mc:Fallback>
                <p:oleObj name="Equation" r:id="rId5" imgW="69840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11288"/>
                        <a:ext cx="1758950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1" name="Object 9"/>
          <p:cNvGraphicFramePr>
            <a:graphicFrameLocks noChangeAspect="1"/>
          </p:cNvGraphicFramePr>
          <p:nvPr/>
        </p:nvGraphicFramePr>
        <p:xfrm>
          <a:off x="4724400" y="1433513"/>
          <a:ext cx="233521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0" name="Equation" r:id="rId7" imgW="927000" imgH="203040" progId="Equation.3">
                  <p:embed/>
                </p:oleObj>
              </mc:Choice>
              <mc:Fallback>
                <p:oleObj name="Equation" r:id="rId7" imgW="92700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433513"/>
                        <a:ext cx="2335213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2" name="Object 10"/>
          <p:cNvGraphicFramePr>
            <a:graphicFrameLocks noChangeAspect="1"/>
          </p:cNvGraphicFramePr>
          <p:nvPr/>
        </p:nvGraphicFramePr>
        <p:xfrm>
          <a:off x="7086600" y="1433513"/>
          <a:ext cx="13112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1" name="Equation" r:id="rId9" imgW="520560" imgH="203040" progId="Equation.3">
                  <p:embed/>
                </p:oleObj>
              </mc:Choice>
              <mc:Fallback>
                <p:oleObj name="Equation" r:id="rId9" imgW="5205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433513"/>
                        <a:ext cx="1311275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3" name="Object 11"/>
          <p:cNvGraphicFramePr>
            <a:graphicFrameLocks noChangeAspect="1"/>
          </p:cNvGraphicFramePr>
          <p:nvPr/>
        </p:nvGraphicFramePr>
        <p:xfrm>
          <a:off x="306388" y="2727325"/>
          <a:ext cx="26003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2" name="Document" r:id="rId11" imgW="1009800" imgH="203400" progId="Word.Document.8">
                  <p:embed/>
                </p:oleObj>
              </mc:Choice>
              <mc:Fallback>
                <p:oleObj name="Document" r:id="rId11" imgW="1009800" imgH="2034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2727325"/>
                        <a:ext cx="26003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4" name="Object 12"/>
          <p:cNvGraphicFramePr>
            <a:graphicFrameLocks noChangeAspect="1"/>
          </p:cNvGraphicFramePr>
          <p:nvPr/>
        </p:nvGraphicFramePr>
        <p:xfrm>
          <a:off x="2667000" y="2728913"/>
          <a:ext cx="27432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3" name="Equation" r:id="rId13" imgW="1117440" imgH="203040" progId="Equation.3">
                  <p:embed/>
                </p:oleObj>
              </mc:Choice>
              <mc:Fallback>
                <p:oleObj name="Equation" r:id="rId13" imgW="111744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728913"/>
                        <a:ext cx="274320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5" name="Object 13"/>
          <p:cNvGraphicFramePr>
            <a:graphicFrameLocks noChangeAspect="1"/>
          </p:cNvGraphicFramePr>
          <p:nvPr/>
        </p:nvGraphicFramePr>
        <p:xfrm>
          <a:off x="5359400" y="2740025"/>
          <a:ext cx="31527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4" name="Equation" r:id="rId15" imgW="1155600" imgH="203040" progId="Equation.3">
                  <p:embed/>
                </p:oleObj>
              </mc:Choice>
              <mc:Fallback>
                <p:oleObj name="Equation" r:id="rId15" imgW="115560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2740025"/>
                        <a:ext cx="3152775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6" name="Object 14"/>
          <p:cNvGraphicFramePr>
            <a:graphicFrameLocks noChangeAspect="1"/>
          </p:cNvGraphicFramePr>
          <p:nvPr/>
        </p:nvGraphicFramePr>
        <p:xfrm>
          <a:off x="382588" y="3414713"/>
          <a:ext cx="35798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5" name="Document" r:id="rId17" imgW="1400760" imgH="177480" progId="Word.Document.8">
                  <p:embed/>
                </p:oleObj>
              </mc:Choice>
              <mc:Fallback>
                <p:oleObj name="Document" r:id="rId17" imgW="1400760" imgH="17748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414713"/>
                        <a:ext cx="357981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7" name="Object 15"/>
          <p:cNvGraphicFramePr>
            <a:graphicFrameLocks noChangeAspect="1"/>
          </p:cNvGraphicFramePr>
          <p:nvPr/>
        </p:nvGraphicFramePr>
        <p:xfrm>
          <a:off x="4038600" y="3414713"/>
          <a:ext cx="25146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6" name="Equation" r:id="rId19" imgW="952200" imgH="203040" progId="Equation.3">
                  <p:embed/>
                </p:oleObj>
              </mc:Choice>
              <mc:Fallback>
                <p:oleObj name="Equation" r:id="rId19" imgW="95220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414713"/>
                        <a:ext cx="2514600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8" name="Object 16"/>
          <p:cNvGraphicFramePr>
            <a:graphicFrameLocks noChangeAspect="1"/>
          </p:cNvGraphicFramePr>
          <p:nvPr/>
        </p:nvGraphicFramePr>
        <p:xfrm>
          <a:off x="304800" y="4024313"/>
          <a:ext cx="34544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7" name="Equation" r:id="rId21" imgW="1307880" imgH="203040" progId="Equation.3">
                  <p:embed/>
                </p:oleObj>
              </mc:Choice>
              <mc:Fallback>
                <p:oleObj name="Equation" r:id="rId21" imgW="130788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024313"/>
                        <a:ext cx="3454400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9569" name="Group 17"/>
          <p:cNvGrpSpPr>
            <a:grpSpLocks/>
          </p:cNvGrpSpPr>
          <p:nvPr/>
        </p:nvGrpSpPr>
        <p:grpSpPr bwMode="auto">
          <a:xfrm>
            <a:off x="317500" y="2043113"/>
            <a:ext cx="3327400" cy="592137"/>
            <a:chOff x="200" y="1680"/>
            <a:chExt cx="2096" cy="373"/>
          </a:xfrm>
        </p:grpSpPr>
        <p:graphicFrame>
          <p:nvGraphicFramePr>
            <p:cNvPr id="919570" name="Object 18"/>
            <p:cNvGraphicFramePr>
              <a:graphicFrameLocks noChangeAspect="1"/>
            </p:cNvGraphicFramePr>
            <p:nvPr/>
          </p:nvGraphicFramePr>
          <p:xfrm>
            <a:off x="200" y="1728"/>
            <a:ext cx="171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9618" name="Document" r:id="rId23" imgW="1045080" imgH="203040" progId="Word.Document.8">
                    <p:embed/>
                  </p:oleObj>
                </mc:Choice>
                <mc:Fallback>
                  <p:oleObj name="Document" r:id="rId23" imgW="1045080" imgH="203040" progId="Word.Document.8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" y="1728"/>
                          <a:ext cx="171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9571" name="Text Box 19"/>
            <p:cNvSpPr txBox="1">
              <a:spLocks noChangeArrowheads="1"/>
            </p:cNvSpPr>
            <p:nvPr/>
          </p:nvSpPr>
          <p:spPr bwMode="auto">
            <a:xfrm>
              <a:off x="1920" y="1680"/>
              <a:ext cx="3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(1)</a:t>
              </a:r>
            </a:p>
          </p:txBody>
        </p:sp>
      </p:grpSp>
      <p:sp>
        <p:nvSpPr>
          <p:cNvPr id="919572" name="Text Box 20"/>
          <p:cNvSpPr txBox="1">
            <a:spLocks noChangeArrowheads="1"/>
          </p:cNvSpPr>
          <p:nvPr/>
        </p:nvSpPr>
        <p:spPr bwMode="auto">
          <a:xfrm>
            <a:off x="8480425" y="2684463"/>
            <a:ext cx="596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919573" name="Object 21"/>
          <p:cNvGraphicFramePr>
            <a:graphicFrameLocks noChangeAspect="1"/>
          </p:cNvGraphicFramePr>
          <p:nvPr/>
        </p:nvGraphicFramePr>
        <p:xfrm>
          <a:off x="3733800" y="4024313"/>
          <a:ext cx="164306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19" name="Equation" r:id="rId25" imgW="622080" imgH="203040" progId="Equation.3">
                  <p:embed/>
                </p:oleObj>
              </mc:Choice>
              <mc:Fallback>
                <p:oleObj name="Equation" r:id="rId25" imgW="62208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024313"/>
                        <a:ext cx="1643063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74" name="Object 22"/>
          <p:cNvGraphicFramePr>
            <a:graphicFrameLocks noChangeAspect="1"/>
          </p:cNvGraphicFramePr>
          <p:nvPr/>
        </p:nvGraphicFramePr>
        <p:xfrm>
          <a:off x="381000" y="4684713"/>
          <a:ext cx="18288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20" name="Document" r:id="rId27" imgW="708840" imgH="173160" progId="Word.Document.8">
                  <p:embed/>
                </p:oleObj>
              </mc:Choice>
              <mc:Fallback>
                <p:oleObj name="Document" r:id="rId27" imgW="708840" imgH="173160" progId="Word.Document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684713"/>
                        <a:ext cx="18288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75" name="Object 23"/>
          <p:cNvGraphicFramePr>
            <a:graphicFrameLocks noChangeAspect="1"/>
          </p:cNvGraphicFramePr>
          <p:nvPr/>
        </p:nvGraphicFramePr>
        <p:xfrm>
          <a:off x="2222500" y="4689475"/>
          <a:ext cx="11398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21" name="Equation" r:id="rId29" imgW="431640" imgH="203040" progId="Equation.3">
                  <p:embed/>
                </p:oleObj>
              </mc:Choice>
              <mc:Fallback>
                <p:oleObj name="Equation" r:id="rId29" imgW="431640" imgH="2030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4689475"/>
                        <a:ext cx="113982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76" name="Object 24"/>
          <p:cNvGraphicFramePr>
            <a:graphicFrameLocks noChangeAspect="1"/>
          </p:cNvGraphicFramePr>
          <p:nvPr/>
        </p:nvGraphicFramePr>
        <p:xfrm>
          <a:off x="3505200" y="4694238"/>
          <a:ext cx="32004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622" name="Document" r:id="rId31" imgW="1227600" imgH="203040" progId="Word.Document.8">
                  <p:embed/>
                </p:oleObj>
              </mc:Choice>
              <mc:Fallback>
                <p:oleObj name="Document" r:id="rId31" imgW="1227600" imgH="203040" progId="Word.Documen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694238"/>
                        <a:ext cx="32004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9577" name="Text Box 25"/>
          <p:cNvSpPr txBox="1">
            <a:spLocks noChangeArrowheads="1"/>
          </p:cNvSpPr>
          <p:nvPr/>
        </p:nvSpPr>
        <p:spPr bwMode="auto">
          <a:xfrm>
            <a:off x="304800" y="52578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推广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1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1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1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1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1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1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1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1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1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1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1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1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1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9554" grpId="0" autoUpdateAnimBg="0"/>
      <p:bldP spid="919555" grpId="0" autoUpdateAnimBg="0"/>
      <p:bldP spid="919556" grpId="0" autoUpdateAnimBg="0"/>
      <p:bldP spid="919557" grpId="0" autoUpdateAnimBg="0"/>
      <p:bldP spid="919558" grpId="0" autoUpdateAnimBg="0"/>
      <p:bldP spid="919572" grpId="0" autoUpdateAnimBg="0"/>
      <p:bldP spid="91957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701-58E9-4B92-AA39-898B4BDF6A38}" type="slidenum">
              <a:rPr lang="zh-CN" altLang="en-US"/>
              <a:pPr/>
              <a:t>31</a:t>
            </a:fld>
            <a:endParaRPr lang="zh-CN" altLang="en-US"/>
          </a:p>
        </p:txBody>
      </p:sp>
      <p:sp>
        <p:nvSpPr>
          <p:cNvPr id="920578" name="Text Box 2"/>
          <p:cNvSpPr txBox="1">
            <a:spLocks noChangeArrowheads="1"/>
          </p:cNvSpPr>
          <p:nvPr/>
        </p:nvSpPr>
        <p:spPr bwMode="auto">
          <a:xfrm>
            <a:off x="304800" y="381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例4</a:t>
            </a:r>
          </a:p>
        </p:txBody>
      </p:sp>
      <p:graphicFrame>
        <p:nvGraphicFramePr>
          <p:cNvPr id="920579" name="Object 3"/>
          <p:cNvGraphicFramePr>
            <a:graphicFrameLocks noChangeAspect="1"/>
          </p:cNvGraphicFramePr>
          <p:nvPr/>
        </p:nvGraphicFramePr>
        <p:xfrm>
          <a:off x="1193800" y="347663"/>
          <a:ext cx="7696200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24" name="Document" r:id="rId3" imgW="2900520" imgH="247320" progId="Word.Document.8">
                  <p:embed/>
                </p:oleObj>
              </mc:Choice>
              <mc:Fallback>
                <p:oleObj name="Document" r:id="rId3" imgW="2900520" imgH="2473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347663"/>
                        <a:ext cx="7696200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0580" name="Group 4"/>
          <p:cNvGrpSpPr>
            <a:grpSpLocks/>
          </p:cNvGrpSpPr>
          <p:nvPr/>
        </p:nvGrpSpPr>
        <p:grpSpPr bwMode="auto">
          <a:xfrm>
            <a:off x="990600" y="990600"/>
            <a:ext cx="5486400" cy="563563"/>
            <a:chOff x="624" y="754"/>
            <a:chExt cx="3456" cy="355"/>
          </a:xfrm>
        </p:grpSpPr>
        <p:graphicFrame>
          <p:nvGraphicFramePr>
            <p:cNvPr id="920581" name="Object 5"/>
            <p:cNvGraphicFramePr>
              <a:graphicFrameLocks noChangeAspect="1"/>
            </p:cNvGraphicFramePr>
            <p:nvPr/>
          </p:nvGraphicFramePr>
          <p:xfrm>
            <a:off x="1470" y="754"/>
            <a:ext cx="2610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25" name="Equation" r:id="rId5" imgW="1752480" imgH="241200" progId="Equation.3">
                    <p:embed/>
                  </p:oleObj>
                </mc:Choice>
                <mc:Fallback>
                  <p:oleObj name="Equation" r:id="rId5" imgW="1752480" imgH="241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" y="754"/>
                          <a:ext cx="2610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0582" name="Text Box 6"/>
            <p:cNvSpPr txBox="1">
              <a:spLocks noChangeArrowheads="1"/>
            </p:cNvSpPr>
            <p:nvPr/>
          </p:nvSpPr>
          <p:spPr bwMode="auto">
            <a:xfrm>
              <a:off x="624" y="768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多项式</a:t>
              </a:r>
            </a:p>
          </p:txBody>
        </p:sp>
      </p:grpSp>
      <p:graphicFrame>
        <p:nvGraphicFramePr>
          <p:cNvPr id="920583" name="Object 7"/>
          <p:cNvGraphicFramePr>
            <a:graphicFrameLocks noChangeAspect="1"/>
          </p:cNvGraphicFramePr>
          <p:nvPr/>
        </p:nvGraphicFramePr>
        <p:xfrm>
          <a:off x="381000" y="1676400"/>
          <a:ext cx="83820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26" name="Document" r:id="rId7" imgW="3346560" imgH="403920" progId="Word.Document.8">
                  <p:embed/>
                </p:oleObj>
              </mc:Choice>
              <mc:Fallback>
                <p:oleObj name="Document" r:id="rId7" imgW="3346560" imgH="4039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76400"/>
                        <a:ext cx="83820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0584" name="Text Box 8"/>
          <p:cNvSpPr txBox="1">
            <a:spLocks noChangeArrowheads="1"/>
          </p:cNvSpPr>
          <p:nvPr/>
        </p:nvSpPr>
        <p:spPr bwMode="auto">
          <a:xfrm>
            <a:off x="1981200" y="21336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证略</a:t>
            </a:r>
          </a:p>
        </p:txBody>
      </p:sp>
      <p:sp>
        <p:nvSpPr>
          <p:cNvPr id="920585" name="Text Box 9"/>
          <p:cNvSpPr txBox="1">
            <a:spLocks noChangeArrowheads="1"/>
          </p:cNvSpPr>
          <p:nvPr/>
        </p:nvSpPr>
        <p:spPr bwMode="auto">
          <a:xfrm>
            <a:off x="838200" y="2743200"/>
            <a:ext cx="5688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例如,矩阵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的有一个特征值为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/>
              <a:t>,则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20586" name="Object 10"/>
          <p:cNvGraphicFramePr>
            <a:graphicFrameLocks noChangeAspect="1"/>
          </p:cNvGraphicFramePr>
          <p:nvPr/>
        </p:nvGraphicFramePr>
        <p:xfrm>
          <a:off x="6400800" y="2727325"/>
          <a:ext cx="2286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27" name="Equation" r:id="rId9" imgW="888840" imgH="203040" progId="Equation.3">
                  <p:embed/>
                </p:oleObj>
              </mc:Choice>
              <mc:Fallback>
                <p:oleObj name="Equation" r:id="rId9" imgW="88884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727325"/>
                        <a:ext cx="22860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0587" name="Text Box 11"/>
          <p:cNvSpPr txBox="1">
            <a:spLocks noChangeArrowheads="1"/>
          </p:cNvSpPr>
          <p:nvPr/>
        </p:nvSpPr>
        <p:spPr bwMode="auto">
          <a:xfrm>
            <a:off x="266700" y="3352800"/>
            <a:ext cx="2324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有一个特征值</a:t>
            </a:r>
          </a:p>
        </p:txBody>
      </p:sp>
      <p:sp>
        <p:nvSpPr>
          <p:cNvPr id="920588" name="Text Box 12"/>
          <p:cNvSpPr txBox="1">
            <a:spLocks noChangeArrowheads="1"/>
          </p:cNvSpPr>
          <p:nvPr/>
        </p:nvSpPr>
        <p:spPr bwMode="auto">
          <a:xfrm>
            <a:off x="2492375" y="3363913"/>
            <a:ext cx="447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7.</a:t>
            </a:r>
          </a:p>
        </p:txBody>
      </p:sp>
      <p:sp>
        <p:nvSpPr>
          <p:cNvPr id="920589" name="Text Box 13"/>
          <p:cNvSpPr txBox="1">
            <a:spLocks noChangeArrowheads="1"/>
          </p:cNvSpPr>
          <p:nvPr/>
        </p:nvSpPr>
        <p:spPr bwMode="auto">
          <a:xfrm>
            <a:off x="304800" y="399573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例5</a:t>
            </a:r>
          </a:p>
        </p:txBody>
      </p:sp>
      <p:sp>
        <p:nvSpPr>
          <p:cNvPr id="920590" name="Text Box 14"/>
          <p:cNvSpPr txBox="1">
            <a:spLocks noChangeArrowheads="1"/>
          </p:cNvSpPr>
          <p:nvPr/>
        </p:nvSpPr>
        <p:spPr bwMode="auto">
          <a:xfrm>
            <a:off x="304800" y="460533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20591" name="Object 15"/>
          <p:cNvGraphicFramePr>
            <a:graphicFrameLocks noChangeAspect="1"/>
          </p:cNvGraphicFramePr>
          <p:nvPr/>
        </p:nvGraphicFramePr>
        <p:xfrm>
          <a:off x="1143000" y="4681538"/>
          <a:ext cx="14446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28" name="Equation" r:id="rId11" imgW="634680" imgH="177480" progId="Equation.3">
                  <p:embed/>
                </p:oleObj>
              </mc:Choice>
              <mc:Fallback>
                <p:oleObj name="Equation" r:id="rId11" imgW="634680" imgH="177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81538"/>
                        <a:ext cx="14446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92" name="Object 16"/>
          <p:cNvGraphicFramePr>
            <a:graphicFrameLocks noChangeAspect="1"/>
          </p:cNvGraphicFramePr>
          <p:nvPr/>
        </p:nvGraphicFramePr>
        <p:xfrm>
          <a:off x="2667000" y="4638675"/>
          <a:ext cx="23923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29" name="Equation" r:id="rId13" imgW="1028520" imgH="228600" progId="Equation.3">
                  <p:embed/>
                </p:oleObj>
              </mc:Choice>
              <mc:Fallback>
                <p:oleObj name="Equation" r:id="rId13" imgW="102852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638675"/>
                        <a:ext cx="2392363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93" name="Object 17"/>
          <p:cNvGraphicFramePr>
            <a:graphicFrameLocks noChangeAspect="1"/>
          </p:cNvGraphicFramePr>
          <p:nvPr/>
        </p:nvGraphicFramePr>
        <p:xfrm>
          <a:off x="533400" y="5214938"/>
          <a:ext cx="167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0" name="Document" r:id="rId15" imgW="739800" imgH="207720" progId="Word.Document.8">
                  <p:embed/>
                </p:oleObj>
              </mc:Choice>
              <mc:Fallback>
                <p:oleObj name="Document" r:id="rId15" imgW="739800" imgH="20772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214938"/>
                        <a:ext cx="167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94" name="Object 18"/>
          <p:cNvGraphicFramePr>
            <a:graphicFrameLocks noChangeAspect="1"/>
          </p:cNvGraphicFramePr>
          <p:nvPr/>
        </p:nvGraphicFramePr>
        <p:xfrm>
          <a:off x="2286000" y="5214938"/>
          <a:ext cx="23622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1" name="Document" r:id="rId17" imgW="1000080" imgH="207000" progId="Word.Document.8">
                  <p:embed/>
                </p:oleObj>
              </mc:Choice>
              <mc:Fallback>
                <p:oleObj name="Document" r:id="rId17" imgW="1000080" imgH="20700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214938"/>
                        <a:ext cx="23622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95" name="Object 19"/>
          <p:cNvGraphicFramePr>
            <a:graphicFrameLocks noChangeAspect="1"/>
          </p:cNvGraphicFramePr>
          <p:nvPr/>
        </p:nvGraphicFramePr>
        <p:xfrm>
          <a:off x="4619625" y="5214938"/>
          <a:ext cx="272573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2" name="Equation" r:id="rId19" imgW="1180800" imgH="228600" progId="Equation.3">
                  <p:embed/>
                </p:oleObj>
              </mc:Choice>
              <mc:Fallback>
                <p:oleObj name="Equation" r:id="rId19" imgW="11808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5214938"/>
                        <a:ext cx="2725738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96" name="Object 20"/>
          <p:cNvGraphicFramePr>
            <a:graphicFrameLocks noChangeAspect="1"/>
          </p:cNvGraphicFramePr>
          <p:nvPr/>
        </p:nvGraphicFramePr>
        <p:xfrm>
          <a:off x="609600" y="5824538"/>
          <a:ext cx="21701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3" name="Equation" r:id="rId21" imgW="939600" imgH="228600" progId="Equation.3">
                  <p:embed/>
                </p:oleObj>
              </mc:Choice>
              <mc:Fallback>
                <p:oleObj name="Equation" r:id="rId21" imgW="9396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824538"/>
                        <a:ext cx="2170113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0597" name="Object 21"/>
          <p:cNvGraphicFramePr>
            <a:graphicFrameLocks noChangeAspect="1"/>
          </p:cNvGraphicFramePr>
          <p:nvPr/>
        </p:nvGraphicFramePr>
        <p:xfrm>
          <a:off x="2819400" y="5878513"/>
          <a:ext cx="28733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4" name="Equation" r:id="rId23" imgW="1244520" imgH="203040" progId="Equation.3">
                  <p:embed/>
                </p:oleObj>
              </mc:Choice>
              <mc:Fallback>
                <p:oleObj name="Equation" r:id="rId23" imgW="124452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878513"/>
                        <a:ext cx="2873375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0598" name="AutoShape 22"/>
          <p:cNvSpPr>
            <a:spLocks noChangeArrowheads="1"/>
          </p:cNvSpPr>
          <p:nvPr/>
        </p:nvSpPr>
        <p:spPr bwMode="auto">
          <a:xfrm>
            <a:off x="4038600" y="3352800"/>
            <a:ext cx="1905000" cy="533400"/>
          </a:xfrm>
          <a:prstGeom prst="wedgeRoundRectCallout">
            <a:avLst>
              <a:gd name="adj1" fmla="val -123333"/>
              <a:gd name="adj2" fmla="val 90477"/>
              <a:gd name="adj3" fmla="val 16667"/>
            </a:avLst>
          </a:prstGeom>
          <a:noFill/>
          <a:ln w="317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/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</a:rPr>
              <a:t>幂等矩阵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graphicFrame>
        <p:nvGraphicFramePr>
          <p:cNvPr id="920599" name="Object 23"/>
          <p:cNvGraphicFramePr>
            <a:graphicFrameLocks noChangeAspect="1"/>
          </p:cNvGraphicFramePr>
          <p:nvPr/>
        </p:nvGraphicFramePr>
        <p:xfrm>
          <a:off x="1143000" y="3967163"/>
          <a:ext cx="5181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635" name="Document" r:id="rId25" imgW="2158920" imgH="219240" progId="Word.Document.8">
                  <p:embed/>
                </p:oleObj>
              </mc:Choice>
              <mc:Fallback>
                <p:oleObj name="Document" r:id="rId25" imgW="2158920" imgH="219240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967163"/>
                        <a:ext cx="5181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92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2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2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2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2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2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92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0578" grpId="0" autoUpdateAnimBg="0"/>
      <p:bldP spid="920584" grpId="0" autoUpdateAnimBg="0"/>
      <p:bldP spid="920585" grpId="0" autoUpdateAnimBg="0"/>
      <p:bldP spid="920587" grpId="0" autoUpdateAnimBg="0"/>
      <p:bldP spid="920588" grpId="0" autoUpdateAnimBg="0"/>
      <p:bldP spid="920589" grpId="0" autoUpdateAnimBg="0"/>
      <p:bldP spid="920590" grpId="0" autoUpdateAnimBg="0"/>
      <p:bldP spid="920598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4E940-8768-4012-96EC-60ACEA695E26}" type="slidenum">
              <a:rPr lang="zh-CN" altLang="en-US"/>
              <a:pPr/>
              <a:t>32</a:t>
            </a:fld>
            <a:endParaRPr lang="zh-CN" altLang="en-US"/>
          </a:p>
        </p:txBody>
      </p:sp>
      <p:sp>
        <p:nvSpPr>
          <p:cNvPr id="921602" name="Text Box 2"/>
          <p:cNvSpPr txBox="1">
            <a:spLocks noChangeArrowheads="1"/>
          </p:cNvSpPr>
          <p:nvPr/>
        </p:nvSpPr>
        <p:spPr bwMode="auto">
          <a:xfrm>
            <a:off x="304800" y="48006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练习：</a:t>
            </a:r>
          </a:p>
        </p:txBody>
      </p:sp>
      <p:graphicFrame>
        <p:nvGraphicFramePr>
          <p:cNvPr id="921603" name="Object 3"/>
          <p:cNvGraphicFramePr>
            <a:graphicFrameLocks noChangeAspect="1"/>
          </p:cNvGraphicFramePr>
          <p:nvPr/>
        </p:nvGraphicFramePr>
        <p:xfrm>
          <a:off x="1393825" y="4787900"/>
          <a:ext cx="51974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30" name="Document" r:id="rId3" imgW="2255400" imgH="225360" progId="Word.Document.8">
                  <p:embed/>
                </p:oleObj>
              </mc:Choice>
              <mc:Fallback>
                <p:oleObj name="Document" r:id="rId3" imgW="2255400" imgH="2253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4787900"/>
                        <a:ext cx="519747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例4</a:t>
            </a:r>
          </a:p>
        </p:txBody>
      </p:sp>
      <p:graphicFrame>
        <p:nvGraphicFramePr>
          <p:cNvPr id="921605" name="Object 5"/>
          <p:cNvGraphicFramePr>
            <a:graphicFrameLocks noChangeAspect="1"/>
          </p:cNvGraphicFramePr>
          <p:nvPr/>
        </p:nvGraphicFramePr>
        <p:xfrm>
          <a:off x="1181100" y="347663"/>
          <a:ext cx="74168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31" name="Document" r:id="rId5" imgW="2900520" imgH="247680" progId="Word.Document.8">
                  <p:embed/>
                </p:oleObj>
              </mc:Choice>
              <mc:Fallback>
                <p:oleObj name="Document" r:id="rId5" imgW="2900520" imgH="24768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347663"/>
                        <a:ext cx="741680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1606" name="Group 6"/>
          <p:cNvGrpSpPr>
            <a:grpSpLocks/>
          </p:cNvGrpSpPr>
          <p:nvPr/>
        </p:nvGrpSpPr>
        <p:grpSpPr bwMode="auto">
          <a:xfrm>
            <a:off x="990600" y="990600"/>
            <a:ext cx="5486400" cy="563563"/>
            <a:chOff x="624" y="754"/>
            <a:chExt cx="3456" cy="355"/>
          </a:xfrm>
        </p:grpSpPr>
        <p:graphicFrame>
          <p:nvGraphicFramePr>
            <p:cNvPr id="921607" name="Object 7"/>
            <p:cNvGraphicFramePr>
              <a:graphicFrameLocks noChangeAspect="1"/>
            </p:cNvGraphicFramePr>
            <p:nvPr/>
          </p:nvGraphicFramePr>
          <p:xfrm>
            <a:off x="1470" y="754"/>
            <a:ext cx="2610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632" name="Equation" r:id="rId7" imgW="1752480" imgH="241200" progId="Equation.3">
                    <p:embed/>
                  </p:oleObj>
                </mc:Choice>
                <mc:Fallback>
                  <p:oleObj name="Equation" r:id="rId7" imgW="1752480" imgH="241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" y="754"/>
                          <a:ext cx="2610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608" name="Text Box 8"/>
            <p:cNvSpPr txBox="1">
              <a:spLocks noChangeArrowheads="1"/>
            </p:cNvSpPr>
            <p:nvPr/>
          </p:nvSpPr>
          <p:spPr bwMode="auto">
            <a:xfrm>
              <a:off x="624" y="768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多项式</a:t>
              </a:r>
            </a:p>
          </p:txBody>
        </p:sp>
      </p:grpSp>
      <p:graphicFrame>
        <p:nvGraphicFramePr>
          <p:cNvPr id="921609" name="Object 9"/>
          <p:cNvGraphicFramePr>
            <a:graphicFrameLocks noChangeAspect="1"/>
          </p:cNvGraphicFramePr>
          <p:nvPr/>
        </p:nvGraphicFramePr>
        <p:xfrm>
          <a:off x="381000" y="1676400"/>
          <a:ext cx="83820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33" name="Document" r:id="rId9" imgW="3346560" imgH="403920" progId="Word.Document.8">
                  <p:embed/>
                </p:oleObj>
              </mc:Choice>
              <mc:Fallback>
                <p:oleObj name="Document" r:id="rId9" imgW="3346560" imgH="40392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76400"/>
                        <a:ext cx="83820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10" name="Text Box 10"/>
          <p:cNvSpPr txBox="1">
            <a:spLocks noChangeArrowheads="1"/>
          </p:cNvSpPr>
          <p:nvPr/>
        </p:nvSpPr>
        <p:spPr bwMode="auto">
          <a:xfrm>
            <a:off x="1971675" y="215265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证略</a:t>
            </a:r>
          </a:p>
        </p:txBody>
      </p:sp>
      <p:sp>
        <p:nvSpPr>
          <p:cNvPr id="921611" name="Text Box 11"/>
          <p:cNvSpPr txBox="1">
            <a:spLocks noChangeArrowheads="1"/>
          </p:cNvSpPr>
          <p:nvPr/>
        </p:nvSpPr>
        <p:spPr bwMode="auto">
          <a:xfrm>
            <a:off x="838200" y="2743200"/>
            <a:ext cx="5688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例如,矩阵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的有一个特征值为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/>
              <a:t>,则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21612" name="Object 12"/>
          <p:cNvGraphicFramePr>
            <a:graphicFrameLocks noChangeAspect="1"/>
          </p:cNvGraphicFramePr>
          <p:nvPr/>
        </p:nvGraphicFramePr>
        <p:xfrm>
          <a:off x="6400800" y="2727325"/>
          <a:ext cx="2286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34" name="Equation" r:id="rId11" imgW="888840" imgH="203040" progId="Equation.3">
                  <p:embed/>
                </p:oleObj>
              </mc:Choice>
              <mc:Fallback>
                <p:oleObj name="Equation" r:id="rId11" imgW="88884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727325"/>
                        <a:ext cx="22860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13" name="Text Box 13"/>
          <p:cNvSpPr txBox="1">
            <a:spLocks noChangeArrowheads="1"/>
          </p:cNvSpPr>
          <p:nvPr/>
        </p:nvSpPr>
        <p:spPr bwMode="auto">
          <a:xfrm>
            <a:off x="266700" y="3352800"/>
            <a:ext cx="2324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有一个特征值</a:t>
            </a:r>
          </a:p>
        </p:txBody>
      </p:sp>
      <p:sp>
        <p:nvSpPr>
          <p:cNvPr id="921614" name="Text Box 14"/>
          <p:cNvSpPr txBox="1">
            <a:spLocks noChangeArrowheads="1"/>
          </p:cNvSpPr>
          <p:nvPr/>
        </p:nvSpPr>
        <p:spPr bwMode="auto">
          <a:xfrm>
            <a:off x="2492375" y="3363913"/>
            <a:ext cx="447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7.</a:t>
            </a:r>
          </a:p>
        </p:txBody>
      </p:sp>
      <p:sp>
        <p:nvSpPr>
          <p:cNvPr id="921615" name="Text Box 15"/>
          <p:cNvSpPr txBox="1">
            <a:spLocks noChangeArrowheads="1"/>
          </p:cNvSpPr>
          <p:nvPr/>
        </p:nvSpPr>
        <p:spPr bwMode="auto">
          <a:xfrm>
            <a:off x="304800" y="399573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例5</a:t>
            </a:r>
          </a:p>
        </p:txBody>
      </p:sp>
      <p:sp>
        <p:nvSpPr>
          <p:cNvPr id="921616" name="AutoShape 16"/>
          <p:cNvSpPr>
            <a:spLocks noChangeArrowheads="1"/>
          </p:cNvSpPr>
          <p:nvPr/>
        </p:nvSpPr>
        <p:spPr bwMode="auto">
          <a:xfrm>
            <a:off x="4038600" y="3352800"/>
            <a:ext cx="1905000" cy="533400"/>
          </a:xfrm>
          <a:prstGeom prst="wedgeRoundRectCallout">
            <a:avLst>
              <a:gd name="adj1" fmla="val -123333"/>
              <a:gd name="adj2" fmla="val 90477"/>
              <a:gd name="adj3" fmla="val 16667"/>
            </a:avLst>
          </a:prstGeom>
          <a:noFill/>
          <a:ln w="317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/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</a:rPr>
              <a:t>幂等矩阵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graphicFrame>
        <p:nvGraphicFramePr>
          <p:cNvPr id="921617" name="Object 17"/>
          <p:cNvGraphicFramePr>
            <a:graphicFrameLocks noChangeAspect="1"/>
          </p:cNvGraphicFramePr>
          <p:nvPr/>
        </p:nvGraphicFramePr>
        <p:xfrm>
          <a:off x="1139825" y="3967163"/>
          <a:ext cx="56419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35" name="Document" r:id="rId13" imgW="2158920" imgH="219240" progId="Word.Document.8">
                  <p:embed/>
                </p:oleObj>
              </mc:Choice>
              <mc:Fallback>
                <p:oleObj name="Document" r:id="rId13" imgW="2158920" imgH="21924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3967163"/>
                        <a:ext cx="56419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0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5C2A-447F-4639-B48A-8A7E2A58CD43}" type="slidenum">
              <a:rPr lang="zh-CN" altLang="en-US"/>
              <a:pPr/>
              <a:t>33</a:t>
            </a:fld>
            <a:endParaRPr lang="zh-CN" altLang="en-US"/>
          </a:p>
        </p:txBody>
      </p:sp>
      <p:graphicFrame>
        <p:nvGraphicFramePr>
          <p:cNvPr id="922626" name="Object 2"/>
          <p:cNvGraphicFramePr>
            <a:graphicFrameLocks noChangeAspect="1"/>
          </p:cNvGraphicFramePr>
          <p:nvPr/>
        </p:nvGraphicFramePr>
        <p:xfrm>
          <a:off x="381000" y="304800"/>
          <a:ext cx="80010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1" name="Document" r:id="rId3" imgW="3198600" imgH="447480" progId="Word.Document.8">
                  <p:embed/>
                </p:oleObj>
              </mc:Choice>
              <mc:Fallback>
                <p:oleObj name="Document" r:id="rId3" imgW="3198600" imgH="4474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"/>
                        <a:ext cx="80010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27" name="Text Box 3"/>
          <p:cNvSpPr txBox="1">
            <a:spLocks noChangeArrowheads="1"/>
          </p:cNvSpPr>
          <p:nvPr/>
        </p:nvSpPr>
        <p:spPr bwMode="auto">
          <a:xfrm>
            <a:off x="304800" y="3048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例6</a:t>
            </a:r>
          </a:p>
        </p:txBody>
      </p:sp>
      <p:sp>
        <p:nvSpPr>
          <p:cNvPr id="922628" name="Text Box 4"/>
          <p:cNvSpPr txBox="1">
            <a:spLocks noChangeArrowheads="1"/>
          </p:cNvSpPr>
          <p:nvPr/>
        </p:nvSpPr>
        <p:spPr bwMode="auto">
          <a:xfrm>
            <a:off x="381000" y="16764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22629" name="Object 5"/>
          <p:cNvGraphicFramePr>
            <a:graphicFrameLocks noChangeAspect="1"/>
          </p:cNvGraphicFramePr>
          <p:nvPr/>
        </p:nvGraphicFramePr>
        <p:xfrm>
          <a:off x="1127125" y="1685925"/>
          <a:ext cx="19970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2" name="Equation" r:id="rId5" imgW="850680" imgH="228600" progId="Equation.3">
                  <p:embed/>
                </p:oleObj>
              </mc:Choice>
              <mc:Fallback>
                <p:oleObj name="Equation" r:id="rId5" imgW="8506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1685925"/>
                        <a:ext cx="19970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30" name="Object 6"/>
          <p:cNvGraphicFramePr>
            <a:graphicFrameLocks noChangeAspect="1"/>
          </p:cNvGraphicFramePr>
          <p:nvPr/>
        </p:nvGraphicFramePr>
        <p:xfrm>
          <a:off x="3371850" y="1697038"/>
          <a:ext cx="264795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3" name="Equation" r:id="rId7" imgW="1143000" imgH="228600" progId="Equation.3">
                  <p:embed/>
                </p:oleObj>
              </mc:Choice>
              <mc:Fallback>
                <p:oleObj name="Equation" r:id="rId7" imgW="1143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1697038"/>
                        <a:ext cx="2647950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31" name="Text Box 7"/>
          <p:cNvSpPr txBox="1">
            <a:spLocks noChangeArrowheads="1"/>
          </p:cNvSpPr>
          <p:nvPr/>
        </p:nvSpPr>
        <p:spPr bwMode="auto">
          <a:xfrm>
            <a:off x="457200" y="2514600"/>
            <a:ext cx="1700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由性质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/>
              <a:t>,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22632" name="Object 8"/>
          <p:cNvGraphicFramePr>
            <a:graphicFrameLocks noChangeAspect="1"/>
          </p:cNvGraphicFramePr>
          <p:nvPr/>
        </p:nvGraphicFramePr>
        <p:xfrm>
          <a:off x="1981200" y="2481263"/>
          <a:ext cx="2438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4" name="Document" r:id="rId9" imgW="981720" imgH="203760" progId="Word.Document.8">
                  <p:embed/>
                </p:oleObj>
              </mc:Choice>
              <mc:Fallback>
                <p:oleObj name="Document" r:id="rId9" imgW="981720" imgH="20376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481263"/>
                        <a:ext cx="24384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33" name="Object 9"/>
          <p:cNvGraphicFramePr>
            <a:graphicFrameLocks noChangeAspect="1"/>
          </p:cNvGraphicFramePr>
          <p:nvPr/>
        </p:nvGraphicFramePr>
        <p:xfrm>
          <a:off x="1371600" y="3248025"/>
          <a:ext cx="320516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5" name="Equation" r:id="rId11" imgW="1320480" imgH="444240" progId="Equation.3">
                  <p:embed/>
                </p:oleObj>
              </mc:Choice>
              <mc:Fallback>
                <p:oleObj name="Equation" r:id="rId11" imgW="132048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248025"/>
                        <a:ext cx="3205163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34" name="Text Box 10"/>
          <p:cNvSpPr txBox="1">
            <a:spLocks noChangeArrowheads="1"/>
          </p:cNvSpPr>
          <p:nvPr/>
        </p:nvSpPr>
        <p:spPr bwMode="auto">
          <a:xfrm>
            <a:off x="304800" y="4391025"/>
            <a:ext cx="861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</a:t>
            </a:r>
            <a:r>
              <a:rPr lang="zh-CN" altLang="en-US"/>
              <a:t>：因为方阵</a:t>
            </a:r>
            <a:r>
              <a:rPr lang="en-US" altLang="zh-CN" sz="3000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可逆，所以其所有特征值不等于零。</a:t>
            </a:r>
          </a:p>
        </p:txBody>
      </p:sp>
      <p:graphicFrame>
        <p:nvGraphicFramePr>
          <p:cNvPr id="922635" name="Object 11"/>
          <p:cNvGraphicFramePr>
            <a:graphicFrameLocks noChangeAspect="1"/>
          </p:cNvGraphicFramePr>
          <p:nvPr/>
        </p:nvGraphicFramePr>
        <p:xfrm>
          <a:off x="5410200" y="2486025"/>
          <a:ext cx="3124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6" name="Document" r:id="rId13" imgW="1251000" imgH="230760" progId="Word.Document.8">
                  <p:embed/>
                </p:oleObj>
              </mc:Choice>
              <mc:Fallback>
                <p:oleObj name="Document" r:id="rId13" imgW="1251000" imgH="23076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486025"/>
                        <a:ext cx="3124200" cy="581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33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36" name="Object 12"/>
          <p:cNvGraphicFramePr>
            <a:graphicFrameLocks noChangeAspect="1"/>
          </p:cNvGraphicFramePr>
          <p:nvPr/>
        </p:nvGraphicFramePr>
        <p:xfrm>
          <a:off x="5410200" y="3324225"/>
          <a:ext cx="31242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7" name="Document" r:id="rId15" imgW="1267920" imgH="241200" progId="Word.Document.8">
                  <p:embed/>
                </p:oleObj>
              </mc:Choice>
              <mc:Fallback>
                <p:oleObj name="Document" r:id="rId15" imgW="1267920" imgH="2412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324225"/>
                        <a:ext cx="3124200" cy="6159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33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27" grpId="0" autoUpdateAnimBg="0"/>
      <p:bldP spid="922628" grpId="0" autoUpdateAnimBg="0"/>
      <p:bldP spid="922631" grpId="0" autoUpdateAnimBg="0"/>
      <p:bldP spid="92263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B983-A2F6-4D77-8CFC-3B1A9827B5C8}" type="slidenum">
              <a:rPr lang="zh-CN" altLang="en-US"/>
              <a:pPr/>
              <a:t>34</a:t>
            </a:fld>
            <a:endParaRPr lang="zh-CN" altLang="en-US"/>
          </a:p>
        </p:txBody>
      </p:sp>
      <p:sp>
        <p:nvSpPr>
          <p:cNvPr id="923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700" y="152400"/>
            <a:ext cx="60198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矩阵的特征多项式的性质： </a:t>
            </a:r>
            <a:endParaRPr lang="zh-CN" altLang="en-US"/>
          </a:p>
        </p:txBody>
      </p:sp>
      <p:graphicFrame>
        <p:nvGraphicFramePr>
          <p:cNvPr id="923651" name="Object 3"/>
          <p:cNvGraphicFramePr>
            <a:graphicFrameLocks noChangeAspect="1"/>
          </p:cNvGraphicFramePr>
          <p:nvPr/>
        </p:nvGraphicFramePr>
        <p:xfrm>
          <a:off x="419100" y="762000"/>
          <a:ext cx="49752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87" name="Document" r:id="rId3" imgW="1953360" imgH="241200" progId="Word.Document.8">
                  <p:embed/>
                </p:oleObj>
              </mc:Choice>
              <mc:Fallback>
                <p:oleObj name="Document" r:id="rId3" imgW="1953360" imgH="2412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762000"/>
                        <a:ext cx="4975225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2" name="Object 4"/>
          <p:cNvGraphicFramePr>
            <a:graphicFrameLocks noChangeAspect="1"/>
          </p:cNvGraphicFramePr>
          <p:nvPr/>
        </p:nvGraphicFramePr>
        <p:xfrm>
          <a:off x="571500" y="1295400"/>
          <a:ext cx="69103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88" name="Equation" r:id="rId5" imgW="2984400" imgH="939600" progId="Equation.3">
                  <p:embed/>
                </p:oleObj>
              </mc:Choice>
              <mc:Fallback>
                <p:oleObj name="Equation" r:id="rId5" imgW="298440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295400"/>
                        <a:ext cx="6910388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653" name="Group 5"/>
          <p:cNvGrpSpPr>
            <a:grpSpLocks/>
          </p:cNvGrpSpPr>
          <p:nvPr/>
        </p:nvGrpSpPr>
        <p:grpSpPr bwMode="auto">
          <a:xfrm>
            <a:off x="342900" y="3505200"/>
            <a:ext cx="7924800" cy="530225"/>
            <a:chOff x="288" y="2256"/>
            <a:chExt cx="4992" cy="334"/>
          </a:xfrm>
        </p:grpSpPr>
        <p:graphicFrame>
          <p:nvGraphicFramePr>
            <p:cNvPr id="923654" name="Object 6"/>
            <p:cNvGraphicFramePr>
              <a:graphicFrameLocks noChangeAspect="1"/>
            </p:cNvGraphicFramePr>
            <p:nvPr/>
          </p:nvGraphicFramePr>
          <p:xfrm>
            <a:off x="288" y="2263"/>
            <a:ext cx="1751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89" name="Document" r:id="rId7" imgW="1090800" imgH="177480" progId="Word.Document.8">
                    <p:embed/>
                  </p:oleObj>
                </mc:Choice>
                <mc:Fallback>
                  <p:oleObj name="Document" r:id="rId7" imgW="1090800" imgH="177480" progId="Word.Document.8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263"/>
                          <a:ext cx="1751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55" name="Object 7"/>
            <p:cNvGraphicFramePr>
              <a:graphicFrameLocks noChangeAspect="1"/>
            </p:cNvGraphicFramePr>
            <p:nvPr/>
          </p:nvGraphicFramePr>
          <p:xfrm>
            <a:off x="2070" y="2263"/>
            <a:ext cx="241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90" name="Equation" r:id="rId9" imgW="1777680" imgH="228600" progId="Equation.3">
                    <p:embed/>
                  </p:oleObj>
                </mc:Choice>
                <mc:Fallback>
                  <p:oleObj name="Equation" r:id="rId9" imgW="177768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" y="2263"/>
                          <a:ext cx="2414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656" name="Text Box 8"/>
            <p:cNvSpPr txBox="1">
              <a:spLocks noChangeArrowheads="1"/>
            </p:cNvSpPr>
            <p:nvPr/>
          </p:nvSpPr>
          <p:spPr bwMode="auto">
            <a:xfrm>
              <a:off x="4435" y="2256"/>
              <a:ext cx="8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中出现,</a:t>
              </a:r>
            </a:p>
          </p:txBody>
        </p:sp>
      </p:grpSp>
      <p:graphicFrame>
        <p:nvGraphicFramePr>
          <p:cNvPr id="923657" name="Object 9"/>
          <p:cNvGraphicFramePr>
            <a:graphicFrameLocks noChangeAspect="1"/>
          </p:cNvGraphicFramePr>
          <p:nvPr/>
        </p:nvGraphicFramePr>
        <p:xfrm>
          <a:off x="344488" y="4092575"/>
          <a:ext cx="49196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91" name="Document" r:id="rId11" imgW="1943640" imgH="185040" progId="Word.Document.8">
                  <p:embed/>
                </p:oleObj>
              </mc:Choice>
              <mc:Fallback>
                <p:oleObj name="Document" r:id="rId11" imgW="1943640" imgH="18504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4092575"/>
                        <a:ext cx="49196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658" name="Group 10"/>
          <p:cNvGrpSpPr>
            <a:grpSpLocks/>
          </p:cNvGrpSpPr>
          <p:nvPr/>
        </p:nvGrpSpPr>
        <p:grpSpPr bwMode="auto">
          <a:xfrm>
            <a:off x="266700" y="4616450"/>
            <a:ext cx="7162800" cy="565150"/>
            <a:chOff x="240" y="2976"/>
            <a:chExt cx="4512" cy="356"/>
          </a:xfrm>
        </p:grpSpPr>
        <p:sp>
          <p:nvSpPr>
            <p:cNvPr id="923659" name="Text Box 11"/>
            <p:cNvSpPr txBox="1">
              <a:spLocks noChangeArrowheads="1"/>
            </p:cNvSpPr>
            <p:nvPr/>
          </p:nvSpPr>
          <p:spPr bwMode="auto">
            <a:xfrm>
              <a:off x="240" y="2976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故有</a:t>
              </a:r>
            </a:p>
          </p:txBody>
        </p:sp>
        <p:graphicFrame>
          <p:nvGraphicFramePr>
            <p:cNvPr id="923660" name="Object 12"/>
            <p:cNvGraphicFramePr>
              <a:graphicFrameLocks noChangeAspect="1"/>
            </p:cNvGraphicFramePr>
            <p:nvPr/>
          </p:nvGraphicFramePr>
          <p:xfrm>
            <a:off x="864" y="2976"/>
            <a:ext cx="3888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92" name="Equation" r:id="rId13" imgW="2590560" imgH="241200" progId="Equation.3">
                    <p:embed/>
                  </p:oleObj>
                </mc:Choice>
                <mc:Fallback>
                  <p:oleObj name="Equation" r:id="rId13" imgW="2590560" imgH="2412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976"/>
                          <a:ext cx="3888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3661" name="Text Box 13"/>
          <p:cNvSpPr txBox="1">
            <a:spLocks noChangeArrowheads="1"/>
          </p:cNvSpPr>
          <p:nvPr/>
        </p:nvSpPr>
        <p:spPr bwMode="auto">
          <a:xfrm>
            <a:off x="228600" y="5207000"/>
            <a:ext cx="2324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而</a:t>
            </a:r>
            <a:r>
              <a:rPr lang="zh-CN" altLang="en-US"/>
              <a:t>常数项等于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23662" name="Object 14"/>
          <p:cNvGraphicFramePr>
            <a:graphicFrameLocks noChangeAspect="1"/>
          </p:cNvGraphicFramePr>
          <p:nvPr/>
        </p:nvGraphicFramePr>
        <p:xfrm>
          <a:off x="2684463" y="5270500"/>
          <a:ext cx="7826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93" name="Equation" r:id="rId15" imgW="342720" imgH="203040" progId="Equation.3">
                  <p:embed/>
                </p:oleObj>
              </mc:Choice>
              <mc:Fallback>
                <p:oleObj name="Equation" r:id="rId15" imgW="34272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5270500"/>
                        <a:ext cx="782637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63" name="Text Box 15"/>
          <p:cNvSpPr txBox="1">
            <a:spLocks noChangeArrowheads="1"/>
          </p:cNvSpPr>
          <p:nvPr/>
        </p:nvSpPr>
        <p:spPr bwMode="auto">
          <a:xfrm>
            <a:off x="266700" y="57912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923664" name="Object 16"/>
          <p:cNvGraphicFramePr>
            <a:graphicFrameLocks noChangeAspect="1"/>
          </p:cNvGraphicFramePr>
          <p:nvPr/>
        </p:nvGraphicFramePr>
        <p:xfrm>
          <a:off x="1062038" y="5794375"/>
          <a:ext cx="78914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94" name="Equation" r:id="rId17" imgW="3340080" imgH="241200" progId="Equation.3">
                  <p:embed/>
                </p:oleObj>
              </mc:Choice>
              <mc:Fallback>
                <p:oleObj name="Equation" r:id="rId17" imgW="3340080" imgH="24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5794375"/>
                        <a:ext cx="7891462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5" name="Object 17"/>
          <p:cNvGraphicFramePr>
            <a:graphicFrameLocks noChangeAspect="1"/>
          </p:cNvGraphicFramePr>
          <p:nvPr/>
        </p:nvGraphicFramePr>
        <p:xfrm>
          <a:off x="3441700" y="5270500"/>
          <a:ext cx="11017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95" name="Equation" r:id="rId19" imgW="482400" imgH="203040" progId="Equation.3">
                  <p:embed/>
                </p:oleObj>
              </mc:Choice>
              <mc:Fallback>
                <p:oleObj name="Equation" r:id="rId19" imgW="482400" imgH="2030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270500"/>
                        <a:ext cx="1101725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6" name="Object 18"/>
          <p:cNvGraphicFramePr>
            <a:graphicFrameLocks noChangeAspect="1"/>
          </p:cNvGraphicFramePr>
          <p:nvPr/>
        </p:nvGraphicFramePr>
        <p:xfrm>
          <a:off x="4483100" y="5219700"/>
          <a:ext cx="188277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96" name="Equation" r:id="rId21" imgW="825480" imgH="228600" progId="Equation.3">
                  <p:embed/>
                </p:oleObj>
              </mc:Choice>
              <mc:Fallback>
                <p:oleObj name="Equation" r:id="rId21" imgW="82548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5219700"/>
                        <a:ext cx="188277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650" grpId="0" autoUpdateAnimBg="0"/>
      <p:bldP spid="923661" grpId="0" autoUpdateAnimBg="0"/>
      <p:bldP spid="92366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48886-5B78-4982-9EEF-52060015AA15}" type="slidenum">
              <a:rPr lang="zh-CN" altLang="en-US"/>
              <a:pPr/>
              <a:t>35</a:t>
            </a:fld>
            <a:endParaRPr lang="zh-CN" altLang="en-US"/>
          </a:p>
        </p:txBody>
      </p:sp>
      <p:graphicFrame>
        <p:nvGraphicFramePr>
          <p:cNvPr id="924674" name="Object 2"/>
          <p:cNvGraphicFramePr>
            <a:graphicFrameLocks noChangeAspect="1"/>
          </p:cNvGraphicFramePr>
          <p:nvPr/>
        </p:nvGraphicFramePr>
        <p:xfrm>
          <a:off x="304800" y="228600"/>
          <a:ext cx="8001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00" name="Equation" r:id="rId3" imgW="3276360" imgH="241200" progId="Equation.3">
                  <p:embed/>
                </p:oleObj>
              </mc:Choice>
              <mc:Fallback>
                <p:oleObj name="Equation" r:id="rId3" imgW="327636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80010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75" name="Object 3"/>
          <p:cNvGraphicFramePr>
            <a:graphicFrameLocks noChangeAspect="1"/>
          </p:cNvGraphicFramePr>
          <p:nvPr/>
        </p:nvGraphicFramePr>
        <p:xfrm>
          <a:off x="304800" y="1143000"/>
          <a:ext cx="7620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01" name="Document" r:id="rId5" imgW="2883600" imgH="248040" progId="Word.Document.8">
                  <p:embed/>
                </p:oleObj>
              </mc:Choice>
              <mc:Fallback>
                <p:oleObj name="Document" r:id="rId5" imgW="2883600" imgH="2480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143000"/>
                        <a:ext cx="76200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76" name="Object 4"/>
          <p:cNvGraphicFramePr>
            <a:graphicFrameLocks noChangeAspect="1"/>
          </p:cNvGraphicFramePr>
          <p:nvPr/>
        </p:nvGraphicFramePr>
        <p:xfrm>
          <a:off x="228600" y="1752600"/>
          <a:ext cx="5334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02" name="Equation" r:id="rId7" imgW="2133360" imgH="228600" progId="Equation.3">
                  <p:embed/>
                </p:oleObj>
              </mc:Choice>
              <mc:Fallback>
                <p:oleObj name="Equation" r:id="rId7" imgW="21333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752600"/>
                        <a:ext cx="5334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77" name="Object 5"/>
          <p:cNvGraphicFramePr>
            <a:graphicFrameLocks noChangeAspect="1"/>
          </p:cNvGraphicFramePr>
          <p:nvPr/>
        </p:nvGraphicFramePr>
        <p:xfrm>
          <a:off x="228600" y="2438400"/>
          <a:ext cx="8001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03" name="Equation" r:id="rId9" imgW="3187440" imgH="241200" progId="Equation.3">
                  <p:embed/>
                </p:oleObj>
              </mc:Choice>
              <mc:Fallback>
                <p:oleObj name="Equation" r:id="rId9" imgW="318744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438400"/>
                        <a:ext cx="80010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78" name="Text Box 6"/>
          <p:cNvSpPr txBox="1">
            <a:spLocks noChangeArrowheads="1"/>
          </p:cNvSpPr>
          <p:nvPr/>
        </p:nvSpPr>
        <p:spPr bwMode="auto">
          <a:xfrm>
            <a:off x="166688" y="3124200"/>
            <a:ext cx="3186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比较系数得</a:t>
            </a:r>
          </a:p>
        </p:txBody>
      </p:sp>
      <p:sp>
        <p:nvSpPr>
          <p:cNvPr id="924679" name="Text Box 7"/>
          <p:cNvSpPr txBox="1">
            <a:spLocks noChangeArrowheads="1"/>
          </p:cNvSpPr>
          <p:nvPr/>
        </p:nvSpPr>
        <p:spPr bwMode="auto">
          <a:xfrm>
            <a:off x="152400" y="38608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性质5</a:t>
            </a:r>
          </a:p>
        </p:txBody>
      </p:sp>
      <p:graphicFrame>
        <p:nvGraphicFramePr>
          <p:cNvPr id="924680" name="Object 8"/>
          <p:cNvGraphicFramePr>
            <a:graphicFrameLocks noChangeAspect="1"/>
          </p:cNvGraphicFramePr>
          <p:nvPr/>
        </p:nvGraphicFramePr>
        <p:xfrm>
          <a:off x="1371600" y="3657600"/>
          <a:ext cx="28194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04" name="Equation" r:id="rId11" imgW="1193760" imgH="431640" progId="Equation.3">
                  <p:embed/>
                </p:oleObj>
              </mc:Choice>
              <mc:Fallback>
                <p:oleObj name="Equation" r:id="rId11" imgW="119376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657600"/>
                        <a:ext cx="2819400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81" name="Object 9"/>
          <p:cNvGraphicFramePr>
            <a:graphicFrameLocks noChangeAspect="1"/>
          </p:cNvGraphicFramePr>
          <p:nvPr/>
        </p:nvGraphicFramePr>
        <p:xfrm>
          <a:off x="4330700" y="3657600"/>
          <a:ext cx="26035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05" name="Equation" r:id="rId13" imgW="1079280" imgH="431640" progId="Equation.3">
                  <p:embed/>
                </p:oleObj>
              </mc:Choice>
              <mc:Fallback>
                <p:oleObj name="Equation" r:id="rId13" imgW="107928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3657600"/>
                        <a:ext cx="2603500" cy="1033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82" name="Object 10"/>
          <p:cNvGraphicFramePr>
            <a:graphicFrameLocks noChangeAspect="1"/>
          </p:cNvGraphicFramePr>
          <p:nvPr/>
        </p:nvGraphicFramePr>
        <p:xfrm>
          <a:off x="228600" y="4572000"/>
          <a:ext cx="49530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06" name="Document" r:id="rId15" imgW="1935000" imgH="431640" progId="Word.Document.8">
                  <p:embed/>
                </p:oleObj>
              </mc:Choice>
              <mc:Fallback>
                <p:oleObj name="Document" r:id="rId15" imgW="1935000" imgH="43164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572000"/>
                        <a:ext cx="49530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83" name="Text Box 11"/>
          <p:cNvSpPr txBox="1">
            <a:spLocks noChangeArrowheads="1"/>
          </p:cNvSpPr>
          <p:nvPr/>
        </p:nvSpPr>
        <p:spPr bwMode="auto">
          <a:xfrm>
            <a:off x="44450" y="5653088"/>
            <a:ext cx="8947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推论 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可逆的充分必要条件是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的特征值全不为零。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24684" name="Line 12"/>
          <p:cNvSpPr>
            <a:spLocks noChangeShapeType="1"/>
          </p:cNvSpPr>
          <p:nvPr/>
        </p:nvSpPr>
        <p:spPr bwMode="auto">
          <a:xfrm>
            <a:off x="0" y="990600"/>
            <a:ext cx="87630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24685" name="Text Box 13"/>
          <p:cNvSpPr txBox="1">
            <a:spLocks noChangeArrowheads="1"/>
          </p:cNvSpPr>
          <p:nvPr/>
        </p:nvSpPr>
        <p:spPr bwMode="auto">
          <a:xfrm>
            <a:off x="7239000" y="3200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996600"/>
                </a:solidFill>
                <a:latin typeface="Times New Roman" panose="02020603050405020304" pitchFamily="18" charset="0"/>
              </a:rPr>
              <a:t>trace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8" grpId="0" autoUpdateAnimBg="0"/>
      <p:bldP spid="924679" grpId="0" autoUpdateAnimBg="0"/>
      <p:bldP spid="924683" grpId="0" autoUpdateAnimBg="0"/>
      <p:bldP spid="92468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DBF9-DCBA-4316-AC1C-5D92BDABDCA9}" type="slidenum">
              <a:rPr lang="zh-CN" altLang="en-US"/>
              <a:pPr/>
              <a:t>36</a:t>
            </a:fld>
            <a:endParaRPr lang="zh-CN" altLang="en-US"/>
          </a:p>
        </p:txBody>
      </p:sp>
      <p:graphicFrame>
        <p:nvGraphicFramePr>
          <p:cNvPr id="9256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05880"/>
              </p:ext>
            </p:extLst>
          </p:nvPr>
        </p:nvGraphicFramePr>
        <p:xfrm>
          <a:off x="304800" y="304800"/>
          <a:ext cx="86106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1" name="Document" r:id="rId3" imgW="3438617" imgH="490698" progId="Word.Document.8">
                  <p:embed/>
                </p:oleObj>
              </mc:Choice>
              <mc:Fallback>
                <p:oleObj name="Document" r:id="rId3" imgW="3438617" imgH="49069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"/>
                        <a:ext cx="8610600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699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例7</a:t>
            </a:r>
          </a:p>
        </p:txBody>
      </p:sp>
      <p:sp>
        <p:nvSpPr>
          <p:cNvPr id="925700" name="Text Box 4"/>
          <p:cNvSpPr txBox="1">
            <a:spLocks noChangeArrowheads="1"/>
          </p:cNvSpPr>
          <p:nvPr/>
        </p:nvSpPr>
        <p:spPr bwMode="auto">
          <a:xfrm>
            <a:off x="300038" y="1524000"/>
            <a:ext cx="538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25701" name="Object 5"/>
          <p:cNvGraphicFramePr>
            <a:graphicFrameLocks noChangeAspect="1"/>
          </p:cNvGraphicFramePr>
          <p:nvPr/>
        </p:nvGraphicFramePr>
        <p:xfrm>
          <a:off x="1143000" y="1543050"/>
          <a:ext cx="350361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2" name="Equation" r:id="rId5" imgW="1473120" imgH="228600" progId="Equation.3">
                  <p:embed/>
                </p:oleObj>
              </mc:Choice>
              <mc:Fallback>
                <p:oleObj name="Equation" r:id="rId5" imgW="14731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43050"/>
                        <a:ext cx="3503613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02" name="Object 6"/>
          <p:cNvGraphicFramePr>
            <a:graphicFrameLocks noChangeAspect="1"/>
          </p:cNvGraphicFramePr>
          <p:nvPr/>
        </p:nvGraphicFramePr>
        <p:xfrm>
          <a:off x="981075" y="2257425"/>
          <a:ext cx="26114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3" name="Equation" r:id="rId7" imgW="1143000" imgH="228600" progId="Equation.3">
                  <p:embed/>
                </p:oleObj>
              </mc:Choice>
              <mc:Fallback>
                <p:oleObj name="Equation" r:id="rId7" imgW="1143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2257425"/>
                        <a:ext cx="2611438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03" name="Object 7"/>
          <p:cNvGraphicFramePr>
            <a:graphicFrameLocks noChangeAspect="1"/>
          </p:cNvGraphicFramePr>
          <p:nvPr/>
        </p:nvGraphicFramePr>
        <p:xfrm>
          <a:off x="949325" y="3063875"/>
          <a:ext cx="259873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4" name="Equation" r:id="rId9" imgW="1117440" imgH="228600" progId="Equation.3">
                  <p:embed/>
                </p:oleObj>
              </mc:Choice>
              <mc:Fallback>
                <p:oleObj name="Equation" r:id="rId9" imgW="11174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063875"/>
                        <a:ext cx="2598738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04" name="Object 8"/>
          <p:cNvGraphicFramePr>
            <a:graphicFrameLocks noChangeAspect="1"/>
          </p:cNvGraphicFramePr>
          <p:nvPr/>
        </p:nvGraphicFramePr>
        <p:xfrm>
          <a:off x="990600" y="3829050"/>
          <a:ext cx="25828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5" name="Equation" r:id="rId11" imgW="1104840" imgH="431640" progId="Equation.3">
                  <p:embed/>
                </p:oleObj>
              </mc:Choice>
              <mc:Fallback>
                <p:oleObj name="Equation" r:id="rId11" imgW="110484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829050"/>
                        <a:ext cx="2582863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05" name="Object 9"/>
          <p:cNvGraphicFramePr>
            <a:graphicFrameLocks noChangeAspect="1"/>
          </p:cNvGraphicFramePr>
          <p:nvPr/>
        </p:nvGraphicFramePr>
        <p:xfrm>
          <a:off x="990600" y="5048250"/>
          <a:ext cx="23510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6" name="Equation" r:id="rId13" imgW="1015920" imgH="228600" progId="Equation.3">
                  <p:embed/>
                </p:oleObj>
              </mc:Choice>
              <mc:Fallback>
                <p:oleObj name="Equation" r:id="rId13" imgW="101592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048250"/>
                        <a:ext cx="2351088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06" name="Object 10"/>
          <p:cNvGraphicFramePr>
            <a:graphicFrameLocks noChangeAspect="1"/>
          </p:cNvGraphicFramePr>
          <p:nvPr/>
        </p:nvGraphicFramePr>
        <p:xfrm>
          <a:off x="4724400" y="1543050"/>
          <a:ext cx="16954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27" name="Equation" r:id="rId15" imgW="711000" imgH="228600" progId="Equation.3">
                  <p:embed/>
                </p:oleObj>
              </mc:Choice>
              <mc:Fallback>
                <p:oleObj name="Equation" r:id="rId15" imgW="711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543050"/>
                        <a:ext cx="169545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699" grpId="0" autoUpdateAnimBg="0"/>
      <p:bldP spid="92570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5B9D8-9C49-40DD-865A-1ADC6685A72E}" type="slidenum">
              <a:rPr lang="zh-CN" altLang="en-US"/>
              <a:pPr/>
              <a:t>37</a:t>
            </a:fld>
            <a:endParaRPr lang="zh-CN" altLang="en-US"/>
          </a:p>
        </p:txBody>
      </p:sp>
      <p:sp>
        <p:nvSpPr>
          <p:cNvPr id="926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68338" y="457200"/>
            <a:ext cx="36576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矩阵的迹的性质 </a:t>
            </a:r>
            <a:endParaRPr lang="zh-CN" altLang="en-US"/>
          </a:p>
        </p:txBody>
      </p:sp>
      <p:graphicFrame>
        <p:nvGraphicFramePr>
          <p:cNvPr id="926723" name="Object 3"/>
          <p:cNvGraphicFramePr>
            <a:graphicFrameLocks noChangeAspect="1"/>
          </p:cNvGraphicFramePr>
          <p:nvPr/>
        </p:nvGraphicFramePr>
        <p:xfrm>
          <a:off x="515938" y="1371600"/>
          <a:ext cx="44370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39" name="Equation" r:id="rId3" imgW="1917360" imgH="203040" progId="Equation.3">
                  <p:embed/>
                </p:oleObj>
              </mc:Choice>
              <mc:Fallback>
                <p:oleObj name="Equation" r:id="rId3" imgW="191736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371600"/>
                        <a:ext cx="4437062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724" name="Object 4"/>
          <p:cNvGraphicFramePr>
            <a:graphicFrameLocks noChangeAspect="1"/>
          </p:cNvGraphicFramePr>
          <p:nvPr/>
        </p:nvGraphicFramePr>
        <p:xfrm>
          <a:off x="515938" y="2057400"/>
          <a:ext cx="31734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40" name="Equation" r:id="rId5" imgW="1371600" imgH="203040" progId="Equation.3">
                  <p:embed/>
                </p:oleObj>
              </mc:Choice>
              <mc:Fallback>
                <p:oleObj name="Equation" r:id="rId5" imgW="137160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2057400"/>
                        <a:ext cx="3173412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725" name="Object 5"/>
          <p:cNvGraphicFramePr>
            <a:graphicFrameLocks noChangeAspect="1"/>
          </p:cNvGraphicFramePr>
          <p:nvPr/>
        </p:nvGraphicFramePr>
        <p:xfrm>
          <a:off x="508000" y="2692400"/>
          <a:ext cx="29670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41" name="Equation" r:id="rId7" imgW="1282680" imgH="228600" progId="Equation.3">
                  <p:embed/>
                </p:oleObj>
              </mc:Choice>
              <mc:Fallback>
                <p:oleObj name="Equation" r:id="rId7" imgW="12826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2692400"/>
                        <a:ext cx="2967038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726" name="Object 6"/>
          <p:cNvGraphicFramePr>
            <a:graphicFrameLocks noChangeAspect="1"/>
          </p:cNvGraphicFramePr>
          <p:nvPr/>
        </p:nvGraphicFramePr>
        <p:xfrm>
          <a:off x="484188" y="3444875"/>
          <a:ext cx="32321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42" name="Equation" r:id="rId9" imgW="1396800" imgH="203040" progId="Equation.3">
                  <p:embed/>
                </p:oleObj>
              </mc:Choice>
              <mc:Fallback>
                <p:oleObj name="Equation" r:id="rId9" imgW="139680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3444875"/>
                        <a:ext cx="3232150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27" name="Text Box 7"/>
          <p:cNvSpPr txBox="1">
            <a:spLocks noChangeArrowheads="1"/>
          </p:cNvSpPr>
          <p:nvPr/>
        </p:nvSpPr>
        <p:spPr bwMode="auto">
          <a:xfrm>
            <a:off x="6400800" y="41275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证略</a:t>
            </a:r>
            <a:r>
              <a:rPr lang="zh-CN" altLang="en-US"/>
              <a:t>。</a:t>
            </a:r>
          </a:p>
        </p:txBody>
      </p:sp>
      <p:graphicFrame>
        <p:nvGraphicFramePr>
          <p:cNvPr id="926728" name="Object 8"/>
          <p:cNvGraphicFramePr>
            <a:graphicFrameLocks noChangeAspect="1"/>
          </p:cNvGraphicFramePr>
          <p:nvPr/>
        </p:nvGraphicFramePr>
        <p:xfrm>
          <a:off x="533400" y="4191000"/>
          <a:ext cx="53482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43" name="Equation" r:id="rId11" imgW="2311200" imgH="203040" progId="Equation.3">
                  <p:embed/>
                </p:oleObj>
              </mc:Choice>
              <mc:Fallback>
                <p:oleObj name="Equation" r:id="rId11" imgW="231120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91000"/>
                        <a:ext cx="5348288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2" grpId="0" autoUpdateAnimBg="0"/>
      <p:bldP spid="92672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F057-E8E5-49E2-A567-D9E62AF85A1B}" type="slidenum">
              <a:rPr lang="zh-CN" altLang="en-US"/>
              <a:pPr/>
              <a:t>38</a:t>
            </a:fld>
            <a:endParaRPr lang="zh-CN" altLang="en-US"/>
          </a:p>
        </p:txBody>
      </p:sp>
      <p:sp>
        <p:nvSpPr>
          <p:cNvPr id="94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0663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第二节  相似矩阵与矩阵对角化</a:t>
            </a:r>
          </a:p>
        </p:txBody>
      </p:sp>
      <p:sp>
        <p:nvSpPr>
          <p:cNvPr id="941068" name="Text Box 12"/>
          <p:cNvSpPr txBox="1">
            <a:spLocks noChangeArrowheads="1"/>
          </p:cNvSpPr>
          <p:nvPr/>
        </p:nvSpPr>
        <p:spPr bwMode="auto">
          <a:xfrm>
            <a:off x="152400" y="982663"/>
            <a:ext cx="533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相似矩阵及其性质</a:t>
            </a:r>
          </a:p>
        </p:txBody>
      </p:sp>
      <p:sp>
        <p:nvSpPr>
          <p:cNvPr id="941069" name="Text Box 13"/>
          <p:cNvSpPr txBox="1">
            <a:spLocks noChangeArrowheads="1"/>
          </p:cNvSpPr>
          <p:nvPr/>
        </p:nvSpPr>
        <p:spPr bwMode="auto">
          <a:xfrm>
            <a:off x="228600" y="165576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941070" name="Text Box 14"/>
          <p:cNvSpPr txBox="1">
            <a:spLocks noChangeArrowheads="1"/>
          </p:cNvSpPr>
          <p:nvPr/>
        </p:nvSpPr>
        <p:spPr bwMode="auto">
          <a:xfrm>
            <a:off x="1196975" y="1681163"/>
            <a:ext cx="7786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对于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/>
              <a:t>阶方阵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/>
              <a:t>，</a:t>
            </a:r>
            <a:r>
              <a:rPr lang="zh-CN" altLang="en-US"/>
              <a:t>若存在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/>
              <a:t>阶</a:t>
            </a: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可逆</a:t>
            </a:r>
            <a:r>
              <a:rPr lang="zh-CN" altLang="en-US"/>
              <a:t>方阵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/>
              <a:t>，</a:t>
            </a:r>
            <a:r>
              <a:rPr lang="zh-CN" altLang="en-US"/>
              <a:t>使得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41071" name="Object 15"/>
          <p:cNvGraphicFramePr>
            <a:graphicFrameLocks noChangeAspect="1"/>
          </p:cNvGraphicFramePr>
          <p:nvPr/>
        </p:nvGraphicFramePr>
        <p:xfrm>
          <a:off x="2819400" y="2203450"/>
          <a:ext cx="23622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04" name="Equation" r:id="rId3" imgW="825480" imgH="228600" progId="Equation.3">
                  <p:embed/>
                </p:oleObj>
              </mc:Choice>
              <mc:Fallback>
                <p:oleObj name="Equation" r:id="rId3" imgW="82548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203450"/>
                        <a:ext cx="23622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1072" name="Group 16"/>
          <p:cNvGrpSpPr>
            <a:grpSpLocks/>
          </p:cNvGrpSpPr>
          <p:nvPr/>
        </p:nvGrpSpPr>
        <p:grpSpPr bwMode="auto">
          <a:xfrm>
            <a:off x="152400" y="2849563"/>
            <a:ext cx="4800600" cy="587375"/>
            <a:chOff x="144" y="1584"/>
            <a:chExt cx="3024" cy="370"/>
          </a:xfrm>
        </p:grpSpPr>
        <p:sp>
          <p:nvSpPr>
            <p:cNvPr id="941073" name="Text Box 17"/>
            <p:cNvSpPr txBox="1">
              <a:spLocks noChangeArrowheads="1"/>
            </p:cNvSpPr>
            <p:nvPr/>
          </p:nvSpPr>
          <p:spPr bwMode="auto">
            <a:xfrm>
              <a:off x="144" y="1584"/>
              <a:ext cx="21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则称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/>
                <a:t>与</a:t>
              </a:r>
              <a:r>
                <a:rPr lang="en-US" altLang="zh-CN" i="1">
                  <a:latin typeface="Times New Roman" panose="02020603050405020304" pitchFamily="18" charset="0"/>
                </a:rPr>
                <a:t>B </a:t>
              </a:r>
              <a:r>
                <a:rPr lang="zh-CN" altLang="en-US">
                  <a:solidFill>
                    <a:srgbClr val="0033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相似</a:t>
              </a:r>
              <a:r>
                <a:rPr lang="zh-CN" altLang="en-US"/>
                <a:t>,记为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41074" name="Object 18"/>
            <p:cNvGraphicFramePr>
              <a:graphicFrameLocks noChangeAspect="1"/>
            </p:cNvGraphicFramePr>
            <p:nvPr/>
          </p:nvGraphicFramePr>
          <p:xfrm>
            <a:off x="2242" y="1584"/>
            <a:ext cx="92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1105" name="Equation" r:id="rId5" imgW="495000" imgH="203040" progId="Equation.3">
                    <p:embed/>
                  </p:oleObj>
                </mc:Choice>
                <mc:Fallback>
                  <p:oleObj name="Equation" r:id="rId5" imgW="495000" imgH="2030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2" y="1584"/>
                          <a:ext cx="926" cy="3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41090" name="Object 34"/>
          <p:cNvGraphicFramePr>
            <a:graphicFrameLocks noChangeAspect="1"/>
          </p:cNvGraphicFramePr>
          <p:nvPr/>
        </p:nvGraphicFramePr>
        <p:xfrm>
          <a:off x="381000" y="5983288"/>
          <a:ext cx="20574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06" name="Document" r:id="rId7" imgW="852120" imgH="178200" progId="Word.Document.8">
                  <p:embed/>
                </p:oleObj>
              </mc:Choice>
              <mc:Fallback>
                <p:oleObj name="Document" r:id="rId7" imgW="852120" imgH="178200" progId="Word.Document.8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983288"/>
                        <a:ext cx="20574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1091" name="Rectangle 35"/>
          <p:cNvSpPr>
            <a:spLocks noChangeArrowheads="1"/>
          </p:cNvSpPr>
          <p:nvPr/>
        </p:nvSpPr>
        <p:spPr bwMode="auto">
          <a:xfrm>
            <a:off x="228600" y="3795713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例如</a:t>
            </a:r>
          </a:p>
        </p:txBody>
      </p:sp>
      <p:graphicFrame>
        <p:nvGraphicFramePr>
          <p:cNvPr id="941092" name="Object 36"/>
          <p:cNvGraphicFramePr>
            <a:graphicFrameLocks noChangeAspect="1"/>
          </p:cNvGraphicFramePr>
          <p:nvPr/>
        </p:nvGraphicFramePr>
        <p:xfrm>
          <a:off x="1219200" y="3544888"/>
          <a:ext cx="62484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07" name="Equation" r:id="rId9" imgW="2793960" imgH="469800" progId="Equation.3">
                  <p:embed/>
                </p:oleObj>
              </mc:Choice>
              <mc:Fallback>
                <p:oleObj name="Equation" r:id="rId9" imgW="2793960" imgH="469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44888"/>
                        <a:ext cx="6248400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93" name="Object 37"/>
          <p:cNvGraphicFramePr>
            <a:graphicFrameLocks noChangeAspect="1"/>
          </p:cNvGraphicFramePr>
          <p:nvPr/>
        </p:nvGraphicFramePr>
        <p:xfrm>
          <a:off x="762000" y="4764088"/>
          <a:ext cx="7412038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08" name="Equation" r:id="rId11" imgW="3314520" imgH="495000" progId="Equation.3">
                  <p:embed/>
                </p:oleObj>
              </mc:Choice>
              <mc:Fallback>
                <p:oleObj name="Equation" r:id="rId11" imgW="3314520" imgH="4950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64088"/>
                        <a:ext cx="7412038" cy="117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4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8" grpId="0" autoUpdateAnimBg="0"/>
      <p:bldP spid="941068" grpId="0" autoUpdateAnimBg="0"/>
      <p:bldP spid="941069" grpId="0" autoUpdateAnimBg="0"/>
      <p:bldP spid="941070" grpId="0" autoUpdateAnimBg="0"/>
      <p:bldP spid="94109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71E11-A8C1-421C-8568-3A745CDE53C1}" type="slidenum">
              <a:rPr lang="zh-CN" altLang="en-US"/>
              <a:pPr/>
              <a:t>39</a:t>
            </a:fld>
            <a:endParaRPr lang="zh-CN" altLang="en-US"/>
          </a:p>
        </p:txBody>
      </p:sp>
      <p:graphicFrame>
        <p:nvGraphicFramePr>
          <p:cNvPr id="967682" name="Object 2"/>
          <p:cNvGraphicFramePr>
            <a:graphicFrameLocks noChangeAspect="1"/>
          </p:cNvGraphicFramePr>
          <p:nvPr/>
        </p:nvGraphicFramePr>
        <p:xfrm>
          <a:off x="2971800" y="152400"/>
          <a:ext cx="214471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34" name="Equation" r:id="rId3" imgW="749160" imgH="190440" progId="Equation.3">
                  <p:embed/>
                </p:oleObj>
              </mc:Choice>
              <mc:Fallback>
                <p:oleObj name="Equation" r:id="rId3" imgW="749160" imgH="190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52400"/>
                        <a:ext cx="2144713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698" name="Line 18"/>
          <p:cNvSpPr>
            <a:spLocks noChangeShapeType="1"/>
          </p:cNvSpPr>
          <p:nvPr/>
        </p:nvSpPr>
        <p:spPr bwMode="auto">
          <a:xfrm>
            <a:off x="152400" y="9144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67699" name="Text Box 19"/>
          <p:cNvSpPr txBox="1">
            <a:spLocks noChangeArrowheads="1"/>
          </p:cNvSpPr>
          <p:nvPr/>
        </p:nvSpPr>
        <p:spPr bwMode="auto">
          <a:xfrm>
            <a:off x="228600" y="1143000"/>
            <a:ext cx="553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矩阵的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/>
              <a:t>相似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/>
              <a:t>关系具有以下特性：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67700" name="Text Box 20"/>
          <p:cNvSpPr txBox="1">
            <a:spLocks noChangeArrowheads="1"/>
          </p:cNvSpPr>
          <p:nvPr/>
        </p:nvSpPr>
        <p:spPr bwMode="auto">
          <a:xfrm>
            <a:off x="152400" y="1781175"/>
            <a:ext cx="211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(1) 反身性：</a:t>
            </a:r>
          </a:p>
        </p:txBody>
      </p:sp>
      <p:graphicFrame>
        <p:nvGraphicFramePr>
          <p:cNvPr id="967701" name="Object 21"/>
          <p:cNvGraphicFramePr>
            <a:graphicFrameLocks noChangeAspect="1"/>
          </p:cNvGraphicFramePr>
          <p:nvPr/>
        </p:nvGraphicFramePr>
        <p:xfrm>
          <a:off x="2133600" y="1812925"/>
          <a:ext cx="6705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35" name="Document" r:id="rId5" imgW="2709000" imgH="183240" progId="Word.Document.8">
                  <p:embed/>
                </p:oleObj>
              </mc:Choice>
              <mc:Fallback>
                <p:oleObj name="Document" r:id="rId5" imgW="2709000" imgH="183240" progId="Word.Document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812925"/>
                        <a:ext cx="67056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702" name="Text Box 22"/>
          <p:cNvSpPr txBox="1">
            <a:spLocks noChangeArrowheads="1"/>
          </p:cNvSpPr>
          <p:nvPr/>
        </p:nvSpPr>
        <p:spPr bwMode="auto">
          <a:xfrm>
            <a:off x="149225" y="2428875"/>
            <a:ext cx="211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(2) 对称性：</a:t>
            </a:r>
          </a:p>
        </p:txBody>
      </p:sp>
      <p:graphicFrame>
        <p:nvGraphicFramePr>
          <p:cNvPr id="967703" name="Object 23"/>
          <p:cNvGraphicFramePr>
            <a:graphicFrameLocks noChangeAspect="1"/>
          </p:cNvGraphicFramePr>
          <p:nvPr/>
        </p:nvGraphicFramePr>
        <p:xfrm>
          <a:off x="2144713" y="2462213"/>
          <a:ext cx="37338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36" name="Document" r:id="rId7" imgW="1515600" imgH="181080" progId="Word.Document.8">
                  <p:embed/>
                </p:oleObj>
              </mc:Choice>
              <mc:Fallback>
                <p:oleObj name="Document" r:id="rId7" imgW="1515600" imgH="181080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13" y="2462213"/>
                        <a:ext cx="37338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704" name="Text Box 24"/>
          <p:cNvSpPr txBox="1">
            <a:spLocks noChangeArrowheads="1"/>
          </p:cNvSpPr>
          <p:nvPr/>
        </p:nvSpPr>
        <p:spPr bwMode="auto">
          <a:xfrm>
            <a:off x="609600" y="2981325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67705" name="Object 25"/>
          <p:cNvGraphicFramePr>
            <a:graphicFrameLocks noChangeAspect="1"/>
          </p:cNvGraphicFramePr>
          <p:nvPr/>
        </p:nvGraphicFramePr>
        <p:xfrm>
          <a:off x="1219200" y="3024188"/>
          <a:ext cx="17526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37" name="Equation" r:id="rId9" imgW="749160" imgH="190440" progId="Equation.3">
                  <p:embed/>
                </p:oleObj>
              </mc:Choice>
              <mc:Fallback>
                <p:oleObj name="Equation" r:id="rId9" imgW="749160" imgH="1904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024188"/>
                        <a:ext cx="1752600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706" name="Object 26"/>
          <p:cNvGraphicFramePr>
            <a:graphicFrameLocks noChangeAspect="1"/>
          </p:cNvGraphicFramePr>
          <p:nvPr/>
        </p:nvGraphicFramePr>
        <p:xfrm>
          <a:off x="5029200" y="3035300"/>
          <a:ext cx="2362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38" name="Equation" r:id="rId11" imgW="1015920" imgH="228600" progId="Equation.3">
                  <p:embed/>
                </p:oleObj>
              </mc:Choice>
              <mc:Fallback>
                <p:oleObj name="Equation" r:id="rId11" imgW="101592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035300"/>
                        <a:ext cx="236220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707" name="Object 27"/>
          <p:cNvGraphicFramePr>
            <a:graphicFrameLocks noChangeAspect="1"/>
          </p:cNvGraphicFramePr>
          <p:nvPr/>
        </p:nvGraphicFramePr>
        <p:xfrm>
          <a:off x="2895600" y="3035300"/>
          <a:ext cx="21971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39" name="Equation" r:id="rId13" imgW="939600" imgH="203040" progId="Equation.3">
                  <p:embed/>
                </p:oleObj>
              </mc:Choice>
              <mc:Fallback>
                <p:oleObj name="Equation" r:id="rId13" imgW="939600" imgH="2030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35300"/>
                        <a:ext cx="21971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708" name="Text Box 28"/>
          <p:cNvSpPr txBox="1">
            <a:spLocks noChangeArrowheads="1"/>
          </p:cNvSpPr>
          <p:nvPr/>
        </p:nvSpPr>
        <p:spPr bwMode="auto">
          <a:xfrm>
            <a:off x="152400" y="3667125"/>
            <a:ext cx="211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(3) 传递性：</a:t>
            </a:r>
          </a:p>
        </p:txBody>
      </p:sp>
      <p:graphicFrame>
        <p:nvGraphicFramePr>
          <p:cNvPr id="967709" name="Object 29"/>
          <p:cNvGraphicFramePr>
            <a:graphicFrameLocks noChangeAspect="1"/>
          </p:cNvGraphicFramePr>
          <p:nvPr/>
        </p:nvGraphicFramePr>
        <p:xfrm>
          <a:off x="2205038" y="3719513"/>
          <a:ext cx="4881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40" name="Document" r:id="rId15" imgW="2065680" imgH="190440" progId="Word.Document.8">
                  <p:embed/>
                </p:oleObj>
              </mc:Choice>
              <mc:Fallback>
                <p:oleObj name="Document" r:id="rId15" imgW="2065680" imgH="190440" progId="Word.Documen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3719513"/>
                        <a:ext cx="48815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710" name="Text Box 30"/>
          <p:cNvSpPr txBox="1">
            <a:spLocks noChangeArrowheads="1"/>
          </p:cNvSpPr>
          <p:nvPr/>
        </p:nvSpPr>
        <p:spPr bwMode="auto">
          <a:xfrm>
            <a:off x="609600" y="427355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67711" name="Object 31"/>
          <p:cNvGraphicFramePr>
            <a:graphicFrameLocks noChangeAspect="1"/>
          </p:cNvGraphicFramePr>
          <p:nvPr/>
        </p:nvGraphicFramePr>
        <p:xfrm>
          <a:off x="1295400" y="4273550"/>
          <a:ext cx="3733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41" name="Equation" r:id="rId17" imgW="1562040" imgH="228600" progId="Equation.3">
                  <p:embed/>
                </p:oleObj>
              </mc:Choice>
              <mc:Fallback>
                <p:oleObj name="Equation" r:id="rId17" imgW="1562040" imgH="2286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273550"/>
                        <a:ext cx="37338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712" name="Object 32"/>
          <p:cNvGraphicFramePr>
            <a:graphicFrameLocks noChangeAspect="1"/>
          </p:cNvGraphicFramePr>
          <p:nvPr/>
        </p:nvGraphicFramePr>
        <p:xfrm>
          <a:off x="3787775" y="4940300"/>
          <a:ext cx="3276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42" name="Equation" r:id="rId19" imgW="1371600" imgH="228600" progId="Equation.3">
                  <p:embed/>
                </p:oleObj>
              </mc:Choice>
              <mc:Fallback>
                <p:oleObj name="Equation" r:id="rId19" imgW="137160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4940300"/>
                        <a:ext cx="32766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713" name="Object 33"/>
          <p:cNvGraphicFramePr>
            <a:graphicFrameLocks noChangeAspect="1"/>
          </p:cNvGraphicFramePr>
          <p:nvPr/>
        </p:nvGraphicFramePr>
        <p:xfrm>
          <a:off x="1066800" y="4940300"/>
          <a:ext cx="27432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43" name="Equation" r:id="rId21" imgW="1168200" imgH="228600" progId="Equation.3">
                  <p:embed/>
                </p:oleObj>
              </mc:Choice>
              <mc:Fallback>
                <p:oleObj name="Equation" r:id="rId21" imgW="116820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940300"/>
                        <a:ext cx="27432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6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6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6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6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6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6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99" grpId="0" autoUpdateAnimBg="0"/>
      <p:bldP spid="967700" grpId="0" autoUpdateAnimBg="0"/>
      <p:bldP spid="967702" grpId="0" autoUpdateAnimBg="0"/>
      <p:bldP spid="967704" grpId="0" autoUpdateAnimBg="0"/>
      <p:bldP spid="967708" grpId="0" autoUpdateAnimBg="0"/>
      <p:bldP spid="967710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021F5-2F22-4391-97E9-0FE09ADE1590}" type="slidenum">
              <a:rPr lang="zh-CN" altLang="en-US"/>
              <a:pPr/>
              <a:t>40</a:t>
            </a:fld>
            <a:endParaRPr lang="zh-CN" altLang="en-US"/>
          </a:p>
        </p:txBody>
      </p:sp>
      <p:sp>
        <p:nvSpPr>
          <p:cNvPr id="944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90488"/>
            <a:ext cx="49530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相似矩阵的性质：</a:t>
            </a:r>
          </a:p>
        </p:txBody>
      </p:sp>
      <p:sp>
        <p:nvSpPr>
          <p:cNvPr id="944131" name="Text Box 3"/>
          <p:cNvSpPr txBox="1">
            <a:spLocks noChangeArrowheads="1"/>
          </p:cNvSpPr>
          <p:nvPr/>
        </p:nvSpPr>
        <p:spPr bwMode="auto">
          <a:xfrm>
            <a:off x="152400" y="762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944132" name="Text Box 4"/>
          <p:cNvSpPr txBox="1">
            <a:spLocks noChangeArrowheads="1"/>
          </p:cNvSpPr>
          <p:nvPr/>
        </p:nvSpPr>
        <p:spPr bwMode="auto">
          <a:xfrm>
            <a:off x="1066800" y="762000"/>
            <a:ext cx="807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相似矩阵有相同的特征多项式,从而特征值相同。</a:t>
            </a:r>
          </a:p>
        </p:txBody>
      </p:sp>
      <p:sp>
        <p:nvSpPr>
          <p:cNvPr id="944133" name="Text Box 5"/>
          <p:cNvSpPr txBox="1">
            <a:spLocks noChangeArrowheads="1"/>
          </p:cNvSpPr>
          <p:nvPr/>
        </p:nvSpPr>
        <p:spPr bwMode="auto">
          <a:xfrm>
            <a:off x="228600" y="1470025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44134" name="Object 6"/>
          <p:cNvGraphicFramePr>
            <a:graphicFrameLocks noChangeAspect="1"/>
          </p:cNvGraphicFramePr>
          <p:nvPr/>
        </p:nvGraphicFramePr>
        <p:xfrm>
          <a:off x="992188" y="1492250"/>
          <a:ext cx="17700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1" name="Equation" r:id="rId3" imgW="749160" imgH="190440" progId="Equation.3">
                  <p:embed/>
                </p:oleObj>
              </mc:Choice>
              <mc:Fallback>
                <p:oleObj name="Equation" r:id="rId3" imgW="749160" imgH="1904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1492250"/>
                        <a:ext cx="1770062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4135" name="Object 7"/>
          <p:cNvGraphicFramePr>
            <a:graphicFrameLocks noChangeAspect="1"/>
          </p:cNvGraphicFramePr>
          <p:nvPr/>
        </p:nvGraphicFramePr>
        <p:xfrm>
          <a:off x="2852738" y="1484313"/>
          <a:ext cx="436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2" name="Equation" r:id="rId5" imgW="1854000" imgH="228600" progId="Equation.3">
                  <p:embed/>
                </p:oleObj>
              </mc:Choice>
              <mc:Fallback>
                <p:oleObj name="Equation" r:id="rId5" imgW="1854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1484313"/>
                        <a:ext cx="4368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4136" name="Object 8"/>
          <p:cNvGraphicFramePr>
            <a:graphicFrameLocks noChangeAspect="1"/>
          </p:cNvGraphicFramePr>
          <p:nvPr/>
        </p:nvGraphicFramePr>
        <p:xfrm>
          <a:off x="509588" y="2212975"/>
          <a:ext cx="27162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3" name="Equation" r:id="rId7" imgW="1193760" imgH="228600" progId="Equation.3">
                  <p:embed/>
                </p:oleObj>
              </mc:Choice>
              <mc:Fallback>
                <p:oleObj name="Equation" r:id="rId7" imgW="11937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2212975"/>
                        <a:ext cx="27162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4137" name="Object 9"/>
          <p:cNvGraphicFramePr>
            <a:graphicFrameLocks noChangeAspect="1"/>
          </p:cNvGraphicFramePr>
          <p:nvPr/>
        </p:nvGraphicFramePr>
        <p:xfrm>
          <a:off x="3214688" y="2224088"/>
          <a:ext cx="33956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4" name="Equation" r:id="rId9" imgW="1460160" imgH="228600" progId="Equation.3">
                  <p:embed/>
                </p:oleObj>
              </mc:Choice>
              <mc:Fallback>
                <p:oleObj name="Equation" r:id="rId9" imgW="14601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2224088"/>
                        <a:ext cx="339566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4138" name="Object 10"/>
          <p:cNvGraphicFramePr>
            <a:graphicFrameLocks noChangeAspect="1"/>
          </p:cNvGraphicFramePr>
          <p:nvPr/>
        </p:nvGraphicFramePr>
        <p:xfrm>
          <a:off x="6575425" y="2290763"/>
          <a:ext cx="18240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5" name="Equation" r:id="rId11" imgW="787320" imgH="203040" progId="Equation.3">
                  <p:embed/>
                </p:oleObj>
              </mc:Choice>
              <mc:Fallback>
                <p:oleObj name="Equation" r:id="rId11" imgW="78732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2290763"/>
                        <a:ext cx="18240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4139" name="Text Box 11"/>
          <p:cNvSpPr txBox="1">
            <a:spLocks noChangeArrowheads="1"/>
          </p:cNvSpPr>
          <p:nvPr/>
        </p:nvSpPr>
        <p:spPr bwMode="auto">
          <a:xfrm>
            <a:off x="228600" y="2841625"/>
            <a:ext cx="647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推论1</a:t>
            </a:r>
            <a:r>
              <a:rPr lang="zh-CN" altLang="en-US"/>
              <a:t>  相似矩阵的行列式相等；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44140" name="Text Box 12"/>
          <p:cNvSpPr txBox="1">
            <a:spLocks noChangeArrowheads="1"/>
          </p:cNvSpPr>
          <p:nvPr/>
        </p:nvSpPr>
        <p:spPr bwMode="auto">
          <a:xfrm>
            <a:off x="228600" y="3451225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推论2</a:t>
            </a:r>
            <a:r>
              <a:rPr lang="zh-CN" altLang="en-US"/>
              <a:t>  相似矩阵的迹相等；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944141" name="Group 13"/>
          <p:cNvGrpSpPr>
            <a:grpSpLocks/>
          </p:cNvGrpSpPr>
          <p:nvPr/>
        </p:nvGrpSpPr>
        <p:grpSpPr bwMode="auto">
          <a:xfrm>
            <a:off x="228600" y="3357563"/>
            <a:ext cx="8585200" cy="2074862"/>
            <a:chOff x="240" y="2250"/>
            <a:chExt cx="5408" cy="1307"/>
          </a:xfrm>
        </p:grpSpPr>
        <p:sp>
          <p:nvSpPr>
            <p:cNvPr id="944142" name="Text Box 14"/>
            <p:cNvSpPr txBox="1">
              <a:spLocks noChangeArrowheads="1"/>
            </p:cNvSpPr>
            <p:nvPr/>
          </p:nvSpPr>
          <p:spPr bwMode="auto">
            <a:xfrm>
              <a:off x="240" y="2723"/>
              <a:ext cx="31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solidFill>
                    <a:srgbClr val="0066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推论3</a:t>
              </a:r>
              <a:r>
                <a:rPr lang="zh-CN" altLang="en-US"/>
                <a:t>  若矩阵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zh-CN" altLang="en-US"/>
                <a:t>与一个对角阵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44143" name="Object 15"/>
            <p:cNvGraphicFramePr>
              <a:graphicFrameLocks noChangeAspect="1"/>
            </p:cNvGraphicFramePr>
            <p:nvPr/>
          </p:nvGraphicFramePr>
          <p:xfrm>
            <a:off x="3312" y="2250"/>
            <a:ext cx="1651" cy="1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166" name="Equation" r:id="rId13" imgW="1447560" imgH="939600" progId="Equation.3">
                    <p:embed/>
                  </p:oleObj>
                </mc:Choice>
                <mc:Fallback>
                  <p:oleObj name="Equation" r:id="rId13" imgW="1447560" imgH="939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250"/>
                          <a:ext cx="1651" cy="1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4144" name="Text Box 16"/>
            <p:cNvSpPr txBox="1">
              <a:spLocks noChangeArrowheads="1"/>
            </p:cNvSpPr>
            <p:nvPr/>
          </p:nvSpPr>
          <p:spPr bwMode="auto">
            <a:xfrm>
              <a:off x="4971" y="2708"/>
              <a:ext cx="6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相似,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44145" name="Object 17"/>
          <p:cNvGraphicFramePr>
            <a:graphicFrameLocks noChangeAspect="1"/>
          </p:cNvGraphicFramePr>
          <p:nvPr/>
        </p:nvGraphicFramePr>
        <p:xfrm>
          <a:off x="381000" y="5272088"/>
          <a:ext cx="5562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167" name="Document" r:id="rId15" imgW="2133720" imgH="231120" progId="Word.Document.8">
                  <p:embed/>
                </p:oleObj>
              </mc:Choice>
              <mc:Fallback>
                <p:oleObj name="Document" r:id="rId15" imgW="2133720" imgH="23112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272088"/>
                        <a:ext cx="55626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4146" name="Text Box 18"/>
          <p:cNvSpPr txBox="1">
            <a:spLocks noChangeArrowheads="1"/>
          </p:cNvSpPr>
          <p:nvPr/>
        </p:nvSpPr>
        <p:spPr bwMode="auto">
          <a:xfrm>
            <a:off x="304800" y="5881688"/>
            <a:ext cx="609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(对角阵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的特征值</a:t>
            </a:r>
            <a:r>
              <a:rPr lang="zh-CN" altLang="en-US">
                <a:latin typeface="Times New Roman" panose="02020603050405020304" pitchFamily="18" charset="0"/>
              </a:rPr>
              <a:t>即为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主对角元)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4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4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4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4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4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130" grpId="0" autoUpdateAnimBg="0"/>
      <p:bldP spid="944131" grpId="0" autoUpdateAnimBg="0"/>
      <p:bldP spid="944132" grpId="0" autoUpdateAnimBg="0"/>
      <p:bldP spid="944133" grpId="0" autoUpdateAnimBg="0"/>
      <p:bldP spid="944139" grpId="0" autoUpdateAnimBg="0"/>
      <p:bldP spid="944140" grpId="0" autoUpdateAnimBg="0"/>
      <p:bldP spid="94414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E349-DF41-49C5-B1D0-1F4101AB8031}" type="slidenum">
              <a:rPr lang="zh-CN" altLang="en-US"/>
              <a:pPr/>
              <a:t>41</a:t>
            </a:fld>
            <a:endParaRPr lang="zh-CN" altLang="en-US"/>
          </a:p>
        </p:txBody>
      </p:sp>
      <p:sp>
        <p:nvSpPr>
          <p:cNvPr id="945155" name="Text Box 3"/>
          <p:cNvSpPr txBox="1">
            <a:spLocks noChangeArrowheads="1"/>
          </p:cNvSpPr>
          <p:nvPr/>
        </p:nvSpPr>
        <p:spPr bwMode="auto">
          <a:xfrm>
            <a:off x="304800" y="381000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>
                <a:latin typeface="Times New Roman" panose="02020603050405020304" pitchFamily="18" charset="0"/>
              </a:rPr>
              <a:t>特征值相同的矩阵不一定相似。</a:t>
            </a:r>
          </a:p>
        </p:txBody>
      </p:sp>
      <p:graphicFrame>
        <p:nvGraphicFramePr>
          <p:cNvPr id="945156" name="Object 4"/>
          <p:cNvGraphicFramePr>
            <a:graphicFrameLocks noChangeAspect="1"/>
          </p:cNvGraphicFramePr>
          <p:nvPr/>
        </p:nvGraphicFramePr>
        <p:xfrm>
          <a:off x="381000" y="1066800"/>
          <a:ext cx="76962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173" name="Document" r:id="rId3" imgW="2876400" imgH="457200" progId="Word.Document.8">
                  <p:embed/>
                </p:oleObj>
              </mc:Choice>
              <mc:Fallback>
                <p:oleObj name="Document" r:id="rId3" imgW="2876400" imgH="4572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066800"/>
                        <a:ext cx="76962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5157" name="Text Box 5"/>
          <p:cNvSpPr txBox="1">
            <a:spLocks noChangeArrowheads="1"/>
          </p:cNvSpPr>
          <p:nvPr/>
        </p:nvSpPr>
        <p:spPr bwMode="auto">
          <a:xfrm>
            <a:off x="304800" y="2667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但它们不相似，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45158" name="Text Box 6"/>
          <p:cNvSpPr txBox="1">
            <a:spLocks noChangeArrowheads="1"/>
          </p:cNvSpPr>
          <p:nvPr/>
        </p:nvSpPr>
        <p:spPr bwMode="auto">
          <a:xfrm>
            <a:off x="2819400" y="26797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因为与</a:t>
            </a:r>
            <a:r>
              <a:rPr lang="zh-CN" altLang="en-US" sz="1400"/>
              <a:t> </a:t>
            </a:r>
            <a:r>
              <a:rPr lang="en-US" altLang="zh-CN" i="1">
                <a:latin typeface="Times New Roman" panose="02020603050405020304" pitchFamily="18" charset="0"/>
              </a:rPr>
              <a:t>E </a:t>
            </a:r>
            <a:r>
              <a:rPr lang="zh-CN" altLang="en-US"/>
              <a:t>相似的矩阵只有它自己，</a:t>
            </a:r>
          </a:p>
        </p:txBody>
      </p:sp>
      <p:sp>
        <p:nvSpPr>
          <p:cNvPr id="945166" name="Text Box 14"/>
          <p:cNvSpPr txBox="1">
            <a:spLocks noChangeArrowheads="1"/>
          </p:cNvSpPr>
          <p:nvPr/>
        </p:nvSpPr>
        <p:spPr bwMode="auto">
          <a:xfrm>
            <a:off x="304800" y="335280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因为对任意可逆阵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/>
              <a:t>，</a:t>
            </a:r>
            <a:endParaRPr lang="zh-CN" altLang="en-US"/>
          </a:p>
        </p:txBody>
      </p:sp>
      <p:graphicFrame>
        <p:nvGraphicFramePr>
          <p:cNvPr id="945167" name="Object 15"/>
          <p:cNvGraphicFramePr>
            <a:graphicFrameLocks noChangeAspect="1"/>
          </p:cNvGraphicFramePr>
          <p:nvPr/>
        </p:nvGraphicFramePr>
        <p:xfrm>
          <a:off x="2286000" y="4114800"/>
          <a:ext cx="20732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174" name="Equation" r:id="rId5" imgW="863280" imgH="228600" progId="Equation.3">
                  <p:embed/>
                </p:oleObj>
              </mc:Choice>
              <mc:Fallback>
                <p:oleObj name="Equation" r:id="rId5" imgW="86328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14800"/>
                        <a:ext cx="207327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autoUpdateAnimBg="0"/>
      <p:bldP spid="945157" grpId="0" autoUpdateAnimBg="0"/>
      <p:bldP spid="945158" grpId="0" autoUpdateAnimBg="0"/>
      <p:bldP spid="945166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ADDA-4ABB-4891-9345-1A38ECA76968}" type="slidenum">
              <a:rPr lang="zh-CN" altLang="en-US"/>
              <a:pPr/>
              <a:t>42</a:t>
            </a:fld>
            <a:endParaRPr lang="zh-CN" altLang="en-US"/>
          </a:p>
        </p:txBody>
      </p:sp>
      <p:sp>
        <p:nvSpPr>
          <p:cNvPr id="968710" name="Text Box 6"/>
          <p:cNvSpPr txBox="1">
            <a:spLocks noChangeArrowheads="1"/>
          </p:cNvSpPr>
          <p:nvPr/>
        </p:nvSpPr>
        <p:spPr bwMode="auto">
          <a:xfrm>
            <a:off x="381000" y="228600"/>
            <a:ext cx="4419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000">
                <a:solidFill>
                  <a:srgbClr val="0033CC"/>
                </a:solidFill>
                <a:ea typeface="黑体" panose="02010609060101010101" pitchFamily="49" charset="-122"/>
              </a:rPr>
              <a:t>相似矩阵的其他性质：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68711" name="Text Box 7"/>
          <p:cNvSpPr txBox="1">
            <a:spLocks noChangeArrowheads="1"/>
          </p:cNvSpPr>
          <p:nvPr/>
        </p:nvSpPr>
        <p:spPr bwMode="auto">
          <a:xfrm>
            <a:off x="381000" y="990600"/>
            <a:ext cx="3395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相似矩阵的秩相等；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68712" name="Object 8"/>
          <p:cNvGraphicFramePr>
            <a:graphicFrameLocks noChangeAspect="1"/>
          </p:cNvGraphicFramePr>
          <p:nvPr/>
        </p:nvGraphicFramePr>
        <p:xfrm>
          <a:off x="3733800" y="1000125"/>
          <a:ext cx="18605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721" name="Equation" r:id="rId3" imgW="774360" imgH="228600" progId="Equation.3">
                  <p:embed/>
                </p:oleObj>
              </mc:Choice>
              <mc:Fallback>
                <p:oleObj name="Equation" r:id="rId3" imgW="7743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000125"/>
                        <a:ext cx="1860550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68713" name="Group 9"/>
          <p:cNvGrpSpPr>
            <a:grpSpLocks/>
          </p:cNvGrpSpPr>
          <p:nvPr/>
        </p:nvGrpSpPr>
        <p:grpSpPr bwMode="auto">
          <a:xfrm>
            <a:off x="457200" y="1752600"/>
            <a:ext cx="7491413" cy="620713"/>
            <a:chOff x="363" y="3298"/>
            <a:chExt cx="4719" cy="391"/>
          </a:xfrm>
        </p:grpSpPr>
        <p:sp>
          <p:nvSpPr>
            <p:cNvPr id="968714" name="Text Box 10"/>
            <p:cNvSpPr txBox="1">
              <a:spLocks noChangeArrowheads="1"/>
            </p:cNvSpPr>
            <p:nvPr/>
          </p:nvSpPr>
          <p:spPr bwMode="auto">
            <a:xfrm>
              <a:off x="363" y="3332"/>
              <a:ext cx="24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若</a:t>
              </a:r>
              <a:r>
                <a:rPr lang="en-US" altLang="zh-CN" i="1">
                  <a:latin typeface="Times New Roman" panose="02020603050405020304" pitchFamily="18" charset="0"/>
                </a:rPr>
                <a:t>P</a:t>
              </a:r>
              <a:r>
                <a:rPr lang="en-US" altLang="zh-CN"/>
                <a:t>,</a:t>
              </a:r>
              <a:r>
                <a:rPr lang="en-US" altLang="zh-CN" i="1">
                  <a:latin typeface="Times New Roman" panose="02020603050405020304" pitchFamily="18" charset="0"/>
                </a:rPr>
                <a:t>Q</a:t>
              </a:r>
              <a:r>
                <a:rPr lang="zh-CN" altLang="en-US"/>
                <a:t>为可逆矩阵,则有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68715" name="Object 11"/>
            <p:cNvGraphicFramePr>
              <a:graphicFrameLocks noChangeAspect="1"/>
            </p:cNvGraphicFramePr>
            <p:nvPr/>
          </p:nvGraphicFramePr>
          <p:xfrm>
            <a:off x="2777" y="3346"/>
            <a:ext cx="230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8722" name="Equation" r:id="rId5" imgW="1485720" imgH="203040" progId="Equation.3">
                    <p:embed/>
                  </p:oleObj>
                </mc:Choice>
                <mc:Fallback>
                  <p:oleObj name="Equation" r:id="rId5" imgW="1485720" imgH="2030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7" y="3346"/>
                          <a:ext cx="2305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8716" name="Rectangle 12"/>
            <p:cNvSpPr>
              <a:spLocks noChangeArrowheads="1"/>
            </p:cNvSpPr>
            <p:nvPr/>
          </p:nvSpPr>
          <p:spPr bwMode="auto">
            <a:xfrm>
              <a:off x="384" y="3298"/>
              <a:ext cx="4656" cy="391"/>
            </a:xfrm>
            <a:prstGeom prst="rect">
              <a:avLst/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10" grpId="0" autoUpdateAnimBg="0"/>
      <p:bldP spid="96871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F71E5-6B36-4CB8-A0DF-20A8E960A56F}" type="slidenum">
              <a:rPr lang="zh-CN" altLang="en-US"/>
              <a:pPr/>
              <a:t>43</a:t>
            </a:fld>
            <a:endParaRPr lang="zh-CN" altLang="en-US"/>
          </a:p>
        </p:txBody>
      </p:sp>
      <p:graphicFrame>
        <p:nvGraphicFramePr>
          <p:cNvPr id="946178" name="Object 2"/>
          <p:cNvGraphicFramePr>
            <a:graphicFrameLocks noChangeAspect="1"/>
          </p:cNvGraphicFramePr>
          <p:nvPr/>
        </p:nvGraphicFramePr>
        <p:xfrm>
          <a:off x="381000" y="304800"/>
          <a:ext cx="22860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16" name="Document" r:id="rId3" imgW="813960" imgH="192960" progId="Word.Document.8">
                  <p:embed/>
                </p:oleObj>
              </mc:Choice>
              <mc:Fallback>
                <p:oleObj name="Document" r:id="rId3" imgW="813960" imgH="1929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"/>
                        <a:ext cx="22860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79" name="Object 3"/>
          <p:cNvGraphicFramePr>
            <a:graphicFrameLocks noChangeAspect="1"/>
          </p:cNvGraphicFramePr>
          <p:nvPr/>
        </p:nvGraphicFramePr>
        <p:xfrm>
          <a:off x="998538" y="1489075"/>
          <a:ext cx="486886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17" name="Document" r:id="rId5" imgW="1812960" imgH="205920" progId="Word.Document.8">
                  <p:embed/>
                </p:oleObj>
              </mc:Choice>
              <mc:Fallback>
                <p:oleObj name="Document" r:id="rId5" imgW="1812960" imgH="2059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1489075"/>
                        <a:ext cx="486886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80" name="Object 4"/>
          <p:cNvGraphicFramePr>
            <a:graphicFrameLocks noChangeAspect="1"/>
          </p:cNvGraphicFramePr>
          <p:nvPr/>
        </p:nvGraphicFramePr>
        <p:xfrm>
          <a:off x="995363" y="849313"/>
          <a:ext cx="175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18" name="Document" r:id="rId7" imgW="709200" imgH="211320" progId="Word.Document.8">
                  <p:embed/>
                </p:oleObj>
              </mc:Choice>
              <mc:Fallback>
                <p:oleObj name="Document" r:id="rId7" imgW="709200" imgH="2113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849313"/>
                        <a:ext cx="175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81" name="Object 5"/>
          <p:cNvGraphicFramePr>
            <a:graphicFrameLocks noChangeAspect="1"/>
          </p:cNvGraphicFramePr>
          <p:nvPr/>
        </p:nvGraphicFramePr>
        <p:xfrm>
          <a:off x="927100" y="2019300"/>
          <a:ext cx="5334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19" name="Document" r:id="rId9" imgW="2037240" imgH="203760" progId="Word.Document.8">
                  <p:embed/>
                </p:oleObj>
              </mc:Choice>
              <mc:Fallback>
                <p:oleObj name="Document" r:id="rId9" imgW="2037240" imgH="20376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019300"/>
                        <a:ext cx="5334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82" name="Object 6"/>
          <p:cNvGraphicFramePr>
            <a:graphicFrameLocks noChangeAspect="1"/>
          </p:cNvGraphicFramePr>
          <p:nvPr/>
        </p:nvGraphicFramePr>
        <p:xfrm>
          <a:off x="966788" y="2667000"/>
          <a:ext cx="6551612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20" name="Document" r:id="rId11" imgW="2494440" imgH="208800" progId="Word.Document.8">
                  <p:embed/>
                </p:oleObj>
              </mc:Choice>
              <mc:Fallback>
                <p:oleObj name="Document" r:id="rId11" imgW="2494440" imgH="2088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2667000"/>
                        <a:ext cx="6551612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83" name="Text Box 7"/>
          <p:cNvSpPr txBox="1">
            <a:spLocks noChangeArrowheads="1"/>
          </p:cNvSpPr>
          <p:nvPr/>
        </p:nvSpPr>
        <p:spPr bwMode="auto">
          <a:xfrm>
            <a:off x="914400" y="3860800"/>
            <a:ext cx="7467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/>
              <a:t>,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/>
              <a:t>同为可逆或不可逆,可逆时它们的逆矩阵及伴随矩阵也分别相似。</a:t>
            </a:r>
          </a:p>
        </p:txBody>
      </p:sp>
      <p:graphicFrame>
        <p:nvGraphicFramePr>
          <p:cNvPr id="946184" name="Object 8"/>
          <p:cNvGraphicFramePr>
            <a:graphicFrameLocks noChangeAspect="1"/>
          </p:cNvGraphicFramePr>
          <p:nvPr/>
        </p:nvGraphicFramePr>
        <p:xfrm>
          <a:off x="1003300" y="3340100"/>
          <a:ext cx="72771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21" name="Document" r:id="rId13" imgW="2580480" imgH="177480" progId="Word.Document.8">
                  <p:embed/>
                </p:oleObj>
              </mc:Choice>
              <mc:Fallback>
                <p:oleObj name="Document" r:id="rId13" imgW="2580480" imgH="17748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3340100"/>
                        <a:ext cx="72771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85" name="Text Box 9"/>
          <p:cNvSpPr txBox="1">
            <a:spLocks noChangeArrowheads="1"/>
          </p:cNvSpPr>
          <p:nvPr/>
        </p:nvSpPr>
        <p:spPr bwMode="auto">
          <a:xfrm>
            <a:off x="228600" y="5029200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只证(3)，其余证明留作练习。</a:t>
            </a:r>
          </a:p>
        </p:txBody>
      </p:sp>
      <p:sp>
        <p:nvSpPr>
          <p:cNvPr id="946186" name="Text Box 10"/>
          <p:cNvSpPr txBox="1">
            <a:spLocks noChangeArrowheads="1"/>
          </p:cNvSpPr>
          <p:nvPr/>
        </p:nvSpPr>
        <p:spPr bwMode="auto">
          <a:xfrm>
            <a:off x="304800" y="850900"/>
            <a:ext cx="625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946187" name="Text Box 11"/>
          <p:cNvSpPr txBox="1">
            <a:spLocks noChangeArrowheads="1"/>
          </p:cNvSpPr>
          <p:nvPr/>
        </p:nvSpPr>
        <p:spPr bwMode="auto">
          <a:xfrm>
            <a:off x="304800" y="1447800"/>
            <a:ext cx="625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946188" name="Text Box 12"/>
          <p:cNvSpPr txBox="1">
            <a:spLocks noChangeArrowheads="1"/>
          </p:cNvSpPr>
          <p:nvPr/>
        </p:nvSpPr>
        <p:spPr bwMode="auto">
          <a:xfrm>
            <a:off x="304800" y="2057400"/>
            <a:ext cx="625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>
                <a:latin typeface="Times New Roman" panose="02020603050405020304" pitchFamily="18" charset="0"/>
              </a:rPr>
              <a:t>(3)</a:t>
            </a:r>
          </a:p>
        </p:txBody>
      </p:sp>
      <p:sp>
        <p:nvSpPr>
          <p:cNvPr id="946189" name="Text Box 13"/>
          <p:cNvSpPr txBox="1">
            <a:spLocks noChangeArrowheads="1"/>
          </p:cNvSpPr>
          <p:nvPr/>
        </p:nvSpPr>
        <p:spPr bwMode="auto">
          <a:xfrm>
            <a:off x="304800" y="2671763"/>
            <a:ext cx="625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>
                <a:latin typeface="Times New Roman" panose="02020603050405020304" pitchFamily="18" charset="0"/>
              </a:rPr>
              <a:t>(4)</a:t>
            </a:r>
          </a:p>
        </p:txBody>
      </p:sp>
      <p:sp>
        <p:nvSpPr>
          <p:cNvPr id="946190" name="Text Box 14"/>
          <p:cNvSpPr txBox="1">
            <a:spLocks noChangeArrowheads="1"/>
          </p:cNvSpPr>
          <p:nvPr/>
        </p:nvSpPr>
        <p:spPr bwMode="auto">
          <a:xfrm>
            <a:off x="304800" y="3263900"/>
            <a:ext cx="625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>
                <a:latin typeface="Times New Roman" panose="02020603050405020304" pitchFamily="18" charset="0"/>
              </a:rPr>
              <a:t>(5)</a:t>
            </a:r>
          </a:p>
        </p:txBody>
      </p:sp>
      <p:sp>
        <p:nvSpPr>
          <p:cNvPr id="946191" name="Text Box 15"/>
          <p:cNvSpPr txBox="1">
            <a:spLocks noChangeArrowheads="1"/>
          </p:cNvSpPr>
          <p:nvPr/>
        </p:nvSpPr>
        <p:spPr bwMode="auto">
          <a:xfrm>
            <a:off x="304800" y="3886200"/>
            <a:ext cx="6254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>
                <a:latin typeface="Times New Roman" panose="02020603050405020304" pitchFamily="18" charset="0"/>
              </a:rPr>
              <a:t>(6)</a:t>
            </a:r>
          </a:p>
        </p:txBody>
      </p:sp>
      <p:graphicFrame>
        <p:nvGraphicFramePr>
          <p:cNvPr id="946192" name="Object 16"/>
          <p:cNvGraphicFramePr>
            <a:graphicFrameLocks noChangeAspect="1"/>
          </p:cNvGraphicFramePr>
          <p:nvPr/>
        </p:nvGraphicFramePr>
        <p:xfrm>
          <a:off x="657225" y="5562600"/>
          <a:ext cx="19653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22" name="Equation" r:id="rId15" imgW="850680" imgH="228600" progId="Equation.3">
                  <p:embed/>
                </p:oleObj>
              </mc:Choice>
              <mc:Fallback>
                <p:oleObj name="Equation" r:id="rId15" imgW="85068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5562600"/>
                        <a:ext cx="1965325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93" name="Object 17"/>
          <p:cNvGraphicFramePr>
            <a:graphicFrameLocks noChangeAspect="1"/>
          </p:cNvGraphicFramePr>
          <p:nvPr/>
        </p:nvGraphicFramePr>
        <p:xfrm>
          <a:off x="2638425" y="5562600"/>
          <a:ext cx="2463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23" name="Equation" r:id="rId17" imgW="1066680" imgH="228600" progId="Equation.3">
                  <p:embed/>
                </p:oleObj>
              </mc:Choice>
              <mc:Fallback>
                <p:oleObj name="Equation" r:id="rId17" imgW="10666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5562600"/>
                        <a:ext cx="246380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94" name="Object 18"/>
          <p:cNvGraphicFramePr>
            <a:graphicFrameLocks noChangeAspect="1"/>
          </p:cNvGraphicFramePr>
          <p:nvPr/>
        </p:nvGraphicFramePr>
        <p:xfrm>
          <a:off x="765175" y="6096000"/>
          <a:ext cx="46910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24" name="Equation" r:id="rId19" imgW="2031840" imgH="228600" progId="Equation.3">
                  <p:embed/>
                </p:oleObj>
              </mc:Choice>
              <mc:Fallback>
                <p:oleObj name="Equation" r:id="rId19" imgW="203184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6096000"/>
                        <a:ext cx="4691063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95" name="Object 19"/>
          <p:cNvGraphicFramePr>
            <a:graphicFrameLocks noChangeAspect="1"/>
          </p:cNvGraphicFramePr>
          <p:nvPr/>
        </p:nvGraphicFramePr>
        <p:xfrm>
          <a:off x="5464175" y="6096000"/>
          <a:ext cx="17589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225" name="Equation" r:id="rId21" imgW="761760" imgH="228600" progId="Equation.3">
                  <p:embed/>
                </p:oleObj>
              </mc:Choice>
              <mc:Fallback>
                <p:oleObj name="Equation" r:id="rId21" imgW="76176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6096000"/>
                        <a:ext cx="175895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4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4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4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4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4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4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4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4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4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4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4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4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83" grpId="0" autoUpdateAnimBg="0"/>
      <p:bldP spid="946185" grpId="0" autoUpdateAnimBg="0"/>
      <p:bldP spid="946186" grpId="0" autoUpdateAnimBg="0"/>
      <p:bldP spid="946187" grpId="0" autoUpdateAnimBg="0"/>
      <p:bldP spid="946188" grpId="0" autoUpdateAnimBg="0"/>
      <p:bldP spid="946189" grpId="0" autoUpdateAnimBg="0"/>
      <p:bldP spid="946190" grpId="0" autoUpdateAnimBg="0"/>
      <p:bldP spid="94619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08D47-1C9D-4B4E-B313-FB24AB82AEEE}" type="slidenum">
              <a:rPr lang="zh-CN" altLang="en-US"/>
              <a:pPr/>
              <a:t>44</a:t>
            </a:fld>
            <a:endParaRPr lang="zh-CN" altLang="en-US"/>
          </a:p>
        </p:txBody>
      </p:sp>
      <p:sp>
        <p:nvSpPr>
          <p:cNvPr id="947202" name="Text Box 2"/>
          <p:cNvSpPr txBox="1">
            <a:spLocks noChangeArrowheads="1"/>
          </p:cNvSpPr>
          <p:nvPr/>
        </p:nvSpPr>
        <p:spPr bwMode="auto">
          <a:xfrm>
            <a:off x="114300" y="885825"/>
            <a:ext cx="1028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例1</a:t>
            </a:r>
          </a:p>
        </p:txBody>
      </p:sp>
      <p:sp>
        <p:nvSpPr>
          <p:cNvPr id="947203" name="Text Box 3"/>
          <p:cNvSpPr txBox="1">
            <a:spLocks noChangeArrowheads="1"/>
          </p:cNvSpPr>
          <p:nvPr/>
        </p:nvSpPr>
        <p:spPr bwMode="auto">
          <a:xfrm>
            <a:off x="152400" y="23002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47204" name="Object 4"/>
          <p:cNvGraphicFramePr>
            <a:graphicFrameLocks noChangeAspect="1"/>
          </p:cNvGraphicFramePr>
          <p:nvPr/>
        </p:nvGraphicFramePr>
        <p:xfrm>
          <a:off x="914400" y="304800"/>
          <a:ext cx="8229600" cy="179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25" name="Document" r:id="rId3" imgW="3452040" imgH="721440" progId="Word.Document.8">
                  <p:embed/>
                </p:oleObj>
              </mc:Choice>
              <mc:Fallback>
                <p:oleObj name="Document" r:id="rId3" imgW="3452040" imgH="7214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4800"/>
                        <a:ext cx="8229600" cy="179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5" name="Object 5"/>
          <p:cNvGraphicFramePr>
            <a:graphicFrameLocks noChangeAspect="1"/>
          </p:cNvGraphicFramePr>
          <p:nvPr/>
        </p:nvGraphicFramePr>
        <p:xfrm>
          <a:off x="828675" y="2333625"/>
          <a:ext cx="1619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26" name="Equation" r:id="rId5" imgW="634680" imgH="203040" progId="Equation.3">
                  <p:embed/>
                </p:oleObj>
              </mc:Choice>
              <mc:Fallback>
                <p:oleObj name="Equation" r:id="rId5" imgW="6346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2333625"/>
                        <a:ext cx="161925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6" name="Object 6"/>
          <p:cNvGraphicFramePr>
            <a:graphicFrameLocks noChangeAspect="1"/>
          </p:cNvGraphicFramePr>
          <p:nvPr/>
        </p:nvGraphicFramePr>
        <p:xfrm>
          <a:off x="2362200" y="2362200"/>
          <a:ext cx="2209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27" name="Equation" r:id="rId7" imgW="876240" imgH="177480" progId="Equation.3">
                  <p:embed/>
                </p:oleObj>
              </mc:Choice>
              <mc:Fallback>
                <p:oleObj name="Equation" r:id="rId7" imgW="876240" imgH="177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2209800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7" name="Object 7"/>
          <p:cNvGraphicFramePr>
            <a:graphicFrameLocks noChangeAspect="1"/>
          </p:cNvGraphicFramePr>
          <p:nvPr/>
        </p:nvGraphicFramePr>
        <p:xfrm>
          <a:off x="990600" y="2971800"/>
          <a:ext cx="2057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28" name="Equation" r:id="rId9" imgW="888840" imgH="203040" progId="Equation.3">
                  <p:embed/>
                </p:oleObj>
              </mc:Choice>
              <mc:Fallback>
                <p:oleObj name="Equation" r:id="rId9" imgW="88884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971800"/>
                        <a:ext cx="20574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8" name="Object 8"/>
          <p:cNvGraphicFramePr>
            <a:graphicFrameLocks noChangeAspect="1"/>
          </p:cNvGraphicFramePr>
          <p:nvPr/>
        </p:nvGraphicFramePr>
        <p:xfrm>
          <a:off x="3048000" y="2971800"/>
          <a:ext cx="25146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29" name="Equation" r:id="rId11" imgW="1015920" imgH="177480" progId="Equation.3">
                  <p:embed/>
                </p:oleObj>
              </mc:Choice>
              <mc:Fallback>
                <p:oleObj name="Equation" r:id="rId11" imgW="101592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71800"/>
                        <a:ext cx="2514600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9" name="Object 9"/>
          <p:cNvGraphicFramePr>
            <a:graphicFrameLocks noChangeAspect="1"/>
          </p:cNvGraphicFramePr>
          <p:nvPr/>
        </p:nvGraphicFramePr>
        <p:xfrm>
          <a:off x="5257800" y="2286000"/>
          <a:ext cx="8985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30" name="Equation" r:id="rId13" imgW="203040" imgH="406080" progId="Equation.3">
                  <p:embed/>
                </p:oleObj>
              </mc:Choice>
              <mc:Fallback>
                <p:oleObj name="Equation" r:id="rId13" imgW="203040" imgH="406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86000"/>
                        <a:ext cx="898525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10" name="Object 10"/>
          <p:cNvGraphicFramePr>
            <a:graphicFrameLocks noChangeAspect="1"/>
          </p:cNvGraphicFramePr>
          <p:nvPr/>
        </p:nvGraphicFramePr>
        <p:xfrm>
          <a:off x="6096000" y="2209800"/>
          <a:ext cx="175260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7231" name="Equation" r:id="rId15" imgW="723600" imgH="469800" progId="Equation.3">
                  <p:embed/>
                </p:oleObj>
              </mc:Choice>
              <mc:Fallback>
                <p:oleObj name="Equation" r:id="rId15" imgW="72360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209800"/>
                        <a:ext cx="1752600" cy="1176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4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4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2" grpId="0" autoUpdateAnimBg="0"/>
      <p:bldP spid="94720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34AB8-301A-4B6A-A1FA-0D0E55E5145B}" type="slidenum">
              <a:rPr lang="zh-CN" altLang="en-US"/>
              <a:pPr/>
              <a:t>45</a:t>
            </a:fld>
            <a:endParaRPr lang="zh-CN" altLang="en-US"/>
          </a:p>
        </p:txBody>
      </p:sp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67818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</a:t>
            </a:r>
            <a:r>
              <a:rPr lang="zh-CN" altLang="en-US" sz="32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矩阵与对角矩阵相似的条件</a:t>
            </a:r>
            <a:r>
              <a:rPr lang="zh-CN" altLang="en-US" sz="4000" b="1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969748" name="Text Box 20"/>
          <p:cNvSpPr txBox="1">
            <a:spLocks noChangeArrowheads="1"/>
          </p:cNvSpPr>
          <p:nvPr/>
        </p:nvSpPr>
        <p:spPr bwMode="auto">
          <a:xfrm>
            <a:off x="381000" y="2043113"/>
            <a:ext cx="83058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i="1"/>
              <a:t>     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>
                <a:latin typeface="Times New Roman" panose="02020603050405020304" pitchFamily="18" charset="0"/>
              </a:rPr>
              <a:t>阶矩阵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latin typeface="Times New Roman" panose="02020603050405020304" pitchFamily="18" charset="0"/>
              </a:rPr>
              <a:t>与一个对角阵相似的充分必要条件是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latin typeface="Times New Roman" panose="02020603050405020304" pitchFamily="18" charset="0"/>
              </a:rPr>
              <a:t>有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>
                <a:latin typeface="Times New Roman" panose="02020603050405020304" pitchFamily="18" charset="0"/>
              </a:rPr>
              <a:t>个线性无关的特征向量。 </a:t>
            </a:r>
          </a:p>
        </p:txBody>
      </p:sp>
      <p:sp>
        <p:nvSpPr>
          <p:cNvPr id="969749" name="Text Box 21"/>
          <p:cNvSpPr txBox="1">
            <a:spLocks noChangeArrowheads="1"/>
          </p:cNvSpPr>
          <p:nvPr/>
        </p:nvSpPr>
        <p:spPr bwMode="auto">
          <a:xfrm>
            <a:off x="381000" y="211931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969750" name="Text Box 22"/>
          <p:cNvSpPr txBox="1">
            <a:spLocks noChangeArrowheads="1"/>
          </p:cNvSpPr>
          <p:nvPr/>
        </p:nvSpPr>
        <p:spPr bwMode="auto">
          <a:xfrm>
            <a:off x="381000" y="823913"/>
            <a:ext cx="8167688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/>
              <a:t>    如果一个矩阵能与一个对角阵相似,称该矩阵可以(相似)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对角化</a:t>
            </a:r>
            <a:r>
              <a:rPr lang="zh-CN" altLang="en-US"/>
              <a:t>。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69751" name="Text Box 23"/>
          <p:cNvSpPr txBox="1">
            <a:spLocks noChangeArrowheads="1"/>
          </p:cNvSpPr>
          <p:nvPr/>
        </p:nvSpPr>
        <p:spPr bwMode="auto">
          <a:xfrm>
            <a:off x="381000" y="3338513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969752" name="Text Box 24"/>
          <p:cNvSpPr txBox="1">
            <a:spLocks noChangeArrowheads="1"/>
          </p:cNvSpPr>
          <p:nvPr/>
        </p:nvSpPr>
        <p:spPr bwMode="auto">
          <a:xfrm>
            <a:off x="1003300" y="3338513"/>
            <a:ext cx="1968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必要性：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69753" name="Text Box 25"/>
          <p:cNvSpPr txBox="1">
            <a:spLocks noChangeArrowheads="1"/>
          </p:cNvSpPr>
          <p:nvPr/>
        </p:nvSpPr>
        <p:spPr bwMode="auto">
          <a:xfrm>
            <a:off x="2374900" y="3338513"/>
            <a:ext cx="6616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与一个对角阵相似,即存在一个可逆</a:t>
            </a:r>
          </a:p>
        </p:txBody>
      </p:sp>
      <p:sp>
        <p:nvSpPr>
          <p:cNvPr id="969754" name="Text Box 26"/>
          <p:cNvSpPr txBox="1">
            <a:spLocks noChangeArrowheads="1"/>
          </p:cNvSpPr>
          <p:nvPr/>
        </p:nvSpPr>
        <p:spPr bwMode="auto">
          <a:xfrm>
            <a:off x="457200" y="4024313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阵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/>
              <a:t>,</a:t>
            </a:r>
            <a:r>
              <a:rPr lang="zh-CN" altLang="en-US"/>
              <a:t>使</a:t>
            </a:r>
          </a:p>
        </p:txBody>
      </p:sp>
      <p:graphicFrame>
        <p:nvGraphicFramePr>
          <p:cNvPr id="969755" name="Object 27"/>
          <p:cNvGraphicFramePr>
            <a:graphicFrameLocks noChangeAspect="1"/>
          </p:cNvGraphicFramePr>
          <p:nvPr/>
        </p:nvGraphicFramePr>
        <p:xfrm>
          <a:off x="1858963" y="4038600"/>
          <a:ext cx="5121275" cy="223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46" name="Equation" r:id="rId3" imgW="2145960" imgH="939600" progId="Equation.3">
                  <p:embed/>
                </p:oleObj>
              </mc:Choice>
              <mc:Fallback>
                <p:oleObj name="Equation" r:id="rId3" imgW="2145960" imgH="939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4038600"/>
                        <a:ext cx="5121275" cy="223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6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0" grpId="0" autoUpdateAnimBg="0"/>
      <p:bldP spid="969748" grpId="0" autoUpdateAnimBg="0"/>
      <p:bldP spid="969749" grpId="0" autoUpdateAnimBg="0"/>
      <p:bldP spid="969750" grpId="0" autoUpdateAnimBg="0"/>
      <p:bldP spid="969751" grpId="0" autoUpdateAnimBg="0"/>
      <p:bldP spid="969752" grpId="0" autoUpdateAnimBg="0"/>
      <p:bldP spid="969753" grpId="0" autoUpdateAnimBg="0"/>
      <p:bldP spid="969754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19C7-72E8-423C-885B-4CD50A091DC1}" type="slidenum">
              <a:rPr lang="zh-CN" altLang="en-US"/>
              <a:pPr/>
              <a:t>46</a:t>
            </a:fld>
            <a:endParaRPr lang="zh-CN" altLang="en-US"/>
          </a:p>
        </p:txBody>
      </p:sp>
      <p:graphicFrame>
        <p:nvGraphicFramePr>
          <p:cNvPr id="949250" name="Object 2"/>
          <p:cNvGraphicFramePr>
            <a:graphicFrameLocks noChangeAspect="1"/>
          </p:cNvGraphicFramePr>
          <p:nvPr/>
        </p:nvGraphicFramePr>
        <p:xfrm>
          <a:off x="2682875" y="185738"/>
          <a:ext cx="225425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1" name="Equation" r:id="rId3" imgW="901440" imgH="203040" progId="Equation.3">
                  <p:embed/>
                </p:oleObj>
              </mc:Choice>
              <mc:Fallback>
                <p:oleObj name="Equation" r:id="rId3" imgW="90144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185738"/>
                        <a:ext cx="2254250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1" name="Object 3"/>
          <p:cNvGraphicFramePr>
            <a:graphicFrameLocks noChangeAspect="1"/>
          </p:cNvGraphicFramePr>
          <p:nvPr/>
        </p:nvGraphicFramePr>
        <p:xfrm>
          <a:off x="409575" y="131763"/>
          <a:ext cx="19700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2" name="Equation" r:id="rId5" imgW="825480" imgH="228600" progId="Equation.3">
                  <p:embed/>
                </p:oleObj>
              </mc:Choice>
              <mc:Fallback>
                <p:oleObj name="Equation" r:id="rId5" imgW="8254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" y="131763"/>
                        <a:ext cx="1970088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2" name="Object 4"/>
          <p:cNvGraphicFramePr>
            <a:graphicFrameLocks noChangeAspect="1"/>
          </p:cNvGraphicFramePr>
          <p:nvPr/>
        </p:nvGraphicFramePr>
        <p:xfrm>
          <a:off x="382588" y="685800"/>
          <a:ext cx="69723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3" name="Document" r:id="rId7" imgW="2763360" imgH="241200" progId="Word.Document.8">
                  <p:embed/>
                </p:oleObj>
              </mc:Choice>
              <mc:Fallback>
                <p:oleObj name="Document" r:id="rId7" imgW="2763360" imgH="2412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685800"/>
                        <a:ext cx="69723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3" name="Object 5"/>
          <p:cNvGraphicFramePr>
            <a:graphicFrameLocks noChangeAspect="1"/>
          </p:cNvGraphicFramePr>
          <p:nvPr/>
        </p:nvGraphicFramePr>
        <p:xfrm>
          <a:off x="304800" y="1143000"/>
          <a:ext cx="7467600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4" name="Equation" r:id="rId9" imgW="3352680" imgH="939600" progId="Equation.3">
                  <p:embed/>
                </p:oleObj>
              </mc:Choice>
              <mc:Fallback>
                <p:oleObj name="Equation" r:id="rId9" imgW="335268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143000"/>
                        <a:ext cx="7467600" cy="209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5" name="Object 7"/>
          <p:cNvGraphicFramePr>
            <a:graphicFrameLocks noChangeAspect="1"/>
          </p:cNvGraphicFramePr>
          <p:nvPr/>
        </p:nvGraphicFramePr>
        <p:xfrm>
          <a:off x="304800" y="3200400"/>
          <a:ext cx="75438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5" name="Equation" r:id="rId11" imgW="3035160" imgH="228600" progId="Equation.3">
                  <p:embed/>
                </p:oleObj>
              </mc:Choice>
              <mc:Fallback>
                <p:oleObj name="Equation" r:id="rId11" imgW="30351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200400"/>
                        <a:ext cx="7543800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9" name="Object 11"/>
          <p:cNvGraphicFramePr>
            <a:graphicFrameLocks noChangeAspect="1"/>
          </p:cNvGraphicFramePr>
          <p:nvPr/>
        </p:nvGraphicFramePr>
        <p:xfrm>
          <a:off x="304800" y="3810000"/>
          <a:ext cx="5105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6" name="Equation" r:id="rId13" imgW="2070000" imgH="228600" progId="Equation.3">
                  <p:embed/>
                </p:oleObj>
              </mc:Choice>
              <mc:Fallback>
                <p:oleObj name="Equation" r:id="rId13" imgW="20700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0"/>
                        <a:ext cx="51054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60" name="Object 12"/>
          <p:cNvGraphicFramePr>
            <a:graphicFrameLocks noChangeAspect="1"/>
          </p:cNvGraphicFramePr>
          <p:nvPr/>
        </p:nvGraphicFramePr>
        <p:xfrm>
          <a:off x="304800" y="4343400"/>
          <a:ext cx="82772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7" name="Document" r:id="rId15" imgW="3381480" imgH="401760" progId="Word.Document.8">
                  <p:embed/>
                </p:oleObj>
              </mc:Choice>
              <mc:Fallback>
                <p:oleObj name="Document" r:id="rId15" imgW="3381480" imgH="40176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343400"/>
                        <a:ext cx="82772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61" name="Object 13"/>
          <p:cNvGraphicFramePr>
            <a:graphicFrameLocks noChangeAspect="1"/>
          </p:cNvGraphicFramePr>
          <p:nvPr/>
        </p:nvGraphicFramePr>
        <p:xfrm>
          <a:off x="304800" y="5410200"/>
          <a:ext cx="62484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288" name="Document" r:id="rId17" imgW="2623680" imgH="228600" progId="Word.Document.8">
                  <p:embed/>
                </p:oleObj>
              </mc:Choice>
              <mc:Fallback>
                <p:oleObj name="Document" r:id="rId17" imgW="262368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410200"/>
                        <a:ext cx="62484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63" name="Text Box 15"/>
          <p:cNvSpPr txBox="1">
            <a:spLocks noChangeArrowheads="1"/>
          </p:cNvSpPr>
          <p:nvPr/>
        </p:nvSpPr>
        <p:spPr bwMode="auto">
          <a:xfrm>
            <a:off x="6477000" y="5387975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必要性得证。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49264" name="Text Box 16"/>
          <p:cNvSpPr txBox="1">
            <a:spLocks noChangeArrowheads="1"/>
          </p:cNvSpPr>
          <p:nvPr/>
        </p:nvSpPr>
        <p:spPr bwMode="auto">
          <a:xfrm>
            <a:off x="152400" y="5957888"/>
            <a:ext cx="647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上述步骤倒过来写,即得充分性证明。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4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63" grpId="0" autoUpdateAnimBg="0"/>
      <p:bldP spid="949264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8B32F-1052-467D-987B-420BBF524FAB}" type="slidenum">
              <a:rPr lang="zh-CN" altLang="en-US"/>
              <a:pPr/>
              <a:t>47</a:t>
            </a:fld>
            <a:endParaRPr lang="zh-CN" altLang="en-US"/>
          </a:p>
        </p:txBody>
      </p:sp>
      <p:sp>
        <p:nvSpPr>
          <p:cNvPr id="950274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8867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推论1  </a:t>
            </a:r>
            <a:r>
              <a:rPr lang="zh-CN" altLang="en-US"/>
              <a:t>如果矩阵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的特征值互不相同，则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必可对角化。</a:t>
            </a:r>
          </a:p>
        </p:txBody>
      </p:sp>
      <p:sp>
        <p:nvSpPr>
          <p:cNvPr id="950275" name="Text Box 3"/>
          <p:cNvSpPr txBox="1">
            <a:spLocks noChangeArrowheads="1"/>
          </p:cNvSpPr>
          <p:nvPr/>
        </p:nvSpPr>
        <p:spPr bwMode="auto">
          <a:xfrm>
            <a:off x="457200" y="914400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因为属于不同特征值的特征向量是线性无关的。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50276" name="Text Box 4"/>
          <p:cNvSpPr txBox="1">
            <a:spLocks noChangeArrowheads="1"/>
          </p:cNvSpPr>
          <p:nvPr/>
        </p:nvSpPr>
        <p:spPr bwMode="auto">
          <a:xfrm>
            <a:off x="304800" y="1614488"/>
            <a:ext cx="769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  <a:r>
              <a:rPr lang="zh-CN" altLang="en-US">
                <a:latin typeface="Times New Roman" panose="02020603050405020304" pitchFamily="18" charset="0"/>
              </a:rPr>
              <a:t>：这个</a:t>
            </a:r>
            <a:r>
              <a:rPr lang="zh-CN" altLang="en-US"/>
              <a:t>条件是充分的而不是必要的。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50277" name="Rectangle 5"/>
          <p:cNvSpPr>
            <a:spLocks noChangeArrowheads="1"/>
          </p:cNvSpPr>
          <p:nvPr/>
        </p:nvSpPr>
        <p:spPr bwMode="auto">
          <a:xfrm>
            <a:off x="228600" y="2332038"/>
            <a:ext cx="86106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如果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的特征方程有</a:t>
            </a: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重根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，此时不一定有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个线性无关的特征向量，从而矩阵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不一定能对角化；但如果能找到 </a:t>
            </a:r>
            <a:r>
              <a:rPr lang="en-US" altLang="zh-CN" i="1">
                <a:latin typeface="Times New Roman" panose="02020603050405020304" pitchFamily="18" charset="0"/>
              </a:rPr>
              <a:t>n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个线性无关的特征向量，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pitchFamily="18" charset="0"/>
              </a:rPr>
              <a:t>还是能对角化。</a:t>
            </a:r>
          </a:p>
        </p:txBody>
      </p:sp>
      <p:graphicFrame>
        <p:nvGraphicFramePr>
          <p:cNvPr id="950278" name="Object 6"/>
          <p:cNvGraphicFramePr>
            <a:graphicFrameLocks noChangeAspect="1"/>
          </p:cNvGraphicFramePr>
          <p:nvPr/>
        </p:nvGraphicFramePr>
        <p:xfrm>
          <a:off x="304800" y="4213225"/>
          <a:ext cx="823436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281" name="Document" r:id="rId3" imgW="3371040" imgH="401400" progId="Word.Document.8">
                  <p:embed/>
                </p:oleObj>
              </mc:Choice>
              <mc:Fallback>
                <p:oleObj name="Document" r:id="rId3" imgW="3371040" imgH="4014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213225"/>
                        <a:ext cx="8234363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4" grpId="0" autoUpdateAnimBg="0"/>
      <p:bldP spid="950275" grpId="0" autoUpdateAnimBg="0"/>
      <p:bldP spid="950276" grpId="0" autoUpdateAnimBg="0"/>
      <p:bldP spid="95027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4055-B6D4-4091-9E4F-CC76547B8A50}" type="slidenum">
              <a:rPr lang="zh-CN" altLang="en-US"/>
              <a:pPr/>
              <a:t>48</a:t>
            </a:fld>
            <a:endParaRPr lang="zh-CN" altLang="en-US"/>
          </a:p>
        </p:txBody>
      </p:sp>
      <p:sp>
        <p:nvSpPr>
          <p:cNvPr id="951298" name="Text Box 2"/>
          <p:cNvSpPr txBox="1">
            <a:spLocks noChangeArrowheads="1"/>
          </p:cNvSpPr>
          <p:nvPr/>
        </p:nvSpPr>
        <p:spPr bwMode="auto">
          <a:xfrm>
            <a:off x="228600" y="2424113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951299" name="Text Box 3"/>
          <p:cNvSpPr txBox="1">
            <a:spLocks noChangeArrowheads="1"/>
          </p:cNvSpPr>
          <p:nvPr/>
        </p:nvSpPr>
        <p:spPr bwMode="auto">
          <a:xfrm>
            <a:off x="152400" y="6937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例2</a:t>
            </a:r>
          </a:p>
        </p:txBody>
      </p:sp>
      <p:graphicFrame>
        <p:nvGraphicFramePr>
          <p:cNvPr id="951304" name="Object 8"/>
          <p:cNvGraphicFramePr>
            <a:graphicFrameLocks noChangeAspect="1"/>
          </p:cNvGraphicFramePr>
          <p:nvPr/>
        </p:nvGraphicFramePr>
        <p:xfrm>
          <a:off x="917575" y="114300"/>
          <a:ext cx="7921625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31" name="Document" r:id="rId3" imgW="3310200" imgH="700200" progId="Word.Document.8">
                  <p:embed/>
                </p:oleObj>
              </mc:Choice>
              <mc:Fallback>
                <p:oleObj name="Document" r:id="rId3" imgW="3310200" imgH="7002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114300"/>
                        <a:ext cx="7921625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305" name="Object 9"/>
          <p:cNvGraphicFramePr>
            <a:graphicFrameLocks noChangeAspect="1"/>
          </p:cNvGraphicFramePr>
          <p:nvPr/>
        </p:nvGraphicFramePr>
        <p:xfrm>
          <a:off x="831850" y="1862138"/>
          <a:ext cx="4687888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32" name="Equation" r:id="rId5" imgW="1993680" imgH="698400" progId="Equation.3">
                  <p:embed/>
                </p:oleObj>
              </mc:Choice>
              <mc:Fallback>
                <p:oleObj name="Equation" r:id="rId5" imgW="199368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1862138"/>
                        <a:ext cx="4687888" cy="165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306" name="Object 10"/>
          <p:cNvGraphicFramePr>
            <a:graphicFrameLocks noChangeAspect="1"/>
          </p:cNvGraphicFramePr>
          <p:nvPr/>
        </p:nvGraphicFramePr>
        <p:xfrm>
          <a:off x="3733800" y="5715000"/>
          <a:ext cx="27162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33" name="Equation" r:id="rId7" imgW="1155600" imgH="203040" progId="Equation.3">
                  <p:embed/>
                </p:oleObj>
              </mc:Choice>
              <mc:Fallback>
                <p:oleObj name="Equation" r:id="rId7" imgW="115560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715000"/>
                        <a:ext cx="27162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307" name="Object 11"/>
          <p:cNvGraphicFramePr>
            <a:graphicFrameLocks noChangeAspect="1"/>
          </p:cNvGraphicFramePr>
          <p:nvPr/>
        </p:nvGraphicFramePr>
        <p:xfrm>
          <a:off x="5414963" y="1836738"/>
          <a:ext cx="3522662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34" name="Equation" r:id="rId9" imgW="1498320" imgH="711000" progId="Equation.3">
                  <p:embed/>
                </p:oleObj>
              </mc:Choice>
              <mc:Fallback>
                <p:oleObj name="Equation" r:id="rId9" imgW="149832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1836738"/>
                        <a:ext cx="3522662" cy="168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308" name="Object 12"/>
          <p:cNvGraphicFramePr>
            <a:graphicFrameLocks noChangeAspect="1"/>
          </p:cNvGraphicFramePr>
          <p:nvPr/>
        </p:nvGraphicFramePr>
        <p:xfrm>
          <a:off x="457200" y="3643313"/>
          <a:ext cx="3970338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35" name="Equation" r:id="rId11" imgW="1688760" imgH="711000" progId="Equation.3">
                  <p:embed/>
                </p:oleObj>
              </mc:Choice>
              <mc:Fallback>
                <p:oleObj name="Equation" r:id="rId11" imgW="168876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43313"/>
                        <a:ext cx="3970338" cy="168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309" name="Object 13"/>
          <p:cNvGraphicFramePr>
            <a:graphicFrameLocks noChangeAspect="1"/>
          </p:cNvGraphicFramePr>
          <p:nvPr/>
        </p:nvGraphicFramePr>
        <p:xfrm>
          <a:off x="4343400" y="3643313"/>
          <a:ext cx="4000500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36" name="Equation" r:id="rId13" imgW="1701720" imgH="711000" progId="Equation.3">
                  <p:embed/>
                </p:oleObj>
              </mc:Choice>
              <mc:Fallback>
                <p:oleObj name="Equation" r:id="rId13" imgW="1701720" imgH="711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643313"/>
                        <a:ext cx="4000500" cy="168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310" name="Object 14"/>
          <p:cNvGraphicFramePr>
            <a:graphicFrameLocks noChangeAspect="1"/>
          </p:cNvGraphicFramePr>
          <p:nvPr/>
        </p:nvGraphicFramePr>
        <p:xfrm>
          <a:off x="533400" y="5395913"/>
          <a:ext cx="322580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337" name="Equation" r:id="rId15" imgW="1371600" imgH="457200" progId="Equation.3">
                  <p:embed/>
                </p:oleObj>
              </mc:Choice>
              <mc:Fallback>
                <p:oleObj name="Equation" r:id="rId15" imgW="137160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395913"/>
                        <a:ext cx="3225800" cy="1081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1311" name="Group 15"/>
          <p:cNvGrpSpPr>
            <a:grpSpLocks/>
          </p:cNvGrpSpPr>
          <p:nvPr/>
        </p:nvGrpSpPr>
        <p:grpSpPr bwMode="auto">
          <a:xfrm>
            <a:off x="5432425" y="1230313"/>
            <a:ext cx="1219200" cy="533400"/>
            <a:chOff x="3408" y="816"/>
            <a:chExt cx="768" cy="336"/>
          </a:xfrm>
        </p:grpSpPr>
        <p:graphicFrame>
          <p:nvGraphicFramePr>
            <p:cNvPr id="951312" name="Object 16"/>
            <p:cNvGraphicFramePr>
              <a:graphicFrameLocks noChangeAspect="1"/>
            </p:cNvGraphicFramePr>
            <p:nvPr/>
          </p:nvGraphicFramePr>
          <p:xfrm>
            <a:off x="3504" y="816"/>
            <a:ext cx="564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338" name="Equation" r:id="rId17" imgW="380880" imgH="215640" progId="Equation.3">
                    <p:embed/>
                  </p:oleObj>
                </mc:Choice>
                <mc:Fallback>
                  <p:oleObj name="Equation" r:id="rId17" imgW="380880" imgH="2156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816"/>
                          <a:ext cx="564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1313" name="AutoShape 17"/>
            <p:cNvSpPr>
              <a:spLocks noChangeArrowheads="1"/>
            </p:cNvSpPr>
            <p:nvPr/>
          </p:nvSpPr>
          <p:spPr bwMode="auto">
            <a:xfrm>
              <a:off x="3408" y="816"/>
              <a:ext cx="768" cy="336"/>
            </a:xfrm>
            <a:prstGeom prst="wedgeRectCallout">
              <a:avLst>
                <a:gd name="adj1" fmla="val -135806"/>
                <a:gd name="adj2" fmla="val 90773"/>
              </a:avLst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51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5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5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8" grpId="0" autoUpdateAnimBg="0"/>
      <p:bldP spid="951299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B9653-11F2-4EFA-9E21-74946289F294}" type="slidenum">
              <a:rPr lang="zh-CN" altLang="en-US"/>
              <a:pPr/>
              <a:t>49</a:t>
            </a:fld>
            <a:endParaRPr lang="zh-CN" altLang="en-US"/>
          </a:p>
        </p:txBody>
      </p:sp>
      <p:graphicFrame>
        <p:nvGraphicFramePr>
          <p:cNvPr id="952322" name="Object 2"/>
          <p:cNvGraphicFramePr>
            <a:graphicFrameLocks noChangeAspect="1"/>
          </p:cNvGraphicFramePr>
          <p:nvPr/>
        </p:nvGraphicFramePr>
        <p:xfrm>
          <a:off x="381000" y="2535238"/>
          <a:ext cx="15240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55" name="Equation" r:id="rId3" imgW="685800" imgH="215640" progId="Equation.3">
                  <p:embed/>
                </p:oleObj>
              </mc:Choice>
              <mc:Fallback>
                <p:oleObj name="Equation" r:id="rId3" imgW="68580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35238"/>
                        <a:ext cx="1524000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23" name="Line 3"/>
          <p:cNvSpPr>
            <a:spLocks noChangeShapeType="1"/>
          </p:cNvSpPr>
          <p:nvPr/>
        </p:nvSpPr>
        <p:spPr bwMode="auto">
          <a:xfrm>
            <a:off x="228600" y="18288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52324" name="Text Box 4"/>
          <p:cNvSpPr txBox="1">
            <a:spLocks noChangeArrowheads="1"/>
          </p:cNvSpPr>
          <p:nvPr/>
        </p:nvSpPr>
        <p:spPr bwMode="auto">
          <a:xfrm>
            <a:off x="273050" y="3646488"/>
            <a:ext cx="160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52325" name="Object 5"/>
          <p:cNvGraphicFramePr>
            <a:graphicFrameLocks noChangeAspect="1"/>
          </p:cNvGraphicFramePr>
          <p:nvPr/>
        </p:nvGraphicFramePr>
        <p:xfrm>
          <a:off x="2001838" y="3624263"/>
          <a:ext cx="29956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56" name="Equation" r:id="rId5" imgW="1193760" imgH="228600" progId="Equation.3">
                  <p:embed/>
                </p:oleObj>
              </mc:Choice>
              <mc:Fallback>
                <p:oleObj name="Equation" r:id="rId5" imgW="11937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838" y="3624263"/>
                        <a:ext cx="2995612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26" name="Object 6"/>
          <p:cNvGraphicFramePr>
            <a:graphicFrameLocks noChangeAspect="1"/>
          </p:cNvGraphicFramePr>
          <p:nvPr/>
        </p:nvGraphicFramePr>
        <p:xfrm>
          <a:off x="581025" y="166688"/>
          <a:ext cx="46878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57" name="Equation" r:id="rId7" imgW="1993680" imgH="698400" progId="Equation.3">
                  <p:embed/>
                </p:oleObj>
              </mc:Choice>
              <mc:Fallback>
                <p:oleObj name="Equation" r:id="rId7" imgW="199368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66688"/>
                        <a:ext cx="4687888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27" name="Object 7"/>
          <p:cNvGraphicFramePr>
            <a:graphicFrameLocks noChangeAspect="1"/>
          </p:cNvGraphicFramePr>
          <p:nvPr/>
        </p:nvGraphicFramePr>
        <p:xfrm>
          <a:off x="5257800" y="784225"/>
          <a:ext cx="27162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58" name="Equation" r:id="rId9" imgW="1155600" imgH="203040" progId="Equation.3">
                  <p:embed/>
                </p:oleObj>
              </mc:Choice>
              <mc:Fallback>
                <p:oleObj name="Equation" r:id="rId9" imgW="115560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784225"/>
                        <a:ext cx="27162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28" name="Object 8"/>
          <p:cNvGraphicFramePr>
            <a:graphicFrameLocks noChangeAspect="1"/>
          </p:cNvGraphicFramePr>
          <p:nvPr/>
        </p:nvGraphicFramePr>
        <p:xfrm>
          <a:off x="1981200" y="1984375"/>
          <a:ext cx="31242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59" name="Equation" r:id="rId11" imgW="1396800" imgH="711000" progId="Equation.3">
                  <p:embed/>
                </p:oleObj>
              </mc:Choice>
              <mc:Fallback>
                <p:oleObj name="Equation" r:id="rId11" imgW="13968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84375"/>
                        <a:ext cx="3124200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29" name="Object 9"/>
          <p:cNvGraphicFramePr>
            <a:graphicFrameLocks noChangeAspect="1"/>
          </p:cNvGraphicFramePr>
          <p:nvPr/>
        </p:nvGraphicFramePr>
        <p:xfrm>
          <a:off x="5105400" y="1981200"/>
          <a:ext cx="221456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0" name="Equation" r:id="rId13" imgW="990360" imgH="711000" progId="Equation.3">
                  <p:embed/>
                </p:oleObj>
              </mc:Choice>
              <mc:Fallback>
                <p:oleObj name="Equation" r:id="rId13" imgW="99036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981200"/>
                        <a:ext cx="2214563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30" name="Object 10"/>
          <p:cNvGraphicFramePr>
            <a:graphicFrameLocks noChangeAspect="1"/>
          </p:cNvGraphicFramePr>
          <p:nvPr/>
        </p:nvGraphicFramePr>
        <p:xfrm>
          <a:off x="323850" y="4767263"/>
          <a:ext cx="17208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1" name="Equation" r:id="rId15" imgW="774360" imgH="215640" progId="Equation.3">
                  <p:embed/>
                </p:oleObj>
              </mc:Choice>
              <mc:Fallback>
                <p:oleObj name="Equation" r:id="rId15" imgW="77436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767263"/>
                        <a:ext cx="1720850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31" name="Text Box 11"/>
          <p:cNvSpPr txBox="1">
            <a:spLocks noChangeArrowheads="1"/>
          </p:cNvSpPr>
          <p:nvPr/>
        </p:nvSpPr>
        <p:spPr bwMode="auto">
          <a:xfrm>
            <a:off x="258763" y="5922963"/>
            <a:ext cx="160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52332" name="Object 12"/>
          <p:cNvGraphicFramePr>
            <a:graphicFrameLocks noChangeAspect="1"/>
          </p:cNvGraphicFramePr>
          <p:nvPr/>
        </p:nvGraphicFramePr>
        <p:xfrm>
          <a:off x="1911350" y="5911850"/>
          <a:ext cx="27717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2" name="Equation" r:id="rId17" imgW="1104840" imgH="228600" progId="Equation.3">
                  <p:embed/>
                </p:oleObj>
              </mc:Choice>
              <mc:Fallback>
                <p:oleObj name="Equation" r:id="rId17" imgW="110484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5911850"/>
                        <a:ext cx="2771775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33" name="Object 13"/>
          <p:cNvGraphicFramePr>
            <a:graphicFrameLocks noChangeAspect="1"/>
          </p:cNvGraphicFramePr>
          <p:nvPr/>
        </p:nvGraphicFramePr>
        <p:xfrm>
          <a:off x="2119313" y="4194175"/>
          <a:ext cx="3209925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3" name="Equation" r:id="rId19" imgW="1434960" imgH="711000" progId="Equation.3">
                  <p:embed/>
                </p:oleObj>
              </mc:Choice>
              <mc:Fallback>
                <p:oleObj name="Equation" r:id="rId19" imgW="1434960" imgH="711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4194175"/>
                        <a:ext cx="3209925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34" name="Object 14"/>
          <p:cNvGraphicFramePr>
            <a:graphicFrameLocks noChangeAspect="1"/>
          </p:cNvGraphicFramePr>
          <p:nvPr/>
        </p:nvGraphicFramePr>
        <p:xfrm>
          <a:off x="5329238" y="4191000"/>
          <a:ext cx="2214562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4" name="Equation" r:id="rId21" imgW="990360" imgH="711000" progId="Equation.3">
                  <p:embed/>
                </p:oleObj>
              </mc:Choice>
              <mc:Fallback>
                <p:oleObj name="Equation" r:id="rId21" imgW="990360" imgH="711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238" y="4191000"/>
                        <a:ext cx="2214562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5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5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4" grpId="0" autoUpdateAnimBg="0"/>
      <p:bldP spid="95233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796F7-87AD-47B6-AEA3-EE01E368B0B4}" type="slidenum">
              <a:rPr lang="zh-CN" altLang="en-US"/>
              <a:pPr/>
              <a:t>50</a:t>
            </a:fld>
            <a:endParaRPr lang="zh-CN" altLang="en-US"/>
          </a:p>
        </p:txBody>
      </p:sp>
      <p:sp>
        <p:nvSpPr>
          <p:cNvPr id="953346" name="Line 2"/>
          <p:cNvSpPr>
            <a:spLocks noChangeShapeType="1"/>
          </p:cNvSpPr>
          <p:nvPr/>
        </p:nvSpPr>
        <p:spPr bwMode="auto">
          <a:xfrm>
            <a:off x="228600" y="18288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53347" name="Text Box 3"/>
          <p:cNvSpPr txBox="1">
            <a:spLocks noChangeArrowheads="1"/>
          </p:cNvSpPr>
          <p:nvPr/>
        </p:nvSpPr>
        <p:spPr bwMode="auto">
          <a:xfrm>
            <a:off x="328613" y="2079625"/>
            <a:ext cx="160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53348" name="Object 4"/>
          <p:cNvGraphicFramePr>
            <a:graphicFrameLocks noChangeAspect="1"/>
          </p:cNvGraphicFramePr>
          <p:nvPr/>
        </p:nvGraphicFramePr>
        <p:xfrm>
          <a:off x="2057400" y="2057400"/>
          <a:ext cx="2819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74" name="Equation" r:id="rId3" imgW="1193760" imgH="228600" progId="Equation.3">
                  <p:embed/>
                </p:oleObj>
              </mc:Choice>
              <mc:Fallback>
                <p:oleObj name="Equation" r:id="rId3" imgW="11937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57400"/>
                        <a:ext cx="28194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49" name="Text Box 5"/>
          <p:cNvSpPr txBox="1">
            <a:spLocks noChangeArrowheads="1"/>
          </p:cNvSpPr>
          <p:nvPr/>
        </p:nvSpPr>
        <p:spPr bwMode="auto">
          <a:xfrm>
            <a:off x="328613" y="2754313"/>
            <a:ext cx="160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53350" name="Object 6"/>
          <p:cNvGraphicFramePr>
            <a:graphicFrameLocks noChangeAspect="1"/>
          </p:cNvGraphicFramePr>
          <p:nvPr/>
        </p:nvGraphicFramePr>
        <p:xfrm>
          <a:off x="2039938" y="2743200"/>
          <a:ext cx="26082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75" name="Equation" r:id="rId5" imgW="1104840" imgH="228600" progId="Equation.3">
                  <p:embed/>
                </p:oleObj>
              </mc:Choice>
              <mc:Fallback>
                <p:oleObj name="Equation" r:id="rId5" imgW="11048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2743200"/>
                        <a:ext cx="2608262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1" name="Object 7"/>
          <p:cNvGraphicFramePr>
            <a:graphicFrameLocks noChangeAspect="1"/>
          </p:cNvGraphicFramePr>
          <p:nvPr/>
        </p:nvGraphicFramePr>
        <p:xfrm>
          <a:off x="403225" y="3911600"/>
          <a:ext cx="1524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76" name="Equation" r:id="rId7" imgW="685800" imgH="228600" progId="Equation.3">
                  <p:embed/>
                </p:oleObj>
              </mc:Choice>
              <mc:Fallback>
                <p:oleObj name="Equation" r:id="rId7" imgW="685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3911600"/>
                        <a:ext cx="15240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352" name="Text Box 8"/>
          <p:cNvSpPr txBox="1">
            <a:spLocks noChangeArrowheads="1"/>
          </p:cNvSpPr>
          <p:nvPr/>
        </p:nvSpPr>
        <p:spPr bwMode="auto">
          <a:xfrm>
            <a:off x="349250" y="5081588"/>
            <a:ext cx="160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53353" name="Object 9"/>
          <p:cNvGraphicFramePr>
            <a:graphicFrameLocks noChangeAspect="1"/>
          </p:cNvGraphicFramePr>
          <p:nvPr/>
        </p:nvGraphicFramePr>
        <p:xfrm>
          <a:off x="2057400" y="5087938"/>
          <a:ext cx="22907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77" name="Equation" r:id="rId9" imgW="1002960" imgH="241200" progId="Equation.3">
                  <p:embed/>
                </p:oleObj>
              </mc:Choice>
              <mc:Fallback>
                <p:oleObj name="Equation" r:id="rId9" imgW="100296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087938"/>
                        <a:ext cx="2290763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4" name="Object 10"/>
          <p:cNvGraphicFramePr>
            <a:graphicFrameLocks noChangeAspect="1"/>
          </p:cNvGraphicFramePr>
          <p:nvPr/>
        </p:nvGraphicFramePr>
        <p:xfrm>
          <a:off x="2017713" y="3352800"/>
          <a:ext cx="366395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78" name="Equation" r:id="rId11" imgW="1638000" imgH="711000" progId="Equation.3">
                  <p:embed/>
                </p:oleObj>
              </mc:Choice>
              <mc:Fallback>
                <p:oleObj name="Equation" r:id="rId11" imgW="163800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3" y="3352800"/>
                        <a:ext cx="3663950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5" name="Object 11"/>
          <p:cNvGraphicFramePr>
            <a:graphicFrameLocks noChangeAspect="1"/>
          </p:cNvGraphicFramePr>
          <p:nvPr/>
        </p:nvGraphicFramePr>
        <p:xfrm>
          <a:off x="5726113" y="3352800"/>
          <a:ext cx="258445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79" name="Equation" r:id="rId13" imgW="1155600" imgH="711000" progId="Equation.3">
                  <p:embed/>
                </p:oleObj>
              </mc:Choice>
              <mc:Fallback>
                <p:oleObj name="Equation" r:id="rId13" imgW="115560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3352800"/>
                        <a:ext cx="2584450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6" name="Object 12"/>
          <p:cNvGraphicFramePr>
            <a:graphicFrameLocks noChangeAspect="1"/>
          </p:cNvGraphicFramePr>
          <p:nvPr/>
        </p:nvGraphicFramePr>
        <p:xfrm>
          <a:off x="581025" y="166688"/>
          <a:ext cx="46878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80" name="Equation" r:id="rId15" imgW="1993680" imgH="698400" progId="Equation.3">
                  <p:embed/>
                </p:oleObj>
              </mc:Choice>
              <mc:Fallback>
                <p:oleObj name="Equation" r:id="rId15" imgW="199368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66688"/>
                        <a:ext cx="4687888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357" name="Object 13"/>
          <p:cNvGraphicFramePr>
            <a:graphicFrameLocks noChangeAspect="1"/>
          </p:cNvGraphicFramePr>
          <p:nvPr/>
        </p:nvGraphicFramePr>
        <p:xfrm>
          <a:off x="5257800" y="784225"/>
          <a:ext cx="27162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81" name="Equation" r:id="rId17" imgW="1155600" imgH="203040" progId="Equation.3">
                  <p:embed/>
                </p:oleObj>
              </mc:Choice>
              <mc:Fallback>
                <p:oleObj name="Equation" r:id="rId17" imgW="115560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784225"/>
                        <a:ext cx="27162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52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579B-E252-4459-9261-23FC14E335F8}" type="slidenum">
              <a:rPr lang="zh-CN" altLang="en-US"/>
              <a:pPr/>
              <a:t>51</a:t>
            </a:fld>
            <a:endParaRPr lang="zh-CN" altLang="en-US"/>
          </a:p>
        </p:txBody>
      </p:sp>
      <p:sp>
        <p:nvSpPr>
          <p:cNvPr id="954370" name="Line 2"/>
          <p:cNvSpPr>
            <a:spLocks noChangeShapeType="1"/>
          </p:cNvSpPr>
          <p:nvPr/>
        </p:nvSpPr>
        <p:spPr bwMode="auto">
          <a:xfrm>
            <a:off x="228600" y="18288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54371" name="Object 3"/>
          <p:cNvGraphicFramePr>
            <a:graphicFrameLocks noChangeAspect="1"/>
          </p:cNvGraphicFramePr>
          <p:nvPr/>
        </p:nvGraphicFramePr>
        <p:xfrm>
          <a:off x="381000" y="2133600"/>
          <a:ext cx="28194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05" name="Equation" r:id="rId3" imgW="1193760" imgH="228600" progId="Equation.3">
                  <p:embed/>
                </p:oleObj>
              </mc:Choice>
              <mc:Fallback>
                <p:oleObj name="Equation" r:id="rId3" imgW="11937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33600"/>
                        <a:ext cx="281940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72" name="Object 4"/>
          <p:cNvGraphicFramePr>
            <a:graphicFrameLocks noChangeAspect="1"/>
          </p:cNvGraphicFramePr>
          <p:nvPr/>
        </p:nvGraphicFramePr>
        <p:xfrm>
          <a:off x="3200400" y="2100263"/>
          <a:ext cx="2667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06" name="Equation" r:id="rId5" imgW="1104840" imgH="228600" progId="Equation.3">
                  <p:embed/>
                </p:oleObj>
              </mc:Choice>
              <mc:Fallback>
                <p:oleObj name="Equation" r:id="rId5" imgW="11048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100263"/>
                        <a:ext cx="2667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73" name="Object 5"/>
          <p:cNvGraphicFramePr>
            <a:graphicFrameLocks noChangeAspect="1"/>
          </p:cNvGraphicFramePr>
          <p:nvPr/>
        </p:nvGraphicFramePr>
        <p:xfrm>
          <a:off x="6019800" y="2111375"/>
          <a:ext cx="2286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07" name="Equation" r:id="rId7" imgW="1002960" imgH="241200" progId="Equation.3">
                  <p:embed/>
                </p:oleObj>
              </mc:Choice>
              <mc:Fallback>
                <p:oleObj name="Equation" r:id="rId7" imgW="10029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111375"/>
                        <a:ext cx="2286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75" name="Object 7"/>
          <p:cNvGraphicFramePr>
            <a:graphicFrameLocks noChangeAspect="1"/>
          </p:cNvGraphicFramePr>
          <p:nvPr/>
        </p:nvGraphicFramePr>
        <p:xfrm>
          <a:off x="328613" y="2819400"/>
          <a:ext cx="5843587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08" name="Equation" r:id="rId9" imgW="2273040" imgH="698400" progId="Equation.3">
                  <p:embed/>
                </p:oleObj>
              </mc:Choice>
              <mc:Fallback>
                <p:oleObj name="Equation" r:id="rId9" imgW="227304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2819400"/>
                        <a:ext cx="5843587" cy="168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77" name="Object 9"/>
          <p:cNvGraphicFramePr>
            <a:graphicFrameLocks noChangeAspect="1"/>
          </p:cNvGraphicFramePr>
          <p:nvPr/>
        </p:nvGraphicFramePr>
        <p:xfrm>
          <a:off x="3962400" y="2852738"/>
          <a:ext cx="546100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09" name="Equation" r:id="rId11" imgW="215640" imgH="672840" progId="Equation.3">
                  <p:embed/>
                </p:oleObj>
              </mc:Choice>
              <mc:Fallback>
                <p:oleObj name="Equation" r:id="rId11" imgW="215640" imgH="6728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852738"/>
                        <a:ext cx="546100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78" name="Object 10"/>
          <p:cNvGraphicFramePr>
            <a:graphicFrameLocks noChangeAspect="1"/>
          </p:cNvGraphicFramePr>
          <p:nvPr/>
        </p:nvGraphicFramePr>
        <p:xfrm>
          <a:off x="4635500" y="2846388"/>
          <a:ext cx="546100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10" name="Equation" r:id="rId13" imgW="215640" imgH="672840" progId="Equation.3">
                  <p:embed/>
                </p:oleObj>
              </mc:Choice>
              <mc:Fallback>
                <p:oleObj name="Equation" r:id="rId13" imgW="215640" imgH="672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0" y="2846388"/>
                        <a:ext cx="546100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79" name="Object 11"/>
          <p:cNvGraphicFramePr>
            <a:graphicFrameLocks noChangeAspect="1"/>
          </p:cNvGraphicFramePr>
          <p:nvPr/>
        </p:nvGraphicFramePr>
        <p:xfrm>
          <a:off x="5392738" y="2852738"/>
          <a:ext cx="32226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11" name="Equation" r:id="rId15" imgW="126720" imgH="672840" progId="Equation.3">
                  <p:embed/>
                </p:oleObj>
              </mc:Choice>
              <mc:Fallback>
                <p:oleObj name="Equation" r:id="rId15" imgW="126720" imgH="672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8" y="2852738"/>
                        <a:ext cx="322262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82" name="Object 14"/>
          <p:cNvGraphicFramePr>
            <a:graphicFrameLocks noChangeAspect="1"/>
          </p:cNvGraphicFramePr>
          <p:nvPr/>
        </p:nvGraphicFramePr>
        <p:xfrm>
          <a:off x="381000" y="4572000"/>
          <a:ext cx="4114800" cy="175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12" name="Equation" r:id="rId17" imgW="1663560" imgH="698400" progId="Equation.3">
                  <p:embed/>
                </p:oleObj>
              </mc:Choice>
              <mc:Fallback>
                <p:oleObj name="Equation" r:id="rId17" imgW="1663560" imgH="69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72000"/>
                        <a:ext cx="4114800" cy="175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83" name="Object 15"/>
          <p:cNvGraphicFramePr>
            <a:graphicFrameLocks noChangeAspect="1"/>
          </p:cNvGraphicFramePr>
          <p:nvPr/>
        </p:nvGraphicFramePr>
        <p:xfrm>
          <a:off x="581025" y="166688"/>
          <a:ext cx="46878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13" name="Equation" r:id="rId19" imgW="1993680" imgH="698400" progId="Equation.3">
                  <p:embed/>
                </p:oleObj>
              </mc:Choice>
              <mc:Fallback>
                <p:oleObj name="Equation" r:id="rId19" imgW="1993680" imgH="698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66688"/>
                        <a:ext cx="4687888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4384" name="Object 16"/>
          <p:cNvGraphicFramePr>
            <a:graphicFrameLocks noChangeAspect="1"/>
          </p:cNvGraphicFramePr>
          <p:nvPr/>
        </p:nvGraphicFramePr>
        <p:xfrm>
          <a:off x="5257800" y="784225"/>
          <a:ext cx="27162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414" name="Equation" r:id="rId21" imgW="1155600" imgH="203040" progId="Equation.3">
                  <p:embed/>
                </p:oleObj>
              </mc:Choice>
              <mc:Fallback>
                <p:oleObj name="Equation" r:id="rId21" imgW="115560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784225"/>
                        <a:ext cx="27162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54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543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437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543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ECFF9-6843-4BC6-973D-ADF9A15A32F4}" type="slidenum">
              <a:rPr lang="zh-CN" altLang="en-US"/>
              <a:pPr/>
              <a:t>52</a:t>
            </a:fld>
            <a:endParaRPr lang="zh-CN" altLang="en-US"/>
          </a:p>
        </p:txBody>
      </p:sp>
      <p:graphicFrame>
        <p:nvGraphicFramePr>
          <p:cNvPr id="955412" name="Object 20"/>
          <p:cNvGraphicFramePr>
            <a:graphicFrameLocks noChangeAspect="1"/>
          </p:cNvGraphicFramePr>
          <p:nvPr/>
        </p:nvGraphicFramePr>
        <p:xfrm>
          <a:off x="381000" y="76200"/>
          <a:ext cx="8305800" cy="225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29" name="Document" r:id="rId3" imgW="3431520" imgH="927000" progId="Word.Document.8">
                  <p:embed/>
                </p:oleObj>
              </mc:Choice>
              <mc:Fallback>
                <p:oleObj name="Document" r:id="rId3" imgW="3431520" imgH="92700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76200"/>
                        <a:ext cx="8305800" cy="225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394" name="Text Box 2"/>
          <p:cNvSpPr txBox="1">
            <a:spLocks noChangeArrowheads="1"/>
          </p:cNvSpPr>
          <p:nvPr/>
        </p:nvSpPr>
        <p:spPr bwMode="auto">
          <a:xfrm>
            <a:off x="228600" y="6492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例3</a:t>
            </a:r>
          </a:p>
        </p:txBody>
      </p:sp>
      <p:sp>
        <p:nvSpPr>
          <p:cNvPr id="955395" name="Text Box 3"/>
          <p:cNvSpPr txBox="1">
            <a:spLocks noChangeArrowheads="1"/>
          </p:cNvSpPr>
          <p:nvPr/>
        </p:nvSpPr>
        <p:spPr bwMode="auto">
          <a:xfrm>
            <a:off x="304800" y="29083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55399" name="Object 7"/>
          <p:cNvGraphicFramePr>
            <a:graphicFrameLocks noChangeAspect="1"/>
          </p:cNvGraphicFramePr>
          <p:nvPr/>
        </p:nvGraphicFramePr>
        <p:xfrm>
          <a:off x="901700" y="2386013"/>
          <a:ext cx="471487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30" name="Equation" r:id="rId5" imgW="2006280" imgH="698400" progId="Equation.3">
                  <p:embed/>
                </p:oleObj>
              </mc:Choice>
              <mc:Fallback>
                <p:oleObj name="Equation" r:id="rId5" imgW="200628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2386013"/>
                        <a:ext cx="4714875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00" name="Object 8"/>
          <p:cNvGraphicFramePr>
            <a:graphicFrameLocks noChangeAspect="1"/>
          </p:cNvGraphicFramePr>
          <p:nvPr/>
        </p:nvGraphicFramePr>
        <p:xfrm>
          <a:off x="5603875" y="2916238"/>
          <a:ext cx="26257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31" name="Equation" r:id="rId7" imgW="1117440" imgH="228600" progId="Equation.3">
                  <p:embed/>
                </p:oleObj>
              </mc:Choice>
              <mc:Fallback>
                <p:oleObj name="Equation" r:id="rId7" imgW="111744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2916238"/>
                        <a:ext cx="26257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05" name="Object 13"/>
          <p:cNvGraphicFramePr>
            <a:graphicFrameLocks noChangeAspect="1"/>
          </p:cNvGraphicFramePr>
          <p:nvPr/>
        </p:nvGraphicFramePr>
        <p:xfrm>
          <a:off x="395288" y="4589463"/>
          <a:ext cx="13573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32" name="Equation" r:id="rId9" imgW="672840" imgH="215640" progId="Equation.3">
                  <p:embed/>
                </p:oleObj>
              </mc:Choice>
              <mc:Fallback>
                <p:oleObj name="Equation" r:id="rId9" imgW="67284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89463"/>
                        <a:ext cx="1357312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06" name="Object 14"/>
          <p:cNvGraphicFramePr>
            <a:graphicFrameLocks noChangeAspect="1"/>
          </p:cNvGraphicFramePr>
          <p:nvPr/>
        </p:nvGraphicFramePr>
        <p:xfrm>
          <a:off x="1828800" y="4038600"/>
          <a:ext cx="3136900" cy="163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33" name="Equation" r:id="rId11" imgW="1447560" imgH="711000" progId="Equation.3">
                  <p:embed/>
                </p:oleObj>
              </mc:Choice>
              <mc:Fallback>
                <p:oleObj name="Equation" r:id="rId11" imgW="1447560" imgH="711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038600"/>
                        <a:ext cx="3136900" cy="163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07" name="Object 15"/>
          <p:cNvGraphicFramePr>
            <a:graphicFrameLocks noChangeAspect="1"/>
          </p:cNvGraphicFramePr>
          <p:nvPr/>
        </p:nvGraphicFramePr>
        <p:xfrm>
          <a:off x="4953000" y="4038600"/>
          <a:ext cx="2133600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34" name="Equation" r:id="rId13" imgW="990360" imgH="711000" progId="Equation.3">
                  <p:embed/>
                </p:oleObj>
              </mc:Choice>
              <mc:Fallback>
                <p:oleObj name="Equation" r:id="rId13" imgW="990360" imgH="711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038600"/>
                        <a:ext cx="2133600" cy="162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08" name="Text Box 16"/>
          <p:cNvSpPr txBox="1">
            <a:spLocks noChangeArrowheads="1"/>
          </p:cNvSpPr>
          <p:nvPr/>
        </p:nvSpPr>
        <p:spPr bwMode="auto">
          <a:xfrm>
            <a:off x="304800" y="5816600"/>
            <a:ext cx="15081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/>
              <a:t>特征向量</a:t>
            </a:r>
            <a:endParaRPr lang="zh-CN" altLang="en-US" sz="2600">
              <a:latin typeface="Times New Roman" panose="02020603050405020304" pitchFamily="18" charset="0"/>
            </a:endParaRPr>
          </a:p>
        </p:txBody>
      </p:sp>
      <p:graphicFrame>
        <p:nvGraphicFramePr>
          <p:cNvPr id="955409" name="Object 17"/>
          <p:cNvGraphicFramePr>
            <a:graphicFrameLocks noChangeAspect="1"/>
          </p:cNvGraphicFramePr>
          <p:nvPr/>
        </p:nvGraphicFramePr>
        <p:xfrm>
          <a:off x="1930400" y="5813425"/>
          <a:ext cx="24923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35" name="Equation" r:id="rId15" imgW="1104840" imgH="228600" progId="Equation.3">
                  <p:embed/>
                </p:oleObj>
              </mc:Choice>
              <mc:Fallback>
                <p:oleObj name="Equation" r:id="rId15" imgW="110484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5813425"/>
                        <a:ext cx="2492375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5410" name="Object 18"/>
          <p:cNvGraphicFramePr>
            <a:graphicFrameLocks noChangeAspect="1"/>
          </p:cNvGraphicFramePr>
          <p:nvPr/>
        </p:nvGraphicFramePr>
        <p:xfrm>
          <a:off x="4489450" y="5791200"/>
          <a:ext cx="23685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36" name="Equation" r:id="rId17" imgW="1015920" imgH="228600" progId="Equation.3">
                  <p:embed/>
                </p:oleObj>
              </mc:Choice>
              <mc:Fallback>
                <p:oleObj name="Equation" r:id="rId17" imgW="101592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450" y="5791200"/>
                        <a:ext cx="23685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5411" name="Text Box 19"/>
          <p:cNvSpPr txBox="1">
            <a:spLocks noChangeArrowheads="1"/>
          </p:cNvSpPr>
          <p:nvPr/>
        </p:nvSpPr>
        <p:spPr bwMode="auto">
          <a:xfrm>
            <a:off x="7239000" y="4605338"/>
            <a:ext cx="1752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>
                <a:latin typeface="Times New Roman" panose="02020603050405020304" pitchFamily="18" charset="0"/>
              </a:rPr>
              <a:t>可对角化,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5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5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5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5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4" grpId="0" autoUpdateAnimBg="0"/>
      <p:bldP spid="955395" grpId="0" autoUpdateAnimBg="0"/>
      <p:bldP spid="955408" grpId="0" autoUpdateAnimBg="0"/>
      <p:bldP spid="955411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8D34-3C9A-4FF8-B039-C8FF20D7E0D8}" type="slidenum">
              <a:rPr lang="zh-CN" altLang="en-US"/>
              <a:pPr/>
              <a:t>53</a:t>
            </a:fld>
            <a:endParaRPr lang="zh-CN" altLang="en-US"/>
          </a:p>
        </p:txBody>
      </p:sp>
      <p:graphicFrame>
        <p:nvGraphicFramePr>
          <p:cNvPr id="956418" name="Object 2"/>
          <p:cNvGraphicFramePr>
            <a:graphicFrameLocks noChangeAspect="1"/>
          </p:cNvGraphicFramePr>
          <p:nvPr/>
        </p:nvGraphicFramePr>
        <p:xfrm>
          <a:off x="357188" y="3160713"/>
          <a:ext cx="170021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53" name="Equation" r:id="rId3" imgW="774360" imgH="215640" progId="Equation.3">
                  <p:embed/>
                </p:oleObj>
              </mc:Choice>
              <mc:Fallback>
                <p:oleObj name="Equation" r:id="rId3" imgW="77436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160713"/>
                        <a:ext cx="1700212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19" name="Object 3"/>
          <p:cNvGraphicFramePr>
            <a:graphicFrameLocks noChangeAspect="1"/>
          </p:cNvGraphicFramePr>
          <p:nvPr/>
        </p:nvGraphicFramePr>
        <p:xfrm>
          <a:off x="2079625" y="2601913"/>
          <a:ext cx="3797300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54" name="Equation" r:id="rId5" imgW="1752480" imgH="711000" progId="Equation.3">
                  <p:embed/>
                </p:oleObj>
              </mc:Choice>
              <mc:Fallback>
                <p:oleObj name="Equation" r:id="rId5" imgW="175248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601913"/>
                        <a:ext cx="3797300" cy="163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0" name="Object 4"/>
          <p:cNvGraphicFramePr>
            <a:graphicFrameLocks noChangeAspect="1"/>
          </p:cNvGraphicFramePr>
          <p:nvPr/>
        </p:nvGraphicFramePr>
        <p:xfrm>
          <a:off x="5867400" y="2590800"/>
          <a:ext cx="23622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55" name="Equation" r:id="rId7" imgW="1091880" imgH="711000" progId="Equation.3">
                  <p:embed/>
                </p:oleObj>
              </mc:Choice>
              <mc:Fallback>
                <p:oleObj name="Equation" r:id="rId7" imgW="109188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590800"/>
                        <a:ext cx="2362200" cy="162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6421" name="Text Box 5"/>
          <p:cNvSpPr txBox="1">
            <a:spLocks noChangeArrowheads="1"/>
          </p:cNvSpPr>
          <p:nvPr/>
        </p:nvSpPr>
        <p:spPr bwMode="auto">
          <a:xfrm>
            <a:off x="355600" y="4284663"/>
            <a:ext cx="15081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/>
              <a:t>特征向量</a:t>
            </a:r>
            <a:endParaRPr lang="zh-CN" altLang="en-US" sz="2600">
              <a:latin typeface="Times New Roman" panose="02020603050405020304" pitchFamily="18" charset="0"/>
            </a:endParaRPr>
          </a:p>
        </p:txBody>
      </p:sp>
      <p:graphicFrame>
        <p:nvGraphicFramePr>
          <p:cNvPr id="956422" name="Object 6"/>
          <p:cNvGraphicFramePr>
            <a:graphicFrameLocks noChangeAspect="1"/>
          </p:cNvGraphicFramePr>
          <p:nvPr/>
        </p:nvGraphicFramePr>
        <p:xfrm>
          <a:off x="1981200" y="4267200"/>
          <a:ext cx="24923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56" name="Equation" r:id="rId9" imgW="1104840" imgH="241200" progId="Equation.3">
                  <p:embed/>
                </p:oleObj>
              </mc:Choice>
              <mc:Fallback>
                <p:oleObj name="Equation" r:id="rId9" imgW="110484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267200"/>
                        <a:ext cx="2492375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6423" name="Line 7"/>
          <p:cNvSpPr>
            <a:spLocks noChangeShapeType="1"/>
          </p:cNvSpPr>
          <p:nvPr/>
        </p:nvSpPr>
        <p:spPr bwMode="auto">
          <a:xfrm>
            <a:off x="228600" y="1752600"/>
            <a:ext cx="87630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56424" name="Object 8"/>
          <p:cNvGraphicFramePr>
            <a:graphicFrameLocks noChangeAspect="1"/>
          </p:cNvGraphicFramePr>
          <p:nvPr/>
        </p:nvGraphicFramePr>
        <p:xfrm>
          <a:off x="381000" y="2068513"/>
          <a:ext cx="135731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57" name="Equation" r:id="rId11" imgW="672840" imgH="215640" progId="Equation.3">
                  <p:embed/>
                </p:oleObj>
              </mc:Choice>
              <mc:Fallback>
                <p:oleObj name="Equation" r:id="rId11" imgW="67284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68513"/>
                        <a:ext cx="1357313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5" name="Object 9"/>
          <p:cNvGraphicFramePr>
            <a:graphicFrameLocks noChangeAspect="1"/>
          </p:cNvGraphicFramePr>
          <p:nvPr/>
        </p:nvGraphicFramePr>
        <p:xfrm>
          <a:off x="1874838" y="2003425"/>
          <a:ext cx="24622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58" name="Equation" r:id="rId13" imgW="1091880" imgH="228600" progId="Equation.3">
                  <p:embed/>
                </p:oleObj>
              </mc:Choice>
              <mc:Fallback>
                <p:oleObj name="Equation" r:id="rId13" imgW="10918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2003425"/>
                        <a:ext cx="2462212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6" name="Object 10"/>
          <p:cNvGraphicFramePr>
            <a:graphicFrameLocks noChangeAspect="1"/>
          </p:cNvGraphicFramePr>
          <p:nvPr/>
        </p:nvGraphicFramePr>
        <p:xfrm>
          <a:off x="4419600" y="1981200"/>
          <a:ext cx="22923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59" name="Equation" r:id="rId15" imgW="1015920" imgH="228600" progId="Equation.3">
                  <p:embed/>
                </p:oleObj>
              </mc:Choice>
              <mc:Fallback>
                <p:oleObj name="Equation" r:id="rId15" imgW="101592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981200"/>
                        <a:ext cx="229235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7" name="Object 11"/>
          <p:cNvGraphicFramePr>
            <a:graphicFrameLocks noChangeAspect="1"/>
          </p:cNvGraphicFramePr>
          <p:nvPr/>
        </p:nvGraphicFramePr>
        <p:xfrm>
          <a:off x="911225" y="4979988"/>
          <a:ext cx="312737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60" name="Equation" r:id="rId17" imgW="1269720" imgH="698400" progId="Equation.3">
                  <p:embed/>
                </p:oleObj>
              </mc:Choice>
              <mc:Fallback>
                <p:oleObj name="Equation" r:id="rId17" imgW="1269720" imgH="698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4979988"/>
                        <a:ext cx="3127375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8" name="Object 12"/>
          <p:cNvGraphicFramePr>
            <a:graphicFrameLocks noChangeAspect="1"/>
          </p:cNvGraphicFramePr>
          <p:nvPr/>
        </p:nvGraphicFramePr>
        <p:xfrm>
          <a:off x="4295775" y="4945063"/>
          <a:ext cx="3476625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61" name="Equation" r:id="rId19" imgW="1460160" imgH="698400" progId="Equation.3">
                  <p:embed/>
                </p:oleObj>
              </mc:Choice>
              <mc:Fallback>
                <p:oleObj name="Equation" r:id="rId19" imgW="146016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4945063"/>
                        <a:ext cx="3476625" cy="168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9" name="Object 13"/>
          <p:cNvGraphicFramePr>
            <a:graphicFrameLocks noChangeAspect="1"/>
          </p:cNvGraphicFramePr>
          <p:nvPr/>
        </p:nvGraphicFramePr>
        <p:xfrm>
          <a:off x="762000" y="144463"/>
          <a:ext cx="471487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62" name="Equation" r:id="rId21" imgW="2006280" imgH="698400" progId="Equation.3">
                  <p:embed/>
                </p:oleObj>
              </mc:Choice>
              <mc:Fallback>
                <p:oleObj name="Equation" r:id="rId21" imgW="200628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463"/>
                        <a:ext cx="4714875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30" name="Object 14"/>
          <p:cNvGraphicFramePr>
            <a:graphicFrameLocks noChangeAspect="1"/>
          </p:cNvGraphicFramePr>
          <p:nvPr/>
        </p:nvGraphicFramePr>
        <p:xfrm>
          <a:off x="5464175" y="674688"/>
          <a:ext cx="26257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63" name="Equation" r:id="rId23" imgW="1117440" imgH="228600" progId="Equation.3">
                  <p:embed/>
                </p:oleObj>
              </mc:Choice>
              <mc:Fallback>
                <p:oleObj name="Equation" r:id="rId23" imgW="111744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674688"/>
                        <a:ext cx="26257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642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8E6FB-1825-4461-96A2-1F933B520BD2}" type="slidenum">
              <a:rPr lang="zh-CN" altLang="en-US"/>
              <a:pPr/>
              <a:t>54</a:t>
            </a:fld>
            <a:endParaRPr lang="zh-CN" altLang="en-US"/>
          </a:p>
        </p:txBody>
      </p:sp>
      <p:graphicFrame>
        <p:nvGraphicFramePr>
          <p:cNvPr id="957461" name="Object 21"/>
          <p:cNvGraphicFramePr>
            <a:graphicFrameLocks noChangeAspect="1"/>
          </p:cNvGraphicFramePr>
          <p:nvPr/>
        </p:nvGraphicFramePr>
        <p:xfrm>
          <a:off x="304800" y="101600"/>
          <a:ext cx="822960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76" name="Document" r:id="rId3" imgW="3277800" imgH="928080" progId="Word.Document.8">
                  <p:embed/>
                </p:oleObj>
              </mc:Choice>
              <mc:Fallback>
                <p:oleObj name="Document" r:id="rId3" imgW="3277800" imgH="928080" progId="Word.Document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01600"/>
                        <a:ext cx="82296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7442" name="Text Box 2"/>
          <p:cNvSpPr txBox="1">
            <a:spLocks noChangeArrowheads="1"/>
          </p:cNvSpPr>
          <p:nvPr/>
        </p:nvSpPr>
        <p:spPr bwMode="auto">
          <a:xfrm>
            <a:off x="228600" y="69532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例4</a:t>
            </a:r>
          </a:p>
        </p:txBody>
      </p:sp>
      <p:sp>
        <p:nvSpPr>
          <p:cNvPr id="957443" name="Text Box 3"/>
          <p:cNvSpPr txBox="1">
            <a:spLocks noChangeArrowheads="1"/>
          </p:cNvSpPr>
          <p:nvPr/>
        </p:nvSpPr>
        <p:spPr bwMode="auto">
          <a:xfrm>
            <a:off x="304800" y="29860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57444" name="Object 4"/>
          <p:cNvGraphicFramePr>
            <a:graphicFrameLocks noChangeAspect="1"/>
          </p:cNvGraphicFramePr>
          <p:nvPr/>
        </p:nvGraphicFramePr>
        <p:xfrm>
          <a:off x="977900" y="2497138"/>
          <a:ext cx="414972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77" name="Equation" r:id="rId5" imgW="1765080" imgH="698400" progId="Equation.3">
                  <p:embed/>
                </p:oleObj>
              </mc:Choice>
              <mc:Fallback>
                <p:oleObj name="Equation" r:id="rId5" imgW="176508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497138"/>
                        <a:ext cx="4149725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5" name="Object 5"/>
          <p:cNvGraphicFramePr>
            <a:graphicFrameLocks noChangeAspect="1"/>
          </p:cNvGraphicFramePr>
          <p:nvPr/>
        </p:nvGraphicFramePr>
        <p:xfrm>
          <a:off x="5100638" y="3049588"/>
          <a:ext cx="19097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78" name="Equation" r:id="rId7" imgW="812520" imgH="228600" progId="Equation.3">
                  <p:embed/>
                </p:oleObj>
              </mc:Choice>
              <mc:Fallback>
                <p:oleObj name="Equation" r:id="rId7" imgW="8125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638" y="3049588"/>
                        <a:ext cx="1909762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6" name="Object 6"/>
          <p:cNvGraphicFramePr>
            <a:graphicFrameLocks noChangeAspect="1"/>
          </p:cNvGraphicFramePr>
          <p:nvPr/>
        </p:nvGraphicFramePr>
        <p:xfrm>
          <a:off x="382588" y="4667250"/>
          <a:ext cx="13827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79" name="Equation" r:id="rId9" imgW="685800" imgH="215640" progId="Equation.3">
                  <p:embed/>
                </p:oleObj>
              </mc:Choice>
              <mc:Fallback>
                <p:oleObj name="Equation" r:id="rId9" imgW="68580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4667250"/>
                        <a:ext cx="1382712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7" name="Object 7"/>
          <p:cNvGraphicFramePr>
            <a:graphicFrameLocks noChangeAspect="1"/>
          </p:cNvGraphicFramePr>
          <p:nvPr/>
        </p:nvGraphicFramePr>
        <p:xfrm>
          <a:off x="1812925" y="4116388"/>
          <a:ext cx="3521075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80" name="Equation" r:id="rId11" imgW="1625400" imgH="711000" progId="Equation.3">
                  <p:embed/>
                </p:oleObj>
              </mc:Choice>
              <mc:Fallback>
                <p:oleObj name="Equation" r:id="rId11" imgW="162540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4116388"/>
                        <a:ext cx="3521075" cy="163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8" name="Object 8"/>
          <p:cNvGraphicFramePr>
            <a:graphicFrameLocks noChangeAspect="1"/>
          </p:cNvGraphicFramePr>
          <p:nvPr/>
        </p:nvGraphicFramePr>
        <p:xfrm>
          <a:off x="5334000" y="4116388"/>
          <a:ext cx="2133600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81" name="Equation" r:id="rId13" imgW="990360" imgH="711000" progId="Equation.3">
                  <p:embed/>
                </p:oleObj>
              </mc:Choice>
              <mc:Fallback>
                <p:oleObj name="Equation" r:id="rId13" imgW="99036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116388"/>
                        <a:ext cx="2133600" cy="162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7449" name="Text Box 9"/>
          <p:cNvSpPr txBox="1">
            <a:spLocks noChangeArrowheads="1"/>
          </p:cNvSpPr>
          <p:nvPr/>
        </p:nvSpPr>
        <p:spPr bwMode="auto">
          <a:xfrm>
            <a:off x="304800" y="5868988"/>
            <a:ext cx="5181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/>
              <a:t>只有一个线性无关的特征向量,</a:t>
            </a:r>
            <a:endParaRPr lang="zh-CN" altLang="en-US" sz="2600">
              <a:latin typeface="Times New Roman" panose="02020603050405020304" pitchFamily="18" charset="0"/>
            </a:endParaRPr>
          </a:p>
        </p:txBody>
      </p:sp>
      <p:sp>
        <p:nvSpPr>
          <p:cNvPr id="957454" name="Text Box 14"/>
          <p:cNvSpPr txBox="1">
            <a:spLocks noChangeArrowheads="1"/>
          </p:cNvSpPr>
          <p:nvPr/>
        </p:nvSpPr>
        <p:spPr bwMode="auto">
          <a:xfrm>
            <a:off x="4953000" y="5873750"/>
            <a:ext cx="3048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>
                <a:latin typeface="Times New Roman" panose="02020603050405020304" pitchFamily="18" charset="0"/>
              </a:rPr>
              <a:t>所以不能对角化。</a:t>
            </a:r>
          </a:p>
        </p:txBody>
      </p:sp>
      <p:grpSp>
        <p:nvGrpSpPr>
          <p:cNvPr id="957455" name="Group 15"/>
          <p:cNvGrpSpPr>
            <a:grpSpLocks/>
          </p:cNvGrpSpPr>
          <p:nvPr/>
        </p:nvGrpSpPr>
        <p:grpSpPr bwMode="auto">
          <a:xfrm>
            <a:off x="6248400" y="1905000"/>
            <a:ext cx="1600200" cy="609600"/>
            <a:chOff x="3936" y="1200"/>
            <a:chExt cx="1008" cy="384"/>
          </a:xfrm>
        </p:grpSpPr>
        <p:sp>
          <p:nvSpPr>
            <p:cNvPr id="957456" name="AutoShape 16"/>
            <p:cNvSpPr>
              <a:spLocks noChangeArrowheads="1"/>
            </p:cNvSpPr>
            <p:nvPr/>
          </p:nvSpPr>
          <p:spPr bwMode="auto">
            <a:xfrm>
              <a:off x="3936" y="1200"/>
              <a:ext cx="1008" cy="384"/>
            </a:xfrm>
            <a:prstGeom prst="wedgeRoundRectCallout">
              <a:avLst>
                <a:gd name="adj1" fmla="val -127282"/>
                <a:gd name="adj2" fmla="val 101824"/>
                <a:gd name="adj3" fmla="val 16667"/>
              </a:avLst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/>
              <a:endParaRPr lang="zh-CN" altLang="en-US"/>
            </a:p>
          </p:txBody>
        </p:sp>
        <p:graphicFrame>
          <p:nvGraphicFramePr>
            <p:cNvPr id="957457" name="Object 17"/>
            <p:cNvGraphicFramePr>
              <a:graphicFrameLocks noChangeAspect="1"/>
            </p:cNvGraphicFramePr>
            <p:nvPr/>
          </p:nvGraphicFramePr>
          <p:xfrm>
            <a:off x="4128" y="1200"/>
            <a:ext cx="620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7482" name="Equation" r:id="rId15" imgW="419040" imgH="215640" progId="Equation.3">
                    <p:embed/>
                  </p:oleObj>
                </mc:Choice>
                <mc:Fallback>
                  <p:oleObj name="Equation" r:id="rId15" imgW="419040" imgH="21564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200"/>
                          <a:ext cx="620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5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5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5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5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2" grpId="0" autoUpdateAnimBg="0"/>
      <p:bldP spid="957443" grpId="0" autoUpdateAnimBg="0"/>
      <p:bldP spid="957449" grpId="0" autoUpdateAnimBg="0"/>
      <p:bldP spid="957454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68A6-B486-49E4-9864-3F21CA539853}" type="slidenum">
              <a:rPr lang="zh-CN" altLang="en-US"/>
              <a:pPr/>
              <a:t>55</a:t>
            </a:fld>
            <a:endParaRPr lang="zh-CN" altLang="en-US"/>
          </a:p>
        </p:txBody>
      </p:sp>
      <p:sp>
        <p:nvSpPr>
          <p:cNvPr id="963586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8534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一般来说，求矩阵的高次幂比较困难，但若矩阵 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latin typeface="Times New Roman" panose="02020603050405020304" pitchFamily="18" charset="0"/>
              </a:rPr>
              <a:t>能对角化，即存在可逆阵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使得 </a:t>
            </a:r>
          </a:p>
        </p:txBody>
      </p:sp>
      <p:graphicFrame>
        <p:nvGraphicFramePr>
          <p:cNvPr id="963587" name="Object 3"/>
          <p:cNvGraphicFramePr>
            <a:graphicFrameLocks noChangeAspect="1"/>
          </p:cNvGraphicFramePr>
          <p:nvPr/>
        </p:nvGraphicFramePr>
        <p:xfrm>
          <a:off x="2667000" y="1447800"/>
          <a:ext cx="1981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05" name="Equation" r:id="rId3" imgW="825480" imgH="228600" progId="Equation.3">
                  <p:embed/>
                </p:oleObj>
              </mc:Choice>
              <mc:Fallback>
                <p:oleObj name="Equation" r:id="rId3" imgW="8254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447800"/>
                        <a:ext cx="19812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588" name="Text Box 4"/>
          <p:cNvSpPr txBox="1">
            <a:spLocks noChangeArrowheads="1"/>
          </p:cNvSpPr>
          <p:nvPr/>
        </p:nvSpPr>
        <p:spPr bwMode="auto">
          <a:xfrm>
            <a:off x="381000" y="2057400"/>
            <a:ext cx="5127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963589" name="Object 5"/>
          <p:cNvGraphicFramePr>
            <a:graphicFrameLocks noChangeAspect="1"/>
          </p:cNvGraphicFramePr>
          <p:nvPr/>
        </p:nvGraphicFramePr>
        <p:xfrm>
          <a:off x="914400" y="2032000"/>
          <a:ext cx="20589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06" name="Equation" r:id="rId5" imgW="812520" imgH="228600" progId="Equation.3">
                  <p:embed/>
                </p:oleObj>
              </mc:Choice>
              <mc:Fallback>
                <p:oleObj name="Equation" r:id="rId5" imgW="8125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32000"/>
                        <a:ext cx="2058988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0" name="Object 6"/>
          <p:cNvGraphicFramePr>
            <a:graphicFrameLocks noChangeAspect="1"/>
          </p:cNvGraphicFramePr>
          <p:nvPr/>
        </p:nvGraphicFramePr>
        <p:xfrm>
          <a:off x="457200" y="2667000"/>
          <a:ext cx="57912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07" name="Equation" r:id="rId7" imgW="2273040" imgH="228600" progId="Equation.3">
                  <p:embed/>
                </p:oleObj>
              </mc:Choice>
              <mc:Fallback>
                <p:oleObj name="Equation" r:id="rId7" imgW="22730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667000"/>
                        <a:ext cx="5791200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591" name="Text Box 7"/>
          <p:cNvSpPr txBox="1">
            <a:spLocks noChangeArrowheads="1"/>
          </p:cNvSpPr>
          <p:nvPr/>
        </p:nvSpPr>
        <p:spPr bwMode="auto">
          <a:xfrm>
            <a:off x="3048000" y="2035175"/>
            <a:ext cx="1143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>
                <a:latin typeface="Times New Roman" panose="02020603050405020304" pitchFamily="18" charset="0"/>
              </a:rPr>
              <a:t>于是</a:t>
            </a:r>
          </a:p>
        </p:txBody>
      </p:sp>
      <p:graphicFrame>
        <p:nvGraphicFramePr>
          <p:cNvPr id="963592" name="Object 8"/>
          <p:cNvGraphicFramePr>
            <a:graphicFrameLocks noChangeAspect="1"/>
          </p:cNvGraphicFramePr>
          <p:nvPr/>
        </p:nvGraphicFramePr>
        <p:xfrm>
          <a:off x="1016000" y="4191000"/>
          <a:ext cx="19050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08" name="Equation" r:id="rId9" imgW="774360" imgH="228600" progId="Equation.3">
                  <p:embed/>
                </p:oleObj>
              </mc:Choice>
              <mc:Fallback>
                <p:oleObj name="Equation" r:id="rId9" imgW="7743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4191000"/>
                        <a:ext cx="19050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93" name="Object 9"/>
          <p:cNvGraphicFramePr>
            <a:graphicFrameLocks noChangeAspect="1"/>
          </p:cNvGraphicFramePr>
          <p:nvPr/>
        </p:nvGraphicFramePr>
        <p:xfrm>
          <a:off x="990600" y="3429000"/>
          <a:ext cx="60198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09" name="Equation" r:id="rId11" imgW="2336760" imgH="228600" progId="Equation.3">
                  <p:embed/>
                </p:oleObj>
              </mc:Choice>
              <mc:Fallback>
                <p:oleObj name="Equation" r:id="rId11" imgW="23367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429000"/>
                        <a:ext cx="601980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594" name="Text Box 10"/>
          <p:cNvSpPr txBox="1">
            <a:spLocks noChangeArrowheads="1"/>
          </p:cNvSpPr>
          <p:nvPr/>
        </p:nvSpPr>
        <p:spPr bwMode="auto">
          <a:xfrm>
            <a:off x="381000" y="4876800"/>
            <a:ext cx="7848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>
                <a:latin typeface="Times New Roman" panose="02020603050405020304" pitchFamily="18" charset="0"/>
              </a:rPr>
              <a:t>转化为对角阵求幂，而对角阵求幂是容易的。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6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6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6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6" grpId="0" autoUpdateAnimBg="0"/>
      <p:bldP spid="963588" grpId="0" autoUpdateAnimBg="0"/>
      <p:bldP spid="963591" grpId="0" autoUpdateAnimBg="0"/>
      <p:bldP spid="963594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E7B3-1617-498A-AF51-2F3191EA537E}" type="slidenum">
              <a:rPr lang="zh-CN" altLang="en-US"/>
              <a:pPr/>
              <a:t>56</a:t>
            </a:fld>
            <a:endParaRPr lang="zh-CN" altLang="en-US"/>
          </a:p>
        </p:txBody>
      </p:sp>
      <p:sp>
        <p:nvSpPr>
          <p:cNvPr id="970754" name="Text Box 2"/>
          <p:cNvSpPr txBox="1">
            <a:spLocks noChangeArrowheads="1"/>
          </p:cNvSpPr>
          <p:nvPr/>
        </p:nvSpPr>
        <p:spPr bwMode="auto">
          <a:xfrm>
            <a:off x="304800" y="80803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例5</a:t>
            </a:r>
          </a:p>
        </p:txBody>
      </p:sp>
      <p:sp>
        <p:nvSpPr>
          <p:cNvPr id="970755" name="Text Box 3"/>
          <p:cNvSpPr txBox="1">
            <a:spLocks noChangeArrowheads="1"/>
          </p:cNvSpPr>
          <p:nvPr/>
        </p:nvSpPr>
        <p:spPr bwMode="auto">
          <a:xfrm>
            <a:off x="381000" y="256381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70756" name="Object 4"/>
          <p:cNvGraphicFramePr>
            <a:graphicFrameLocks noChangeAspect="1"/>
          </p:cNvGraphicFramePr>
          <p:nvPr/>
        </p:nvGraphicFramePr>
        <p:xfrm>
          <a:off x="1143000" y="2019300"/>
          <a:ext cx="421005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79" name="Equation" r:id="rId3" imgW="1790640" imgH="698400" progId="Equation.3">
                  <p:embed/>
                </p:oleObj>
              </mc:Choice>
              <mc:Fallback>
                <p:oleObj name="Equation" r:id="rId3" imgW="179064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19300"/>
                        <a:ext cx="4210050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0757" name="Object 5"/>
          <p:cNvGraphicFramePr>
            <a:graphicFrameLocks noChangeAspect="1"/>
          </p:cNvGraphicFramePr>
          <p:nvPr/>
        </p:nvGraphicFramePr>
        <p:xfrm>
          <a:off x="4038600" y="4229100"/>
          <a:ext cx="2687638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80" name="Equation" r:id="rId5" imgW="1130040" imgH="228600" progId="Equation.3">
                  <p:embed/>
                </p:oleObj>
              </mc:Choice>
              <mc:Fallback>
                <p:oleObj name="Equation" r:id="rId5" imgW="11300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229100"/>
                        <a:ext cx="2687638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0758" name="Object 6"/>
          <p:cNvGraphicFramePr>
            <a:graphicFrameLocks noChangeAspect="1"/>
          </p:cNvGraphicFramePr>
          <p:nvPr/>
        </p:nvGraphicFramePr>
        <p:xfrm>
          <a:off x="1143000" y="266700"/>
          <a:ext cx="7310438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81" name="Document" r:id="rId7" imgW="3126600" imgH="702720" progId="Word.Document.8">
                  <p:embed/>
                </p:oleObj>
              </mc:Choice>
              <mc:Fallback>
                <p:oleObj name="Document" r:id="rId7" imgW="3126600" imgH="70272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6700"/>
                        <a:ext cx="7310438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0760" name="Object 8"/>
          <p:cNvGraphicFramePr>
            <a:graphicFrameLocks noChangeAspect="1"/>
          </p:cNvGraphicFramePr>
          <p:nvPr/>
        </p:nvGraphicFramePr>
        <p:xfrm>
          <a:off x="6172200" y="1562100"/>
          <a:ext cx="1130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82" name="Equation" r:id="rId9" imgW="431640" imgH="228600" progId="Equation.3">
                  <p:embed/>
                </p:oleObj>
              </mc:Choice>
              <mc:Fallback>
                <p:oleObj name="Equation" r:id="rId9" imgW="43164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562100"/>
                        <a:ext cx="1130300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0761" name="Object 9"/>
          <p:cNvGraphicFramePr>
            <a:graphicFrameLocks noChangeAspect="1"/>
          </p:cNvGraphicFramePr>
          <p:nvPr/>
        </p:nvGraphicFramePr>
        <p:xfrm>
          <a:off x="685800" y="3619500"/>
          <a:ext cx="334486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83" name="Equation" r:id="rId11" imgW="1422360" imgH="698400" progId="Equation.3">
                  <p:embed/>
                </p:oleObj>
              </mc:Choice>
              <mc:Fallback>
                <p:oleObj name="Equation" r:id="rId11" imgW="142236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19500"/>
                        <a:ext cx="3344863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0766" name="Object 14"/>
          <p:cNvGraphicFramePr>
            <a:graphicFrameLocks noChangeAspect="1"/>
          </p:cNvGraphicFramePr>
          <p:nvPr/>
        </p:nvGraphicFramePr>
        <p:xfrm>
          <a:off x="381000" y="5410200"/>
          <a:ext cx="64008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84" name="Document" r:id="rId13" imgW="2538000" imgH="228600" progId="Word.Document.8">
                  <p:embed/>
                </p:oleObj>
              </mc:Choice>
              <mc:Fallback>
                <p:oleObj name="Document" r:id="rId13" imgW="2538000" imgH="2286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10200"/>
                        <a:ext cx="64008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7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7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7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7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4" grpId="0" autoUpdateAnimBg="0"/>
      <p:bldP spid="970755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65F7B-09D1-48DD-801E-1B58E5C5A78F}" type="slidenum">
              <a:rPr lang="zh-CN" altLang="en-US"/>
              <a:pPr/>
              <a:t>57</a:t>
            </a:fld>
            <a:endParaRPr lang="zh-CN" altLang="en-US"/>
          </a:p>
        </p:txBody>
      </p:sp>
      <p:sp>
        <p:nvSpPr>
          <p:cNvPr id="971778" name="Line 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71779" name="Object 3"/>
          <p:cNvGraphicFramePr>
            <a:graphicFrameLocks noChangeAspect="1"/>
          </p:cNvGraphicFramePr>
          <p:nvPr/>
        </p:nvGraphicFramePr>
        <p:xfrm>
          <a:off x="304800" y="2214563"/>
          <a:ext cx="15684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03" name="Equation" r:id="rId3" imgW="672840" imgH="215640" progId="Equation.3">
                  <p:embed/>
                </p:oleObj>
              </mc:Choice>
              <mc:Fallback>
                <p:oleObj name="Equation" r:id="rId3" imgW="67284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14563"/>
                        <a:ext cx="156845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1780" name="Text Box 4"/>
          <p:cNvSpPr txBox="1">
            <a:spLocks noChangeArrowheads="1"/>
          </p:cNvSpPr>
          <p:nvPr/>
        </p:nvSpPr>
        <p:spPr bwMode="auto">
          <a:xfrm>
            <a:off x="228600" y="4652963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71781" name="Object 5"/>
          <p:cNvGraphicFramePr>
            <a:graphicFrameLocks noChangeAspect="1"/>
          </p:cNvGraphicFramePr>
          <p:nvPr/>
        </p:nvGraphicFramePr>
        <p:xfrm>
          <a:off x="5791200" y="4652963"/>
          <a:ext cx="21701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04" name="Equation" r:id="rId5" imgW="952200" imgH="228600" progId="Equation.3">
                  <p:embed/>
                </p:oleObj>
              </mc:Choice>
              <mc:Fallback>
                <p:oleObj name="Equation" r:id="rId5" imgW="952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652963"/>
                        <a:ext cx="2170113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82" name="Object 6"/>
          <p:cNvGraphicFramePr>
            <a:graphicFrameLocks noChangeAspect="1"/>
          </p:cNvGraphicFramePr>
          <p:nvPr/>
        </p:nvGraphicFramePr>
        <p:xfrm>
          <a:off x="915988" y="2798763"/>
          <a:ext cx="3040062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05" name="Equation" r:id="rId7" imgW="1358640" imgH="698400" progId="Equation.3">
                  <p:embed/>
                </p:oleObj>
              </mc:Choice>
              <mc:Fallback>
                <p:oleObj name="Equation" r:id="rId7" imgW="135864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2798763"/>
                        <a:ext cx="3040062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85" name="Object 9"/>
          <p:cNvGraphicFramePr>
            <a:graphicFrameLocks noChangeAspect="1"/>
          </p:cNvGraphicFramePr>
          <p:nvPr/>
        </p:nvGraphicFramePr>
        <p:xfrm>
          <a:off x="3962400" y="2798763"/>
          <a:ext cx="2590800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06" name="Equation" r:id="rId9" imgW="1079280" imgH="698400" progId="Equation.3">
                  <p:embed/>
                </p:oleObj>
              </mc:Choice>
              <mc:Fallback>
                <p:oleObj name="Equation" r:id="rId9" imgW="107928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798763"/>
                        <a:ext cx="2590800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88" name="Object 12"/>
          <p:cNvGraphicFramePr>
            <a:graphicFrameLocks noChangeAspect="1"/>
          </p:cNvGraphicFramePr>
          <p:nvPr/>
        </p:nvGraphicFramePr>
        <p:xfrm>
          <a:off x="520700" y="228600"/>
          <a:ext cx="438943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07" name="Equation" r:id="rId11" imgW="1866600" imgH="698400" progId="Equation.3">
                  <p:embed/>
                </p:oleObj>
              </mc:Choice>
              <mc:Fallback>
                <p:oleObj name="Equation" r:id="rId11" imgW="186660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228600"/>
                        <a:ext cx="4389438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1790" name="Object 14"/>
          <p:cNvGraphicFramePr>
            <a:graphicFrameLocks noChangeAspect="1"/>
          </p:cNvGraphicFramePr>
          <p:nvPr/>
        </p:nvGraphicFramePr>
        <p:xfrm>
          <a:off x="5105400" y="812800"/>
          <a:ext cx="32766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808" name="Document" r:id="rId13" imgW="1356480" imgH="228600" progId="Word.Document.8">
                  <p:embed/>
                </p:oleObj>
              </mc:Choice>
              <mc:Fallback>
                <p:oleObj name="Document" r:id="rId13" imgW="1356480" imgH="2286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812800"/>
                        <a:ext cx="32766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780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9ADF8-2375-4109-8038-2E6387AA6B0E}" type="slidenum">
              <a:rPr lang="zh-CN" altLang="en-US"/>
              <a:pPr/>
              <a:t>58</a:t>
            </a:fld>
            <a:endParaRPr lang="zh-CN" altLang="en-US"/>
          </a:p>
        </p:txBody>
      </p:sp>
      <p:sp>
        <p:nvSpPr>
          <p:cNvPr id="973826" name="Line 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73827" name="Object 3"/>
          <p:cNvGraphicFramePr>
            <a:graphicFrameLocks noChangeAspect="1"/>
          </p:cNvGraphicFramePr>
          <p:nvPr/>
        </p:nvGraphicFramePr>
        <p:xfrm>
          <a:off x="228600" y="2209800"/>
          <a:ext cx="23383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0" name="Equation" r:id="rId3" imgW="1002960" imgH="228600" progId="Equation.3">
                  <p:embed/>
                </p:oleObj>
              </mc:Choice>
              <mc:Fallback>
                <p:oleObj name="Equation" r:id="rId3" imgW="10029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09800"/>
                        <a:ext cx="23383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828" name="Text Box 4"/>
          <p:cNvSpPr txBox="1">
            <a:spLocks noChangeArrowheads="1"/>
          </p:cNvSpPr>
          <p:nvPr/>
        </p:nvSpPr>
        <p:spPr bwMode="auto">
          <a:xfrm>
            <a:off x="228600" y="4652963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73829" name="Object 5"/>
          <p:cNvGraphicFramePr>
            <a:graphicFrameLocks noChangeAspect="1"/>
          </p:cNvGraphicFramePr>
          <p:nvPr/>
        </p:nvGraphicFramePr>
        <p:xfrm>
          <a:off x="1143000" y="5410200"/>
          <a:ext cx="21415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1" name="Equation" r:id="rId5" imgW="939600" imgH="228600" progId="Equation.3">
                  <p:embed/>
                </p:oleObj>
              </mc:Choice>
              <mc:Fallback>
                <p:oleObj name="Equation" r:id="rId5" imgW="9396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10200"/>
                        <a:ext cx="2141538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30" name="Object 6"/>
          <p:cNvGraphicFramePr>
            <a:graphicFrameLocks noChangeAspect="1"/>
          </p:cNvGraphicFramePr>
          <p:nvPr/>
        </p:nvGraphicFramePr>
        <p:xfrm>
          <a:off x="830263" y="2798763"/>
          <a:ext cx="3211512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2" name="Equation" r:id="rId7" imgW="1434960" imgH="698400" progId="Equation.3">
                  <p:embed/>
                </p:oleObj>
              </mc:Choice>
              <mc:Fallback>
                <p:oleObj name="Equation" r:id="rId7" imgW="143496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2798763"/>
                        <a:ext cx="3211512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31" name="Object 7"/>
          <p:cNvGraphicFramePr>
            <a:graphicFrameLocks noChangeAspect="1"/>
          </p:cNvGraphicFramePr>
          <p:nvPr/>
        </p:nvGraphicFramePr>
        <p:xfrm>
          <a:off x="4114800" y="2781300"/>
          <a:ext cx="2560638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3" name="Equation" r:id="rId9" imgW="1066680" imgH="698400" progId="Equation.3">
                  <p:embed/>
                </p:oleObj>
              </mc:Choice>
              <mc:Fallback>
                <p:oleObj name="Equation" r:id="rId9" imgW="106668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781300"/>
                        <a:ext cx="2560638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33" name="Object 9"/>
          <p:cNvGraphicFramePr>
            <a:graphicFrameLocks noChangeAspect="1"/>
          </p:cNvGraphicFramePr>
          <p:nvPr/>
        </p:nvGraphicFramePr>
        <p:xfrm>
          <a:off x="5105400" y="812800"/>
          <a:ext cx="32766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4" name="Document" r:id="rId11" imgW="1356480" imgH="228600" progId="Word.Document.8">
                  <p:embed/>
                </p:oleObj>
              </mc:Choice>
              <mc:Fallback>
                <p:oleObj name="Document" r:id="rId11" imgW="1356480" imgH="2286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812800"/>
                        <a:ext cx="32766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34" name="Object 10"/>
          <p:cNvGraphicFramePr>
            <a:graphicFrameLocks noChangeAspect="1"/>
          </p:cNvGraphicFramePr>
          <p:nvPr/>
        </p:nvGraphicFramePr>
        <p:xfrm>
          <a:off x="3389313" y="5395913"/>
          <a:ext cx="23733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5" name="Equation" r:id="rId13" imgW="1041120" imgH="241200" progId="Equation.3">
                  <p:embed/>
                </p:oleObj>
              </mc:Choice>
              <mc:Fallback>
                <p:oleObj name="Equation" r:id="rId13" imgW="104112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5395913"/>
                        <a:ext cx="2373312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35" name="Object 11"/>
          <p:cNvGraphicFramePr>
            <a:graphicFrameLocks noChangeAspect="1"/>
          </p:cNvGraphicFramePr>
          <p:nvPr/>
        </p:nvGraphicFramePr>
        <p:xfrm>
          <a:off x="520700" y="228600"/>
          <a:ext cx="438943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856" name="Equation" r:id="rId15" imgW="1866600" imgH="698400" progId="Equation.3">
                  <p:embed/>
                </p:oleObj>
              </mc:Choice>
              <mc:Fallback>
                <p:oleObj name="Equation" r:id="rId15" imgW="1866600" imgH="698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228600"/>
                        <a:ext cx="4389438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8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61FB-C174-4165-B37E-1EBAB2F79202}" type="slidenum">
              <a:rPr lang="zh-CN" altLang="en-US"/>
              <a:pPr/>
              <a:t>59</a:t>
            </a:fld>
            <a:endParaRPr lang="zh-CN" altLang="en-US"/>
          </a:p>
        </p:txBody>
      </p:sp>
      <p:sp>
        <p:nvSpPr>
          <p:cNvPr id="972812" name="Line 12"/>
          <p:cNvSpPr>
            <a:spLocks noChangeShapeType="1"/>
          </p:cNvSpPr>
          <p:nvPr/>
        </p:nvSpPr>
        <p:spPr bwMode="auto">
          <a:xfrm>
            <a:off x="76200" y="9144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72813" name="Object 13"/>
          <p:cNvGraphicFramePr>
            <a:graphicFrameLocks noChangeAspect="1"/>
          </p:cNvGraphicFramePr>
          <p:nvPr/>
        </p:nvGraphicFramePr>
        <p:xfrm>
          <a:off x="914400" y="166688"/>
          <a:ext cx="21701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5" name="Equation" r:id="rId3" imgW="952200" imgH="228600" progId="Equation.3">
                  <p:embed/>
                </p:oleObj>
              </mc:Choice>
              <mc:Fallback>
                <p:oleObj name="Equation" r:id="rId3" imgW="9522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6688"/>
                        <a:ext cx="2170113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14" name="Object 14"/>
          <p:cNvGraphicFramePr>
            <a:graphicFrameLocks noChangeAspect="1"/>
          </p:cNvGraphicFramePr>
          <p:nvPr/>
        </p:nvGraphicFramePr>
        <p:xfrm>
          <a:off x="3352800" y="166688"/>
          <a:ext cx="214153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6" name="Equation" r:id="rId5" imgW="939600" imgH="228600" progId="Equation.3">
                  <p:embed/>
                </p:oleObj>
              </mc:Choice>
              <mc:Fallback>
                <p:oleObj name="Equation" r:id="rId5" imgW="9396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6688"/>
                        <a:ext cx="2141538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15" name="Object 15"/>
          <p:cNvGraphicFramePr>
            <a:graphicFrameLocks noChangeAspect="1"/>
          </p:cNvGraphicFramePr>
          <p:nvPr/>
        </p:nvGraphicFramePr>
        <p:xfrm>
          <a:off x="5599113" y="152400"/>
          <a:ext cx="23733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7" name="Equation" r:id="rId7" imgW="1041120" imgH="241200" progId="Equation.3">
                  <p:embed/>
                </p:oleObj>
              </mc:Choice>
              <mc:Fallback>
                <p:oleObj name="Equation" r:id="rId7" imgW="104112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113" y="152400"/>
                        <a:ext cx="2373312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16" name="Object 16"/>
          <p:cNvGraphicFramePr>
            <a:graphicFrameLocks noChangeAspect="1"/>
          </p:cNvGraphicFramePr>
          <p:nvPr/>
        </p:nvGraphicFramePr>
        <p:xfrm>
          <a:off x="381000" y="1101725"/>
          <a:ext cx="33766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8" name="Equation" r:id="rId9" imgW="1371600" imgH="698400" progId="Equation.3">
                  <p:embed/>
                </p:oleObj>
              </mc:Choice>
              <mc:Fallback>
                <p:oleObj name="Equation" r:id="rId9" imgW="1371600" imgH="698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01725"/>
                        <a:ext cx="3376613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17" name="Object 17"/>
          <p:cNvGraphicFramePr>
            <a:graphicFrameLocks noChangeAspect="1"/>
          </p:cNvGraphicFramePr>
          <p:nvPr/>
        </p:nvGraphicFramePr>
        <p:xfrm>
          <a:off x="3949700" y="1066800"/>
          <a:ext cx="3719513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9" name="Equation" r:id="rId11" imgW="1562040" imgH="698400" progId="Equation.3">
                  <p:embed/>
                </p:oleObj>
              </mc:Choice>
              <mc:Fallback>
                <p:oleObj name="Equation" r:id="rId11" imgW="1562040" imgH="698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1066800"/>
                        <a:ext cx="3719513" cy="168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18" name="Object 18"/>
          <p:cNvGraphicFramePr>
            <a:graphicFrameLocks noChangeAspect="1"/>
          </p:cNvGraphicFramePr>
          <p:nvPr/>
        </p:nvGraphicFramePr>
        <p:xfrm>
          <a:off x="457200" y="2743200"/>
          <a:ext cx="48768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40" name="Equation" r:id="rId13" imgW="1981080" imgH="698400" progId="Equation.3">
                  <p:embed/>
                </p:oleObj>
              </mc:Choice>
              <mc:Fallback>
                <p:oleObj name="Equation" r:id="rId13" imgW="1981080" imgH="698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43200"/>
                        <a:ext cx="487680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19" name="Object 19"/>
          <p:cNvGraphicFramePr>
            <a:graphicFrameLocks noChangeAspect="1"/>
          </p:cNvGraphicFramePr>
          <p:nvPr/>
        </p:nvGraphicFramePr>
        <p:xfrm>
          <a:off x="457200" y="4876800"/>
          <a:ext cx="32004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41" name="Equation" r:id="rId15" imgW="1244520" imgH="228600" progId="Equation.3">
                  <p:embed/>
                </p:oleObj>
              </mc:Choice>
              <mc:Fallback>
                <p:oleObj name="Equation" r:id="rId15" imgW="124452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876800"/>
                        <a:ext cx="320040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7305-ADB3-4164-8ED2-1298D01AB36E}" type="slidenum">
              <a:rPr lang="zh-CN" altLang="en-US"/>
              <a:pPr/>
              <a:t>60</a:t>
            </a:fld>
            <a:endParaRPr lang="zh-CN" altLang="en-US"/>
          </a:p>
        </p:txBody>
      </p:sp>
      <p:graphicFrame>
        <p:nvGraphicFramePr>
          <p:cNvPr id="974857" name="Object 9"/>
          <p:cNvGraphicFramePr>
            <a:graphicFrameLocks noChangeAspect="1"/>
          </p:cNvGraphicFramePr>
          <p:nvPr/>
        </p:nvGraphicFramePr>
        <p:xfrm>
          <a:off x="304800" y="381000"/>
          <a:ext cx="32004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69" name="Equation" r:id="rId3" imgW="1244520" imgH="228600" progId="Equation.3">
                  <p:embed/>
                </p:oleObj>
              </mc:Choice>
              <mc:Fallback>
                <p:oleObj name="Equation" r:id="rId3" imgW="124452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"/>
                        <a:ext cx="320040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4858" name="Object 10"/>
          <p:cNvGraphicFramePr>
            <a:graphicFrameLocks noChangeAspect="1"/>
          </p:cNvGraphicFramePr>
          <p:nvPr/>
        </p:nvGraphicFramePr>
        <p:xfrm>
          <a:off x="609600" y="914400"/>
          <a:ext cx="6659563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70" name="Equation" r:id="rId5" imgW="2705040" imgH="723600" progId="Equation.3">
                  <p:embed/>
                </p:oleObj>
              </mc:Choice>
              <mc:Fallback>
                <p:oleObj name="Equation" r:id="rId5" imgW="2705040" imgH="723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6659563" cy="165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4859" name="Object 11"/>
          <p:cNvGraphicFramePr>
            <a:graphicFrameLocks noChangeAspect="1"/>
          </p:cNvGraphicFramePr>
          <p:nvPr/>
        </p:nvGraphicFramePr>
        <p:xfrm>
          <a:off x="609600" y="2667000"/>
          <a:ext cx="6942138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71" name="Equation" r:id="rId7" imgW="2819160" imgH="698400" progId="Equation.3">
                  <p:embed/>
                </p:oleObj>
              </mc:Choice>
              <mc:Fallback>
                <p:oleObj name="Equation" r:id="rId7" imgW="2819160" imgH="698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667000"/>
                        <a:ext cx="6942138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4860" name="Object 12"/>
          <p:cNvGraphicFramePr>
            <a:graphicFrameLocks noChangeAspect="1"/>
          </p:cNvGraphicFramePr>
          <p:nvPr/>
        </p:nvGraphicFramePr>
        <p:xfrm>
          <a:off x="609600" y="4495800"/>
          <a:ext cx="33448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72" name="Equation" r:id="rId9" imgW="1358640" imgH="698400" progId="Equation.3">
                  <p:embed/>
                </p:oleObj>
              </mc:Choice>
              <mc:Fallback>
                <p:oleObj name="Equation" r:id="rId9" imgW="135864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95800"/>
                        <a:ext cx="3344863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456E-2486-4685-86F1-79BEF8040306}" type="slidenum">
              <a:rPr lang="zh-CN" altLang="en-US"/>
              <a:pPr/>
              <a:t>61</a:t>
            </a:fld>
            <a:endParaRPr lang="zh-CN" altLang="en-US"/>
          </a:p>
        </p:txBody>
      </p:sp>
      <p:sp>
        <p:nvSpPr>
          <p:cNvPr id="964610" name="Text Box 1026"/>
          <p:cNvSpPr txBox="1">
            <a:spLocks noChangeArrowheads="1"/>
          </p:cNvSpPr>
          <p:nvPr/>
        </p:nvSpPr>
        <p:spPr bwMode="auto">
          <a:xfrm>
            <a:off x="457200" y="5334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964611" name="Text Box 1027"/>
          <p:cNvSpPr txBox="1">
            <a:spLocks noChangeArrowheads="1"/>
          </p:cNvSpPr>
          <p:nvPr/>
        </p:nvSpPr>
        <p:spPr bwMode="auto">
          <a:xfrm>
            <a:off x="457200" y="16002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964612" name="Group 1028"/>
          <p:cNvGrpSpPr>
            <a:grpSpLocks/>
          </p:cNvGrpSpPr>
          <p:nvPr/>
        </p:nvGrpSpPr>
        <p:grpSpPr bwMode="auto">
          <a:xfrm>
            <a:off x="1392238" y="304800"/>
            <a:ext cx="3713162" cy="1031875"/>
            <a:chOff x="781" y="192"/>
            <a:chExt cx="2339" cy="650"/>
          </a:xfrm>
        </p:grpSpPr>
        <p:sp>
          <p:nvSpPr>
            <p:cNvPr id="964613" name="Text Box 1029"/>
            <p:cNvSpPr txBox="1">
              <a:spLocks noChangeArrowheads="1"/>
            </p:cNvSpPr>
            <p:nvPr/>
          </p:nvSpPr>
          <p:spPr bwMode="auto">
            <a:xfrm>
              <a:off x="781" y="358"/>
              <a:ext cx="37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sz="2600"/>
                <a:t>设</a:t>
              </a:r>
              <a:r>
                <a:rPr lang="zh-CN" altLang="en-US" sz="2600"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964614" name="Object 1030"/>
            <p:cNvGraphicFramePr>
              <a:graphicFrameLocks noChangeAspect="1"/>
            </p:cNvGraphicFramePr>
            <p:nvPr/>
          </p:nvGraphicFramePr>
          <p:xfrm>
            <a:off x="1082" y="192"/>
            <a:ext cx="1174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56" name="Equation" r:id="rId3" imgW="825480" imgH="457200" progId="Equation.3">
                    <p:embed/>
                  </p:oleObj>
                </mc:Choice>
                <mc:Fallback>
                  <p:oleObj name="Equation" r:id="rId3" imgW="825480" imgH="457200" progId="Equation.3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2" y="192"/>
                          <a:ext cx="1174" cy="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4615" name="Object 1031"/>
            <p:cNvGraphicFramePr>
              <a:graphicFrameLocks noChangeAspect="1"/>
            </p:cNvGraphicFramePr>
            <p:nvPr/>
          </p:nvGraphicFramePr>
          <p:xfrm>
            <a:off x="2294" y="336"/>
            <a:ext cx="82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657" name="Document" r:id="rId5" imgW="533520" imgH="203760" progId="Word.Document.8">
                    <p:embed/>
                  </p:oleObj>
                </mc:Choice>
                <mc:Fallback>
                  <p:oleObj name="Document" r:id="rId5" imgW="533520" imgH="203760" progId="Word.Document.8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4" y="336"/>
                          <a:ext cx="826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4616" name="Object 1032"/>
          <p:cNvGraphicFramePr>
            <a:graphicFrameLocks noChangeAspect="1"/>
          </p:cNvGraphicFramePr>
          <p:nvPr/>
        </p:nvGraphicFramePr>
        <p:xfrm>
          <a:off x="1263650" y="1357313"/>
          <a:ext cx="36131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58" name="Equation" r:id="rId7" imgW="1536480" imgH="469800" progId="Equation.3">
                  <p:embed/>
                </p:oleObj>
              </mc:Choice>
              <mc:Fallback>
                <p:oleObj name="Equation" r:id="rId7" imgW="1536480" imgH="4698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1357313"/>
                        <a:ext cx="3613150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7" name="Object 1033"/>
          <p:cNvGraphicFramePr>
            <a:graphicFrameLocks noChangeAspect="1"/>
          </p:cNvGraphicFramePr>
          <p:nvPr/>
        </p:nvGraphicFramePr>
        <p:xfrm>
          <a:off x="4876800" y="1665288"/>
          <a:ext cx="24765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59" name="Equation" r:id="rId9" imgW="1054080" imgH="203040" progId="Equation.3">
                  <p:embed/>
                </p:oleObj>
              </mc:Choice>
              <mc:Fallback>
                <p:oleObj name="Equation" r:id="rId9" imgW="1054080" imgH="20304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665288"/>
                        <a:ext cx="24765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8" name="Object 1034"/>
          <p:cNvGraphicFramePr>
            <a:graphicFrameLocks noChangeAspect="1"/>
          </p:cNvGraphicFramePr>
          <p:nvPr/>
        </p:nvGraphicFramePr>
        <p:xfrm>
          <a:off x="577850" y="2838450"/>
          <a:ext cx="138271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0" name="Equation" r:id="rId11" imgW="685800" imgH="215640" progId="Equation.3">
                  <p:embed/>
                </p:oleObj>
              </mc:Choice>
              <mc:Fallback>
                <p:oleObj name="Equation" r:id="rId11" imgW="685800" imgH="21564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2838450"/>
                        <a:ext cx="1382713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9" name="Object 1035"/>
          <p:cNvGraphicFramePr>
            <a:graphicFrameLocks noChangeAspect="1"/>
          </p:cNvGraphicFramePr>
          <p:nvPr/>
        </p:nvGraphicFramePr>
        <p:xfrm>
          <a:off x="2025650" y="2555875"/>
          <a:ext cx="283368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1" name="Equation" r:id="rId13" imgW="1307880" imgH="457200" progId="Equation.3">
                  <p:embed/>
                </p:oleObj>
              </mc:Choice>
              <mc:Fallback>
                <p:oleObj name="Equation" r:id="rId13" imgW="1307880" imgH="45720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2555875"/>
                        <a:ext cx="2833688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0" name="Object 1036"/>
          <p:cNvGraphicFramePr>
            <a:graphicFrameLocks noChangeAspect="1"/>
          </p:cNvGraphicFramePr>
          <p:nvPr/>
        </p:nvGraphicFramePr>
        <p:xfrm>
          <a:off x="4845050" y="2547938"/>
          <a:ext cx="18605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2" name="Equation" r:id="rId15" imgW="863280" imgH="457200" progId="Equation.3">
                  <p:embed/>
                </p:oleObj>
              </mc:Choice>
              <mc:Fallback>
                <p:oleObj name="Equation" r:id="rId15" imgW="863280" imgH="457200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2547938"/>
                        <a:ext cx="186055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1" name="Object 1037"/>
          <p:cNvGraphicFramePr>
            <a:graphicFrameLocks noChangeAspect="1"/>
          </p:cNvGraphicFramePr>
          <p:nvPr/>
        </p:nvGraphicFramePr>
        <p:xfrm>
          <a:off x="6858000" y="2514600"/>
          <a:ext cx="13747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3" name="Equation" r:id="rId17" imgW="609480" imgH="457200" progId="Equation.3">
                  <p:embed/>
                </p:oleObj>
              </mc:Choice>
              <mc:Fallback>
                <p:oleObj name="Equation" r:id="rId17" imgW="609480" imgH="45720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514600"/>
                        <a:ext cx="1374775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2" name="Object 1038"/>
          <p:cNvGraphicFramePr>
            <a:graphicFrameLocks noChangeAspect="1"/>
          </p:cNvGraphicFramePr>
          <p:nvPr/>
        </p:nvGraphicFramePr>
        <p:xfrm>
          <a:off x="520700" y="3948113"/>
          <a:ext cx="15621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4" name="Equation" r:id="rId19" imgW="774360" imgH="215640" progId="Equation.3">
                  <p:embed/>
                </p:oleObj>
              </mc:Choice>
              <mc:Fallback>
                <p:oleObj name="Equation" r:id="rId19" imgW="774360" imgH="21564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3948113"/>
                        <a:ext cx="156210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3" name="Object 1039"/>
          <p:cNvGraphicFramePr>
            <a:graphicFrameLocks noChangeAspect="1"/>
          </p:cNvGraphicFramePr>
          <p:nvPr/>
        </p:nvGraphicFramePr>
        <p:xfrm>
          <a:off x="2133600" y="3665538"/>
          <a:ext cx="276383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5" name="Equation" r:id="rId21" imgW="1346040" imgH="457200" progId="Equation.3">
                  <p:embed/>
                </p:oleObj>
              </mc:Choice>
              <mc:Fallback>
                <p:oleObj name="Equation" r:id="rId21" imgW="1346040" imgH="457200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665538"/>
                        <a:ext cx="2763838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4" name="Object 1040"/>
          <p:cNvGraphicFramePr>
            <a:graphicFrameLocks noChangeAspect="1"/>
          </p:cNvGraphicFramePr>
          <p:nvPr/>
        </p:nvGraphicFramePr>
        <p:xfrm>
          <a:off x="4930775" y="3657600"/>
          <a:ext cx="166846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6" name="Equation" r:id="rId23" imgW="774360" imgH="457200" progId="Equation.3">
                  <p:embed/>
                </p:oleObj>
              </mc:Choice>
              <mc:Fallback>
                <p:oleObj name="Equation" r:id="rId23" imgW="774360" imgH="457200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3657600"/>
                        <a:ext cx="1668463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5" name="Object 1041"/>
          <p:cNvGraphicFramePr>
            <a:graphicFrameLocks noChangeAspect="1"/>
          </p:cNvGraphicFramePr>
          <p:nvPr/>
        </p:nvGraphicFramePr>
        <p:xfrm>
          <a:off x="6858000" y="3657600"/>
          <a:ext cx="16621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7" name="Equation" r:id="rId25" imgW="736560" imgH="457200" progId="Equation.3">
                  <p:embed/>
                </p:oleObj>
              </mc:Choice>
              <mc:Fallback>
                <p:oleObj name="Equation" r:id="rId25" imgW="736560" imgH="45720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657600"/>
                        <a:ext cx="1662113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6" name="Object 1042"/>
          <p:cNvGraphicFramePr>
            <a:graphicFrameLocks noChangeAspect="1"/>
          </p:cNvGraphicFramePr>
          <p:nvPr/>
        </p:nvGraphicFramePr>
        <p:xfrm>
          <a:off x="747713" y="5014913"/>
          <a:ext cx="2035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8" name="Equation" r:id="rId27" imgW="901440" imgH="469800" progId="Equation.3">
                  <p:embed/>
                </p:oleObj>
              </mc:Choice>
              <mc:Fallback>
                <p:oleObj name="Equation" r:id="rId27" imgW="901440" imgH="469800" progId="Equation.3">
                  <p:embed/>
                  <p:pic>
                    <p:nvPicPr>
                      <p:cNvPr id="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5014913"/>
                        <a:ext cx="2035175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27" name="Object 1043"/>
          <p:cNvGraphicFramePr>
            <a:graphicFrameLocks noChangeAspect="1"/>
          </p:cNvGraphicFramePr>
          <p:nvPr/>
        </p:nvGraphicFramePr>
        <p:xfrm>
          <a:off x="2921000" y="5003800"/>
          <a:ext cx="2579688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69" name="Equation" r:id="rId29" imgW="1143000" imgH="469800" progId="Equation.3">
                  <p:embed/>
                </p:oleObj>
              </mc:Choice>
              <mc:Fallback>
                <p:oleObj name="Equation" r:id="rId29" imgW="1143000" imgH="46980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5003800"/>
                        <a:ext cx="2579688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6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6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6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6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6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6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6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6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6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6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0" grpId="0" autoUpdateAnimBg="0"/>
      <p:bldP spid="964611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90EE2-899F-4A36-8403-67637F80B5A3}" type="slidenum">
              <a:rPr lang="zh-CN" altLang="en-US"/>
              <a:pPr/>
              <a:t>62</a:t>
            </a:fld>
            <a:endParaRPr lang="zh-CN" altLang="en-US"/>
          </a:p>
        </p:txBody>
      </p:sp>
      <p:graphicFrame>
        <p:nvGraphicFramePr>
          <p:cNvPr id="965634" name="Object 2"/>
          <p:cNvGraphicFramePr>
            <a:graphicFrameLocks noChangeAspect="1"/>
          </p:cNvGraphicFramePr>
          <p:nvPr/>
        </p:nvGraphicFramePr>
        <p:xfrm>
          <a:off x="1052513" y="301625"/>
          <a:ext cx="2035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82" name="Equation" r:id="rId3" imgW="901440" imgH="469800" progId="Equation.3">
                  <p:embed/>
                </p:oleObj>
              </mc:Choice>
              <mc:Fallback>
                <p:oleObj name="Equation" r:id="rId3" imgW="90144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01625"/>
                        <a:ext cx="2035175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5" name="Object 3"/>
          <p:cNvGraphicFramePr>
            <a:graphicFrameLocks noChangeAspect="1"/>
          </p:cNvGraphicFramePr>
          <p:nvPr/>
        </p:nvGraphicFramePr>
        <p:xfrm>
          <a:off x="3225800" y="290513"/>
          <a:ext cx="2579688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83" name="Equation" r:id="rId5" imgW="1143000" imgH="469800" progId="Equation.3">
                  <p:embed/>
                </p:oleObj>
              </mc:Choice>
              <mc:Fallback>
                <p:oleObj name="Equation" r:id="rId5" imgW="114300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290513"/>
                        <a:ext cx="2579688" cy="1074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5636" name="Line 4"/>
          <p:cNvSpPr>
            <a:spLocks noChangeShapeType="1"/>
          </p:cNvSpPr>
          <p:nvPr/>
        </p:nvSpPr>
        <p:spPr bwMode="auto">
          <a:xfrm>
            <a:off x="228600" y="1447800"/>
            <a:ext cx="86868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65637" name="Object 5"/>
          <p:cNvGraphicFramePr>
            <a:graphicFrameLocks noChangeAspect="1"/>
          </p:cNvGraphicFramePr>
          <p:nvPr/>
        </p:nvGraphicFramePr>
        <p:xfrm>
          <a:off x="533400" y="1600200"/>
          <a:ext cx="365760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84" name="Equation" r:id="rId7" imgW="1511280" imgH="469800" progId="Equation.3">
                  <p:embed/>
                </p:oleObj>
              </mc:Choice>
              <mc:Fallback>
                <p:oleObj name="Equation" r:id="rId7" imgW="151128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00200"/>
                        <a:ext cx="3657600" cy="1150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8" name="Object 6"/>
          <p:cNvGraphicFramePr>
            <a:graphicFrameLocks noChangeAspect="1"/>
          </p:cNvGraphicFramePr>
          <p:nvPr/>
        </p:nvGraphicFramePr>
        <p:xfrm>
          <a:off x="609600" y="3124200"/>
          <a:ext cx="2590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85" name="Equation" r:id="rId9" imgW="1066680" imgH="228600" progId="Equation.3">
                  <p:embed/>
                </p:oleObj>
              </mc:Choice>
              <mc:Fallback>
                <p:oleObj name="Equation" r:id="rId9" imgW="10666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25908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39" name="Object 7"/>
          <p:cNvGraphicFramePr>
            <a:graphicFrameLocks noChangeAspect="1"/>
          </p:cNvGraphicFramePr>
          <p:nvPr/>
        </p:nvGraphicFramePr>
        <p:xfrm>
          <a:off x="3200400" y="2819400"/>
          <a:ext cx="4700588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86" name="Equation" r:id="rId11" imgW="2082600" imgH="495000" progId="Equation.3">
                  <p:embed/>
                </p:oleObj>
              </mc:Choice>
              <mc:Fallback>
                <p:oleObj name="Equation" r:id="rId11" imgW="2082600" imgH="495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19400"/>
                        <a:ext cx="4700588" cy="1131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0" name="Object 8"/>
          <p:cNvGraphicFramePr>
            <a:graphicFrameLocks noChangeAspect="1"/>
          </p:cNvGraphicFramePr>
          <p:nvPr/>
        </p:nvGraphicFramePr>
        <p:xfrm>
          <a:off x="533400" y="4383088"/>
          <a:ext cx="4441825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87" name="Equation" r:id="rId13" imgW="1968480" imgH="482400" progId="Equation.3">
                  <p:embed/>
                </p:oleObj>
              </mc:Choice>
              <mc:Fallback>
                <p:oleObj name="Equation" r:id="rId13" imgW="1968480" imgH="482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383088"/>
                        <a:ext cx="4441825" cy="110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5641" name="Object 9"/>
          <p:cNvGraphicFramePr>
            <a:graphicFrameLocks noChangeAspect="1"/>
          </p:cNvGraphicFramePr>
          <p:nvPr/>
        </p:nvGraphicFramePr>
        <p:xfrm>
          <a:off x="4953000" y="4368800"/>
          <a:ext cx="3354388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88" name="Equation" r:id="rId15" imgW="1485720" imgH="482400" progId="Equation.3">
                  <p:embed/>
                </p:oleObj>
              </mc:Choice>
              <mc:Fallback>
                <p:oleObj name="Equation" r:id="rId15" imgW="1485720" imgH="482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368800"/>
                        <a:ext cx="3354388" cy="1103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BF7B6-3D66-4058-AD83-6D849CD2895B}" type="slidenum">
              <a:rPr lang="zh-CN" altLang="en-US"/>
              <a:pPr/>
              <a:t>63</a:t>
            </a:fld>
            <a:endParaRPr lang="zh-CN" altLang="en-US"/>
          </a:p>
        </p:txBody>
      </p:sp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0663"/>
            <a:ext cx="9144000" cy="685800"/>
          </a:xfrm>
        </p:spPr>
        <p:txBody>
          <a:bodyPr/>
          <a:lstStyle/>
          <a:p>
            <a:r>
              <a:rPr lang="zh-CN" altLang="en-US" sz="34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第三节  实对称矩阵的特征值和特征向量</a:t>
            </a:r>
          </a:p>
        </p:txBody>
      </p:sp>
      <p:sp>
        <p:nvSpPr>
          <p:cNvPr id="986115" name="Text Box 3"/>
          <p:cNvSpPr txBox="1">
            <a:spLocks noChangeArrowheads="1"/>
          </p:cNvSpPr>
          <p:nvPr/>
        </p:nvSpPr>
        <p:spPr bwMode="auto">
          <a:xfrm>
            <a:off x="152400" y="982663"/>
            <a:ext cx="358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向量内积</a:t>
            </a:r>
          </a:p>
        </p:txBody>
      </p:sp>
      <p:sp>
        <p:nvSpPr>
          <p:cNvPr id="986126" name="Text Box 14"/>
          <p:cNvSpPr txBox="1">
            <a:spLocks noChangeArrowheads="1"/>
          </p:cNvSpPr>
          <p:nvPr/>
        </p:nvSpPr>
        <p:spPr bwMode="auto">
          <a:xfrm>
            <a:off x="381000" y="1676400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lang="zh-CN" altLang="en-US">
                <a:solidFill>
                  <a:srgbClr val="CC6600"/>
                </a:solidFill>
              </a:rPr>
              <a:t>  </a:t>
            </a:r>
            <a:r>
              <a:rPr lang="zh-CN" altLang="en-US"/>
              <a:t>给定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30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/>
              <a:t>中向量</a:t>
            </a:r>
          </a:p>
        </p:txBody>
      </p:sp>
      <p:graphicFrame>
        <p:nvGraphicFramePr>
          <p:cNvPr id="986127" name="Object 15"/>
          <p:cNvGraphicFramePr>
            <a:graphicFrameLocks noChangeAspect="1"/>
          </p:cNvGraphicFramePr>
          <p:nvPr/>
        </p:nvGraphicFramePr>
        <p:xfrm>
          <a:off x="838200" y="2286000"/>
          <a:ext cx="67056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43" name="Document" r:id="rId3" imgW="2710800" imgH="241200" progId="Word.Document.8">
                  <p:embed/>
                </p:oleObj>
              </mc:Choice>
              <mc:Fallback>
                <p:oleObj name="Document" r:id="rId3" imgW="2710800" imgH="2412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0"/>
                        <a:ext cx="67056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28" name="Text Box 16"/>
          <p:cNvSpPr txBox="1">
            <a:spLocks noChangeArrowheads="1"/>
          </p:cNvSpPr>
          <p:nvPr/>
        </p:nvSpPr>
        <p:spPr bwMode="auto">
          <a:xfrm>
            <a:off x="533400" y="311626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实数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86129" name="Object 17"/>
          <p:cNvGraphicFramePr>
            <a:graphicFrameLocks noChangeAspect="1"/>
          </p:cNvGraphicFramePr>
          <p:nvPr/>
        </p:nvGraphicFramePr>
        <p:xfrm>
          <a:off x="1600200" y="2857500"/>
          <a:ext cx="59436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44" name="Equation" r:id="rId5" imgW="2400120" imgH="431640" progId="Equation.3">
                  <p:embed/>
                </p:oleObj>
              </mc:Choice>
              <mc:Fallback>
                <p:oleObj name="Equation" r:id="rId5" imgW="2400120" imgH="431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57500"/>
                        <a:ext cx="59436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0" name="Object 18"/>
          <p:cNvGraphicFramePr>
            <a:graphicFrameLocks noChangeAspect="1"/>
          </p:cNvGraphicFramePr>
          <p:nvPr/>
        </p:nvGraphicFramePr>
        <p:xfrm>
          <a:off x="609600" y="3954463"/>
          <a:ext cx="62484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45" name="Document" r:id="rId7" imgW="2313360" imgH="203040" progId="Word.Document.8">
                  <p:embed/>
                </p:oleObj>
              </mc:Choice>
              <mc:Fallback>
                <p:oleObj name="Document" r:id="rId7" imgW="2313360" imgH="20304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54463"/>
                        <a:ext cx="62484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1" name="Object 19"/>
          <p:cNvGraphicFramePr>
            <a:graphicFrameLocks noChangeAspect="1"/>
          </p:cNvGraphicFramePr>
          <p:nvPr/>
        </p:nvGraphicFramePr>
        <p:xfrm>
          <a:off x="609600" y="4648200"/>
          <a:ext cx="8001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46" name="Document" r:id="rId9" imgW="3093840" imgH="237960" progId="Word.Document.8">
                  <p:embed/>
                </p:oleObj>
              </mc:Choice>
              <mc:Fallback>
                <p:oleObj name="Document" r:id="rId9" imgW="3093840" imgH="23796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648200"/>
                        <a:ext cx="80010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2" name="Object 20"/>
          <p:cNvGraphicFramePr>
            <a:graphicFrameLocks noChangeAspect="1"/>
          </p:cNvGraphicFramePr>
          <p:nvPr/>
        </p:nvGraphicFramePr>
        <p:xfrm>
          <a:off x="533400" y="5410200"/>
          <a:ext cx="77739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47" name="Equation" r:id="rId11" imgW="3136680" imgH="228600" progId="Equation.3">
                  <p:embed/>
                </p:oleObj>
              </mc:Choice>
              <mc:Fallback>
                <p:oleObj name="Equation" r:id="rId11" imgW="313668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10200"/>
                        <a:ext cx="7773988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8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8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8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8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4" grpId="0" autoUpdateAnimBg="0"/>
      <p:bldP spid="986115" grpId="0" autoUpdateAnimBg="0"/>
      <p:bldP spid="986126" grpId="0" autoUpdateAnimBg="0"/>
      <p:bldP spid="986128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1674-45FE-4214-B9F5-8F368BAB20AC}" type="slidenum">
              <a:rPr lang="zh-CN" altLang="en-US"/>
              <a:pPr/>
              <a:t>64</a:t>
            </a:fld>
            <a:endParaRPr lang="zh-CN" altLang="en-US"/>
          </a:p>
        </p:txBody>
      </p:sp>
      <p:sp>
        <p:nvSpPr>
          <p:cNvPr id="988162" name="Text Box 2"/>
          <p:cNvSpPr txBox="1">
            <a:spLocks noChangeArrowheads="1"/>
          </p:cNvSpPr>
          <p:nvPr/>
        </p:nvSpPr>
        <p:spPr bwMode="auto">
          <a:xfrm>
            <a:off x="457200" y="1676400"/>
            <a:ext cx="6553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向量的内积具有如下基本特性：</a:t>
            </a:r>
            <a:endParaRPr lang="zh-CN" altLang="en-US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988163" name="Object 3"/>
          <p:cNvGraphicFramePr>
            <a:graphicFrameLocks noChangeAspect="1"/>
          </p:cNvGraphicFramePr>
          <p:nvPr/>
        </p:nvGraphicFramePr>
        <p:xfrm>
          <a:off x="452438" y="2513013"/>
          <a:ext cx="4037012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79" name="Document" r:id="rId3" imgW="1364040" imgH="203040" progId="Word.Document.8">
                  <p:embed/>
                </p:oleObj>
              </mc:Choice>
              <mc:Fallback>
                <p:oleObj name="Document" r:id="rId3" imgW="1364040" imgH="2030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2513013"/>
                        <a:ext cx="4037012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4" name="Object 4"/>
          <p:cNvGraphicFramePr>
            <a:graphicFrameLocks noChangeAspect="1"/>
          </p:cNvGraphicFramePr>
          <p:nvPr/>
        </p:nvGraphicFramePr>
        <p:xfrm>
          <a:off x="452438" y="3275013"/>
          <a:ext cx="607218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80" name="Document" r:id="rId5" imgW="2014200" imgH="208440" progId="Word.Document.8">
                  <p:embed/>
                </p:oleObj>
              </mc:Choice>
              <mc:Fallback>
                <p:oleObj name="Document" r:id="rId5" imgW="2014200" imgH="2084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3275013"/>
                        <a:ext cx="6072187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5" name="Object 5"/>
          <p:cNvGraphicFramePr>
            <a:graphicFrameLocks noChangeAspect="1"/>
          </p:cNvGraphicFramePr>
          <p:nvPr/>
        </p:nvGraphicFramePr>
        <p:xfrm>
          <a:off x="452438" y="4060825"/>
          <a:ext cx="66325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81" name="Document" r:id="rId7" imgW="2229480" imgH="205920" progId="Word.Document.8">
                  <p:embed/>
                </p:oleObj>
              </mc:Choice>
              <mc:Fallback>
                <p:oleObj name="Document" r:id="rId7" imgW="2229480" imgH="20592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4060825"/>
                        <a:ext cx="66325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6" name="Object 6"/>
          <p:cNvGraphicFramePr>
            <a:graphicFrameLocks noChangeAspect="1"/>
          </p:cNvGraphicFramePr>
          <p:nvPr/>
        </p:nvGraphicFramePr>
        <p:xfrm>
          <a:off x="452438" y="4881563"/>
          <a:ext cx="7929562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82" name="Document" r:id="rId9" imgW="2679840" imgH="203040" progId="Word.Document.8">
                  <p:embed/>
                </p:oleObj>
              </mc:Choice>
              <mc:Fallback>
                <p:oleObj name="Document" r:id="rId9" imgW="2679840" imgH="2030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8" y="4881563"/>
                        <a:ext cx="7929562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7" name="Object 7"/>
          <p:cNvGraphicFramePr>
            <a:graphicFrameLocks noChangeAspect="1"/>
          </p:cNvGraphicFramePr>
          <p:nvPr/>
        </p:nvGraphicFramePr>
        <p:xfrm>
          <a:off x="1066800" y="152400"/>
          <a:ext cx="616267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8183" name="Equation" r:id="rId11" imgW="2489040" imgH="431640" progId="Equation.3">
                  <p:embed/>
                </p:oleObj>
              </mc:Choice>
              <mc:Fallback>
                <p:oleObj name="Equation" r:id="rId11" imgW="248904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52400"/>
                        <a:ext cx="6162675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8168" name="Line 8"/>
          <p:cNvSpPr>
            <a:spLocks noChangeShapeType="1"/>
          </p:cNvSpPr>
          <p:nvPr/>
        </p:nvSpPr>
        <p:spPr bwMode="auto">
          <a:xfrm>
            <a:off x="228600" y="1295400"/>
            <a:ext cx="85344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2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87480-0ACC-4EBA-9CCC-1AFCF14124B6}" type="slidenum">
              <a:rPr lang="zh-CN" altLang="en-US"/>
              <a:pPr/>
              <a:t>65</a:t>
            </a:fld>
            <a:endParaRPr lang="zh-CN" altLang="en-US"/>
          </a:p>
        </p:txBody>
      </p:sp>
      <p:sp>
        <p:nvSpPr>
          <p:cNvPr id="9891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38862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向量的长度：</a:t>
            </a:r>
          </a:p>
        </p:txBody>
      </p:sp>
      <p:sp>
        <p:nvSpPr>
          <p:cNvPr id="989187" name="Text Box 3"/>
          <p:cNvSpPr txBox="1">
            <a:spLocks noChangeArrowheads="1"/>
          </p:cNvSpPr>
          <p:nvPr/>
        </p:nvSpPr>
        <p:spPr bwMode="auto">
          <a:xfrm>
            <a:off x="228600" y="92075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endParaRPr lang="zh-CN" altLang="en-US"/>
          </a:p>
        </p:txBody>
      </p:sp>
      <p:graphicFrame>
        <p:nvGraphicFramePr>
          <p:cNvPr id="989188" name="Object 4"/>
          <p:cNvGraphicFramePr>
            <a:graphicFrameLocks noChangeAspect="1"/>
          </p:cNvGraphicFramePr>
          <p:nvPr/>
        </p:nvGraphicFramePr>
        <p:xfrm>
          <a:off x="231775" y="766763"/>
          <a:ext cx="845502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07" name="Document" r:id="rId3" imgW="3121560" imgH="495360" progId="Word.Document.8">
                  <p:embed/>
                </p:oleObj>
              </mc:Choice>
              <mc:Fallback>
                <p:oleObj name="Document" r:id="rId3" imgW="3121560" imgH="4953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766763"/>
                        <a:ext cx="845502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89" name="Object 5"/>
          <p:cNvGraphicFramePr>
            <a:graphicFrameLocks noChangeAspect="1"/>
          </p:cNvGraphicFramePr>
          <p:nvPr/>
        </p:nvGraphicFramePr>
        <p:xfrm>
          <a:off x="1143000" y="3219450"/>
          <a:ext cx="6629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08" name="Document" r:id="rId5" imgW="2485440" imgH="228600" progId="Word.Document.8">
                  <p:embed/>
                </p:oleObj>
              </mc:Choice>
              <mc:Fallback>
                <p:oleObj name="Document" r:id="rId5" imgW="248544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19450"/>
                        <a:ext cx="6629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0" name="Object 6"/>
          <p:cNvGraphicFramePr>
            <a:graphicFrameLocks noChangeAspect="1"/>
          </p:cNvGraphicFramePr>
          <p:nvPr/>
        </p:nvGraphicFramePr>
        <p:xfrm>
          <a:off x="1109663" y="2216150"/>
          <a:ext cx="55848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09" name="Equation" r:id="rId7" imgW="2133360" imgH="291960" progId="Equation.3">
                  <p:embed/>
                </p:oleObj>
              </mc:Choice>
              <mc:Fallback>
                <p:oleObj name="Equation" r:id="rId7" imgW="2133360" imgH="2919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2216150"/>
                        <a:ext cx="5584825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9191" name="Text Box 7"/>
          <p:cNvSpPr txBox="1">
            <a:spLocks noChangeArrowheads="1"/>
          </p:cNvSpPr>
          <p:nvPr/>
        </p:nvSpPr>
        <p:spPr bwMode="auto">
          <a:xfrm>
            <a:off x="228600" y="328295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例1</a:t>
            </a:r>
          </a:p>
        </p:txBody>
      </p:sp>
      <p:graphicFrame>
        <p:nvGraphicFramePr>
          <p:cNvPr id="989192" name="Object 8"/>
          <p:cNvGraphicFramePr>
            <a:graphicFrameLocks noChangeAspect="1"/>
          </p:cNvGraphicFramePr>
          <p:nvPr/>
        </p:nvGraphicFramePr>
        <p:xfrm>
          <a:off x="1092200" y="3956050"/>
          <a:ext cx="23336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10" name="Equation" r:id="rId9" imgW="876240" imgH="266400" progId="Equation.3">
                  <p:embed/>
                </p:oleObj>
              </mc:Choice>
              <mc:Fallback>
                <p:oleObj name="Equation" r:id="rId9" imgW="876240" imgH="266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3956050"/>
                        <a:ext cx="2333625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3" name="Object 9"/>
          <p:cNvGraphicFramePr>
            <a:graphicFrameLocks noChangeAspect="1"/>
          </p:cNvGraphicFramePr>
          <p:nvPr/>
        </p:nvGraphicFramePr>
        <p:xfrm>
          <a:off x="3429000" y="3968750"/>
          <a:ext cx="37338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11" name="Equation" r:id="rId11" imgW="1409400" imgH="279360" progId="Equation.3">
                  <p:embed/>
                </p:oleObj>
              </mc:Choice>
              <mc:Fallback>
                <p:oleObj name="Equation" r:id="rId11" imgW="1409400" imgH="2793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968750"/>
                        <a:ext cx="3733800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4" name="Object 10"/>
          <p:cNvGraphicFramePr>
            <a:graphicFrameLocks noChangeAspect="1"/>
          </p:cNvGraphicFramePr>
          <p:nvPr/>
        </p:nvGraphicFramePr>
        <p:xfrm>
          <a:off x="309563" y="4799013"/>
          <a:ext cx="8529637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212" name="Document" r:id="rId13" imgW="3230280" imgH="549000" progId="Word.Document.8">
                  <p:embed/>
                </p:oleObj>
              </mc:Choice>
              <mc:Fallback>
                <p:oleObj name="Document" r:id="rId13" imgW="3230280" imgH="5490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4799013"/>
                        <a:ext cx="8529637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8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8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8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8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86" grpId="0" autoUpdateAnimBg="0"/>
      <p:bldP spid="989187" grpId="0" autoUpdateAnimBg="0"/>
      <p:bldP spid="989191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A3938-00A8-4A34-AF31-77C99CF12258}" type="slidenum">
              <a:rPr lang="zh-CN" altLang="en-US"/>
              <a:pPr/>
              <a:t>66</a:t>
            </a:fld>
            <a:endParaRPr lang="zh-CN" altLang="en-US"/>
          </a:p>
        </p:txBody>
      </p:sp>
      <p:sp>
        <p:nvSpPr>
          <p:cNvPr id="990210" name="Text Box 2"/>
          <p:cNvSpPr txBox="1">
            <a:spLocks noChangeArrowheads="1"/>
          </p:cNvSpPr>
          <p:nvPr/>
        </p:nvSpPr>
        <p:spPr bwMode="auto">
          <a:xfrm>
            <a:off x="304800" y="1676400"/>
            <a:ext cx="541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向量的长度具有如下性质：</a:t>
            </a: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990211" name="Object 3"/>
          <p:cNvGraphicFramePr>
            <a:graphicFrameLocks noChangeAspect="1"/>
          </p:cNvGraphicFramePr>
          <p:nvPr/>
        </p:nvGraphicFramePr>
        <p:xfrm>
          <a:off x="298450" y="2514600"/>
          <a:ext cx="74771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28" name="Document" r:id="rId3" imgW="2629440" imgH="204480" progId="Word.Document.8">
                  <p:embed/>
                </p:oleObj>
              </mc:Choice>
              <mc:Fallback>
                <p:oleObj name="Document" r:id="rId3" imgW="2629440" imgH="20448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2514600"/>
                        <a:ext cx="74771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12" name="Line 4"/>
          <p:cNvSpPr>
            <a:spLocks noChangeShapeType="1"/>
          </p:cNvSpPr>
          <p:nvPr/>
        </p:nvSpPr>
        <p:spPr bwMode="auto">
          <a:xfrm>
            <a:off x="76200" y="1295400"/>
            <a:ext cx="85344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90213" name="Object 5"/>
          <p:cNvGraphicFramePr>
            <a:graphicFrameLocks noChangeAspect="1"/>
          </p:cNvGraphicFramePr>
          <p:nvPr/>
        </p:nvGraphicFramePr>
        <p:xfrm>
          <a:off x="1066800" y="381000"/>
          <a:ext cx="55848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29" name="Equation" r:id="rId5" imgW="2133360" imgH="291960" progId="Equation.3">
                  <p:embed/>
                </p:oleObj>
              </mc:Choice>
              <mc:Fallback>
                <p:oleObj name="Equation" r:id="rId5" imgW="2133360" imgH="291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1000"/>
                        <a:ext cx="5584825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4" name="Object 6"/>
          <p:cNvGraphicFramePr>
            <a:graphicFrameLocks noChangeAspect="1"/>
          </p:cNvGraphicFramePr>
          <p:nvPr/>
        </p:nvGraphicFramePr>
        <p:xfrm>
          <a:off x="298450" y="3200400"/>
          <a:ext cx="65246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30" name="Document" r:id="rId7" imgW="2225160" imgH="203040" progId="Word.Document.8">
                  <p:embed/>
                </p:oleObj>
              </mc:Choice>
              <mc:Fallback>
                <p:oleObj name="Document" r:id="rId7" imgW="2225160" imgH="2030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3200400"/>
                        <a:ext cx="65246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5" name="Object 7"/>
          <p:cNvGraphicFramePr>
            <a:graphicFrameLocks noChangeAspect="1"/>
          </p:cNvGraphicFramePr>
          <p:nvPr/>
        </p:nvGraphicFramePr>
        <p:xfrm>
          <a:off x="298450" y="3962400"/>
          <a:ext cx="86931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31" name="Document" r:id="rId9" imgW="3073320" imgH="203040" progId="Word.Document.8">
                  <p:embed/>
                </p:oleObj>
              </mc:Choice>
              <mc:Fallback>
                <p:oleObj name="Document" r:id="rId9" imgW="3073320" imgH="2030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3962400"/>
                        <a:ext cx="86931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6" name="Object 8"/>
          <p:cNvGraphicFramePr>
            <a:graphicFrameLocks noChangeAspect="1"/>
          </p:cNvGraphicFramePr>
          <p:nvPr/>
        </p:nvGraphicFramePr>
        <p:xfrm>
          <a:off x="298450" y="4727575"/>
          <a:ext cx="84169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232" name="Document" r:id="rId11" imgW="3039120" imgH="203040" progId="Word.Document.8">
                  <p:embed/>
                </p:oleObj>
              </mc:Choice>
              <mc:Fallback>
                <p:oleObj name="Document" r:id="rId11" imgW="3039120" imgH="20304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4727575"/>
                        <a:ext cx="84169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17" name="Text Box 9"/>
          <p:cNvSpPr txBox="1">
            <a:spLocks noChangeArrowheads="1"/>
          </p:cNvSpPr>
          <p:nvPr/>
        </p:nvSpPr>
        <p:spPr bwMode="auto">
          <a:xfrm>
            <a:off x="6248400" y="541020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证略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0" grpId="0" autoUpdateAnimBg="0"/>
      <p:bldP spid="990217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A3BDE-9996-473E-A0F5-AC3253E329AD}" type="slidenum">
              <a:rPr lang="zh-CN" altLang="en-US"/>
              <a:pPr/>
              <a:t>67</a:t>
            </a:fld>
            <a:endParaRPr lang="zh-CN" altLang="en-US"/>
          </a:p>
        </p:txBody>
      </p:sp>
      <p:sp>
        <p:nvSpPr>
          <p:cNvPr id="991234" name="Text Box 2"/>
          <p:cNvSpPr txBox="1">
            <a:spLocks noChangeArrowheads="1"/>
          </p:cNvSpPr>
          <p:nvPr/>
        </p:nvSpPr>
        <p:spPr bwMode="auto">
          <a:xfrm>
            <a:off x="346075" y="304800"/>
            <a:ext cx="6359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长度为1的向量称为单位向量。</a:t>
            </a:r>
          </a:p>
        </p:txBody>
      </p:sp>
      <p:graphicFrame>
        <p:nvGraphicFramePr>
          <p:cNvPr id="991235" name="Object 3"/>
          <p:cNvGraphicFramePr>
            <a:graphicFrameLocks noChangeAspect="1"/>
          </p:cNvGraphicFramePr>
          <p:nvPr/>
        </p:nvGraphicFramePr>
        <p:xfrm>
          <a:off x="1295400" y="685800"/>
          <a:ext cx="7654925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249" name="Document" r:id="rId3" imgW="2785680" imgH="431640" progId="Word.Document.8">
                  <p:embed/>
                </p:oleObj>
              </mc:Choice>
              <mc:Fallback>
                <p:oleObj name="Document" r:id="rId3" imgW="2785680" imgH="4316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685800"/>
                        <a:ext cx="7654925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36" name="Text Box 4"/>
          <p:cNvSpPr txBox="1">
            <a:spLocks noChangeArrowheads="1"/>
          </p:cNvSpPr>
          <p:nvPr/>
        </p:nvSpPr>
        <p:spPr bwMode="auto">
          <a:xfrm>
            <a:off x="346075" y="9779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例2</a:t>
            </a:r>
          </a:p>
        </p:txBody>
      </p:sp>
      <p:sp>
        <p:nvSpPr>
          <p:cNvPr id="991237" name="Text Box 5"/>
          <p:cNvSpPr txBox="1">
            <a:spLocks noChangeArrowheads="1"/>
          </p:cNvSpPr>
          <p:nvPr/>
        </p:nvSpPr>
        <p:spPr bwMode="auto">
          <a:xfrm>
            <a:off x="381000" y="21590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91238" name="Object 6"/>
          <p:cNvGraphicFramePr>
            <a:graphicFrameLocks noChangeAspect="1"/>
          </p:cNvGraphicFramePr>
          <p:nvPr/>
        </p:nvGraphicFramePr>
        <p:xfrm>
          <a:off x="1222375" y="1828800"/>
          <a:ext cx="54070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250" name="Document" r:id="rId5" imgW="2007360" imgH="469800" progId="Word.Document.8">
                  <p:embed/>
                </p:oleObj>
              </mc:Choice>
              <mc:Fallback>
                <p:oleObj name="Document" r:id="rId5" imgW="2007360" imgH="4698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1828800"/>
                        <a:ext cx="540702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39" name="Object 7"/>
          <p:cNvGraphicFramePr>
            <a:graphicFrameLocks noChangeAspect="1"/>
          </p:cNvGraphicFramePr>
          <p:nvPr/>
        </p:nvGraphicFramePr>
        <p:xfrm>
          <a:off x="1066800" y="3225800"/>
          <a:ext cx="381000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251" name="Document" r:id="rId7" imgW="1517040" imgH="469440" progId="Word.Document.8">
                  <p:embed/>
                </p:oleObj>
              </mc:Choice>
              <mc:Fallback>
                <p:oleObj name="Document" r:id="rId7" imgW="1517040" imgH="4694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25800"/>
                        <a:ext cx="381000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0" name="Object 8"/>
          <p:cNvGraphicFramePr>
            <a:graphicFrameLocks noChangeAspect="1"/>
          </p:cNvGraphicFramePr>
          <p:nvPr/>
        </p:nvGraphicFramePr>
        <p:xfrm>
          <a:off x="382588" y="4413250"/>
          <a:ext cx="8380412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1252" name="Document" r:id="rId9" imgW="3202920" imgH="611640" progId="Word.Document.8">
                  <p:embed/>
                </p:oleObj>
              </mc:Choice>
              <mc:Fallback>
                <p:oleObj name="Document" r:id="rId9" imgW="3202920" imgH="61164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4413250"/>
                        <a:ext cx="8380412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9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9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234" grpId="0" autoUpdateAnimBg="0"/>
      <p:bldP spid="991236" grpId="0" autoUpdateAnimBg="0"/>
      <p:bldP spid="991237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B6EA4-546D-43A9-8235-5B5363057C71}" type="slidenum">
              <a:rPr lang="zh-CN" altLang="en-US"/>
              <a:pPr/>
              <a:t>68</a:t>
            </a:fld>
            <a:endParaRPr lang="zh-CN" altLang="en-US"/>
          </a:p>
        </p:txBody>
      </p:sp>
      <p:sp>
        <p:nvSpPr>
          <p:cNvPr id="100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41148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</a:t>
            </a:r>
            <a:r>
              <a:rPr lang="zh-CN" altLang="en-US" sz="32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正交向量组</a:t>
            </a:r>
            <a:r>
              <a:rPr lang="zh-CN" altLang="en-US" sz="4000" b="1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08652" name="Text Box 12"/>
          <p:cNvSpPr txBox="1">
            <a:spLocks noChangeArrowheads="1"/>
          </p:cNvSpPr>
          <p:nvPr/>
        </p:nvSpPr>
        <p:spPr bwMode="auto">
          <a:xfrm>
            <a:off x="304800" y="9906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CC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endParaRPr lang="zh-CN" altLang="en-US"/>
          </a:p>
        </p:txBody>
      </p:sp>
      <p:graphicFrame>
        <p:nvGraphicFramePr>
          <p:cNvPr id="1008653" name="Object 13"/>
          <p:cNvGraphicFramePr>
            <a:graphicFrameLocks noChangeAspect="1"/>
          </p:cNvGraphicFramePr>
          <p:nvPr/>
        </p:nvGraphicFramePr>
        <p:xfrm>
          <a:off x="1370013" y="1023938"/>
          <a:ext cx="62499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6" name="Document" r:id="rId3" imgW="2331720" imgH="203040" progId="Word.Document.8">
                  <p:embed/>
                </p:oleObj>
              </mc:Choice>
              <mc:Fallback>
                <p:oleObj name="Document" r:id="rId3" imgW="2331720" imgH="20304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1023938"/>
                        <a:ext cx="62499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54" name="Object 14"/>
          <p:cNvGraphicFramePr>
            <a:graphicFrameLocks noChangeAspect="1"/>
          </p:cNvGraphicFramePr>
          <p:nvPr/>
        </p:nvGraphicFramePr>
        <p:xfrm>
          <a:off x="381000" y="1600200"/>
          <a:ext cx="78486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7" name="Document" r:id="rId5" imgW="3071520" imgH="443880" progId="Word.Document.8">
                  <p:embed/>
                </p:oleObj>
              </mc:Choice>
              <mc:Fallback>
                <p:oleObj name="Document" r:id="rId5" imgW="3071520" imgH="44388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00200"/>
                        <a:ext cx="78486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55" name="Object 15"/>
          <p:cNvGraphicFramePr>
            <a:graphicFrameLocks noChangeAspect="1"/>
          </p:cNvGraphicFramePr>
          <p:nvPr/>
        </p:nvGraphicFramePr>
        <p:xfrm>
          <a:off x="304800" y="2743200"/>
          <a:ext cx="8534400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8" name="Document" r:id="rId7" imgW="3256200" imgH="579240" progId="Word.Document.8">
                  <p:embed/>
                </p:oleObj>
              </mc:Choice>
              <mc:Fallback>
                <p:oleObj name="Document" r:id="rId7" imgW="3256200" imgH="57924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43200"/>
                        <a:ext cx="8534400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8656" name="Text Box 16"/>
          <p:cNvSpPr txBox="1">
            <a:spLocks noChangeArrowheads="1"/>
          </p:cNvSpPr>
          <p:nvPr/>
        </p:nvSpPr>
        <p:spPr bwMode="auto">
          <a:xfrm>
            <a:off x="228600" y="44196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显然零向量与任何向量都正交，即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008657" name="Object 17"/>
          <p:cNvGraphicFramePr>
            <a:graphicFrameLocks noChangeAspect="1"/>
          </p:cNvGraphicFramePr>
          <p:nvPr/>
        </p:nvGraphicFramePr>
        <p:xfrm>
          <a:off x="685800" y="5105400"/>
          <a:ext cx="55626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9" name="Equation" r:id="rId9" imgW="2197080" imgH="228600" progId="Equation.3">
                  <p:embed/>
                </p:oleObj>
              </mc:Choice>
              <mc:Fallback>
                <p:oleObj name="Equation" r:id="rId9" imgW="21970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105400"/>
                        <a:ext cx="556260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0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8642" grpId="0" autoUpdateAnimBg="0"/>
      <p:bldP spid="1008652" grpId="0" autoUpdateAnimBg="0"/>
      <p:bldP spid="1008656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6496-F93A-4BE1-87BC-0F76FF47EE28}" type="slidenum">
              <a:rPr lang="zh-CN" altLang="en-US"/>
              <a:pPr/>
              <a:t>69</a:t>
            </a:fld>
            <a:endParaRPr lang="zh-CN" altLang="en-US"/>
          </a:p>
        </p:txBody>
      </p:sp>
      <p:graphicFrame>
        <p:nvGraphicFramePr>
          <p:cNvPr id="993282" name="Object 2"/>
          <p:cNvGraphicFramePr>
            <a:graphicFrameLocks noChangeAspect="1"/>
          </p:cNvGraphicFramePr>
          <p:nvPr/>
        </p:nvGraphicFramePr>
        <p:xfrm>
          <a:off x="393700" y="404813"/>
          <a:ext cx="82169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03" name="Document" r:id="rId3" imgW="3286080" imgH="431640" progId="Word.Document.8">
                  <p:embed/>
                </p:oleObj>
              </mc:Choice>
              <mc:Fallback>
                <p:oleObj name="Document" r:id="rId3" imgW="3286080" imgH="4316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404813"/>
                        <a:ext cx="82169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283" name="Text Box 3"/>
          <p:cNvSpPr txBox="1">
            <a:spLocks noChangeArrowheads="1"/>
          </p:cNvSpPr>
          <p:nvPr/>
        </p:nvSpPr>
        <p:spPr bwMode="auto">
          <a:xfrm>
            <a:off x="304800" y="43815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例3</a:t>
            </a:r>
          </a:p>
        </p:txBody>
      </p:sp>
      <p:sp>
        <p:nvSpPr>
          <p:cNvPr id="993284" name="Text Box 4"/>
          <p:cNvSpPr txBox="1">
            <a:spLocks noChangeArrowheads="1"/>
          </p:cNvSpPr>
          <p:nvPr/>
        </p:nvSpPr>
        <p:spPr bwMode="auto">
          <a:xfrm>
            <a:off x="342900" y="1592263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93285" name="Object 5"/>
          <p:cNvGraphicFramePr>
            <a:graphicFrameLocks noChangeAspect="1"/>
          </p:cNvGraphicFramePr>
          <p:nvPr/>
        </p:nvGraphicFramePr>
        <p:xfrm>
          <a:off x="1066800" y="1562100"/>
          <a:ext cx="37338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04" name="Document" r:id="rId5" imgW="1602720" imgH="255960" progId="Word.Document.8">
                  <p:embed/>
                </p:oleObj>
              </mc:Choice>
              <mc:Fallback>
                <p:oleObj name="Document" r:id="rId5" imgW="1602720" imgH="25596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562100"/>
                        <a:ext cx="37338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6" name="Object 6"/>
          <p:cNvGraphicFramePr>
            <a:graphicFrameLocks noChangeAspect="1"/>
          </p:cNvGraphicFramePr>
          <p:nvPr/>
        </p:nvGraphicFramePr>
        <p:xfrm>
          <a:off x="914400" y="2278063"/>
          <a:ext cx="4191000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05" name="Equation" r:id="rId7" imgW="1688760" imgH="482400" progId="Equation.3">
                  <p:embed/>
                </p:oleObj>
              </mc:Choice>
              <mc:Fallback>
                <p:oleObj name="Equation" r:id="rId7" imgW="168876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78063"/>
                        <a:ext cx="4191000" cy="1208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7" name="Object 7"/>
          <p:cNvGraphicFramePr>
            <a:graphicFrameLocks noChangeAspect="1"/>
          </p:cNvGraphicFramePr>
          <p:nvPr/>
        </p:nvGraphicFramePr>
        <p:xfrm>
          <a:off x="603250" y="3573463"/>
          <a:ext cx="649446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06" name="Document" r:id="rId9" imgW="2418120" imgH="228600" progId="Word.Document.8">
                  <p:embed/>
                </p:oleObj>
              </mc:Choice>
              <mc:Fallback>
                <p:oleObj name="Document" r:id="rId9" imgW="2418120" imgH="2286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3573463"/>
                        <a:ext cx="649446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88" name="Object 8"/>
          <p:cNvGraphicFramePr>
            <a:graphicFrameLocks noChangeAspect="1"/>
          </p:cNvGraphicFramePr>
          <p:nvPr/>
        </p:nvGraphicFramePr>
        <p:xfrm>
          <a:off x="609600" y="4259263"/>
          <a:ext cx="52593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07" name="Document" r:id="rId11" imgW="1933560" imgH="228600" progId="Word.Document.8">
                  <p:embed/>
                </p:oleObj>
              </mc:Choice>
              <mc:Fallback>
                <p:oleObj name="Document" r:id="rId11" imgW="193356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259263"/>
                        <a:ext cx="525938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289" name="Text Box 9"/>
          <p:cNvSpPr txBox="1">
            <a:spLocks noChangeArrowheads="1"/>
          </p:cNvSpPr>
          <p:nvPr/>
        </p:nvSpPr>
        <p:spPr bwMode="auto">
          <a:xfrm>
            <a:off x="508000" y="5148263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将其单位化，得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93290" name="Object 10"/>
          <p:cNvGraphicFramePr>
            <a:graphicFrameLocks noChangeAspect="1"/>
          </p:cNvGraphicFramePr>
          <p:nvPr/>
        </p:nvGraphicFramePr>
        <p:xfrm>
          <a:off x="3292475" y="4868863"/>
          <a:ext cx="498792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08" name="Equation" r:id="rId13" imgW="2019240" imgH="431640" progId="Equation.3">
                  <p:embed/>
                </p:oleObj>
              </mc:Choice>
              <mc:Fallback>
                <p:oleObj name="Equation" r:id="rId13" imgW="201924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475" y="4868863"/>
                        <a:ext cx="4987925" cy="1074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9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9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9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9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283" grpId="0" autoUpdateAnimBg="0"/>
      <p:bldP spid="993284" grpId="0" autoUpdateAnimBg="0"/>
      <p:bldP spid="993289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26DE2-290B-4626-90A6-FEF86BF568E0}" type="slidenum">
              <a:rPr lang="zh-CN" altLang="en-US"/>
              <a:pPr/>
              <a:t>70</a:t>
            </a:fld>
            <a:endParaRPr lang="zh-CN" altLang="en-US"/>
          </a:p>
        </p:txBody>
      </p:sp>
      <p:sp>
        <p:nvSpPr>
          <p:cNvPr id="994306" name="Text Box 2"/>
          <p:cNvSpPr txBox="1">
            <a:spLocks noChangeArrowheads="1"/>
          </p:cNvSpPr>
          <p:nvPr/>
        </p:nvSpPr>
        <p:spPr bwMode="auto">
          <a:xfrm>
            <a:off x="304800" y="6096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994307" name="Object 3"/>
          <p:cNvGraphicFramePr>
            <a:graphicFrameLocks noChangeAspect="1"/>
          </p:cNvGraphicFramePr>
          <p:nvPr/>
        </p:nvGraphicFramePr>
        <p:xfrm>
          <a:off x="304800" y="609600"/>
          <a:ext cx="8382000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16" name="Document" r:id="rId3" imgW="3170520" imgH="463680" progId="Word.Document.8">
                  <p:embed/>
                </p:oleObj>
              </mc:Choice>
              <mc:Fallback>
                <p:oleObj name="Document" r:id="rId3" imgW="3170520" imgH="46368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09600"/>
                        <a:ext cx="8382000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08" name="Object 4"/>
          <p:cNvGraphicFramePr>
            <a:graphicFrameLocks noChangeAspect="1"/>
          </p:cNvGraphicFramePr>
          <p:nvPr/>
        </p:nvGraphicFramePr>
        <p:xfrm>
          <a:off x="228600" y="1828800"/>
          <a:ext cx="84550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17" name="Document" r:id="rId5" imgW="3274200" imgH="415800" progId="Word.Document.8">
                  <p:embed/>
                </p:oleObj>
              </mc:Choice>
              <mc:Fallback>
                <p:oleObj name="Document" r:id="rId5" imgW="3274200" imgH="4158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28800"/>
                        <a:ext cx="84550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4309" name="Object 5"/>
          <p:cNvGraphicFramePr>
            <a:graphicFrameLocks noChangeAspect="1"/>
          </p:cNvGraphicFramePr>
          <p:nvPr/>
        </p:nvGraphicFramePr>
        <p:xfrm>
          <a:off x="304800" y="3124200"/>
          <a:ext cx="8380413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318" name="Document" r:id="rId7" imgW="3185640" imgH="480600" progId="Word.Document.8">
                  <p:embed/>
                </p:oleObj>
              </mc:Choice>
              <mc:Fallback>
                <p:oleObj name="Document" r:id="rId7" imgW="3185640" imgH="480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24200"/>
                        <a:ext cx="8380413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9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06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55A59-80C5-4A5D-AF7D-CC6540DBC1C1}" type="slidenum">
              <a:rPr lang="zh-CN" altLang="en-US"/>
              <a:pPr/>
              <a:t>71</a:t>
            </a:fld>
            <a:endParaRPr lang="zh-CN" altLang="en-US"/>
          </a:p>
        </p:txBody>
      </p:sp>
      <p:graphicFrame>
        <p:nvGraphicFramePr>
          <p:cNvPr id="995330" name="Object 2"/>
          <p:cNvGraphicFramePr>
            <a:graphicFrameLocks noChangeAspect="1"/>
          </p:cNvGraphicFramePr>
          <p:nvPr/>
        </p:nvGraphicFramePr>
        <p:xfrm>
          <a:off x="228600" y="228600"/>
          <a:ext cx="84582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63" name="Document" r:id="rId3" imgW="3295080" imgH="402840" progId="Word.Document.8">
                  <p:embed/>
                </p:oleObj>
              </mc:Choice>
              <mc:Fallback>
                <p:oleObj name="Document" r:id="rId3" imgW="3295080" imgH="4028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"/>
                        <a:ext cx="84582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5331" name="Text Box 3"/>
          <p:cNvSpPr txBox="1">
            <a:spLocks noChangeArrowheads="1"/>
          </p:cNvSpPr>
          <p:nvPr/>
        </p:nvSpPr>
        <p:spPr bwMode="auto">
          <a:xfrm>
            <a:off x="228600" y="2286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995332" name="Text Box 4"/>
          <p:cNvSpPr txBox="1">
            <a:spLocks noChangeArrowheads="1"/>
          </p:cNvSpPr>
          <p:nvPr/>
        </p:nvSpPr>
        <p:spPr bwMode="auto">
          <a:xfrm>
            <a:off x="304800" y="134937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95333" name="Object 5"/>
          <p:cNvGraphicFramePr>
            <a:graphicFrameLocks noChangeAspect="1"/>
          </p:cNvGraphicFramePr>
          <p:nvPr/>
        </p:nvGraphicFramePr>
        <p:xfrm>
          <a:off x="1062038" y="1346200"/>
          <a:ext cx="41195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64" name="Document" r:id="rId5" imgW="1600200" imgH="228600" progId="Word.Document.8">
                  <p:embed/>
                </p:oleObj>
              </mc:Choice>
              <mc:Fallback>
                <p:oleObj name="Document" r:id="rId5" imgW="160020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1346200"/>
                        <a:ext cx="4119562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34" name="Object 6"/>
          <p:cNvGraphicFramePr>
            <a:graphicFrameLocks noChangeAspect="1"/>
          </p:cNvGraphicFramePr>
          <p:nvPr/>
        </p:nvGraphicFramePr>
        <p:xfrm>
          <a:off x="1660525" y="1981200"/>
          <a:ext cx="4413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65" name="Equation" r:id="rId7" imgW="1765080" imgH="228600" progId="Equation.3">
                  <p:embed/>
                </p:oleObj>
              </mc:Choice>
              <mc:Fallback>
                <p:oleObj name="Equation" r:id="rId7" imgW="17650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1981200"/>
                        <a:ext cx="441325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35" name="Object 7"/>
          <p:cNvGraphicFramePr>
            <a:graphicFrameLocks noChangeAspect="1"/>
          </p:cNvGraphicFramePr>
          <p:nvPr/>
        </p:nvGraphicFramePr>
        <p:xfrm>
          <a:off x="381000" y="2628900"/>
          <a:ext cx="36576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66" name="Document" r:id="rId9" imgW="1421640" imgH="228600" progId="Word.Document.8">
                  <p:embed/>
                </p:oleObj>
              </mc:Choice>
              <mc:Fallback>
                <p:oleObj name="Document" r:id="rId9" imgW="1421640" imgH="2286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28900"/>
                        <a:ext cx="36576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5336" name="Text Box 8"/>
          <p:cNvSpPr txBox="1">
            <a:spLocks noChangeArrowheads="1"/>
          </p:cNvSpPr>
          <p:nvPr/>
        </p:nvSpPr>
        <p:spPr bwMode="auto">
          <a:xfrm>
            <a:off x="4038600" y="264160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与上式两端作内积，得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95337" name="Object 9"/>
          <p:cNvGraphicFramePr>
            <a:graphicFrameLocks noChangeAspect="1"/>
          </p:cNvGraphicFramePr>
          <p:nvPr/>
        </p:nvGraphicFramePr>
        <p:xfrm>
          <a:off x="762000" y="3327400"/>
          <a:ext cx="74676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67" name="Equation" r:id="rId11" imgW="3035160" imgH="228600" progId="Equation.3">
                  <p:embed/>
                </p:oleObj>
              </mc:Choice>
              <mc:Fallback>
                <p:oleObj name="Equation" r:id="rId11" imgW="30351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327400"/>
                        <a:ext cx="7467600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38" name="Object 10"/>
          <p:cNvGraphicFramePr>
            <a:graphicFrameLocks noChangeAspect="1"/>
          </p:cNvGraphicFramePr>
          <p:nvPr/>
        </p:nvGraphicFramePr>
        <p:xfrm>
          <a:off x="457200" y="4013200"/>
          <a:ext cx="78486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68" name="Document" r:id="rId13" imgW="2953440" imgH="241200" progId="Word.Document.8">
                  <p:embed/>
                </p:oleObj>
              </mc:Choice>
              <mc:Fallback>
                <p:oleObj name="Document" r:id="rId13" imgW="2953440" imgH="2412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013200"/>
                        <a:ext cx="78486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39" name="Object 11"/>
          <p:cNvGraphicFramePr>
            <a:graphicFrameLocks noChangeAspect="1"/>
          </p:cNvGraphicFramePr>
          <p:nvPr/>
        </p:nvGraphicFramePr>
        <p:xfrm>
          <a:off x="457200" y="4699000"/>
          <a:ext cx="404336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69" name="Document" r:id="rId15" imgW="1452960" imgH="228600" progId="Word.Document.8">
                  <p:embed/>
                </p:oleObj>
              </mc:Choice>
              <mc:Fallback>
                <p:oleObj name="Document" r:id="rId15" imgW="145296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699000"/>
                        <a:ext cx="404336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40" name="Object 12"/>
          <p:cNvGraphicFramePr>
            <a:graphicFrameLocks noChangeAspect="1"/>
          </p:cNvGraphicFramePr>
          <p:nvPr/>
        </p:nvGraphicFramePr>
        <p:xfrm>
          <a:off x="4572000" y="4699000"/>
          <a:ext cx="213677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70" name="Document" r:id="rId17" imgW="777240" imgH="228600" progId="Word.Document.8">
                  <p:embed/>
                </p:oleObj>
              </mc:Choice>
              <mc:Fallback>
                <p:oleObj name="Document" r:id="rId17" imgW="777240" imgH="2286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699000"/>
                        <a:ext cx="213677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41" name="Object 13"/>
          <p:cNvGraphicFramePr>
            <a:graphicFrameLocks noChangeAspect="1"/>
          </p:cNvGraphicFramePr>
          <p:nvPr/>
        </p:nvGraphicFramePr>
        <p:xfrm>
          <a:off x="457200" y="5334000"/>
          <a:ext cx="73914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71" name="Document" r:id="rId19" imgW="2734200" imgH="228600" progId="Word.Document.8">
                  <p:embed/>
                </p:oleObj>
              </mc:Choice>
              <mc:Fallback>
                <p:oleObj name="Document" r:id="rId19" imgW="273420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334000"/>
                        <a:ext cx="73914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5342" name="Object 14"/>
          <p:cNvGraphicFramePr>
            <a:graphicFrameLocks noChangeAspect="1"/>
          </p:cNvGraphicFramePr>
          <p:nvPr/>
        </p:nvGraphicFramePr>
        <p:xfrm>
          <a:off x="457200" y="5943600"/>
          <a:ext cx="49530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72" name="Document" r:id="rId21" imgW="1964160" imgH="228600" progId="Word.Document.8">
                  <p:embed/>
                </p:oleObj>
              </mc:Choice>
              <mc:Fallback>
                <p:oleObj name="Document" r:id="rId21" imgW="1964160" imgH="2286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943600"/>
                        <a:ext cx="495300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9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9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9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9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9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9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9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9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5331" grpId="0" autoUpdateAnimBg="0"/>
      <p:bldP spid="995332" grpId="0" autoUpdateAnimBg="0"/>
      <p:bldP spid="995336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7868-FCFD-4A31-BFD9-F58D39DD5A08}" type="slidenum">
              <a:rPr lang="zh-CN" altLang="en-US"/>
              <a:pPr/>
              <a:t>72</a:t>
            </a:fld>
            <a:endParaRPr lang="zh-CN" altLang="en-US"/>
          </a:p>
        </p:txBody>
      </p:sp>
      <p:sp>
        <p:nvSpPr>
          <p:cNvPr id="996354" name="Text Box 2"/>
          <p:cNvSpPr txBox="1">
            <a:spLocks noChangeArrowheads="1"/>
          </p:cNvSpPr>
          <p:nvPr/>
        </p:nvSpPr>
        <p:spPr bwMode="auto">
          <a:xfrm>
            <a:off x="304800" y="457200"/>
            <a:ext cx="85344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/>
              <a:t>上述定理说明：一个向量组线性无关是该向量组为正交向量组的必要条件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r>
              <a:rPr lang="zh-CN" altLang="en-US"/>
              <a:t>但定理显然不是可逆的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996355" name="Object 3"/>
          <p:cNvGraphicFramePr>
            <a:graphicFrameLocks noChangeAspect="1"/>
          </p:cNvGraphicFramePr>
          <p:nvPr/>
        </p:nvGraphicFramePr>
        <p:xfrm>
          <a:off x="381000" y="1833563"/>
          <a:ext cx="8229600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358" name="Document" r:id="rId3" imgW="3138840" imgH="574560" progId="Word.Document.8">
                  <p:embed/>
                </p:oleObj>
              </mc:Choice>
              <mc:Fallback>
                <p:oleObj name="Document" r:id="rId3" imgW="3138840" imgH="5745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833563"/>
                        <a:ext cx="8229600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6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354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658D-F173-4840-8B97-132864BBF46A}" type="slidenum">
              <a:rPr lang="zh-CN" altLang="en-US"/>
              <a:pPr/>
              <a:t>73</a:t>
            </a:fld>
            <a:endParaRPr lang="zh-CN" altLang="en-US"/>
          </a:p>
        </p:txBody>
      </p:sp>
      <p:sp>
        <p:nvSpPr>
          <p:cNvPr id="9973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28600"/>
            <a:ext cx="5791200" cy="762000"/>
          </a:xfrm>
        </p:spPr>
        <p:txBody>
          <a:bodyPr/>
          <a:lstStyle/>
          <a:p>
            <a:r>
              <a:rPr lang="zh-CN" altLang="en-US" sz="36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施密特正交化方法</a:t>
            </a:r>
          </a:p>
        </p:txBody>
      </p:sp>
      <p:graphicFrame>
        <p:nvGraphicFramePr>
          <p:cNvPr id="997379" name="Object 3"/>
          <p:cNvGraphicFramePr>
            <a:graphicFrameLocks noChangeAspect="1"/>
          </p:cNvGraphicFramePr>
          <p:nvPr/>
        </p:nvGraphicFramePr>
        <p:xfrm>
          <a:off x="304800" y="1033463"/>
          <a:ext cx="84582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400" name="Document" r:id="rId3" imgW="3675960" imgH="401400" progId="Word.Document.8">
                  <p:embed/>
                </p:oleObj>
              </mc:Choice>
              <mc:Fallback>
                <p:oleObj name="Document" r:id="rId3" imgW="3675960" imgH="4014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033463"/>
                        <a:ext cx="845820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80" name="Object 4"/>
          <p:cNvGraphicFramePr>
            <a:graphicFrameLocks noChangeAspect="1"/>
          </p:cNvGraphicFramePr>
          <p:nvPr/>
        </p:nvGraphicFramePr>
        <p:xfrm>
          <a:off x="533400" y="2295525"/>
          <a:ext cx="12954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401" name="Equation" r:id="rId5" imgW="571320" imgH="215640" progId="Equation.3">
                  <p:embed/>
                </p:oleObj>
              </mc:Choice>
              <mc:Fallback>
                <p:oleObj name="Equation" r:id="rId5" imgW="5713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95525"/>
                        <a:ext cx="12954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81" name="Object 5"/>
          <p:cNvGraphicFramePr>
            <a:graphicFrameLocks noChangeAspect="1"/>
          </p:cNvGraphicFramePr>
          <p:nvPr/>
        </p:nvGraphicFramePr>
        <p:xfrm>
          <a:off x="1905000" y="2111375"/>
          <a:ext cx="324167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402" name="Equation" r:id="rId7" imgW="1409400" imgH="431640" progId="Equation.3">
                  <p:embed/>
                </p:oleObj>
              </mc:Choice>
              <mc:Fallback>
                <p:oleObj name="Equation" r:id="rId7" imgW="14094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111375"/>
                        <a:ext cx="3241675" cy="98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82" name="Object 6"/>
          <p:cNvGraphicFramePr>
            <a:graphicFrameLocks noChangeAspect="1"/>
          </p:cNvGraphicFramePr>
          <p:nvPr/>
        </p:nvGraphicFramePr>
        <p:xfrm>
          <a:off x="533400" y="3124200"/>
          <a:ext cx="52578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403" name="Equation" r:id="rId9" imgW="2234880" imgH="431640" progId="Equation.3">
                  <p:embed/>
                </p:oleObj>
              </mc:Choice>
              <mc:Fallback>
                <p:oleObj name="Equation" r:id="rId9" imgW="22348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5257800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83" name="Object 7"/>
          <p:cNvGraphicFramePr>
            <a:graphicFrameLocks noChangeAspect="1"/>
          </p:cNvGraphicFramePr>
          <p:nvPr/>
        </p:nvGraphicFramePr>
        <p:xfrm>
          <a:off x="6248400" y="3505200"/>
          <a:ext cx="99060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404" name="Equation" r:id="rId11" imgW="317160" imgH="75960" progId="Equation.3">
                  <p:embed/>
                </p:oleObj>
              </mc:Choice>
              <mc:Fallback>
                <p:oleObj name="Equation" r:id="rId11" imgW="317160" imgH="75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505200"/>
                        <a:ext cx="990600" cy="23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84" name="Object 8"/>
          <p:cNvGraphicFramePr>
            <a:graphicFrameLocks noChangeAspect="1"/>
          </p:cNvGraphicFramePr>
          <p:nvPr/>
        </p:nvGraphicFramePr>
        <p:xfrm>
          <a:off x="457200" y="4267200"/>
          <a:ext cx="814863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405" name="Equation" r:id="rId13" imgW="3593880" imgH="444240" progId="Equation.3">
                  <p:embed/>
                </p:oleObj>
              </mc:Choice>
              <mc:Fallback>
                <p:oleObj name="Equation" r:id="rId13" imgW="359388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67200"/>
                        <a:ext cx="8148638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7385" name="Object 9"/>
          <p:cNvGraphicFramePr>
            <a:graphicFrameLocks noChangeAspect="1"/>
          </p:cNvGraphicFramePr>
          <p:nvPr/>
        </p:nvGraphicFramePr>
        <p:xfrm>
          <a:off x="228600" y="5410200"/>
          <a:ext cx="85344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406" name="Document" r:id="rId15" imgW="3465720" imgH="429480" progId="Word.Document.8">
                  <p:embed/>
                </p:oleObj>
              </mc:Choice>
              <mc:Fallback>
                <p:oleObj name="Document" r:id="rId15" imgW="3465720" imgH="42948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410200"/>
                        <a:ext cx="85344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78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7A48-8953-4D52-9375-F129518CD810}" type="slidenum">
              <a:rPr lang="zh-CN" altLang="en-US"/>
              <a:pPr/>
              <a:t>74</a:t>
            </a:fld>
            <a:endParaRPr lang="zh-CN" altLang="en-US"/>
          </a:p>
        </p:txBody>
      </p:sp>
      <p:sp>
        <p:nvSpPr>
          <p:cNvPr id="998402" name="Text Box 2"/>
          <p:cNvSpPr txBox="1">
            <a:spLocks noChangeArrowheads="1"/>
          </p:cNvSpPr>
          <p:nvPr/>
        </p:nvSpPr>
        <p:spPr bwMode="auto">
          <a:xfrm>
            <a:off x="304800" y="635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例4</a:t>
            </a:r>
          </a:p>
        </p:txBody>
      </p:sp>
      <p:sp>
        <p:nvSpPr>
          <p:cNvPr id="998403" name="Text Box 3"/>
          <p:cNvSpPr txBox="1">
            <a:spLocks noChangeArrowheads="1"/>
          </p:cNvSpPr>
          <p:nvPr/>
        </p:nvSpPr>
        <p:spPr bwMode="auto">
          <a:xfrm>
            <a:off x="336550" y="19050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998404" name="Text Box 4"/>
          <p:cNvSpPr txBox="1">
            <a:spLocks noChangeArrowheads="1"/>
          </p:cNvSpPr>
          <p:nvPr/>
        </p:nvSpPr>
        <p:spPr bwMode="auto">
          <a:xfrm>
            <a:off x="1143000" y="635000"/>
            <a:ext cx="160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将向量组</a:t>
            </a:r>
            <a:endParaRPr lang="zh-CN" altLang="en-US"/>
          </a:p>
        </p:txBody>
      </p:sp>
      <p:graphicFrame>
        <p:nvGraphicFramePr>
          <p:cNvPr id="998405" name="Object 5"/>
          <p:cNvGraphicFramePr>
            <a:graphicFrameLocks noChangeAspect="1"/>
          </p:cNvGraphicFramePr>
          <p:nvPr/>
        </p:nvGraphicFramePr>
        <p:xfrm>
          <a:off x="2752725" y="76200"/>
          <a:ext cx="479107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54" name="Equation" r:id="rId3" imgW="2108160" imgH="711000" progId="Equation.3">
                  <p:embed/>
                </p:oleObj>
              </mc:Choice>
              <mc:Fallback>
                <p:oleObj name="Equation" r:id="rId3" imgW="210816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76200"/>
                        <a:ext cx="479107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8406" name="Text Box 6"/>
          <p:cNvSpPr txBox="1">
            <a:spLocks noChangeArrowheads="1"/>
          </p:cNvSpPr>
          <p:nvPr/>
        </p:nvSpPr>
        <p:spPr bwMode="auto">
          <a:xfrm>
            <a:off x="685800" y="13858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标准正交化</a:t>
            </a:r>
            <a:r>
              <a:rPr lang="zh-CN" altLang="en-US"/>
              <a:t>。</a:t>
            </a:r>
          </a:p>
        </p:txBody>
      </p:sp>
      <p:graphicFrame>
        <p:nvGraphicFramePr>
          <p:cNvPr id="998407" name="Object 7"/>
          <p:cNvGraphicFramePr>
            <a:graphicFrameLocks noChangeAspect="1"/>
          </p:cNvGraphicFramePr>
          <p:nvPr/>
        </p:nvGraphicFramePr>
        <p:xfrm>
          <a:off x="3362325" y="2163763"/>
          <a:ext cx="2514600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55" name="Equation" r:id="rId5" imgW="1130040" imgH="711000" progId="Equation.3">
                  <p:embed/>
                </p:oleObj>
              </mc:Choice>
              <mc:Fallback>
                <p:oleObj name="Equation" r:id="rId5" imgW="113004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2163763"/>
                        <a:ext cx="2514600" cy="164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08" name="Object 8"/>
          <p:cNvGraphicFramePr>
            <a:graphicFrameLocks noChangeAspect="1"/>
          </p:cNvGraphicFramePr>
          <p:nvPr/>
        </p:nvGraphicFramePr>
        <p:xfrm>
          <a:off x="5800725" y="2209800"/>
          <a:ext cx="151447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56" name="Equation" r:id="rId7" imgW="672840" imgH="711000" progId="Equation.3">
                  <p:embed/>
                </p:oleObj>
              </mc:Choice>
              <mc:Fallback>
                <p:oleObj name="Equation" r:id="rId7" imgW="67284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2209800"/>
                        <a:ext cx="1514475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09" name="Object 9"/>
          <p:cNvGraphicFramePr>
            <a:graphicFrameLocks noChangeAspect="1"/>
          </p:cNvGraphicFramePr>
          <p:nvPr/>
        </p:nvGraphicFramePr>
        <p:xfrm>
          <a:off x="1143000" y="1927225"/>
          <a:ext cx="12954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57" name="Equation" r:id="rId9" imgW="571320" imgH="215640" progId="Equation.3">
                  <p:embed/>
                </p:oleObj>
              </mc:Choice>
              <mc:Fallback>
                <p:oleObj name="Equation" r:id="rId9" imgW="57132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27225"/>
                        <a:ext cx="12954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0" name="Object 10"/>
          <p:cNvGraphicFramePr>
            <a:graphicFrameLocks noChangeAspect="1"/>
          </p:cNvGraphicFramePr>
          <p:nvPr/>
        </p:nvGraphicFramePr>
        <p:xfrm>
          <a:off x="390525" y="2514600"/>
          <a:ext cx="303688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58" name="Equation" r:id="rId11" imgW="1320480" imgH="431640" progId="Equation.3">
                  <p:embed/>
                </p:oleObj>
              </mc:Choice>
              <mc:Fallback>
                <p:oleObj name="Equation" r:id="rId11" imgW="132048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2514600"/>
                        <a:ext cx="3036888" cy="98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1" name="Object 11"/>
          <p:cNvGraphicFramePr>
            <a:graphicFrameLocks noChangeAspect="1"/>
          </p:cNvGraphicFramePr>
          <p:nvPr/>
        </p:nvGraphicFramePr>
        <p:xfrm>
          <a:off x="331788" y="3733800"/>
          <a:ext cx="50784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59" name="Equation" r:id="rId13" imgW="2158920" imgH="431640" progId="Equation.3">
                  <p:embed/>
                </p:oleObj>
              </mc:Choice>
              <mc:Fallback>
                <p:oleObj name="Equation" r:id="rId13" imgW="215892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3733800"/>
                        <a:ext cx="5078412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2" name="Object 12"/>
          <p:cNvGraphicFramePr>
            <a:graphicFrameLocks noChangeAspect="1"/>
          </p:cNvGraphicFramePr>
          <p:nvPr/>
        </p:nvGraphicFramePr>
        <p:xfrm>
          <a:off x="800100" y="4876800"/>
          <a:ext cx="4152900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0" name="Equation" r:id="rId15" imgW="1777680" imgH="711000" progId="Equation.3">
                  <p:embed/>
                </p:oleObj>
              </mc:Choice>
              <mc:Fallback>
                <p:oleObj name="Equation" r:id="rId15" imgW="177768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4876800"/>
                        <a:ext cx="4152900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3" name="Object 13"/>
          <p:cNvGraphicFramePr>
            <a:graphicFrameLocks noChangeAspect="1"/>
          </p:cNvGraphicFramePr>
          <p:nvPr/>
        </p:nvGraphicFramePr>
        <p:xfrm>
          <a:off x="4905375" y="4876800"/>
          <a:ext cx="1647825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1" name="Equation" r:id="rId17" imgW="571320" imgH="711000" progId="Equation.3">
                  <p:embed/>
                </p:oleObj>
              </mc:Choice>
              <mc:Fallback>
                <p:oleObj name="Equation" r:id="rId17" imgW="571320" imgH="711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4876800"/>
                        <a:ext cx="1647825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4" name="Object 14"/>
          <p:cNvGraphicFramePr>
            <a:graphicFrameLocks noChangeAspect="1"/>
          </p:cNvGraphicFramePr>
          <p:nvPr/>
        </p:nvGraphicFramePr>
        <p:xfrm>
          <a:off x="4713288" y="2514600"/>
          <a:ext cx="282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2" name="Equation" r:id="rId19" imgW="126720" imgH="164880" progId="Equation.3">
                  <p:embed/>
                </p:oleObj>
              </mc:Choice>
              <mc:Fallback>
                <p:oleObj name="Equation" r:id="rId19" imgW="126720" imgH="1648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2514600"/>
                        <a:ext cx="2825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5" name="Object 15"/>
          <p:cNvGraphicFramePr>
            <a:graphicFrameLocks noChangeAspect="1"/>
          </p:cNvGraphicFramePr>
          <p:nvPr/>
        </p:nvGraphicFramePr>
        <p:xfrm>
          <a:off x="4711700" y="3033713"/>
          <a:ext cx="2825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3" name="Equation" r:id="rId21" imgW="126720" imgH="177480" progId="Equation.3">
                  <p:embed/>
                </p:oleObj>
              </mc:Choice>
              <mc:Fallback>
                <p:oleObj name="Equation" r:id="rId21" imgW="126720" imgH="177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3033713"/>
                        <a:ext cx="2825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6" name="Object 16"/>
          <p:cNvGraphicFramePr>
            <a:graphicFrameLocks noChangeAspect="1"/>
          </p:cNvGraphicFramePr>
          <p:nvPr/>
        </p:nvGraphicFramePr>
        <p:xfrm>
          <a:off x="7323138" y="2198688"/>
          <a:ext cx="17018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4" name="Equation" r:id="rId23" imgW="749160" imgH="711000" progId="Equation.3">
                  <p:embed/>
                </p:oleObj>
              </mc:Choice>
              <mc:Fallback>
                <p:oleObj name="Equation" r:id="rId23" imgW="749160" imgH="711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3138" y="2198688"/>
                        <a:ext cx="17018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7" name="Object 17"/>
          <p:cNvGraphicFramePr>
            <a:graphicFrameLocks noChangeAspect="1"/>
          </p:cNvGraphicFramePr>
          <p:nvPr/>
        </p:nvGraphicFramePr>
        <p:xfrm>
          <a:off x="2209800" y="5262563"/>
          <a:ext cx="28257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5" name="Equation" r:id="rId25" imgW="126720" imgH="164880" progId="Equation.3">
                  <p:embed/>
                </p:oleObj>
              </mc:Choice>
              <mc:Fallback>
                <p:oleObj name="Equation" r:id="rId25" imgW="126720" imgH="1648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262563"/>
                        <a:ext cx="282575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8" name="Object 18"/>
          <p:cNvGraphicFramePr>
            <a:graphicFrameLocks noChangeAspect="1"/>
          </p:cNvGraphicFramePr>
          <p:nvPr/>
        </p:nvGraphicFramePr>
        <p:xfrm>
          <a:off x="2209800" y="5791200"/>
          <a:ext cx="2825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6" name="Equation" r:id="rId27" imgW="126720" imgH="177480" progId="Equation.3">
                  <p:embed/>
                </p:oleObj>
              </mc:Choice>
              <mc:Fallback>
                <p:oleObj name="Equation" r:id="rId27" imgW="126720" imgH="177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791200"/>
                        <a:ext cx="28257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19" name="Object 19"/>
          <p:cNvGraphicFramePr>
            <a:graphicFrameLocks noChangeAspect="1"/>
          </p:cNvGraphicFramePr>
          <p:nvPr/>
        </p:nvGraphicFramePr>
        <p:xfrm>
          <a:off x="3513138" y="5257800"/>
          <a:ext cx="5080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7" name="Equation" r:id="rId29" imgW="228600" imgH="177480" progId="Equation.3">
                  <p:embed/>
                </p:oleObj>
              </mc:Choice>
              <mc:Fallback>
                <p:oleObj name="Equation" r:id="rId29" imgW="228600" imgH="177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138" y="5257800"/>
                        <a:ext cx="5080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20" name="Object 20"/>
          <p:cNvGraphicFramePr>
            <a:graphicFrameLocks noChangeAspect="1"/>
          </p:cNvGraphicFramePr>
          <p:nvPr/>
        </p:nvGraphicFramePr>
        <p:xfrm>
          <a:off x="3662363" y="5791200"/>
          <a:ext cx="28098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8" name="Equation" r:id="rId31" imgW="126720" imgH="177480" progId="Equation.3">
                  <p:embed/>
                </p:oleObj>
              </mc:Choice>
              <mc:Fallback>
                <p:oleObj name="Equation" r:id="rId31" imgW="126720" imgH="1774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5791200"/>
                        <a:ext cx="280987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8421" name="Object 21"/>
          <p:cNvGraphicFramePr>
            <a:graphicFrameLocks noChangeAspect="1"/>
          </p:cNvGraphicFramePr>
          <p:nvPr/>
        </p:nvGraphicFramePr>
        <p:xfrm>
          <a:off x="6630988" y="4876800"/>
          <a:ext cx="1903412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469" name="Equation" r:id="rId33" imgW="660240" imgH="711000" progId="Equation.3">
                  <p:embed/>
                </p:oleObj>
              </mc:Choice>
              <mc:Fallback>
                <p:oleObj name="Equation" r:id="rId33" imgW="660240" imgH="7110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988" y="4876800"/>
                        <a:ext cx="1903412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9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9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9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9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984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984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9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9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9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984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98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984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984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9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402" grpId="0" autoUpdateAnimBg="0"/>
      <p:bldP spid="998403" grpId="0" autoUpdateAnimBg="0"/>
      <p:bldP spid="998404" grpId="0" autoUpdateAnimBg="0"/>
      <p:bldP spid="998406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12C98-A86C-4872-BA56-B7CD1D18B468}" type="slidenum">
              <a:rPr lang="zh-CN" altLang="en-US"/>
              <a:pPr/>
              <a:t>75</a:t>
            </a:fld>
            <a:endParaRPr lang="zh-CN" altLang="en-US"/>
          </a:p>
        </p:txBody>
      </p:sp>
      <p:graphicFrame>
        <p:nvGraphicFramePr>
          <p:cNvPr id="999426" name="Object 2"/>
          <p:cNvGraphicFramePr>
            <a:graphicFrameLocks noChangeAspect="1"/>
          </p:cNvGraphicFramePr>
          <p:nvPr/>
        </p:nvGraphicFramePr>
        <p:xfrm>
          <a:off x="838200" y="457200"/>
          <a:ext cx="167322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48" name="Equation" r:id="rId3" imgW="736560" imgH="711000" progId="Equation.3">
                  <p:embed/>
                </p:oleObj>
              </mc:Choice>
              <mc:Fallback>
                <p:oleObj name="Equation" r:id="rId3" imgW="73656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7200"/>
                        <a:ext cx="167322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27" name="Object 3"/>
          <p:cNvGraphicFramePr>
            <a:graphicFrameLocks noChangeAspect="1"/>
          </p:cNvGraphicFramePr>
          <p:nvPr/>
        </p:nvGraphicFramePr>
        <p:xfrm>
          <a:off x="2667000" y="457200"/>
          <a:ext cx="17018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49" name="Equation" r:id="rId5" imgW="749160" imgH="711000" progId="Equation.3">
                  <p:embed/>
                </p:oleObj>
              </mc:Choice>
              <mc:Fallback>
                <p:oleObj name="Equation" r:id="rId5" imgW="74916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57200"/>
                        <a:ext cx="17018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28" name="Object 4"/>
          <p:cNvGraphicFramePr>
            <a:graphicFrameLocks noChangeAspect="1"/>
          </p:cNvGraphicFramePr>
          <p:nvPr/>
        </p:nvGraphicFramePr>
        <p:xfrm>
          <a:off x="4572000" y="457200"/>
          <a:ext cx="1981200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50" name="Equation" r:id="rId7" imgW="660240" imgH="711000" progId="Equation.3">
                  <p:embed/>
                </p:oleObj>
              </mc:Choice>
              <mc:Fallback>
                <p:oleObj name="Equation" r:id="rId7" imgW="66024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7200"/>
                        <a:ext cx="1981200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29" name="Text Box 5"/>
          <p:cNvSpPr txBox="1">
            <a:spLocks noChangeArrowheads="1"/>
          </p:cNvSpPr>
          <p:nvPr/>
        </p:nvSpPr>
        <p:spPr bwMode="auto">
          <a:xfrm>
            <a:off x="609600" y="2308225"/>
            <a:ext cx="170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再单位化,</a:t>
            </a:r>
          </a:p>
        </p:txBody>
      </p:sp>
      <p:graphicFrame>
        <p:nvGraphicFramePr>
          <p:cNvPr id="999430" name="Object 6"/>
          <p:cNvGraphicFramePr>
            <a:graphicFrameLocks noChangeAspect="1"/>
          </p:cNvGraphicFramePr>
          <p:nvPr/>
        </p:nvGraphicFramePr>
        <p:xfrm>
          <a:off x="838200" y="2895600"/>
          <a:ext cx="22098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51" name="Equation" r:id="rId9" imgW="952200" imgH="711000" progId="Equation.3">
                  <p:embed/>
                </p:oleObj>
              </mc:Choice>
              <mc:Fallback>
                <p:oleObj name="Equation" r:id="rId9" imgW="95220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95600"/>
                        <a:ext cx="22098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31" name="Object 7"/>
          <p:cNvGraphicFramePr>
            <a:graphicFrameLocks noChangeAspect="1"/>
          </p:cNvGraphicFramePr>
          <p:nvPr/>
        </p:nvGraphicFramePr>
        <p:xfrm>
          <a:off x="3200400" y="2895600"/>
          <a:ext cx="22860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52" name="Equation" r:id="rId11" imgW="965160" imgH="711000" progId="Equation.3">
                  <p:embed/>
                </p:oleObj>
              </mc:Choice>
              <mc:Fallback>
                <p:oleObj name="Equation" r:id="rId11" imgW="96516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95600"/>
                        <a:ext cx="22860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32" name="Object 8"/>
          <p:cNvGraphicFramePr>
            <a:graphicFrameLocks noChangeAspect="1"/>
          </p:cNvGraphicFramePr>
          <p:nvPr/>
        </p:nvGraphicFramePr>
        <p:xfrm>
          <a:off x="5638800" y="2878138"/>
          <a:ext cx="2057400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53" name="Equation" r:id="rId13" imgW="863280" imgH="711000" progId="Equation.3">
                  <p:embed/>
                </p:oleObj>
              </mc:Choice>
              <mc:Fallback>
                <p:oleObj name="Equation" r:id="rId13" imgW="86328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878138"/>
                        <a:ext cx="2057400" cy="169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9433" name="Object 9"/>
          <p:cNvGraphicFramePr>
            <a:graphicFrameLocks noChangeAspect="1"/>
          </p:cNvGraphicFramePr>
          <p:nvPr/>
        </p:nvGraphicFramePr>
        <p:xfrm>
          <a:off x="762000" y="4876800"/>
          <a:ext cx="32004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9454" name="Equation" r:id="rId15" imgW="1346040" imgH="228600" progId="Equation.3">
                  <p:embed/>
                </p:oleObj>
              </mc:Choice>
              <mc:Fallback>
                <p:oleObj name="Equation" r:id="rId15" imgW="134604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876800"/>
                        <a:ext cx="32004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9429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35C7-1582-480C-AC27-8A8ECE1B503F}" type="slidenum">
              <a:rPr lang="zh-CN" altLang="en-US"/>
              <a:pPr/>
              <a:t>76</a:t>
            </a:fld>
            <a:endParaRPr lang="zh-CN" altLang="en-US"/>
          </a:p>
        </p:txBody>
      </p:sp>
      <p:sp>
        <p:nvSpPr>
          <p:cNvPr id="1011715" name="Text Box 3"/>
          <p:cNvSpPr txBox="1">
            <a:spLocks noChangeArrowheads="1"/>
          </p:cNvSpPr>
          <p:nvPr/>
        </p:nvSpPr>
        <p:spPr bwMode="auto">
          <a:xfrm>
            <a:off x="228600" y="547688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  </a:t>
            </a:r>
            <a:r>
              <a:rPr lang="zh-CN" altLang="en-US">
                <a:cs typeface="Times New Roman" panose="02020603050405020304" pitchFamily="18" charset="0"/>
              </a:rPr>
              <a:t>将向量组</a:t>
            </a:r>
          </a:p>
        </p:txBody>
      </p:sp>
      <p:graphicFrame>
        <p:nvGraphicFramePr>
          <p:cNvPr id="1011716" name="Object 4"/>
          <p:cNvGraphicFramePr>
            <a:graphicFrameLocks noChangeAspect="1"/>
          </p:cNvGraphicFramePr>
          <p:nvPr/>
        </p:nvGraphicFramePr>
        <p:xfrm>
          <a:off x="2667000" y="319088"/>
          <a:ext cx="4646613" cy="213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739" name="Equation" r:id="rId3" imgW="2044440" imgH="927000" progId="Equation.3">
                  <p:embed/>
                </p:oleObj>
              </mc:Choice>
              <mc:Fallback>
                <p:oleObj name="Equation" r:id="rId3" imgW="204444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19088"/>
                        <a:ext cx="4646613" cy="213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1717" name="Text Box 5"/>
          <p:cNvSpPr txBox="1">
            <a:spLocks noChangeArrowheads="1"/>
          </p:cNvSpPr>
          <p:nvPr/>
        </p:nvSpPr>
        <p:spPr bwMode="auto">
          <a:xfrm>
            <a:off x="914400" y="18430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正交化</a:t>
            </a:r>
            <a:r>
              <a:rPr lang="zh-CN" altLang="en-US"/>
              <a:t>。</a:t>
            </a:r>
          </a:p>
        </p:txBody>
      </p:sp>
      <p:graphicFrame>
        <p:nvGraphicFramePr>
          <p:cNvPr id="1011718" name="Object 6"/>
          <p:cNvGraphicFramePr>
            <a:graphicFrameLocks noChangeAspect="1"/>
          </p:cNvGraphicFramePr>
          <p:nvPr/>
        </p:nvGraphicFramePr>
        <p:xfrm>
          <a:off x="3810000" y="3179763"/>
          <a:ext cx="2287588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740" name="Equation" r:id="rId5" imgW="1028520" imgH="927000" progId="Equation.3">
                  <p:embed/>
                </p:oleObj>
              </mc:Choice>
              <mc:Fallback>
                <p:oleObj name="Equation" r:id="rId5" imgW="102852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179763"/>
                        <a:ext cx="2287588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19" name="Object 7"/>
          <p:cNvGraphicFramePr>
            <a:graphicFrameLocks noChangeAspect="1"/>
          </p:cNvGraphicFramePr>
          <p:nvPr/>
        </p:nvGraphicFramePr>
        <p:xfrm>
          <a:off x="6110288" y="3184525"/>
          <a:ext cx="1314450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741" name="Equation" r:id="rId7" imgW="583920" imgH="927000" progId="Equation.3">
                  <p:embed/>
                </p:oleObj>
              </mc:Choice>
              <mc:Fallback>
                <p:oleObj name="Equation" r:id="rId7" imgW="58392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288" y="3184525"/>
                        <a:ext cx="1314450" cy="208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20" name="Object 8"/>
          <p:cNvGraphicFramePr>
            <a:graphicFrameLocks noChangeAspect="1"/>
          </p:cNvGraphicFramePr>
          <p:nvPr/>
        </p:nvGraphicFramePr>
        <p:xfrm>
          <a:off x="990600" y="2794000"/>
          <a:ext cx="12954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742" name="Equation" r:id="rId9" imgW="571320" imgH="215640" progId="Equation.3">
                  <p:embed/>
                </p:oleObj>
              </mc:Choice>
              <mc:Fallback>
                <p:oleObj name="Equation" r:id="rId9" imgW="5713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94000"/>
                        <a:ext cx="12954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21" name="Object 9"/>
          <p:cNvGraphicFramePr>
            <a:graphicFrameLocks noChangeAspect="1"/>
          </p:cNvGraphicFramePr>
          <p:nvPr/>
        </p:nvGraphicFramePr>
        <p:xfrm>
          <a:off x="806450" y="3810000"/>
          <a:ext cx="303688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743" name="Equation" r:id="rId11" imgW="1320480" imgH="431640" progId="Equation.3">
                  <p:embed/>
                </p:oleObj>
              </mc:Choice>
              <mc:Fallback>
                <p:oleObj name="Equation" r:id="rId11" imgW="132048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3810000"/>
                        <a:ext cx="3036888" cy="98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22" name="Object 10"/>
          <p:cNvGraphicFramePr>
            <a:graphicFrameLocks noChangeAspect="1"/>
          </p:cNvGraphicFramePr>
          <p:nvPr/>
        </p:nvGraphicFramePr>
        <p:xfrm>
          <a:off x="5167313" y="3808413"/>
          <a:ext cx="282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744" name="Equation" r:id="rId13" imgW="126720" imgH="164880" progId="Equation.3">
                  <p:embed/>
                </p:oleObj>
              </mc:Choice>
              <mc:Fallback>
                <p:oleObj name="Equation" r:id="rId13" imgW="12672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3808413"/>
                        <a:ext cx="2825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23" name="Object 11"/>
          <p:cNvGraphicFramePr>
            <a:graphicFrameLocks noChangeAspect="1"/>
          </p:cNvGraphicFramePr>
          <p:nvPr/>
        </p:nvGraphicFramePr>
        <p:xfrm>
          <a:off x="5165725" y="4341813"/>
          <a:ext cx="28257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1745" name="Equation" r:id="rId15" imgW="126720" imgH="164880" progId="Equation.3">
                  <p:embed/>
                </p:oleObj>
              </mc:Choice>
              <mc:Fallback>
                <p:oleObj name="Equation" r:id="rId15" imgW="12672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725" y="4341813"/>
                        <a:ext cx="282575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1724" name="Text Box 12"/>
          <p:cNvSpPr txBox="1">
            <a:spLocks noChangeArrowheads="1"/>
          </p:cNvSpPr>
          <p:nvPr/>
        </p:nvSpPr>
        <p:spPr bwMode="auto">
          <a:xfrm>
            <a:off x="228600" y="27574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1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1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1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17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17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117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17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1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1715" grpId="0" autoUpdateAnimBg="0"/>
      <p:bldP spid="1011717" grpId="0" autoUpdateAnimBg="0"/>
      <p:bldP spid="1011724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779FF-19BC-401A-BB3C-1DDF1937CE67}" type="slidenum">
              <a:rPr lang="zh-CN" altLang="en-US"/>
              <a:pPr/>
              <a:t>77</a:t>
            </a:fld>
            <a:endParaRPr lang="zh-CN" altLang="en-US"/>
          </a:p>
        </p:txBody>
      </p:sp>
      <p:graphicFrame>
        <p:nvGraphicFramePr>
          <p:cNvPr id="1009675" name="Object 11"/>
          <p:cNvGraphicFramePr>
            <a:graphicFrameLocks noChangeAspect="1"/>
          </p:cNvGraphicFramePr>
          <p:nvPr/>
        </p:nvGraphicFramePr>
        <p:xfrm>
          <a:off x="914400" y="2552700"/>
          <a:ext cx="516731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07" name="Equation" r:id="rId3" imgW="2197080" imgH="444240" progId="Equation.3">
                  <p:embed/>
                </p:oleObj>
              </mc:Choice>
              <mc:Fallback>
                <p:oleObj name="Equation" r:id="rId3" imgW="219708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52700"/>
                        <a:ext cx="5167313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76" name="Object 12"/>
          <p:cNvGraphicFramePr>
            <a:graphicFrameLocks noChangeAspect="1"/>
          </p:cNvGraphicFramePr>
          <p:nvPr/>
        </p:nvGraphicFramePr>
        <p:xfrm>
          <a:off x="723900" y="3886200"/>
          <a:ext cx="4540250" cy="216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08" name="Equation" r:id="rId5" imgW="1942920" imgH="927000" progId="Equation.3">
                  <p:embed/>
                </p:oleObj>
              </mc:Choice>
              <mc:Fallback>
                <p:oleObj name="Equation" r:id="rId5" imgW="1942920" imgH="927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3886200"/>
                        <a:ext cx="4540250" cy="216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77" name="Object 13"/>
          <p:cNvGraphicFramePr>
            <a:graphicFrameLocks noChangeAspect="1"/>
          </p:cNvGraphicFramePr>
          <p:nvPr/>
        </p:nvGraphicFramePr>
        <p:xfrm>
          <a:off x="5257800" y="3886200"/>
          <a:ext cx="1611313" cy="214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09" name="Equation" r:id="rId7" imgW="558720" imgH="927000" progId="Equation.3">
                  <p:embed/>
                </p:oleObj>
              </mc:Choice>
              <mc:Fallback>
                <p:oleObj name="Equation" r:id="rId7" imgW="558720" imgH="927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886200"/>
                        <a:ext cx="1611313" cy="214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81" name="Object 17"/>
          <p:cNvGraphicFramePr>
            <a:graphicFrameLocks noChangeAspect="1"/>
          </p:cNvGraphicFramePr>
          <p:nvPr/>
        </p:nvGraphicFramePr>
        <p:xfrm>
          <a:off x="2286000" y="4495800"/>
          <a:ext cx="4238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10" name="Equation" r:id="rId9" imgW="190440" imgH="164880" progId="Equation.3">
                  <p:embed/>
                </p:oleObj>
              </mc:Choice>
              <mc:Fallback>
                <p:oleObj name="Equation" r:id="rId9" imgW="190440" imgH="1648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95800"/>
                        <a:ext cx="4238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82" name="Object 18"/>
          <p:cNvGraphicFramePr>
            <a:graphicFrameLocks noChangeAspect="1"/>
          </p:cNvGraphicFramePr>
          <p:nvPr/>
        </p:nvGraphicFramePr>
        <p:xfrm>
          <a:off x="2362200" y="5029200"/>
          <a:ext cx="2825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11" name="Equation" r:id="rId11" imgW="126720" imgH="164880" progId="Equation.3">
                  <p:embed/>
                </p:oleObj>
              </mc:Choice>
              <mc:Fallback>
                <p:oleObj name="Equation" r:id="rId11" imgW="126720" imgH="1648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029200"/>
                        <a:ext cx="28257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83" name="Object 19"/>
          <p:cNvGraphicFramePr>
            <a:graphicFrameLocks noChangeAspect="1"/>
          </p:cNvGraphicFramePr>
          <p:nvPr/>
        </p:nvGraphicFramePr>
        <p:xfrm>
          <a:off x="3657600" y="4572000"/>
          <a:ext cx="7048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12" name="Equation" r:id="rId13" imgW="317160" imgH="177480" progId="Equation.3">
                  <p:embed/>
                </p:oleObj>
              </mc:Choice>
              <mc:Fallback>
                <p:oleObj name="Equation" r:id="rId13" imgW="317160" imgH="177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572000"/>
                        <a:ext cx="7048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84" name="Object 20"/>
          <p:cNvGraphicFramePr>
            <a:graphicFrameLocks noChangeAspect="1"/>
          </p:cNvGraphicFramePr>
          <p:nvPr/>
        </p:nvGraphicFramePr>
        <p:xfrm>
          <a:off x="3886200" y="5105400"/>
          <a:ext cx="4206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13" name="Equation" r:id="rId15" imgW="190440" imgH="177480" progId="Equation.3">
                  <p:embed/>
                </p:oleObj>
              </mc:Choice>
              <mc:Fallback>
                <p:oleObj name="Equation" r:id="rId15" imgW="190440" imgH="1774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105400"/>
                        <a:ext cx="4206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9686" name="Text Box 22"/>
          <p:cNvSpPr txBox="1">
            <a:spLocks noChangeArrowheads="1"/>
          </p:cNvSpPr>
          <p:nvPr/>
        </p:nvSpPr>
        <p:spPr bwMode="auto">
          <a:xfrm>
            <a:off x="228600" y="27574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09687" name="Text Box 23"/>
          <p:cNvSpPr txBox="1">
            <a:spLocks noChangeArrowheads="1"/>
          </p:cNvSpPr>
          <p:nvPr/>
        </p:nvSpPr>
        <p:spPr bwMode="auto">
          <a:xfrm>
            <a:off x="228600" y="547688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  </a:t>
            </a:r>
            <a:r>
              <a:rPr lang="zh-CN" altLang="en-US">
                <a:cs typeface="Times New Roman" panose="02020603050405020304" pitchFamily="18" charset="0"/>
              </a:rPr>
              <a:t>将向量组</a:t>
            </a:r>
          </a:p>
        </p:txBody>
      </p:sp>
      <p:sp>
        <p:nvSpPr>
          <p:cNvPr id="1009689" name="Text Box 25"/>
          <p:cNvSpPr txBox="1">
            <a:spLocks noChangeArrowheads="1"/>
          </p:cNvSpPr>
          <p:nvPr/>
        </p:nvSpPr>
        <p:spPr bwMode="auto">
          <a:xfrm>
            <a:off x="914400" y="18430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正交化</a:t>
            </a:r>
            <a:r>
              <a:rPr lang="zh-CN" altLang="en-US"/>
              <a:t>。</a:t>
            </a:r>
          </a:p>
        </p:txBody>
      </p:sp>
      <p:graphicFrame>
        <p:nvGraphicFramePr>
          <p:cNvPr id="1009690" name="Object 26"/>
          <p:cNvGraphicFramePr>
            <a:graphicFrameLocks noChangeAspect="1"/>
          </p:cNvGraphicFramePr>
          <p:nvPr/>
        </p:nvGraphicFramePr>
        <p:xfrm>
          <a:off x="2667000" y="319088"/>
          <a:ext cx="4646613" cy="213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714" name="Equation" r:id="rId17" imgW="2044440" imgH="927000" progId="Equation.3">
                  <p:embed/>
                </p:oleObj>
              </mc:Choice>
              <mc:Fallback>
                <p:oleObj name="Equation" r:id="rId17" imgW="2044440" imgH="9270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19088"/>
                        <a:ext cx="4646613" cy="213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9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96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968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9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968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96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968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96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96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E6F3-F578-47AB-801D-35B60EA1A74C}" type="slidenum">
              <a:rPr lang="zh-CN" altLang="en-US"/>
              <a:pPr/>
              <a:t>78</a:t>
            </a:fld>
            <a:endParaRPr lang="zh-CN" altLang="en-US"/>
          </a:p>
        </p:txBody>
      </p:sp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38100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(三) </a:t>
            </a:r>
            <a:r>
              <a:rPr lang="zh-CN" altLang="en-US" sz="32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正交矩阵</a:t>
            </a:r>
            <a:r>
              <a:rPr lang="zh-CN" altLang="en-US" sz="4000" b="1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012746" name="Object 10"/>
          <p:cNvGraphicFramePr>
            <a:graphicFrameLocks noChangeAspect="1"/>
          </p:cNvGraphicFramePr>
          <p:nvPr/>
        </p:nvGraphicFramePr>
        <p:xfrm>
          <a:off x="2667000" y="1371600"/>
          <a:ext cx="16859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763" name="Equation" r:id="rId3" imgW="685800" imgH="228600" progId="Equation.3">
                  <p:embed/>
                </p:oleObj>
              </mc:Choice>
              <mc:Fallback>
                <p:oleObj name="Equation" r:id="rId3" imgW="6858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1685925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2747" name="Text Box 11"/>
          <p:cNvSpPr txBox="1">
            <a:spLocks noChangeArrowheads="1"/>
          </p:cNvSpPr>
          <p:nvPr/>
        </p:nvSpPr>
        <p:spPr bwMode="auto">
          <a:xfrm>
            <a:off x="457200" y="838200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lang="zh-CN" altLang="en-US">
                <a:solidFill>
                  <a:srgbClr val="0033CC"/>
                </a:solidFill>
              </a:rPr>
              <a:t>  </a:t>
            </a:r>
            <a:r>
              <a:rPr lang="zh-CN" altLang="en-US"/>
              <a:t>若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>
                <a:solidFill>
                  <a:srgbClr val="000000"/>
                </a:solidFill>
              </a:rPr>
              <a:t>阶实矩阵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满足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12748" name="Text Box 12"/>
          <p:cNvSpPr txBox="1">
            <a:spLocks noChangeArrowheads="1"/>
          </p:cNvSpPr>
          <p:nvPr/>
        </p:nvSpPr>
        <p:spPr bwMode="auto">
          <a:xfrm>
            <a:off x="457200" y="194310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</a:rPr>
              <a:t>则称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Q </a:t>
            </a:r>
            <a:r>
              <a:rPr lang="zh-CN" altLang="en-US">
                <a:solidFill>
                  <a:srgbClr val="000000"/>
                </a:solidFill>
              </a:rPr>
              <a:t>为</a:t>
            </a: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正交矩阵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12749" name="Object 13"/>
          <p:cNvGraphicFramePr>
            <a:graphicFrameLocks noChangeAspect="1"/>
          </p:cNvGraphicFramePr>
          <p:nvPr/>
        </p:nvGraphicFramePr>
        <p:xfrm>
          <a:off x="457200" y="2549525"/>
          <a:ext cx="4648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764" name="Equation" r:id="rId5" imgW="1841400" imgH="228600" progId="Equation.3">
                  <p:embed/>
                </p:oleObj>
              </mc:Choice>
              <mc:Fallback>
                <p:oleObj name="Equation" r:id="rId5" imgW="18414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49525"/>
                        <a:ext cx="46482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2750" name="Text Box 14"/>
          <p:cNvSpPr txBox="1">
            <a:spLocks noChangeArrowheads="1"/>
          </p:cNvSpPr>
          <p:nvPr/>
        </p:nvSpPr>
        <p:spPr bwMode="auto">
          <a:xfrm>
            <a:off x="457200" y="3240088"/>
            <a:ext cx="556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例1</a:t>
            </a:r>
            <a:r>
              <a:rPr lang="zh-CN" altLang="en-US">
                <a:solidFill>
                  <a:schemeClr val="accent2"/>
                </a:solidFill>
              </a:rPr>
              <a:t>  </a:t>
            </a:r>
            <a:r>
              <a:rPr lang="zh-CN" altLang="en-US"/>
              <a:t>单位矩阵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lang="zh-CN" altLang="en-US"/>
              <a:t>是</a:t>
            </a:r>
            <a:r>
              <a:rPr lang="zh-CN" altLang="en-US">
                <a:solidFill>
                  <a:srgbClr val="000000"/>
                </a:solidFill>
              </a:rPr>
              <a:t>正交矩阵。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12751" name="Rectangle 15"/>
          <p:cNvSpPr>
            <a:spLocks noChangeArrowheads="1"/>
          </p:cNvSpPr>
          <p:nvPr/>
        </p:nvSpPr>
        <p:spPr bwMode="auto">
          <a:xfrm>
            <a:off x="457200" y="38862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例2</a:t>
            </a:r>
          </a:p>
        </p:txBody>
      </p:sp>
      <p:graphicFrame>
        <p:nvGraphicFramePr>
          <p:cNvPr id="1012752" name="Object 16"/>
          <p:cNvGraphicFramePr>
            <a:graphicFrameLocks noChangeAspect="1"/>
          </p:cNvGraphicFramePr>
          <p:nvPr/>
        </p:nvGraphicFramePr>
        <p:xfrm>
          <a:off x="838200" y="3886200"/>
          <a:ext cx="3263900" cy="261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765" name="Equation" r:id="rId7" imgW="1460160" imgH="1168200" progId="Equation.3">
                  <p:embed/>
                </p:oleObj>
              </mc:Choice>
              <mc:Fallback>
                <p:oleObj name="Equation" r:id="rId7" imgW="1460160" imgH="1168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86200"/>
                        <a:ext cx="3263900" cy="2614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2753" name="Object 17"/>
          <p:cNvGraphicFramePr>
            <a:graphicFrameLocks noChangeAspect="1"/>
          </p:cNvGraphicFramePr>
          <p:nvPr/>
        </p:nvGraphicFramePr>
        <p:xfrm>
          <a:off x="4419600" y="4343400"/>
          <a:ext cx="33337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766" name="Equation" r:id="rId9" imgW="1320480" imgH="228600" progId="Equation.3">
                  <p:embed/>
                </p:oleObj>
              </mc:Choice>
              <mc:Fallback>
                <p:oleObj name="Equation" r:id="rId9" imgW="13204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343400"/>
                        <a:ext cx="333375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2754" name="Text Box 18"/>
          <p:cNvSpPr txBox="1">
            <a:spLocks noChangeArrowheads="1"/>
          </p:cNvSpPr>
          <p:nvPr/>
        </p:nvSpPr>
        <p:spPr bwMode="auto">
          <a:xfrm>
            <a:off x="4419600" y="49530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所以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Q </a:t>
            </a:r>
            <a:r>
              <a:rPr lang="zh-CN" altLang="en-US">
                <a:latin typeface="Times New Roman" panose="02020603050405020304" pitchFamily="18" charset="0"/>
              </a:rPr>
              <a:t>是一个正交矩阵。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1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1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2738" grpId="0" autoUpdateAnimBg="0"/>
      <p:bldP spid="1012747" grpId="0" autoUpdateAnimBg="0"/>
      <p:bldP spid="1012748" grpId="0" autoUpdateAnimBg="0"/>
      <p:bldP spid="1012750" grpId="0" autoUpdateAnimBg="0"/>
      <p:bldP spid="1012751" grpId="0" autoUpdateAnimBg="0"/>
      <p:bldP spid="1012754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969F-7FF6-4C65-906F-C0DC091E7F1C}" type="slidenum">
              <a:rPr lang="zh-CN" altLang="en-US"/>
              <a:pPr/>
              <a:t>79</a:t>
            </a:fld>
            <a:endParaRPr lang="zh-CN" altLang="en-US"/>
          </a:p>
        </p:txBody>
      </p:sp>
      <p:sp>
        <p:nvSpPr>
          <p:cNvPr id="1001474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229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例3</a:t>
            </a:r>
            <a:r>
              <a:rPr lang="zh-CN" altLang="en-US">
                <a:solidFill>
                  <a:schemeClr val="accent2"/>
                </a:solidFill>
              </a:rPr>
              <a:t>  </a:t>
            </a:r>
            <a:r>
              <a:rPr lang="zh-CN" altLang="en-US"/>
              <a:t>在平面解析几何中，两个直角坐标系间的坐标变换公式为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001475" name="Object 3"/>
          <p:cNvGraphicFramePr>
            <a:graphicFrameLocks noChangeAspect="1"/>
          </p:cNvGraphicFramePr>
          <p:nvPr/>
        </p:nvGraphicFramePr>
        <p:xfrm>
          <a:off x="2057400" y="1447800"/>
          <a:ext cx="32766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85" name="Equation" r:id="rId3" imgW="1384200" imgH="469800" progId="Equation.3">
                  <p:embed/>
                </p:oleObj>
              </mc:Choice>
              <mc:Fallback>
                <p:oleObj name="Equation" r:id="rId3" imgW="138420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47800"/>
                        <a:ext cx="3276600" cy="1109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1476" name="Text Box 4"/>
          <p:cNvSpPr txBox="1">
            <a:spLocks noChangeArrowheads="1"/>
          </p:cNvSpPr>
          <p:nvPr/>
        </p:nvSpPr>
        <p:spPr bwMode="auto">
          <a:xfrm>
            <a:off x="533400" y="2735263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写成矩阵形式为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001477" name="Object 5"/>
          <p:cNvGraphicFramePr>
            <a:graphicFrameLocks noChangeAspect="1"/>
          </p:cNvGraphicFramePr>
          <p:nvPr/>
        </p:nvGraphicFramePr>
        <p:xfrm>
          <a:off x="1752600" y="3429000"/>
          <a:ext cx="42672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86" name="Equation" r:id="rId5" imgW="1765080" imgH="469800" progId="Equation.3">
                  <p:embed/>
                </p:oleObj>
              </mc:Choice>
              <mc:Fallback>
                <p:oleObj name="Equation" r:id="rId5" imgW="176508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429000"/>
                        <a:ext cx="4267200" cy="1139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1478" name="Object 6"/>
          <p:cNvGraphicFramePr>
            <a:graphicFrameLocks noChangeAspect="1"/>
          </p:cNvGraphicFramePr>
          <p:nvPr/>
        </p:nvGraphicFramePr>
        <p:xfrm>
          <a:off x="533400" y="4876800"/>
          <a:ext cx="65532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87" name="Document" r:id="rId7" imgW="2755440" imgH="469800" progId="Word.Document.8">
                  <p:embed/>
                </p:oleObj>
              </mc:Choice>
              <mc:Fallback>
                <p:oleObj name="Document" r:id="rId7" imgW="2755440" imgH="4698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76800"/>
                        <a:ext cx="65532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474" grpId="0" autoUpdateAnimBg="0"/>
      <p:bldP spid="1001476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71933-0FB2-4E91-8168-D82D6BF58115}" type="slidenum">
              <a:rPr lang="zh-CN" altLang="en-US"/>
              <a:pPr/>
              <a:t>80</a:t>
            </a:fld>
            <a:endParaRPr lang="zh-CN" altLang="en-US"/>
          </a:p>
        </p:txBody>
      </p:sp>
      <p:sp>
        <p:nvSpPr>
          <p:cNvPr id="1002498" name="Text Box 2"/>
          <p:cNvSpPr txBox="1">
            <a:spLocks noChangeArrowheads="1"/>
          </p:cNvSpPr>
          <p:nvPr/>
        </p:nvSpPr>
        <p:spPr bwMode="auto">
          <a:xfrm>
            <a:off x="531813" y="381000"/>
            <a:ext cx="4724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正交矩阵的基本性质：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002499" name="Object 3"/>
          <p:cNvGraphicFramePr>
            <a:graphicFrameLocks noChangeAspect="1"/>
          </p:cNvGraphicFramePr>
          <p:nvPr/>
        </p:nvGraphicFramePr>
        <p:xfrm>
          <a:off x="304800" y="1138238"/>
          <a:ext cx="84566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28" name="Document" r:id="rId3" imgW="3168000" imgH="183960" progId="Word.Document.8">
                  <p:embed/>
                </p:oleObj>
              </mc:Choice>
              <mc:Fallback>
                <p:oleObj name="Document" r:id="rId3" imgW="3168000" imgH="1839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138238"/>
                        <a:ext cx="8456613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00" name="Object 4"/>
          <p:cNvGraphicFramePr>
            <a:graphicFrameLocks noChangeAspect="1"/>
          </p:cNvGraphicFramePr>
          <p:nvPr/>
        </p:nvGraphicFramePr>
        <p:xfrm>
          <a:off x="303213" y="1752600"/>
          <a:ext cx="77739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29" name="Document" r:id="rId5" imgW="2892600" imgH="228600" progId="Word.Document.8">
                  <p:embed/>
                </p:oleObj>
              </mc:Choice>
              <mc:Fallback>
                <p:oleObj name="Document" r:id="rId5" imgW="289260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52600"/>
                        <a:ext cx="77739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01" name="Object 5"/>
          <p:cNvGraphicFramePr>
            <a:graphicFrameLocks noChangeAspect="1"/>
          </p:cNvGraphicFramePr>
          <p:nvPr/>
        </p:nvGraphicFramePr>
        <p:xfrm>
          <a:off x="7315200" y="304800"/>
          <a:ext cx="15303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0" name="Equation" r:id="rId7" imgW="622080" imgH="228600" progId="Equation.3">
                  <p:embed/>
                </p:oleObj>
              </mc:Choice>
              <mc:Fallback>
                <p:oleObj name="Equation" r:id="rId7" imgW="6220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04800"/>
                        <a:ext cx="153035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2" name="Freeform 6"/>
          <p:cNvSpPr>
            <a:spLocks/>
          </p:cNvSpPr>
          <p:nvPr/>
        </p:nvSpPr>
        <p:spPr bwMode="auto">
          <a:xfrm>
            <a:off x="7086600" y="76200"/>
            <a:ext cx="1982788" cy="915988"/>
          </a:xfrm>
          <a:custGeom>
            <a:avLst/>
            <a:gdLst>
              <a:gd name="T0" fmla="*/ 0 w 1248"/>
              <a:gd name="T1" fmla="*/ 0 h 768"/>
              <a:gd name="T2" fmla="*/ 0 w 1248"/>
              <a:gd name="T3" fmla="*/ 768 h 768"/>
              <a:gd name="T4" fmla="*/ 1248 w 1248"/>
              <a:gd name="T5" fmla="*/ 76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48" h="768">
                <a:moveTo>
                  <a:pt x="0" y="0"/>
                </a:moveTo>
                <a:lnTo>
                  <a:pt x="0" y="768"/>
                </a:lnTo>
                <a:lnTo>
                  <a:pt x="1248" y="768"/>
                </a:lnTo>
              </a:path>
            </a:pathLst>
          </a:custGeom>
          <a:noFill/>
          <a:ln w="31750" cap="flat" cmpd="sng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02503" name="Text Box 7"/>
          <p:cNvSpPr txBox="1">
            <a:spLocks noChangeArrowheads="1"/>
          </p:cNvSpPr>
          <p:nvPr/>
        </p:nvSpPr>
        <p:spPr bwMode="auto">
          <a:xfrm>
            <a:off x="228600" y="3119438"/>
            <a:ext cx="876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(3) </a:t>
            </a:r>
            <a:r>
              <a:rPr lang="zh-CN" altLang="en-US"/>
              <a:t>若</a:t>
            </a:r>
            <a:r>
              <a:rPr lang="zh-CN" altLang="en-US" sz="12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 sz="1400" i="1">
                <a:latin typeface="Times New Roman" panose="02020603050405020304" pitchFamily="18" charset="0"/>
              </a:rPr>
              <a:t> </a:t>
            </a:r>
            <a:r>
              <a:rPr lang="zh-CN" altLang="en-US"/>
              <a:t>与</a:t>
            </a:r>
            <a:r>
              <a:rPr lang="zh-CN" altLang="en-US" sz="14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 sz="1000" i="1">
                <a:latin typeface="Times New Roman" panose="02020603050405020304" pitchFamily="18" charset="0"/>
              </a:rPr>
              <a:t> </a:t>
            </a:r>
            <a:r>
              <a:rPr lang="zh-CN" altLang="en-US"/>
              <a:t>都是</a:t>
            </a:r>
            <a:r>
              <a:rPr lang="zh-CN" altLang="en-US" sz="12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sz="1200" i="1">
                <a:latin typeface="Times New Roman" panose="02020603050405020304" pitchFamily="18" charset="0"/>
              </a:rPr>
              <a:t> </a:t>
            </a:r>
            <a:r>
              <a:rPr lang="zh-CN" altLang="en-US"/>
              <a:t>阶正交矩阵,则</a:t>
            </a:r>
            <a:r>
              <a:rPr lang="zh-CN" altLang="en-US" sz="12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PQ</a:t>
            </a:r>
            <a:r>
              <a:rPr lang="en-US" altLang="zh-CN" sz="1400" i="1">
                <a:latin typeface="Times New Roman" panose="02020603050405020304" pitchFamily="18" charset="0"/>
              </a:rPr>
              <a:t> </a:t>
            </a:r>
            <a:r>
              <a:rPr lang="zh-CN" altLang="en-US"/>
              <a:t>也是</a:t>
            </a:r>
            <a:r>
              <a:rPr lang="zh-CN" altLang="en-US" sz="12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sz="1200" i="1">
                <a:latin typeface="Times New Roman" panose="02020603050405020304" pitchFamily="18" charset="0"/>
              </a:rPr>
              <a:t> </a:t>
            </a:r>
            <a:r>
              <a:rPr lang="zh-CN" altLang="en-US"/>
              <a:t>阶正交矩阵</a:t>
            </a:r>
            <a:r>
              <a:rPr lang="zh-CN" altLang="en-US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002504" name="Text Box 8"/>
          <p:cNvSpPr txBox="1">
            <a:spLocks noChangeArrowheads="1"/>
          </p:cNvSpPr>
          <p:nvPr/>
        </p:nvSpPr>
        <p:spPr bwMode="auto">
          <a:xfrm>
            <a:off x="762000" y="24257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逆命题也对；</a:t>
            </a:r>
          </a:p>
        </p:txBody>
      </p:sp>
      <p:sp>
        <p:nvSpPr>
          <p:cNvPr id="1002505" name="Text Box 9"/>
          <p:cNvSpPr txBox="1">
            <a:spLocks noChangeArrowheads="1"/>
          </p:cNvSpPr>
          <p:nvPr/>
        </p:nvSpPr>
        <p:spPr bwMode="auto">
          <a:xfrm>
            <a:off x="228600" y="380523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02506" name="Object 10"/>
          <p:cNvGraphicFramePr>
            <a:graphicFrameLocks noChangeAspect="1"/>
          </p:cNvGraphicFramePr>
          <p:nvPr/>
        </p:nvGraphicFramePr>
        <p:xfrm>
          <a:off x="1066800" y="3805238"/>
          <a:ext cx="18288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1" name="Equation" r:id="rId9" imgW="774360" imgH="228600" progId="Equation.3">
                  <p:embed/>
                </p:oleObj>
              </mc:Choice>
              <mc:Fallback>
                <p:oleObj name="Equation" r:id="rId9" imgW="77436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05238"/>
                        <a:ext cx="1828800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07" name="Object 11"/>
          <p:cNvGraphicFramePr>
            <a:graphicFrameLocks noChangeAspect="1"/>
          </p:cNvGraphicFramePr>
          <p:nvPr/>
        </p:nvGraphicFramePr>
        <p:xfrm>
          <a:off x="2895600" y="3830638"/>
          <a:ext cx="18288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2" name="Equation" r:id="rId11" imgW="749160" imgH="228600" progId="Equation.3">
                  <p:embed/>
                </p:oleObj>
              </mc:Choice>
              <mc:Fallback>
                <p:oleObj name="Equation" r:id="rId11" imgW="74916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830638"/>
                        <a:ext cx="1828800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08" name="Object 12"/>
          <p:cNvGraphicFramePr>
            <a:graphicFrameLocks noChangeAspect="1"/>
          </p:cNvGraphicFramePr>
          <p:nvPr/>
        </p:nvGraphicFramePr>
        <p:xfrm>
          <a:off x="4749800" y="3843338"/>
          <a:ext cx="21082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3" name="Equation" r:id="rId13" imgW="876240" imgH="228600" progId="Equation.3">
                  <p:embed/>
                </p:oleObj>
              </mc:Choice>
              <mc:Fallback>
                <p:oleObj name="Equation" r:id="rId13" imgW="87624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3843338"/>
                        <a:ext cx="2108200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09" name="Object 13"/>
          <p:cNvGraphicFramePr>
            <a:graphicFrameLocks noChangeAspect="1"/>
          </p:cNvGraphicFramePr>
          <p:nvPr/>
        </p:nvGraphicFramePr>
        <p:xfrm>
          <a:off x="838200" y="4567238"/>
          <a:ext cx="25908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4" name="Equation" r:id="rId15" imgW="1028520" imgH="228600" progId="Equation.3">
                  <p:embed/>
                </p:oleObj>
              </mc:Choice>
              <mc:Fallback>
                <p:oleObj name="Equation" r:id="rId15" imgW="102852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67238"/>
                        <a:ext cx="2590800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2510" name="Object 14"/>
          <p:cNvGraphicFramePr>
            <a:graphicFrameLocks noChangeAspect="1"/>
          </p:cNvGraphicFramePr>
          <p:nvPr/>
        </p:nvGraphicFramePr>
        <p:xfrm>
          <a:off x="3352800" y="4643438"/>
          <a:ext cx="9144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35" name="Equation" r:id="rId17" imgW="355320" imgH="203040" progId="Equation.3">
                  <p:embed/>
                </p:oleObj>
              </mc:Choice>
              <mc:Fallback>
                <p:oleObj name="Equation" r:id="rId17" imgW="35532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643438"/>
                        <a:ext cx="914400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11" name="Text Box 15"/>
          <p:cNvSpPr txBox="1">
            <a:spLocks noChangeArrowheads="1"/>
          </p:cNvSpPr>
          <p:nvPr/>
        </p:nvSpPr>
        <p:spPr bwMode="auto">
          <a:xfrm>
            <a:off x="457200" y="5405438"/>
            <a:ext cx="434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所以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 sz="1400" i="1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Q </a:t>
            </a:r>
            <a:r>
              <a:rPr lang="zh-CN" altLang="en-US"/>
              <a:t>是正交矩阵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0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0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0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498" grpId="0" autoUpdateAnimBg="0"/>
      <p:bldP spid="1002503" grpId="0" autoUpdateAnimBg="0"/>
      <p:bldP spid="1002504" grpId="0" autoUpdateAnimBg="0"/>
      <p:bldP spid="1002505" grpId="0" autoUpdateAnimBg="0"/>
      <p:bldP spid="1002511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535EE-87B6-46D2-BDD2-2C1570273540}" type="slidenum">
              <a:rPr lang="zh-CN" altLang="en-US"/>
              <a:pPr/>
              <a:t>81</a:t>
            </a:fld>
            <a:endParaRPr lang="zh-CN" altLang="en-US"/>
          </a:p>
        </p:txBody>
      </p:sp>
      <p:sp>
        <p:nvSpPr>
          <p:cNvPr id="1003522" name="Text Box 2"/>
          <p:cNvSpPr txBox="1">
            <a:spLocks noChangeArrowheads="1"/>
          </p:cNvSpPr>
          <p:nvPr/>
        </p:nvSpPr>
        <p:spPr bwMode="auto">
          <a:xfrm>
            <a:off x="266700" y="376238"/>
            <a:ext cx="89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例4</a:t>
            </a:r>
            <a:r>
              <a:rPr lang="zh-CN" altLang="en-US"/>
              <a:t> </a:t>
            </a:r>
            <a:endParaRPr lang="zh-CN" altLang="en-US">
              <a:cs typeface="Times New Roman" panose="02020603050405020304" pitchFamily="18" charset="0"/>
            </a:endParaRPr>
          </a:p>
        </p:txBody>
      </p:sp>
      <p:graphicFrame>
        <p:nvGraphicFramePr>
          <p:cNvPr id="1003523" name="Object 3"/>
          <p:cNvGraphicFramePr>
            <a:graphicFrameLocks noChangeAspect="1"/>
          </p:cNvGraphicFramePr>
          <p:nvPr/>
        </p:nvGraphicFramePr>
        <p:xfrm>
          <a:off x="1130300" y="403225"/>
          <a:ext cx="7696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7" name="Document" r:id="rId3" imgW="3095640" imgH="218160" progId="Word.Document.8">
                  <p:embed/>
                </p:oleObj>
              </mc:Choice>
              <mc:Fallback>
                <p:oleObj name="Document" r:id="rId3" imgW="3095640" imgH="2181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403225"/>
                        <a:ext cx="76962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24" name="Text Box 4"/>
          <p:cNvSpPr txBox="1">
            <a:spLocks noChangeArrowheads="1"/>
          </p:cNvSpPr>
          <p:nvPr/>
        </p:nvSpPr>
        <p:spPr bwMode="auto">
          <a:xfrm>
            <a:off x="228600" y="10668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03525" name="Object 5"/>
          <p:cNvGraphicFramePr>
            <a:graphicFrameLocks noChangeAspect="1"/>
          </p:cNvGraphicFramePr>
          <p:nvPr/>
        </p:nvGraphicFramePr>
        <p:xfrm>
          <a:off x="917575" y="1057275"/>
          <a:ext cx="71596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8" name="Document" r:id="rId5" imgW="2759760" imgH="207000" progId="Word.Document.8">
                  <p:embed/>
                </p:oleObj>
              </mc:Choice>
              <mc:Fallback>
                <p:oleObj name="Document" r:id="rId5" imgW="2759760" imgH="2070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1057275"/>
                        <a:ext cx="71596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26" name="Object 6"/>
          <p:cNvGraphicFramePr>
            <a:graphicFrameLocks noChangeAspect="1"/>
          </p:cNvGraphicFramePr>
          <p:nvPr/>
        </p:nvGraphicFramePr>
        <p:xfrm>
          <a:off x="533400" y="1752600"/>
          <a:ext cx="3756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9" name="Document" r:id="rId7" imgW="1458000" imgH="203040" progId="Word.Document.8">
                  <p:embed/>
                </p:oleObj>
              </mc:Choice>
              <mc:Fallback>
                <p:oleObj name="Document" r:id="rId7" imgW="1458000" imgH="2030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52600"/>
                        <a:ext cx="3756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27" name="Object 7"/>
          <p:cNvGraphicFramePr>
            <a:graphicFrameLocks noChangeAspect="1"/>
          </p:cNvGraphicFramePr>
          <p:nvPr/>
        </p:nvGraphicFramePr>
        <p:xfrm>
          <a:off x="534988" y="2439988"/>
          <a:ext cx="50180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0" name="Document" r:id="rId9" imgW="1945800" imgH="203040" progId="Word.Document.8">
                  <p:embed/>
                </p:oleObj>
              </mc:Choice>
              <mc:Fallback>
                <p:oleObj name="Document" r:id="rId9" imgW="1945800" imgH="2030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2439988"/>
                        <a:ext cx="50180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28" name="Object 8"/>
          <p:cNvGraphicFramePr>
            <a:graphicFrameLocks noChangeAspect="1"/>
          </p:cNvGraphicFramePr>
          <p:nvPr/>
        </p:nvGraphicFramePr>
        <p:xfrm>
          <a:off x="457200" y="3276600"/>
          <a:ext cx="12668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1" name="Equation" r:id="rId11" imgW="520560" imgH="203040" progId="Equation.3">
                  <p:embed/>
                </p:oleObj>
              </mc:Choice>
              <mc:Fallback>
                <p:oleObj name="Equation" r:id="rId11" imgW="52056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76600"/>
                        <a:ext cx="1266825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29" name="Object 9"/>
          <p:cNvGraphicFramePr>
            <a:graphicFrameLocks noChangeAspect="1"/>
          </p:cNvGraphicFramePr>
          <p:nvPr/>
        </p:nvGraphicFramePr>
        <p:xfrm>
          <a:off x="1663700" y="3213100"/>
          <a:ext cx="30972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2" name="Equation" r:id="rId13" imgW="1257120" imgH="228600" progId="Equation.3">
                  <p:embed/>
                </p:oleObj>
              </mc:Choice>
              <mc:Fallback>
                <p:oleObj name="Equation" r:id="rId13" imgW="125712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3213100"/>
                        <a:ext cx="3097213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0" name="Object 10"/>
          <p:cNvGraphicFramePr>
            <a:graphicFrameLocks noChangeAspect="1"/>
          </p:cNvGraphicFramePr>
          <p:nvPr/>
        </p:nvGraphicFramePr>
        <p:xfrm>
          <a:off x="4705350" y="3238500"/>
          <a:ext cx="37528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3" name="Equation" r:id="rId15" imgW="1511280" imgH="228600" progId="Equation.3">
                  <p:embed/>
                </p:oleObj>
              </mc:Choice>
              <mc:Fallback>
                <p:oleObj name="Equation" r:id="rId15" imgW="151128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3238500"/>
                        <a:ext cx="375285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1" name="Object 11"/>
          <p:cNvGraphicFramePr>
            <a:graphicFrameLocks noChangeAspect="1"/>
          </p:cNvGraphicFramePr>
          <p:nvPr/>
        </p:nvGraphicFramePr>
        <p:xfrm>
          <a:off x="533400" y="4038600"/>
          <a:ext cx="23383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4" name="Equation" r:id="rId17" imgW="927000" imgH="228600" progId="Equation.3">
                  <p:embed/>
                </p:oleObj>
              </mc:Choice>
              <mc:Fallback>
                <p:oleObj name="Equation" r:id="rId17" imgW="9270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038600"/>
                        <a:ext cx="2338388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2" name="Object 12"/>
          <p:cNvGraphicFramePr>
            <a:graphicFrameLocks noChangeAspect="1"/>
          </p:cNvGraphicFramePr>
          <p:nvPr/>
        </p:nvGraphicFramePr>
        <p:xfrm>
          <a:off x="2882900" y="4113213"/>
          <a:ext cx="20574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5" name="Equation" r:id="rId19" imgW="838080" imgH="203040" progId="Equation.3">
                  <p:embed/>
                </p:oleObj>
              </mc:Choice>
              <mc:Fallback>
                <p:oleObj name="Equation" r:id="rId19" imgW="83808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4113213"/>
                        <a:ext cx="205740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3" name="Object 13"/>
          <p:cNvGraphicFramePr>
            <a:graphicFrameLocks noChangeAspect="1"/>
          </p:cNvGraphicFramePr>
          <p:nvPr/>
        </p:nvGraphicFramePr>
        <p:xfrm>
          <a:off x="381000" y="4724400"/>
          <a:ext cx="32813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6" name="Document" r:id="rId21" imgW="1254600" imgH="220320" progId="Word.Document.8">
                  <p:embed/>
                </p:oleObj>
              </mc:Choice>
              <mc:Fallback>
                <p:oleObj name="Document" r:id="rId21" imgW="1254600" imgH="22032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724400"/>
                        <a:ext cx="32813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34" name="Object 14"/>
          <p:cNvGraphicFramePr>
            <a:graphicFrameLocks noChangeAspect="1"/>
          </p:cNvGraphicFramePr>
          <p:nvPr/>
        </p:nvGraphicFramePr>
        <p:xfrm>
          <a:off x="5640388" y="2452688"/>
          <a:ext cx="31226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67" name="Document" r:id="rId23" imgW="1141200" imgH="203040" progId="Word.Document.8">
                  <p:embed/>
                </p:oleObj>
              </mc:Choice>
              <mc:Fallback>
                <p:oleObj name="Document" r:id="rId23" imgW="1141200" imgH="20304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388" y="2452688"/>
                        <a:ext cx="312261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0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0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0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0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3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0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22" grpId="0" autoUpdateAnimBg="0"/>
      <p:bldP spid="1003524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0164-2850-4220-BE49-378499290AFC}" type="slidenum">
              <a:rPr lang="zh-CN" altLang="en-US"/>
              <a:pPr/>
              <a:t>82</a:t>
            </a:fld>
            <a:endParaRPr lang="zh-CN" altLang="en-US"/>
          </a:p>
        </p:txBody>
      </p:sp>
      <p:sp>
        <p:nvSpPr>
          <p:cNvPr id="1004546" name="Text Box 2"/>
          <p:cNvSpPr txBox="1">
            <a:spLocks noChangeArrowheads="1"/>
          </p:cNvSpPr>
          <p:nvPr/>
        </p:nvSpPr>
        <p:spPr bwMode="auto">
          <a:xfrm>
            <a:off x="152400" y="288925"/>
            <a:ext cx="896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例5</a:t>
            </a:r>
            <a:r>
              <a:rPr lang="zh-CN" altLang="en-US"/>
              <a:t> </a:t>
            </a:r>
            <a:endParaRPr lang="zh-CN" altLang="en-US">
              <a:cs typeface="Times New Roman" panose="02020603050405020304" pitchFamily="18" charset="0"/>
            </a:endParaRPr>
          </a:p>
        </p:txBody>
      </p:sp>
      <p:graphicFrame>
        <p:nvGraphicFramePr>
          <p:cNvPr id="1004547" name="Object 3"/>
          <p:cNvGraphicFramePr>
            <a:graphicFrameLocks noChangeAspect="1"/>
          </p:cNvGraphicFramePr>
          <p:nvPr/>
        </p:nvGraphicFramePr>
        <p:xfrm>
          <a:off x="1066800" y="244475"/>
          <a:ext cx="76962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4" name="Document" r:id="rId3" imgW="2840400" imgH="223920" progId="Word.Document.8">
                  <p:embed/>
                </p:oleObj>
              </mc:Choice>
              <mc:Fallback>
                <p:oleObj name="Document" r:id="rId3" imgW="2840400" imgH="2239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44475"/>
                        <a:ext cx="76962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4548" name="Text Box 4"/>
          <p:cNvSpPr txBox="1">
            <a:spLocks noChangeArrowheads="1"/>
          </p:cNvSpPr>
          <p:nvPr/>
        </p:nvSpPr>
        <p:spPr bwMode="auto">
          <a:xfrm>
            <a:off x="228600" y="16906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004549" name="Text Box 5"/>
          <p:cNvSpPr txBox="1">
            <a:spLocks noChangeArrowheads="1"/>
          </p:cNvSpPr>
          <p:nvPr/>
        </p:nvSpPr>
        <p:spPr bwMode="auto">
          <a:xfrm>
            <a:off x="457200" y="9906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是对称正交阵.</a:t>
            </a:r>
            <a:r>
              <a:rPr lang="zh-CN" altLang="en-US"/>
              <a:t> </a:t>
            </a:r>
          </a:p>
        </p:txBody>
      </p:sp>
      <p:graphicFrame>
        <p:nvGraphicFramePr>
          <p:cNvPr id="1004550" name="Object 6"/>
          <p:cNvGraphicFramePr>
            <a:graphicFrameLocks noChangeAspect="1"/>
          </p:cNvGraphicFramePr>
          <p:nvPr/>
        </p:nvGraphicFramePr>
        <p:xfrm>
          <a:off x="850900" y="1689100"/>
          <a:ext cx="3111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5" name="Equation" r:id="rId5" imgW="1269720" imgH="228600" progId="Equation.3">
                  <p:embed/>
                </p:oleObj>
              </mc:Choice>
              <mc:Fallback>
                <p:oleObj name="Equation" r:id="rId5" imgW="126972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1689100"/>
                        <a:ext cx="31115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4551" name="Text Box 7"/>
          <p:cNvSpPr txBox="1">
            <a:spLocks noChangeArrowheads="1"/>
          </p:cNvSpPr>
          <p:nvPr/>
        </p:nvSpPr>
        <p:spPr bwMode="auto">
          <a:xfrm>
            <a:off x="304800" y="2362200"/>
            <a:ext cx="2730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故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cs typeface="Times New Roman" panose="02020603050405020304" pitchFamily="18" charset="0"/>
              </a:rPr>
              <a:t>为对称阵；</a:t>
            </a:r>
            <a:r>
              <a:rPr lang="zh-CN" altLang="en-US"/>
              <a:t> </a:t>
            </a:r>
          </a:p>
        </p:txBody>
      </p:sp>
      <p:graphicFrame>
        <p:nvGraphicFramePr>
          <p:cNvPr id="1004552" name="Object 8"/>
          <p:cNvGraphicFramePr>
            <a:graphicFrameLocks noChangeAspect="1"/>
          </p:cNvGraphicFramePr>
          <p:nvPr/>
        </p:nvGraphicFramePr>
        <p:xfrm>
          <a:off x="684213" y="3200400"/>
          <a:ext cx="48021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6" name="Equation" r:id="rId7" imgW="1942920" imgH="228600" progId="Equation.3">
                  <p:embed/>
                </p:oleObj>
              </mc:Choice>
              <mc:Fallback>
                <p:oleObj name="Equation" r:id="rId7" imgW="19429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200400"/>
                        <a:ext cx="4802187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4553" name="Object 9"/>
          <p:cNvGraphicFramePr>
            <a:graphicFrameLocks noChangeAspect="1"/>
          </p:cNvGraphicFramePr>
          <p:nvPr/>
        </p:nvGraphicFramePr>
        <p:xfrm>
          <a:off x="1130300" y="3962400"/>
          <a:ext cx="39751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7" name="Equation" r:id="rId9" imgW="1663560" imgH="228600" progId="Equation.3">
                  <p:embed/>
                </p:oleObj>
              </mc:Choice>
              <mc:Fallback>
                <p:oleObj name="Equation" r:id="rId9" imgW="16635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3962400"/>
                        <a:ext cx="397510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4554" name="Object 10"/>
          <p:cNvGraphicFramePr>
            <a:graphicFrameLocks noChangeAspect="1"/>
          </p:cNvGraphicFramePr>
          <p:nvPr/>
        </p:nvGraphicFramePr>
        <p:xfrm>
          <a:off x="1117600" y="4648200"/>
          <a:ext cx="838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78" name="Equation" r:id="rId11" imgW="355320" imgH="203040" progId="Equation.3">
                  <p:embed/>
                </p:oleObj>
              </mc:Choice>
              <mc:Fallback>
                <p:oleObj name="Equation" r:id="rId11" imgW="35532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4648200"/>
                        <a:ext cx="8382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4555" name="Group 11"/>
          <p:cNvGrpSpPr>
            <a:grpSpLocks/>
          </p:cNvGrpSpPr>
          <p:nvPr/>
        </p:nvGrpSpPr>
        <p:grpSpPr bwMode="auto">
          <a:xfrm>
            <a:off x="6019800" y="2667000"/>
            <a:ext cx="2819400" cy="762000"/>
            <a:chOff x="3792" y="1680"/>
            <a:chExt cx="1776" cy="480"/>
          </a:xfrm>
        </p:grpSpPr>
        <p:graphicFrame>
          <p:nvGraphicFramePr>
            <p:cNvPr id="1004556" name="Object 12"/>
            <p:cNvGraphicFramePr>
              <a:graphicFrameLocks noChangeAspect="1"/>
            </p:cNvGraphicFramePr>
            <p:nvPr/>
          </p:nvGraphicFramePr>
          <p:xfrm>
            <a:off x="3906" y="1718"/>
            <a:ext cx="1581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579" name="Equation" r:id="rId13" imgW="990360" imgH="228600" progId="Equation.3">
                    <p:embed/>
                  </p:oleObj>
                </mc:Choice>
                <mc:Fallback>
                  <p:oleObj name="Equation" r:id="rId13" imgW="99036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6" y="1718"/>
                          <a:ext cx="1581" cy="3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4557" name="AutoShape 13"/>
            <p:cNvSpPr>
              <a:spLocks noChangeArrowheads="1"/>
            </p:cNvSpPr>
            <p:nvPr/>
          </p:nvSpPr>
          <p:spPr bwMode="auto">
            <a:xfrm>
              <a:off x="3792" y="1680"/>
              <a:ext cx="1776" cy="480"/>
            </a:xfrm>
            <a:prstGeom prst="wedgeRoundRectCallout">
              <a:avLst>
                <a:gd name="adj1" fmla="val -97806"/>
                <a:gd name="adj2" fmla="val 139792"/>
                <a:gd name="adj3" fmla="val 16667"/>
              </a:avLst>
            </a:prstGeom>
            <a:noFill/>
            <a:ln w="22225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/>
              <a:endParaRPr lang="zh-CN" altLang="en-US"/>
            </a:p>
          </p:txBody>
        </p:sp>
      </p:grpSp>
      <p:sp>
        <p:nvSpPr>
          <p:cNvPr id="1004558" name="Text Box 14"/>
          <p:cNvSpPr txBox="1">
            <a:spLocks noChangeArrowheads="1"/>
          </p:cNvSpPr>
          <p:nvPr/>
        </p:nvSpPr>
        <p:spPr bwMode="auto">
          <a:xfrm>
            <a:off x="304800" y="51816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即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cs typeface="Times New Roman" panose="02020603050405020304" pitchFamily="18" charset="0"/>
              </a:rPr>
              <a:t>为正交阵</a:t>
            </a:r>
            <a:r>
              <a:rPr lang="zh-CN" altLang="en-US"/>
              <a:t>。</a:t>
            </a:r>
          </a:p>
        </p:txBody>
      </p:sp>
      <p:graphicFrame>
        <p:nvGraphicFramePr>
          <p:cNvPr id="1004559" name="Object 15"/>
          <p:cNvGraphicFramePr>
            <a:graphicFrameLocks noChangeAspect="1"/>
          </p:cNvGraphicFramePr>
          <p:nvPr/>
        </p:nvGraphicFramePr>
        <p:xfrm>
          <a:off x="3886200" y="1701800"/>
          <a:ext cx="27701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80" name="Equation" r:id="rId15" imgW="1130040" imgH="228600" progId="Equation.3">
                  <p:embed/>
                </p:oleObj>
              </mc:Choice>
              <mc:Fallback>
                <p:oleObj name="Equation" r:id="rId15" imgW="113004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01800"/>
                        <a:ext cx="2770188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0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0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0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0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0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0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00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0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0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6" grpId="0" autoUpdateAnimBg="0"/>
      <p:bldP spid="1004548" grpId="0" autoUpdateAnimBg="0"/>
      <p:bldP spid="1004549" grpId="0" autoUpdateAnimBg="0"/>
      <p:bldP spid="1004551" grpId="0" autoUpdateAnimBg="0"/>
      <p:bldP spid="1004558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0271-ACF0-4740-8E27-BC0AF14158A6}" type="slidenum">
              <a:rPr lang="zh-CN" altLang="en-US"/>
              <a:pPr/>
              <a:t>83</a:t>
            </a:fld>
            <a:endParaRPr lang="zh-CN" altLang="en-US"/>
          </a:p>
        </p:txBody>
      </p:sp>
      <p:sp>
        <p:nvSpPr>
          <p:cNvPr id="1005570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8305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lang="zh-CN" altLang="en-US">
                <a:solidFill>
                  <a:srgbClr val="0033CC"/>
                </a:solidFill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>
                <a:solidFill>
                  <a:srgbClr val="000000"/>
                </a:solidFill>
              </a:rPr>
              <a:t>阶矩阵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为正交矩阵的充分必要条件是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>
                <a:solidFill>
                  <a:srgbClr val="000000"/>
                </a:solidFill>
              </a:rPr>
              <a:t>的列(行)向量组是标准正交组。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05571" name="Text Box 3"/>
          <p:cNvSpPr txBox="1">
            <a:spLocks noChangeArrowheads="1"/>
          </p:cNvSpPr>
          <p:nvPr/>
        </p:nvSpPr>
        <p:spPr bwMode="auto">
          <a:xfrm>
            <a:off x="304800" y="12192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05572" name="Object 4"/>
          <p:cNvGraphicFramePr>
            <a:graphicFrameLocks noChangeAspect="1"/>
          </p:cNvGraphicFramePr>
          <p:nvPr/>
        </p:nvGraphicFramePr>
        <p:xfrm>
          <a:off x="1066800" y="1244600"/>
          <a:ext cx="36576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595" name="Equation" r:id="rId3" imgW="1485720" imgH="228600" progId="Equation.3">
                  <p:embed/>
                </p:oleObj>
              </mc:Choice>
              <mc:Fallback>
                <p:oleObj name="Equation" r:id="rId3" imgW="14857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44600"/>
                        <a:ext cx="365760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5573" name="Object 5"/>
          <p:cNvGraphicFramePr>
            <a:graphicFrameLocks noChangeAspect="1"/>
          </p:cNvGraphicFramePr>
          <p:nvPr/>
        </p:nvGraphicFramePr>
        <p:xfrm>
          <a:off x="4737100" y="1866900"/>
          <a:ext cx="4333875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596" name="Equation" r:id="rId5" imgW="1790640" imgH="952200" progId="Equation.3">
                  <p:embed/>
                </p:oleObj>
              </mc:Choice>
              <mc:Fallback>
                <p:oleObj name="Equation" r:id="rId5" imgW="1790640" imgH="952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1866900"/>
                        <a:ext cx="4333875" cy="2303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5574" name="Object 6"/>
          <p:cNvGraphicFramePr>
            <a:graphicFrameLocks noChangeAspect="1"/>
          </p:cNvGraphicFramePr>
          <p:nvPr/>
        </p:nvGraphicFramePr>
        <p:xfrm>
          <a:off x="228600" y="1828800"/>
          <a:ext cx="4572000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597" name="Equation" r:id="rId7" imgW="1930320" imgH="952200" progId="Equation.3">
                  <p:embed/>
                </p:oleObj>
              </mc:Choice>
              <mc:Fallback>
                <p:oleObj name="Equation" r:id="rId7" imgW="1930320" imgH="952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28800"/>
                        <a:ext cx="4572000" cy="233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5575" name="Object 7"/>
          <p:cNvGraphicFramePr>
            <a:graphicFrameLocks noChangeAspect="1"/>
          </p:cNvGraphicFramePr>
          <p:nvPr/>
        </p:nvGraphicFramePr>
        <p:xfrm>
          <a:off x="1295400" y="4191000"/>
          <a:ext cx="69405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598" name="Equation" r:id="rId9" imgW="2768400" imgH="253800" progId="Equation.3">
                  <p:embed/>
                </p:oleObj>
              </mc:Choice>
              <mc:Fallback>
                <p:oleObj name="Equation" r:id="rId9" imgW="2768400" imgH="25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191000"/>
                        <a:ext cx="69405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5576" name="Object 8"/>
          <p:cNvGraphicFramePr>
            <a:graphicFrameLocks noChangeAspect="1"/>
          </p:cNvGraphicFramePr>
          <p:nvPr/>
        </p:nvGraphicFramePr>
        <p:xfrm>
          <a:off x="228600" y="4800600"/>
          <a:ext cx="358140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599" name="Equation" r:id="rId11" imgW="1384200" imgH="469800" progId="Equation.3">
                  <p:embed/>
                </p:oleObj>
              </mc:Choice>
              <mc:Fallback>
                <p:oleObj name="Equation" r:id="rId11" imgW="138420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800600"/>
                        <a:ext cx="3581400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5577" name="Text Box 9"/>
          <p:cNvSpPr txBox="1">
            <a:spLocks noChangeArrowheads="1"/>
          </p:cNvSpPr>
          <p:nvPr/>
        </p:nvSpPr>
        <p:spPr bwMode="auto">
          <a:xfrm>
            <a:off x="228600" y="41910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所以</a:t>
            </a:r>
          </a:p>
        </p:txBody>
      </p:sp>
      <p:sp>
        <p:nvSpPr>
          <p:cNvPr id="1005578" name="Rectangle 10"/>
          <p:cNvSpPr>
            <a:spLocks noChangeArrowheads="1"/>
          </p:cNvSpPr>
          <p:nvPr/>
        </p:nvSpPr>
        <p:spPr bwMode="auto">
          <a:xfrm>
            <a:off x="3886200" y="5181600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</a:rPr>
              <a:t>即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>
                <a:solidFill>
                  <a:srgbClr val="000000"/>
                </a:solidFill>
              </a:rPr>
              <a:t>的列向量组是标准正交组；</a:t>
            </a:r>
          </a:p>
        </p:txBody>
      </p:sp>
      <p:grpSp>
        <p:nvGrpSpPr>
          <p:cNvPr id="1005579" name="Group 11"/>
          <p:cNvGrpSpPr>
            <a:grpSpLocks/>
          </p:cNvGrpSpPr>
          <p:nvPr/>
        </p:nvGrpSpPr>
        <p:grpSpPr bwMode="auto">
          <a:xfrm>
            <a:off x="215900" y="5994400"/>
            <a:ext cx="6235700" cy="573088"/>
            <a:chOff x="136" y="3776"/>
            <a:chExt cx="3928" cy="361"/>
          </a:xfrm>
        </p:grpSpPr>
        <p:graphicFrame>
          <p:nvGraphicFramePr>
            <p:cNvPr id="1005580" name="Object 12"/>
            <p:cNvGraphicFramePr>
              <a:graphicFrameLocks noChangeAspect="1"/>
            </p:cNvGraphicFramePr>
            <p:nvPr/>
          </p:nvGraphicFramePr>
          <p:xfrm>
            <a:off x="664" y="3776"/>
            <a:ext cx="1003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5600" name="Equation" r:id="rId13" imgW="634680" imgH="228600" progId="Equation.3">
                    <p:embed/>
                  </p:oleObj>
                </mc:Choice>
                <mc:Fallback>
                  <p:oleObj name="Equation" r:id="rId13" imgW="63468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" y="3776"/>
                          <a:ext cx="1003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5581" name="Text Box 13"/>
            <p:cNvSpPr txBox="1">
              <a:spLocks noChangeArrowheads="1"/>
            </p:cNvSpPr>
            <p:nvPr/>
          </p:nvSpPr>
          <p:spPr bwMode="auto">
            <a:xfrm>
              <a:off x="136" y="3777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利用</a:t>
              </a:r>
            </a:p>
          </p:txBody>
        </p:sp>
        <p:sp>
          <p:nvSpPr>
            <p:cNvPr id="1005582" name="Text Box 14"/>
            <p:cNvSpPr txBox="1">
              <a:spLocks noChangeArrowheads="1"/>
            </p:cNvSpPr>
            <p:nvPr/>
          </p:nvSpPr>
          <p:spPr bwMode="auto">
            <a:xfrm>
              <a:off x="1664" y="3792"/>
              <a:ext cx="2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即得行向量组的情况。</a:t>
              </a:r>
            </a:p>
          </p:txBody>
        </p:sp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0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5570" grpId="0" autoUpdateAnimBg="0"/>
      <p:bldP spid="1005571" grpId="0" autoUpdateAnimBg="0"/>
      <p:bldP spid="1005577" grpId="0" autoUpdateAnimBg="0"/>
      <p:bldP spid="1005578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5638-67A2-48A1-8289-020B64C8D0F0}" type="slidenum">
              <a:rPr lang="zh-CN" altLang="en-US"/>
              <a:pPr/>
              <a:t>84</a:t>
            </a:fld>
            <a:endParaRPr lang="zh-CN" altLang="en-US"/>
          </a:p>
        </p:txBody>
      </p:sp>
      <p:graphicFrame>
        <p:nvGraphicFramePr>
          <p:cNvPr id="1006594" name="Object 2"/>
          <p:cNvGraphicFramePr>
            <a:graphicFrameLocks noChangeAspect="1"/>
          </p:cNvGraphicFramePr>
          <p:nvPr/>
        </p:nvGraphicFramePr>
        <p:xfrm>
          <a:off x="609600" y="2667000"/>
          <a:ext cx="23177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06" name="Equation" r:id="rId3" imgW="939600" imgH="228600" progId="Equation.3">
                  <p:embed/>
                </p:oleObj>
              </mc:Choice>
              <mc:Fallback>
                <p:oleObj name="Equation" r:id="rId3" imgW="9396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667000"/>
                        <a:ext cx="23177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6595" name="Object 3"/>
          <p:cNvGraphicFramePr>
            <a:graphicFrameLocks noChangeAspect="1"/>
          </p:cNvGraphicFramePr>
          <p:nvPr/>
        </p:nvGraphicFramePr>
        <p:xfrm>
          <a:off x="630238" y="1219200"/>
          <a:ext cx="224631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07" name="Equation" r:id="rId5" imgW="927000" imgH="228600" progId="Equation.3">
                  <p:embed/>
                </p:oleObj>
              </mc:Choice>
              <mc:Fallback>
                <p:oleObj name="Equation" r:id="rId5" imgW="9270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1219200"/>
                        <a:ext cx="224631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6596" name="Rectangle 4"/>
          <p:cNvSpPr>
            <a:spLocks noChangeArrowheads="1"/>
          </p:cNvSpPr>
          <p:nvPr/>
        </p:nvSpPr>
        <p:spPr bwMode="auto">
          <a:xfrm>
            <a:off x="609600" y="457200"/>
            <a:ext cx="8077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000" i="1">
                <a:latin typeface="Times New Roman" panose="02020603050405020304" pitchFamily="18" charset="0"/>
              </a:rPr>
              <a:t>Q </a:t>
            </a:r>
            <a:r>
              <a:rPr lang="zh-CN" altLang="en-US"/>
              <a:t>为正交矩阵的充要条件是下列条件之一成立：</a:t>
            </a:r>
          </a:p>
        </p:txBody>
      </p:sp>
      <p:graphicFrame>
        <p:nvGraphicFramePr>
          <p:cNvPr id="1006597" name="Object 5"/>
          <p:cNvGraphicFramePr>
            <a:graphicFrameLocks noChangeAspect="1"/>
          </p:cNvGraphicFramePr>
          <p:nvPr/>
        </p:nvGraphicFramePr>
        <p:xfrm>
          <a:off x="609600" y="1930400"/>
          <a:ext cx="22256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08" name="Equation" r:id="rId7" imgW="939600" imgH="228600" progId="Equation.3">
                  <p:embed/>
                </p:oleObj>
              </mc:Choice>
              <mc:Fallback>
                <p:oleObj name="Equation" r:id="rId7" imgW="9396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30400"/>
                        <a:ext cx="22256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6598" name="Text Box 6"/>
          <p:cNvSpPr txBox="1">
            <a:spLocks noChangeArrowheads="1"/>
          </p:cNvSpPr>
          <p:nvPr/>
        </p:nvSpPr>
        <p:spPr bwMode="auto">
          <a:xfrm>
            <a:off x="533400" y="3276600"/>
            <a:ext cx="678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(4) </a:t>
            </a:r>
            <a:r>
              <a:rPr lang="en-US" altLang="zh-CN" sz="3000" i="1">
                <a:latin typeface="Times New Roman" panose="02020603050405020304" pitchFamily="18" charset="0"/>
              </a:rPr>
              <a:t>Q </a:t>
            </a:r>
            <a:r>
              <a:rPr lang="zh-CN" altLang="en-US">
                <a:latin typeface="Times New Roman" panose="02020603050405020304" pitchFamily="18" charset="0"/>
              </a:rPr>
              <a:t>的列向量是两两正交的单位向量；</a:t>
            </a:r>
          </a:p>
        </p:txBody>
      </p:sp>
      <p:sp>
        <p:nvSpPr>
          <p:cNvPr id="1006599" name="Text Box 7"/>
          <p:cNvSpPr txBox="1">
            <a:spLocks noChangeArrowheads="1"/>
          </p:cNvSpPr>
          <p:nvPr/>
        </p:nvSpPr>
        <p:spPr bwMode="auto">
          <a:xfrm>
            <a:off x="533400" y="3962400"/>
            <a:ext cx="7315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(5) </a:t>
            </a:r>
            <a:r>
              <a:rPr lang="en-US" altLang="zh-CN" sz="3000" i="1">
                <a:latin typeface="Times New Roman" panose="02020603050405020304" pitchFamily="18" charset="0"/>
              </a:rPr>
              <a:t>Q </a:t>
            </a:r>
            <a:r>
              <a:rPr lang="zh-CN" altLang="en-US">
                <a:latin typeface="Times New Roman" panose="02020603050405020304" pitchFamily="18" charset="0"/>
              </a:rPr>
              <a:t>的行向量是两两正交的单位向量。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6" grpId="0" autoUpdateAnimBg="0"/>
      <p:bldP spid="1006598" grpId="0" autoUpdateAnimBg="0"/>
      <p:bldP spid="1006599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45F2-27EF-4ACE-B4B3-B33ED55DF76F}" type="slidenum">
              <a:rPr lang="zh-CN" altLang="en-US"/>
              <a:pPr/>
              <a:t>85</a:t>
            </a:fld>
            <a:endParaRPr lang="zh-CN" altLang="en-US"/>
          </a:p>
        </p:txBody>
      </p:sp>
      <p:graphicFrame>
        <p:nvGraphicFramePr>
          <p:cNvPr id="1007618" name="Object 2"/>
          <p:cNvGraphicFramePr>
            <a:graphicFrameLocks noChangeAspect="1"/>
          </p:cNvGraphicFramePr>
          <p:nvPr/>
        </p:nvGraphicFramePr>
        <p:xfrm>
          <a:off x="2209800" y="806450"/>
          <a:ext cx="4249738" cy="373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626" name="Equation" r:id="rId3" imgW="1765080" imgH="1549080" progId="Equation.3">
                  <p:embed/>
                </p:oleObj>
              </mc:Choice>
              <mc:Fallback>
                <p:oleObj name="Equation" r:id="rId3" imgW="1765080" imgH="1549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806450"/>
                        <a:ext cx="4249738" cy="373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7619" name="Text Box 3"/>
          <p:cNvSpPr txBox="1">
            <a:spLocks noChangeArrowheads="1"/>
          </p:cNvSpPr>
          <p:nvPr/>
        </p:nvSpPr>
        <p:spPr bwMode="auto">
          <a:xfrm>
            <a:off x="304800" y="381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例6</a:t>
            </a:r>
            <a:r>
              <a:rPr lang="zh-CN" altLang="en-US"/>
              <a:t>  </a:t>
            </a:r>
            <a:r>
              <a:rPr lang="zh-CN" altLang="en-US">
                <a:latin typeface="Times New Roman" panose="02020603050405020304" pitchFamily="18" charset="0"/>
              </a:rPr>
              <a:t>验证矩阵</a:t>
            </a:r>
          </a:p>
        </p:txBody>
      </p:sp>
      <p:sp>
        <p:nvSpPr>
          <p:cNvPr id="1007620" name="Text Box 4"/>
          <p:cNvSpPr txBox="1">
            <a:spLocks noChangeArrowheads="1"/>
          </p:cNvSpPr>
          <p:nvPr/>
        </p:nvSpPr>
        <p:spPr bwMode="auto">
          <a:xfrm>
            <a:off x="457200" y="4387850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是正交矩阵。</a:t>
            </a:r>
          </a:p>
        </p:txBody>
      </p:sp>
      <p:sp>
        <p:nvSpPr>
          <p:cNvPr id="1007621" name="Text Box 5"/>
          <p:cNvSpPr txBox="1">
            <a:spLocks noChangeArrowheads="1"/>
          </p:cNvSpPr>
          <p:nvPr/>
        </p:nvSpPr>
        <p:spPr bwMode="auto">
          <a:xfrm>
            <a:off x="1003300" y="4946650"/>
            <a:ext cx="7315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i="1">
                <a:latin typeface="Times New Roman" panose="02020603050405020304" pitchFamily="18" charset="0"/>
              </a:rPr>
              <a:t>P </a:t>
            </a:r>
            <a:r>
              <a:rPr lang="zh-CN" altLang="en-US">
                <a:latin typeface="Times New Roman" panose="02020603050405020304" pitchFamily="18" charset="0"/>
              </a:rPr>
              <a:t>的每个列向量都是单位向量，且两两正交，</a:t>
            </a:r>
          </a:p>
        </p:txBody>
      </p:sp>
      <p:sp>
        <p:nvSpPr>
          <p:cNvPr id="1007622" name="Text Box 6"/>
          <p:cNvSpPr txBox="1">
            <a:spLocks noChangeArrowheads="1"/>
          </p:cNvSpPr>
          <p:nvPr/>
        </p:nvSpPr>
        <p:spPr bwMode="auto">
          <a:xfrm>
            <a:off x="533400" y="5607050"/>
            <a:ext cx="365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所以 </a:t>
            </a:r>
            <a:r>
              <a:rPr lang="en-US" altLang="zh-CN" sz="3000" i="1">
                <a:latin typeface="Times New Roman" panose="02020603050405020304" pitchFamily="18" charset="0"/>
              </a:rPr>
              <a:t>P </a:t>
            </a:r>
            <a:r>
              <a:rPr lang="zh-CN" altLang="en-US">
                <a:latin typeface="Times New Roman" panose="02020603050405020304" pitchFamily="18" charset="0"/>
              </a:rPr>
              <a:t>是正交矩阵。</a:t>
            </a:r>
          </a:p>
        </p:txBody>
      </p:sp>
      <p:sp>
        <p:nvSpPr>
          <p:cNvPr id="1007623" name="Text Box 7"/>
          <p:cNvSpPr txBox="1">
            <a:spLocks noChangeArrowheads="1"/>
          </p:cNvSpPr>
          <p:nvPr/>
        </p:nvSpPr>
        <p:spPr bwMode="auto">
          <a:xfrm>
            <a:off x="304800" y="499745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0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0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0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619" grpId="0" autoUpdateAnimBg="0"/>
      <p:bldP spid="1007620" grpId="0" autoUpdateAnimBg="0"/>
      <p:bldP spid="1007621" grpId="0" autoUpdateAnimBg="0"/>
      <p:bldP spid="1007622" grpId="0" autoUpdateAnimBg="0"/>
      <p:bldP spid="1007623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942D4-58D8-4F19-A1B9-CE422E29DC3A}" type="slidenum">
              <a:rPr lang="zh-CN" altLang="en-US"/>
              <a:pPr/>
              <a:t>86</a:t>
            </a:fld>
            <a:endParaRPr lang="zh-CN" altLang="en-US"/>
          </a:p>
        </p:txBody>
      </p:sp>
      <p:sp>
        <p:nvSpPr>
          <p:cNvPr id="101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0772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(四) </a:t>
            </a:r>
            <a:r>
              <a:rPr lang="zh-CN" altLang="en-US" sz="3200" b="1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实对称矩阵的特征值和特征向量</a:t>
            </a:r>
            <a:r>
              <a:rPr lang="zh-CN" altLang="en-US" sz="4000" b="1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13772" name="Text Box 12"/>
          <p:cNvSpPr txBox="1">
            <a:spLocks noChangeArrowheads="1"/>
          </p:cNvSpPr>
          <p:nvPr/>
        </p:nvSpPr>
        <p:spPr bwMode="auto">
          <a:xfrm>
            <a:off x="1143000" y="1566863"/>
            <a:ext cx="541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实对称矩阵的特征值都是实数。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13773" name="Text Box 13"/>
          <p:cNvSpPr txBox="1">
            <a:spLocks noChangeArrowheads="1"/>
          </p:cNvSpPr>
          <p:nvPr/>
        </p:nvSpPr>
        <p:spPr bwMode="auto">
          <a:xfrm>
            <a:off x="152400" y="15763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13774" name="Text Box 14"/>
          <p:cNvSpPr txBox="1">
            <a:spLocks noChangeArrowheads="1"/>
          </p:cNvSpPr>
          <p:nvPr/>
        </p:nvSpPr>
        <p:spPr bwMode="auto">
          <a:xfrm>
            <a:off x="152400" y="838200"/>
            <a:ext cx="899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并非所有方阵都可对角化,但是实对称矩阵必可对角化。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13775" name="Text Box 15"/>
          <p:cNvSpPr txBox="1">
            <a:spLocks noChangeArrowheads="1"/>
          </p:cNvSpPr>
          <p:nvPr/>
        </p:nvSpPr>
        <p:spPr bwMode="auto">
          <a:xfrm>
            <a:off x="152400" y="2887663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013776" name="Text Box 16"/>
          <p:cNvSpPr txBox="1">
            <a:spLocks noChangeArrowheads="1"/>
          </p:cNvSpPr>
          <p:nvPr/>
        </p:nvSpPr>
        <p:spPr bwMode="auto">
          <a:xfrm>
            <a:off x="6553200" y="15636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证略</a:t>
            </a:r>
          </a:p>
        </p:txBody>
      </p:sp>
      <p:sp>
        <p:nvSpPr>
          <p:cNvPr id="1013777" name="Text Box 17"/>
          <p:cNvSpPr txBox="1">
            <a:spLocks noChangeArrowheads="1"/>
          </p:cNvSpPr>
          <p:nvPr/>
        </p:nvSpPr>
        <p:spPr bwMode="auto">
          <a:xfrm>
            <a:off x="1143000" y="2271713"/>
            <a:ext cx="8001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>
                <a:cs typeface="Times New Roman" panose="02020603050405020304" pitchFamily="18" charset="0"/>
              </a:rPr>
              <a:t>实对称矩阵的属于不同特征值的特征向量彼此正交</a:t>
            </a:r>
            <a:r>
              <a:rPr lang="zh-CN" altLang="en-US" sz="2600"/>
              <a:t>。</a:t>
            </a:r>
          </a:p>
        </p:txBody>
      </p:sp>
      <p:sp>
        <p:nvSpPr>
          <p:cNvPr id="1013778" name="Text Box 18"/>
          <p:cNvSpPr txBox="1">
            <a:spLocks noChangeArrowheads="1"/>
          </p:cNvSpPr>
          <p:nvPr/>
        </p:nvSpPr>
        <p:spPr bwMode="auto">
          <a:xfrm>
            <a:off x="152400" y="22367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13779" name="Text Box 19"/>
          <p:cNvSpPr txBox="1">
            <a:spLocks noChangeArrowheads="1"/>
          </p:cNvSpPr>
          <p:nvPr/>
        </p:nvSpPr>
        <p:spPr bwMode="auto">
          <a:xfrm>
            <a:off x="685800" y="28829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只证两个特征向量的情况。</a:t>
            </a:r>
          </a:p>
        </p:txBody>
      </p:sp>
      <p:graphicFrame>
        <p:nvGraphicFramePr>
          <p:cNvPr id="1013780" name="Object 20"/>
          <p:cNvGraphicFramePr>
            <a:graphicFrameLocks noChangeAspect="1"/>
          </p:cNvGraphicFramePr>
          <p:nvPr/>
        </p:nvGraphicFramePr>
        <p:xfrm>
          <a:off x="381000" y="3567113"/>
          <a:ext cx="35052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28" name="Document" r:id="rId3" imgW="1450440" imgH="180720" progId="Word.Document.8">
                  <p:embed/>
                </p:oleObj>
              </mc:Choice>
              <mc:Fallback>
                <p:oleObj name="Document" r:id="rId3" imgW="1450440" imgH="18072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567113"/>
                        <a:ext cx="35052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1" name="Object 21"/>
          <p:cNvGraphicFramePr>
            <a:graphicFrameLocks noChangeAspect="1"/>
          </p:cNvGraphicFramePr>
          <p:nvPr/>
        </p:nvGraphicFramePr>
        <p:xfrm>
          <a:off x="3962400" y="3600450"/>
          <a:ext cx="1676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29" name="Equation" r:id="rId5" imgW="698400" imgH="203040" progId="Equation.3">
                  <p:embed/>
                </p:oleObj>
              </mc:Choice>
              <mc:Fallback>
                <p:oleObj name="Equation" r:id="rId5" imgW="69840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600450"/>
                        <a:ext cx="16764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2" name="Object 22"/>
          <p:cNvGraphicFramePr>
            <a:graphicFrameLocks noChangeAspect="1"/>
          </p:cNvGraphicFramePr>
          <p:nvPr/>
        </p:nvGraphicFramePr>
        <p:xfrm>
          <a:off x="7456488" y="3621088"/>
          <a:ext cx="115411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0" name="Equation" r:id="rId7" imgW="469800" imgH="203040" progId="Equation.3">
                  <p:embed/>
                </p:oleObj>
              </mc:Choice>
              <mc:Fallback>
                <p:oleObj name="Equation" r:id="rId7" imgW="469800" imgH="2030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6488" y="3621088"/>
                        <a:ext cx="1154112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3" name="Object 23"/>
          <p:cNvGraphicFramePr>
            <a:graphicFrameLocks noChangeAspect="1"/>
          </p:cNvGraphicFramePr>
          <p:nvPr/>
        </p:nvGraphicFramePr>
        <p:xfrm>
          <a:off x="5638800" y="3622675"/>
          <a:ext cx="1676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1" name="Equation" r:id="rId9" imgW="698400" imgH="203040" progId="Equation.3">
                  <p:embed/>
                </p:oleObj>
              </mc:Choice>
              <mc:Fallback>
                <p:oleObj name="Equation" r:id="rId9" imgW="698400" imgH="2030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622675"/>
                        <a:ext cx="16764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4" name="Object 24"/>
          <p:cNvGraphicFramePr>
            <a:graphicFrameLocks noChangeAspect="1"/>
          </p:cNvGraphicFramePr>
          <p:nvPr/>
        </p:nvGraphicFramePr>
        <p:xfrm>
          <a:off x="457200" y="4329113"/>
          <a:ext cx="12192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2" name="Equation" r:id="rId11" imgW="520560" imgH="203040" progId="Equation.3">
                  <p:embed/>
                </p:oleObj>
              </mc:Choice>
              <mc:Fallback>
                <p:oleObj name="Equation" r:id="rId11" imgW="520560" imgH="2030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329113"/>
                        <a:ext cx="1219200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5" name="Object 25"/>
          <p:cNvGraphicFramePr>
            <a:graphicFrameLocks noChangeAspect="1"/>
          </p:cNvGraphicFramePr>
          <p:nvPr/>
        </p:nvGraphicFramePr>
        <p:xfrm>
          <a:off x="3276600" y="5048250"/>
          <a:ext cx="167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3" name="Equation" r:id="rId13" imgW="634680" imgH="203040" progId="Equation.3">
                  <p:embed/>
                </p:oleObj>
              </mc:Choice>
              <mc:Fallback>
                <p:oleObj name="Equation" r:id="rId13" imgW="634680" imgH="2030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48250"/>
                        <a:ext cx="1676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6" name="Object 26"/>
          <p:cNvGraphicFramePr>
            <a:graphicFrameLocks noChangeAspect="1"/>
          </p:cNvGraphicFramePr>
          <p:nvPr/>
        </p:nvGraphicFramePr>
        <p:xfrm>
          <a:off x="1600200" y="4325938"/>
          <a:ext cx="1536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4" name="Equation" r:id="rId15" imgW="647640" imgH="203040" progId="Equation.3">
                  <p:embed/>
                </p:oleObj>
              </mc:Choice>
              <mc:Fallback>
                <p:oleObj name="Equation" r:id="rId15" imgW="647640" imgH="2030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325938"/>
                        <a:ext cx="1536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7" name="Object 27"/>
          <p:cNvGraphicFramePr>
            <a:graphicFrameLocks noChangeAspect="1"/>
          </p:cNvGraphicFramePr>
          <p:nvPr/>
        </p:nvGraphicFramePr>
        <p:xfrm>
          <a:off x="3113088" y="4351338"/>
          <a:ext cx="16002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5" name="Equation" r:id="rId17" imgW="672840" imgH="203040" progId="Equation.3">
                  <p:embed/>
                </p:oleObj>
              </mc:Choice>
              <mc:Fallback>
                <p:oleObj name="Equation" r:id="rId17" imgW="672840" imgH="2030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088" y="4351338"/>
                        <a:ext cx="160020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8" name="Object 28"/>
          <p:cNvGraphicFramePr>
            <a:graphicFrameLocks noChangeAspect="1"/>
          </p:cNvGraphicFramePr>
          <p:nvPr/>
        </p:nvGraphicFramePr>
        <p:xfrm>
          <a:off x="4648200" y="4306888"/>
          <a:ext cx="16002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6" name="Equation" r:id="rId19" imgW="698400" imgH="228600" progId="Equation.3">
                  <p:embed/>
                </p:oleObj>
              </mc:Choice>
              <mc:Fallback>
                <p:oleObj name="Equation" r:id="rId19" imgW="69840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306888"/>
                        <a:ext cx="16002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9" name="Object 29"/>
          <p:cNvGraphicFramePr>
            <a:graphicFrameLocks noChangeAspect="1"/>
          </p:cNvGraphicFramePr>
          <p:nvPr/>
        </p:nvGraphicFramePr>
        <p:xfrm>
          <a:off x="6230938" y="4329113"/>
          <a:ext cx="14319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7" name="Equation" r:id="rId21" imgW="634680" imgH="228600" progId="Equation.3">
                  <p:embed/>
                </p:oleObj>
              </mc:Choice>
              <mc:Fallback>
                <p:oleObj name="Equation" r:id="rId21" imgW="63468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4329113"/>
                        <a:ext cx="143192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0" name="Object 30"/>
          <p:cNvGraphicFramePr>
            <a:graphicFrameLocks noChangeAspect="1"/>
          </p:cNvGraphicFramePr>
          <p:nvPr/>
        </p:nvGraphicFramePr>
        <p:xfrm>
          <a:off x="381000" y="4938713"/>
          <a:ext cx="137160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8" name="Equation" r:id="rId23" imgW="571320" imgH="228600" progId="Equation.3">
                  <p:embed/>
                </p:oleObj>
              </mc:Choice>
              <mc:Fallback>
                <p:oleObj name="Equation" r:id="rId23" imgW="57132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938713"/>
                        <a:ext cx="137160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1" name="Object 31"/>
          <p:cNvGraphicFramePr>
            <a:graphicFrameLocks noChangeAspect="1"/>
          </p:cNvGraphicFramePr>
          <p:nvPr/>
        </p:nvGraphicFramePr>
        <p:xfrm>
          <a:off x="1708150" y="5014913"/>
          <a:ext cx="1600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9" name="Equation" r:id="rId25" imgW="660240" imgH="203040" progId="Equation.3">
                  <p:embed/>
                </p:oleObj>
              </mc:Choice>
              <mc:Fallback>
                <p:oleObj name="Equation" r:id="rId25" imgW="660240" imgH="2030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014913"/>
                        <a:ext cx="16002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2" name="Object 32"/>
          <p:cNvGraphicFramePr>
            <a:graphicFrameLocks noChangeAspect="1"/>
          </p:cNvGraphicFramePr>
          <p:nvPr/>
        </p:nvGraphicFramePr>
        <p:xfrm>
          <a:off x="4865688" y="5035550"/>
          <a:ext cx="17526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40" name="Equation" r:id="rId27" imgW="723600" imgH="203040" progId="Equation.3">
                  <p:embed/>
                </p:oleObj>
              </mc:Choice>
              <mc:Fallback>
                <p:oleObj name="Equation" r:id="rId27" imgW="723600" imgH="2030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5688" y="5035550"/>
                        <a:ext cx="17526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3" name="Object 33"/>
          <p:cNvGraphicFramePr>
            <a:graphicFrameLocks noChangeAspect="1"/>
          </p:cNvGraphicFramePr>
          <p:nvPr/>
        </p:nvGraphicFramePr>
        <p:xfrm>
          <a:off x="304800" y="5732463"/>
          <a:ext cx="34290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41" name="Equation" r:id="rId29" imgW="1384200" imgH="203040" progId="Equation.3">
                  <p:embed/>
                </p:oleObj>
              </mc:Choice>
              <mc:Fallback>
                <p:oleObj name="Equation" r:id="rId29" imgW="1384200" imgH="2030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732463"/>
                        <a:ext cx="342900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4" name="Object 34"/>
          <p:cNvGraphicFramePr>
            <a:graphicFrameLocks noChangeAspect="1"/>
          </p:cNvGraphicFramePr>
          <p:nvPr/>
        </p:nvGraphicFramePr>
        <p:xfrm>
          <a:off x="3810000" y="5732463"/>
          <a:ext cx="1676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42" name="Equation" r:id="rId31" imgW="672840" imgH="203040" progId="Equation.3">
                  <p:embed/>
                </p:oleObj>
              </mc:Choice>
              <mc:Fallback>
                <p:oleObj name="Equation" r:id="rId31" imgW="672840" imgH="2030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732463"/>
                        <a:ext cx="16764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5" name="Object 35"/>
          <p:cNvGraphicFramePr>
            <a:graphicFrameLocks noChangeAspect="1"/>
          </p:cNvGraphicFramePr>
          <p:nvPr/>
        </p:nvGraphicFramePr>
        <p:xfrm>
          <a:off x="5562600" y="5732463"/>
          <a:ext cx="22860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43" name="Equation" r:id="rId33" imgW="914400" imgH="203040" progId="Equation.3">
                  <p:embed/>
                </p:oleObj>
              </mc:Choice>
              <mc:Fallback>
                <p:oleObj name="Equation" r:id="rId33" imgW="914400" imgH="20304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732463"/>
                        <a:ext cx="228600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1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1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1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1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1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1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1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1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1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1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1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1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1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1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1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1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1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01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01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1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62" grpId="0" autoUpdateAnimBg="0"/>
      <p:bldP spid="1013772" grpId="0" autoUpdateAnimBg="0"/>
      <p:bldP spid="1013773" grpId="0" autoUpdateAnimBg="0"/>
      <p:bldP spid="1013774" grpId="0" autoUpdateAnimBg="0"/>
      <p:bldP spid="1013775" grpId="0" autoUpdateAnimBg="0"/>
      <p:bldP spid="1013776" grpId="0" autoUpdateAnimBg="0"/>
      <p:bldP spid="1013777" grpId="0" autoUpdateAnimBg="0"/>
      <p:bldP spid="1013778" grpId="0" autoUpdateAnimBg="0"/>
      <p:bldP spid="1013779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92584-C106-41FA-BB04-4DC110AF03AF}" type="slidenum">
              <a:rPr lang="zh-CN" altLang="en-US"/>
              <a:pPr/>
              <a:t>87</a:t>
            </a:fld>
            <a:endParaRPr lang="zh-CN" altLang="en-US"/>
          </a:p>
        </p:txBody>
      </p:sp>
      <p:graphicFrame>
        <p:nvGraphicFramePr>
          <p:cNvPr id="976898" name="Object 2"/>
          <p:cNvGraphicFramePr>
            <a:graphicFrameLocks noChangeAspect="1"/>
          </p:cNvGraphicFramePr>
          <p:nvPr/>
        </p:nvGraphicFramePr>
        <p:xfrm>
          <a:off x="382588" y="382588"/>
          <a:ext cx="8380412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908" name="Document" r:id="rId3" imgW="3073320" imgH="409320" progId="Word.Document.8">
                  <p:embed/>
                </p:oleObj>
              </mc:Choice>
              <mc:Fallback>
                <p:oleObj name="Document" r:id="rId3" imgW="3073320" imgH="4093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82588"/>
                        <a:ext cx="8380412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6899" name="Text Box 3"/>
          <p:cNvSpPr txBox="1">
            <a:spLocks noChangeArrowheads="1"/>
          </p:cNvSpPr>
          <p:nvPr/>
        </p:nvSpPr>
        <p:spPr bwMode="auto">
          <a:xfrm>
            <a:off x="304800" y="3048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976900" name="Text Box 4"/>
          <p:cNvSpPr txBox="1">
            <a:spLocks noChangeArrowheads="1"/>
          </p:cNvSpPr>
          <p:nvPr/>
        </p:nvSpPr>
        <p:spPr bwMode="auto">
          <a:xfrm>
            <a:off x="5334000" y="838200"/>
            <a:ext cx="1060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证略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76901" name="Text Box 5"/>
          <p:cNvSpPr txBox="1">
            <a:spLocks noChangeArrowheads="1"/>
          </p:cNvSpPr>
          <p:nvPr/>
        </p:nvSpPr>
        <p:spPr bwMode="auto">
          <a:xfrm>
            <a:off x="381000" y="1471613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669900"/>
                </a:solidFill>
                <a:ea typeface="黑体" panose="02010609060101010101" pitchFamily="49" charset="-122"/>
              </a:rPr>
              <a:t>具体计算步骤如下：</a:t>
            </a:r>
          </a:p>
        </p:txBody>
      </p:sp>
      <p:sp>
        <p:nvSpPr>
          <p:cNvPr id="976902" name="Text Box 6"/>
          <p:cNvSpPr txBox="1">
            <a:spLocks noChangeArrowheads="1"/>
          </p:cNvSpPr>
          <p:nvPr/>
        </p:nvSpPr>
        <p:spPr bwMode="auto">
          <a:xfrm>
            <a:off x="381000" y="2079625"/>
            <a:ext cx="6858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>
                <a:cs typeface="Times New Roman" panose="02020603050405020304" pitchFamily="18" charset="0"/>
              </a:rPr>
              <a:t> 求出实对称矩阵</a:t>
            </a:r>
            <a:r>
              <a:rPr lang="en-US" altLang="zh-CN" sz="3000" i="1">
                <a:latin typeface="Times New Roman" panose="02020603050405020304" pitchFamily="18" charset="0"/>
              </a:rPr>
              <a:t>A</a:t>
            </a:r>
            <a:r>
              <a:rPr lang="zh-CN" altLang="en-US">
                <a:cs typeface="Times New Roman" panose="02020603050405020304" pitchFamily="18" charset="0"/>
              </a:rPr>
              <a:t>的全部特征值；</a:t>
            </a:r>
            <a:endParaRPr lang="zh-CN" altLang="en-US"/>
          </a:p>
        </p:txBody>
      </p:sp>
      <p:sp>
        <p:nvSpPr>
          <p:cNvPr id="976903" name="Text Box 7"/>
          <p:cNvSpPr txBox="1">
            <a:spLocks noChangeArrowheads="1"/>
          </p:cNvSpPr>
          <p:nvPr/>
        </p:nvSpPr>
        <p:spPr bwMode="auto">
          <a:xfrm>
            <a:off x="215900" y="2636838"/>
            <a:ext cx="8305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(2)  </a:t>
            </a:r>
            <a:r>
              <a:rPr lang="zh-CN" altLang="en-US">
                <a:cs typeface="Times New Roman" panose="02020603050405020304" pitchFamily="18" charset="0"/>
              </a:rPr>
              <a:t>若特征值是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单根</a:t>
            </a:r>
            <a:r>
              <a:rPr lang="zh-CN" altLang="en-US">
                <a:cs typeface="Times New Roman" panose="02020603050405020304" pitchFamily="18" charset="0"/>
              </a:rPr>
              <a:t>，则求出一个线性无关的特征向量，并加以</a:t>
            </a:r>
            <a:r>
              <a:rPr lang="zh-CN" altLang="en-US">
                <a:solidFill>
                  <a:srgbClr val="003399"/>
                </a:solidFill>
                <a:ea typeface="黑体" panose="02010609060101010101" pitchFamily="49" charset="-122"/>
              </a:rPr>
              <a:t>单位化</a:t>
            </a:r>
            <a:r>
              <a:rPr lang="zh-CN" altLang="en-US">
                <a:cs typeface="Times New Roman" panose="02020603050405020304" pitchFamily="18" charset="0"/>
              </a:rPr>
              <a:t>；</a:t>
            </a:r>
            <a:r>
              <a:rPr lang="zh-CN" altLang="en-US"/>
              <a:t> </a:t>
            </a:r>
          </a:p>
        </p:txBody>
      </p:sp>
      <p:sp>
        <p:nvSpPr>
          <p:cNvPr id="976904" name="Text Box 8"/>
          <p:cNvSpPr txBox="1">
            <a:spLocks noChangeArrowheads="1"/>
          </p:cNvSpPr>
          <p:nvPr/>
        </p:nvSpPr>
        <p:spPr bwMode="auto">
          <a:xfrm>
            <a:off x="381000" y="3703638"/>
            <a:ext cx="80772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cs typeface="Times New Roman" panose="02020603050405020304" pitchFamily="18" charset="0"/>
              </a:rPr>
              <a:t> 若特征值是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重根</a:t>
            </a:r>
            <a:r>
              <a:rPr lang="zh-CN" altLang="en-US">
                <a:cs typeface="Times New Roman" panose="02020603050405020304" pitchFamily="18" charset="0"/>
              </a:rPr>
              <a:t>，则求出重</a:t>
            </a:r>
            <a:r>
              <a:rPr lang="zh-CN" altLang="en-US"/>
              <a:t>数</a:t>
            </a:r>
            <a:r>
              <a:rPr lang="zh-CN" altLang="en-US">
                <a:cs typeface="Times New Roman" panose="02020603050405020304" pitchFamily="18" charset="0"/>
              </a:rPr>
              <a:t>个线性无关的特征向量，然后用</a:t>
            </a:r>
            <a:r>
              <a:rPr lang="zh-CN" altLang="en-US">
                <a:solidFill>
                  <a:srgbClr val="003399"/>
                </a:solidFill>
                <a:ea typeface="黑体" panose="02010609060101010101" pitchFamily="49" charset="-122"/>
              </a:rPr>
              <a:t>施密特正交化</a:t>
            </a:r>
            <a:r>
              <a:rPr lang="zh-CN" altLang="en-US">
                <a:cs typeface="Times New Roman" panose="02020603050405020304" pitchFamily="18" charset="0"/>
              </a:rPr>
              <a:t>方法化为正交组，再单位化；</a:t>
            </a:r>
            <a:r>
              <a:rPr lang="zh-CN" altLang="en-US"/>
              <a:t> </a:t>
            </a:r>
          </a:p>
        </p:txBody>
      </p:sp>
      <p:sp>
        <p:nvSpPr>
          <p:cNvPr id="976905" name="Text Box 9"/>
          <p:cNvSpPr txBox="1">
            <a:spLocks noChangeArrowheads="1"/>
          </p:cNvSpPr>
          <p:nvPr/>
        </p:nvSpPr>
        <p:spPr bwMode="auto">
          <a:xfrm>
            <a:off x="304800" y="5207000"/>
            <a:ext cx="8382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(3)  </a:t>
            </a:r>
            <a:r>
              <a:rPr lang="zh-CN" altLang="en-US">
                <a:cs typeface="Times New Roman" panose="02020603050405020304" pitchFamily="18" charset="0"/>
              </a:rPr>
              <a:t>将这些两两正交的单位特征向量按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列</a:t>
            </a:r>
            <a:r>
              <a:rPr lang="zh-CN" altLang="en-US">
                <a:cs typeface="Times New Roman" panose="02020603050405020304" pitchFamily="18" charset="0"/>
              </a:rPr>
              <a:t>拼起来，就得到了正交矩阵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cs typeface="Times New Roman" panose="02020603050405020304" pitchFamily="18" charset="0"/>
              </a:rPr>
              <a:t>。</a:t>
            </a:r>
            <a:r>
              <a:rPr lang="en-US" altLang="zh-CN"/>
              <a:t> 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7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7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7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7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7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6899" grpId="0" autoUpdateAnimBg="0"/>
      <p:bldP spid="976900" grpId="0" autoUpdateAnimBg="0"/>
      <p:bldP spid="976901" grpId="0" autoUpdateAnimBg="0"/>
      <p:bldP spid="976902" grpId="0" autoUpdateAnimBg="0"/>
      <p:bldP spid="976903" grpId="0" autoUpdateAnimBg="0"/>
      <p:bldP spid="976904" grpId="0" autoUpdateAnimBg="0"/>
      <p:bldP spid="976905" grpId="0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B44D8-0FD4-44F0-9CE7-8044CC82C1AD}" type="slidenum">
              <a:rPr lang="zh-CN" altLang="en-US"/>
              <a:pPr/>
              <a:t>88</a:t>
            </a:fld>
            <a:endParaRPr lang="zh-CN" altLang="en-US"/>
          </a:p>
        </p:txBody>
      </p:sp>
      <p:sp>
        <p:nvSpPr>
          <p:cNvPr id="977922" name="Text Box 2"/>
          <p:cNvSpPr txBox="1">
            <a:spLocks noChangeArrowheads="1"/>
          </p:cNvSpPr>
          <p:nvPr/>
        </p:nvSpPr>
        <p:spPr bwMode="auto">
          <a:xfrm>
            <a:off x="304800" y="635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例1</a:t>
            </a:r>
          </a:p>
        </p:txBody>
      </p:sp>
      <p:sp>
        <p:nvSpPr>
          <p:cNvPr id="977923" name="Text Box 3"/>
          <p:cNvSpPr txBox="1">
            <a:spLocks noChangeArrowheads="1"/>
          </p:cNvSpPr>
          <p:nvPr/>
        </p:nvSpPr>
        <p:spPr bwMode="auto">
          <a:xfrm>
            <a:off x="336550" y="23002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77929" name="Object 9"/>
          <p:cNvGraphicFramePr>
            <a:graphicFrameLocks noChangeAspect="1"/>
          </p:cNvGraphicFramePr>
          <p:nvPr/>
        </p:nvGraphicFramePr>
        <p:xfrm>
          <a:off x="1065213" y="1766888"/>
          <a:ext cx="4687887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66" name="Equation" r:id="rId3" imgW="1993680" imgH="698400" progId="Equation.3">
                  <p:embed/>
                </p:oleObj>
              </mc:Choice>
              <mc:Fallback>
                <p:oleObj name="Equation" r:id="rId3" imgW="199368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1766888"/>
                        <a:ext cx="4687887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0" name="Object 10"/>
          <p:cNvGraphicFramePr>
            <a:graphicFrameLocks noChangeAspect="1"/>
          </p:cNvGraphicFramePr>
          <p:nvPr/>
        </p:nvGraphicFramePr>
        <p:xfrm>
          <a:off x="5715000" y="2379663"/>
          <a:ext cx="27162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67" name="Equation" r:id="rId5" imgW="1155600" imgH="203040" progId="Equation.3">
                  <p:embed/>
                </p:oleObj>
              </mc:Choice>
              <mc:Fallback>
                <p:oleObj name="Equation" r:id="rId5" imgW="115560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379663"/>
                        <a:ext cx="27162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1" name="Object 11"/>
          <p:cNvGraphicFramePr>
            <a:graphicFrameLocks noChangeAspect="1"/>
          </p:cNvGraphicFramePr>
          <p:nvPr/>
        </p:nvGraphicFramePr>
        <p:xfrm>
          <a:off x="152400" y="4011613"/>
          <a:ext cx="10668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68" name="Equation" r:id="rId7" imgW="482400" imgH="215640" progId="Equation.3">
                  <p:embed/>
                </p:oleObj>
              </mc:Choice>
              <mc:Fallback>
                <p:oleObj name="Equation" r:id="rId7" imgW="48240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011613"/>
                        <a:ext cx="1066800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2" name="Object 12"/>
          <p:cNvGraphicFramePr>
            <a:graphicFrameLocks noChangeAspect="1"/>
          </p:cNvGraphicFramePr>
          <p:nvPr/>
        </p:nvGraphicFramePr>
        <p:xfrm>
          <a:off x="1204913" y="3471863"/>
          <a:ext cx="1628775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69" name="Equation" r:id="rId9" imgW="736560" imgH="698400" progId="Equation.3">
                  <p:embed/>
                </p:oleObj>
              </mc:Choice>
              <mc:Fallback>
                <p:oleObj name="Equation" r:id="rId9" imgW="73656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3471863"/>
                        <a:ext cx="1628775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3" name="Object 13"/>
          <p:cNvGraphicFramePr>
            <a:graphicFrameLocks noChangeAspect="1"/>
          </p:cNvGraphicFramePr>
          <p:nvPr/>
        </p:nvGraphicFramePr>
        <p:xfrm>
          <a:off x="2971800" y="4013200"/>
          <a:ext cx="1219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0" name="Equation" r:id="rId11" imgW="571320" imgH="215640" progId="Equation.3">
                  <p:embed/>
                </p:oleObj>
              </mc:Choice>
              <mc:Fallback>
                <p:oleObj name="Equation" r:id="rId11" imgW="57132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013200"/>
                        <a:ext cx="1219200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4" name="Object 14"/>
          <p:cNvGraphicFramePr>
            <a:graphicFrameLocks noChangeAspect="1"/>
          </p:cNvGraphicFramePr>
          <p:nvPr/>
        </p:nvGraphicFramePr>
        <p:xfrm>
          <a:off x="4240213" y="3476625"/>
          <a:ext cx="1627187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1" name="Equation" r:id="rId13" imgW="749160" imgH="698400" progId="Equation.3">
                  <p:embed/>
                </p:oleObj>
              </mc:Choice>
              <mc:Fallback>
                <p:oleObj name="Equation" r:id="rId13" imgW="749160" imgH="69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3476625"/>
                        <a:ext cx="1627187" cy="153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5" name="Object 15"/>
          <p:cNvGraphicFramePr>
            <a:graphicFrameLocks noChangeAspect="1"/>
          </p:cNvGraphicFramePr>
          <p:nvPr/>
        </p:nvGraphicFramePr>
        <p:xfrm>
          <a:off x="6019800" y="4038600"/>
          <a:ext cx="11017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2" name="Equation" r:id="rId15" imgW="495000" imgH="228600" progId="Equation.3">
                  <p:embed/>
                </p:oleObj>
              </mc:Choice>
              <mc:Fallback>
                <p:oleObj name="Equation" r:id="rId15" imgW="4950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038600"/>
                        <a:ext cx="11017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6" name="Object 16"/>
          <p:cNvGraphicFramePr>
            <a:graphicFrameLocks noChangeAspect="1"/>
          </p:cNvGraphicFramePr>
          <p:nvPr/>
        </p:nvGraphicFramePr>
        <p:xfrm>
          <a:off x="7270750" y="3436938"/>
          <a:ext cx="1506538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3" name="Equation" r:id="rId17" imgW="647640" imgH="698400" progId="Equation.3">
                  <p:embed/>
                </p:oleObj>
              </mc:Choice>
              <mc:Fallback>
                <p:oleObj name="Equation" r:id="rId17" imgW="647640" imgH="698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3436938"/>
                        <a:ext cx="1506538" cy="164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7937" name="Text Box 17"/>
          <p:cNvSpPr txBox="1">
            <a:spLocks noChangeArrowheads="1"/>
          </p:cNvSpPr>
          <p:nvPr/>
        </p:nvSpPr>
        <p:spPr bwMode="auto">
          <a:xfrm>
            <a:off x="152400" y="5603875"/>
            <a:ext cx="1782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再单位化</a:t>
            </a:r>
            <a:r>
              <a:rPr lang="zh-CN" altLang="en-US"/>
              <a:t>,</a:t>
            </a:r>
          </a:p>
        </p:txBody>
      </p:sp>
      <p:graphicFrame>
        <p:nvGraphicFramePr>
          <p:cNvPr id="977938" name="Object 18"/>
          <p:cNvGraphicFramePr>
            <a:graphicFrameLocks noChangeAspect="1"/>
          </p:cNvGraphicFramePr>
          <p:nvPr/>
        </p:nvGraphicFramePr>
        <p:xfrm>
          <a:off x="1866900" y="5070475"/>
          <a:ext cx="213360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4" name="Equation" r:id="rId19" imgW="965160" imgH="711000" progId="Equation.3">
                  <p:embed/>
                </p:oleObj>
              </mc:Choice>
              <mc:Fallback>
                <p:oleObj name="Equation" r:id="rId19" imgW="965160" imgH="711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5070475"/>
                        <a:ext cx="2133600" cy="159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39" name="Object 19"/>
          <p:cNvGraphicFramePr>
            <a:graphicFrameLocks noChangeAspect="1"/>
          </p:cNvGraphicFramePr>
          <p:nvPr/>
        </p:nvGraphicFramePr>
        <p:xfrm>
          <a:off x="4114800" y="5062538"/>
          <a:ext cx="2124075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5" name="Equation" r:id="rId21" imgW="977760" imgH="711000" progId="Equation.3">
                  <p:embed/>
                </p:oleObj>
              </mc:Choice>
              <mc:Fallback>
                <p:oleObj name="Equation" r:id="rId21" imgW="977760" imgH="711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062538"/>
                        <a:ext cx="2124075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0" name="Object 20"/>
          <p:cNvGraphicFramePr>
            <a:graphicFrameLocks noChangeAspect="1"/>
          </p:cNvGraphicFramePr>
          <p:nvPr/>
        </p:nvGraphicFramePr>
        <p:xfrm>
          <a:off x="6342063" y="5006975"/>
          <a:ext cx="2039937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6" name="Equation" r:id="rId23" imgW="876240" imgH="711000" progId="Equation.3">
                  <p:embed/>
                </p:oleObj>
              </mc:Choice>
              <mc:Fallback>
                <p:oleObj name="Equation" r:id="rId23" imgW="876240" imgH="7110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063" y="5006975"/>
                        <a:ext cx="2039937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7941" name="Object 21"/>
          <p:cNvGraphicFramePr>
            <a:graphicFrameLocks noChangeAspect="1"/>
          </p:cNvGraphicFramePr>
          <p:nvPr/>
        </p:nvGraphicFramePr>
        <p:xfrm>
          <a:off x="1066800" y="39688"/>
          <a:ext cx="7924800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977" name="Document" r:id="rId25" imgW="3380760" imgH="698400" progId="Word.Document.8">
                  <p:embed/>
                </p:oleObj>
              </mc:Choice>
              <mc:Fallback>
                <p:oleObj name="Document" r:id="rId25" imgW="3380760" imgH="698400" progId="Word.Document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9688"/>
                        <a:ext cx="7924800" cy="172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7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7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7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7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7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7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7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7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7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7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2" grpId="0" autoUpdateAnimBg="0"/>
      <p:bldP spid="977923" grpId="0" autoUpdateAnimBg="0"/>
      <p:bldP spid="977937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3AF2C-AAB4-4E58-828F-49E1F381784C}" type="slidenum">
              <a:rPr lang="zh-CN" altLang="en-US"/>
              <a:pPr/>
              <a:t>89</a:t>
            </a:fld>
            <a:endParaRPr lang="zh-CN" altLang="en-US"/>
          </a:p>
        </p:txBody>
      </p:sp>
      <p:graphicFrame>
        <p:nvGraphicFramePr>
          <p:cNvPr id="978946" name="Object 2"/>
          <p:cNvGraphicFramePr>
            <a:graphicFrameLocks noChangeAspect="1"/>
          </p:cNvGraphicFramePr>
          <p:nvPr/>
        </p:nvGraphicFramePr>
        <p:xfrm>
          <a:off x="1104900" y="292100"/>
          <a:ext cx="213360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63" name="Equation" r:id="rId3" imgW="965160" imgH="711000" progId="Equation.3">
                  <p:embed/>
                </p:oleObj>
              </mc:Choice>
              <mc:Fallback>
                <p:oleObj name="Equation" r:id="rId3" imgW="96516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92100"/>
                        <a:ext cx="2133600" cy="159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8947" name="Object 3"/>
          <p:cNvGraphicFramePr>
            <a:graphicFrameLocks noChangeAspect="1"/>
          </p:cNvGraphicFramePr>
          <p:nvPr/>
        </p:nvGraphicFramePr>
        <p:xfrm>
          <a:off x="3352800" y="284163"/>
          <a:ext cx="2124075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64" name="Equation" r:id="rId5" imgW="977760" imgH="711000" progId="Equation.3">
                  <p:embed/>
                </p:oleObj>
              </mc:Choice>
              <mc:Fallback>
                <p:oleObj name="Equation" r:id="rId5" imgW="97776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84163"/>
                        <a:ext cx="2124075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8948" name="Object 4"/>
          <p:cNvGraphicFramePr>
            <a:graphicFrameLocks noChangeAspect="1"/>
          </p:cNvGraphicFramePr>
          <p:nvPr/>
        </p:nvGraphicFramePr>
        <p:xfrm>
          <a:off x="5580063" y="228600"/>
          <a:ext cx="2039937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65" name="Equation" r:id="rId7" imgW="876240" imgH="711000" progId="Equation.3">
                  <p:embed/>
                </p:oleObj>
              </mc:Choice>
              <mc:Fallback>
                <p:oleObj name="Equation" r:id="rId7" imgW="87624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28600"/>
                        <a:ext cx="2039937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8949" name="Text Box 5"/>
          <p:cNvSpPr txBox="1">
            <a:spLocks noChangeArrowheads="1"/>
          </p:cNvSpPr>
          <p:nvPr/>
        </p:nvSpPr>
        <p:spPr bwMode="auto">
          <a:xfrm>
            <a:off x="304800" y="1981200"/>
            <a:ext cx="3030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于是</a:t>
            </a:r>
            <a:r>
              <a:rPr lang="zh-CN" altLang="en-US"/>
              <a:t>所求</a:t>
            </a:r>
            <a:r>
              <a:rPr lang="zh-CN" altLang="en-US">
                <a:cs typeface="Times New Roman" panose="02020603050405020304" pitchFamily="18" charset="0"/>
              </a:rPr>
              <a:t>正交阵</a:t>
            </a:r>
            <a:r>
              <a:rPr lang="zh-CN" altLang="en-US"/>
              <a:t>为</a:t>
            </a:r>
          </a:p>
        </p:txBody>
      </p:sp>
      <p:graphicFrame>
        <p:nvGraphicFramePr>
          <p:cNvPr id="978950" name="Object 6"/>
          <p:cNvGraphicFramePr>
            <a:graphicFrameLocks noChangeAspect="1"/>
          </p:cNvGraphicFramePr>
          <p:nvPr/>
        </p:nvGraphicFramePr>
        <p:xfrm>
          <a:off x="1647825" y="1966913"/>
          <a:ext cx="5497513" cy="283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66" name="Equation" r:id="rId9" imgW="2387520" imgH="1231560" progId="Equation.3">
                  <p:embed/>
                </p:oleObj>
              </mc:Choice>
              <mc:Fallback>
                <p:oleObj name="Equation" r:id="rId9" imgW="2387520" imgH="1231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1966913"/>
                        <a:ext cx="5497513" cy="283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8951" name="Text Box 7"/>
          <p:cNvSpPr txBox="1">
            <a:spLocks noChangeArrowheads="1"/>
          </p:cNvSpPr>
          <p:nvPr/>
        </p:nvSpPr>
        <p:spPr bwMode="auto">
          <a:xfrm>
            <a:off x="457200" y="53863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使</a:t>
            </a:r>
          </a:p>
        </p:txBody>
      </p:sp>
      <p:graphicFrame>
        <p:nvGraphicFramePr>
          <p:cNvPr id="978952" name="Object 8"/>
          <p:cNvGraphicFramePr>
            <a:graphicFrameLocks noChangeAspect="1"/>
          </p:cNvGraphicFramePr>
          <p:nvPr/>
        </p:nvGraphicFramePr>
        <p:xfrm>
          <a:off x="1341438" y="4848225"/>
          <a:ext cx="348932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8967" name="Equation" r:id="rId11" imgW="1485720" imgH="698400" progId="Equation.3">
                  <p:embed/>
                </p:oleObj>
              </mc:Choice>
              <mc:Fallback>
                <p:oleObj name="Equation" r:id="rId11" imgW="148572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4848225"/>
                        <a:ext cx="3489325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8949" grpId="0" autoUpdateAnimBg="0"/>
      <p:bldP spid="978951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55A44-87B2-4B80-8359-EF172A1E41A9}" type="slidenum">
              <a:rPr lang="zh-CN" altLang="en-US"/>
              <a:pPr/>
              <a:t>90</a:t>
            </a:fld>
            <a:endParaRPr lang="zh-CN" altLang="en-US"/>
          </a:p>
        </p:txBody>
      </p:sp>
      <p:graphicFrame>
        <p:nvGraphicFramePr>
          <p:cNvPr id="1027088" name="Object 16"/>
          <p:cNvGraphicFramePr>
            <a:graphicFrameLocks noChangeAspect="1"/>
          </p:cNvGraphicFramePr>
          <p:nvPr/>
        </p:nvGraphicFramePr>
        <p:xfrm>
          <a:off x="206375" y="0"/>
          <a:ext cx="8366125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10" name="Document" r:id="rId3" imgW="3434760" imgH="960480" progId="Word.Document.8">
                  <p:embed/>
                </p:oleObj>
              </mc:Choice>
              <mc:Fallback>
                <p:oleObj name="Document" r:id="rId3" imgW="3434760" imgH="96048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0"/>
                        <a:ext cx="8366125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4" name="Text Box 2"/>
          <p:cNvSpPr txBox="1">
            <a:spLocks noChangeArrowheads="1"/>
          </p:cNvSpPr>
          <p:nvPr/>
        </p:nvSpPr>
        <p:spPr bwMode="auto">
          <a:xfrm>
            <a:off x="76200" y="561975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1027075" name="Text Box 3"/>
          <p:cNvSpPr txBox="1">
            <a:spLocks noChangeArrowheads="1"/>
          </p:cNvSpPr>
          <p:nvPr/>
        </p:nvSpPr>
        <p:spPr bwMode="auto">
          <a:xfrm>
            <a:off x="76200" y="2811463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27076" name="Object 4"/>
          <p:cNvGraphicFramePr>
            <a:graphicFrameLocks noChangeAspect="1"/>
          </p:cNvGraphicFramePr>
          <p:nvPr/>
        </p:nvGraphicFramePr>
        <p:xfrm>
          <a:off x="685800" y="2306638"/>
          <a:ext cx="4419600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11" name="Equation" r:id="rId5" imgW="2006280" imgH="698400" progId="Equation.3">
                  <p:embed/>
                </p:oleObj>
              </mc:Choice>
              <mc:Fallback>
                <p:oleObj name="Equation" r:id="rId5" imgW="200628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306638"/>
                        <a:ext cx="4419600" cy="159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7" name="Object 5"/>
          <p:cNvGraphicFramePr>
            <a:graphicFrameLocks noChangeAspect="1"/>
          </p:cNvGraphicFramePr>
          <p:nvPr/>
        </p:nvGraphicFramePr>
        <p:xfrm>
          <a:off x="552450" y="5724525"/>
          <a:ext cx="34290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12" name="Equation" r:id="rId7" imgW="1511280" imgH="203040" progId="Equation.3">
                  <p:embed/>
                </p:oleObj>
              </mc:Choice>
              <mc:Fallback>
                <p:oleObj name="Equation" r:id="rId7" imgW="15112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5724525"/>
                        <a:ext cx="3429000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3" name="Object 21"/>
          <p:cNvGraphicFramePr>
            <a:graphicFrameLocks noChangeAspect="1"/>
          </p:cNvGraphicFramePr>
          <p:nvPr/>
        </p:nvGraphicFramePr>
        <p:xfrm>
          <a:off x="5562600" y="1730375"/>
          <a:ext cx="1828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13" r:id="rId9" imgW="901309" imgH="228501" progId="Equation.3">
                  <p:embed/>
                </p:oleObj>
              </mc:Choice>
              <mc:Fallback>
                <p:oleObj r:id="rId9" imgW="901309" imgH="22850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730375"/>
                        <a:ext cx="182880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2" name="Object 20"/>
          <p:cNvGraphicFramePr>
            <a:graphicFrameLocks noChangeAspect="1"/>
          </p:cNvGraphicFramePr>
          <p:nvPr/>
        </p:nvGraphicFramePr>
        <p:xfrm>
          <a:off x="5086350" y="2349500"/>
          <a:ext cx="3962400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14" r:id="rId11" imgW="1765300" imgH="698500" progId="Equation.3">
                  <p:embed/>
                </p:oleObj>
              </mc:Choice>
              <mc:Fallback>
                <p:oleObj r:id="rId11" imgW="1765300" imgH="6985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2349500"/>
                        <a:ext cx="3962400" cy="156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1" name="Object 19"/>
          <p:cNvGraphicFramePr>
            <a:graphicFrameLocks noChangeAspect="1"/>
          </p:cNvGraphicFramePr>
          <p:nvPr/>
        </p:nvGraphicFramePr>
        <p:xfrm>
          <a:off x="533400" y="4002088"/>
          <a:ext cx="4038600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15" r:id="rId13" imgW="1803400" imgH="698500" progId="Equation.3">
                  <p:embed/>
                </p:oleObj>
              </mc:Choice>
              <mc:Fallback>
                <p:oleObj r:id="rId13" imgW="1803400" imgH="6985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002088"/>
                        <a:ext cx="4038600" cy="156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0" name="Object 18"/>
          <p:cNvGraphicFramePr>
            <a:graphicFrameLocks noChangeAspect="1"/>
          </p:cNvGraphicFramePr>
          <p:nvPr/>
        </p:nvGraphicFramePr>
        <p:xfrm>
          <a:off x="4543425" y="3968750"/>
          <a:ext cx="3962400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16" r:id="rId15" imgW="1689100" imgH="698500" progId="Equation.3">
                  <p:embed/>
                </p:oleObj>
              </mc:Choice>
              <mc:Fallback>
                <p:oleObj r:id="rId15" imgW="1689100" imgH="6985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5" y="3968750"/>
                        <a:ext cx="3962400" cy="163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74" grpId="0" autoUpdateAnimBg="0"/>
      <p:bldP spid="1027075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F1454-C2B5-4329-94F1-4B7B1DEF4D61}" type="slidenum">
              <a:rPr lang="zh-CN" altLang="en-US"/>
              <a:pPr/>
              <a:t>91</a:t>
            </a:fld>
            <a:endParaRPr lang="zh-CN" altLang="en-US"/>
          </a:p>
        </p:txBody>
      </p:sp>
      <p:graphicFrame>
        <p:nvGraphicFramePr>
          <p:cNvPr id="1029126" name="Object 1030"/>
          <p:cNvGraphicFramePr>
            <a:graphicFrameLocks noChangeAspect="1"/>
          </p:cNvGraphicFramePr>
          <p:nvPr/>
        </p:nvGraphicFramePr>
        <p:xfrm>
          <a:off x="201613" y="1519238"/>
          <a:ext cx="10937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1" name="Equation" r:id="rId3" imgW="495000" imgH="215640" progId="Equation.3">
                  <p:embed/>
                </p:oleObj>
              </mc:Choice>
              <mc:Fallback>
                <p:oleObj name="Equation" r:id="rId3" imgW="495000" imgH="21564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1519238"/>
                        <a:ext cx="1093787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7" name="Object 1031"/>
          <p:cNvGraphicFramePr>
            <a:graphicFrameLocks noChangeAspect="1"/>
          </p:cNvGraphicFramePr>
          <p:nvPr/>
        </p:nvGraphicFramePr>
        <p:xfrm>
          <a:off x="1254125" y="979488"/>
          <a:ext cx="1655763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2" name="Equation" r:id="rId5" imgW="749160" imgH="698400" progId="Equation.3">
                  <p:embed/>
                </p:oleObj>
              </mc:Choice>
              <mc:Fallback>
                <p:oleObj name="Equation" r:id="rId5" imgW="749160" imgH="69840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979488"/>
                        <a:ext cx="1655763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8" name="Object 1032"/>
          <p:cNvGraphicFramePr>
            <a:graphicFrameLocks noChangeAspect="1"/>
          </p:cNvGraphicFramePr>
          <p:nvPr/>
        </p:nvGraphicFramePr>
        <p:xfrm>
          <a:off x="3114675" y="1520825"/>
          <a:ext cx="10572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3" name="Equation" r:id="rId7" imgW="495000" imgH="215640" progId="Equation.3">
                  <p:embed/>
                </p:oleObj>
              </mc:Choice>
              <mc:Fallback>
                <p:oleObj name="Equation" r:id="rId7" imgW="495000" imgH="21564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1520825"/>
                        <a:ext cx="1057275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9" name="Object 1033"/>
          <p:cNvGraphicFramePr>
            <a:graphicFrameLocks noChangeAspect="1"/>
          </p:cNvGraphicFramePr>
          <p:nvPr/>
        </p:nvGraphicFramePr>
        <p:xfrm>
          <a:off x="4289425" y="984250"/>
          <a:ext cx="1654175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4" name="Equation" r:id="rId9" imgW="761760" imgH="698400" progId="Equation.3">
                  <p:embed/>
                </p:oleObj>
              </mc:Choice>
              <mc:Fallback>
                <p:oleObj name="Equation" r:id="rId9" imgW="761760" imgH="69840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425" y="984250"/>
                        <a:ext cx="1654175" cy="153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30" name="Object 1034"/>
          <p:cNvGraphicFramePr>
            <a:graphicFrameLocks noChangeAspect="1"/>
          </p:cNvGraphicFramePr>
          <p:nvPr/>
        </p:nvGraphicFramePr>
        <p:xfrm>
          <a:off x="6092825" y="1517650"/>
          <a:ext cx="12985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5" name="Equation" r:id="rId11" imgW="583920" imgH="228600" progId="Equation.3">
                  <p:embed/>
                </p:oleObj>
              </mc:Choice>
              <mc:Fallback>
                <p:oleObj name="Equation" r:id="rId11" imgW="583920" imgH="22860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25" y="1517650"/>
                        <a:ext cx="12985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31" name="Object 1035"/>
          <p:cNvGraphicFramePr>
            <a:graphicFrameLocks noChangeAspect="1"/>
          </p:cNvGraphicFramePr>
          <p:nvPr/>
        </p:nvGraphicFramePr>
        <p:xfrm>
          <a:off x="7485063" y="925513"/>
          <a:ext cx="1506537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6" name="Equation" r:id="rId13" imgW="647640" imgH="698400" progId="Equation.3">
                  <p:embed/>
                </p:oleObj>
              </mc:Choice>
              <mc:Fallback>
                <p:oleObj name="Equation" r:id="rId13" imgW="647640" imgH="69840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063" y="925513"/>
                        <a:ext cx="1506537" cy="164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32" name="Text Box 1036"/>
          <p:cNvSpPr txBox="1">
            <a:spLocks noChangeArrowheads="1"/>
          </p:cNvSpPr>
          <p:nvPr/>
        </p:nvSpPr>
        <p:spPr bwMode="auto">
          <a:xfrm>
            <a:off x="76200" y="2695575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再单位化</a:t>
            </a:r>
            <a:r>
              <a:rPr lang="zh-CN" altLang="en-US"/>
              <a:t>，拼起来得</a:t>
            </a:r>
          </a:p>
        </p:txBody>
      </p:sp>
      <p:graphicFrame>
        <p:nvGraphicFramePr>
          <p:cNvPr id="1029137" name="Object 1041"/>
          <p:cNvGraphicFramePr>
            <a:graphicFrameLocks noChangeAspect="1"/>
          </p:cNvGraphicFramePr>
          <p:nvPr/>
        </p:nvGraphicFramePr>
        <p:xfrm>
          <a:off x="2057400" y="228600"/>
          <a:ext cx="46101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7" name="Equation" r:id="rId15" imgW="2031840" imgH="203040" progId="Equation.3">
                  <p:embed/>
                </p:oleObj>
              </mc:Choice>
              <mc:Fallback>
                <p:oleObj name="Equation" r:id="rId15" imgW="2031840" imgH="20304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8600"/>
                        <a:ext cx="4610100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40" name="Line 1044"/>
          <p:cNvSpPr>
            <a:spLocks noChangeShapeType="1"/>
          </p:cNvSpPr>
          <p:nvPr/>
        </p:nvSpPr>
        <p:spPr bwMode="auto">
          <a:xfrm>
            <a:off x="228600" y="762000"/>
            <a:ext cx="86868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29141" name="Object 1045"/>
          <p:cNvGraphicFramePr>
            <a:graphicFrameLocks noChangeAspect="1"/>
          </p:cNvGraphicFramePr>
          <p:nvPr/>
        </p:nvGraphicFramePr>
        <p:xfrm>
          <a:off x="914400" y="3333750"/>
          <a:ext cx="3159125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8" name="Equation" r:id="rId17" imgW="1371600" imgH="1168200" progId="Equation.3">
                  <p:embed/>
                </p:oleObj>
              </mc:Choice>
              <mc:Fallback>
                <p:oleObj name="Equation" r:id="rId17" imgW="1371600" imgH="1168200" progId="Equation.3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333750"/>
                        <a:ext cx="3159125" cy="268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42" name="Object 1046"/>
          <p:cNvGraphicFramePr>
            <a:graphicFrameLocks noChangeAspect="1"/>
          </p:cNvGraphicFramePr>
          <p:nvPr/>
        </p:nvGraphicFramePr>
        <p:xfrm>
          <a:off x="4340225" y="3857625"/>
          <a:ext cx="396557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9" name="Equation" r:id="rId19" imgW="1688760" imgH="698400" progId="Equation.3">
                  <p:embed/>
                </p:oleObj>
              </mc:Choice>
              <mc:Fallback>
                <p:oleObj name="Equation" r:id="rId19" imgW="1688760" imgH="698400" progId="Equation.3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225" y="3857625"/>
                        <a:ext cx="3965575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32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DE478-490B-4D1A-BEDF-182203400B99}" type="slidenum">
              <a:rPr lang="zh-CN" altLang="en-US"/>
              <a:pPr/>
              <a:t>92</a:t>
            </a:fld>
            <a:endParaRPr lang="zh-CN" altLang="en-US"/>
          </a:p>
        </p:txBody>
      </p:sp>
      <p:graphicFrame>
        <p:nvGraphicFramePr>
          <p:cNvPr id="979991" name="Object 23"/>
          <p:cNvGraphicFramePr>
            <a:graphicFrameLocks noChangeAspect="1"/>
          </p:cNvGraphicFramePr>
          <p:nvPr/>
        </p:nvGraphicFramePr>
        <p:xfrm>
          <a:off x="822325" y="84138"/>
          <a:ext cx="8191500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2" name="Document" r:id="rId3" imgW="3502800" imgH="702720" progId="Word.Document.8">
                  <p:embed/>
                </p:oleObj>
              </mc:Choice>
              <mc:Fallback>
                <p:oleObj name="Document" r:id="rId3" imgW="3502800" imgH="702720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84138"/>
                        <a:ext cx="8191500" cy="164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9970" name="Text Box 2"/>
          <p:cNvSpPr txBox="1">
            <a:spLocks noChangeArrowheads="1"/>
          </p:cNvSpPr>
          <p:nvPr/>
        </p:nvSpPr>
        <p:spPr bwMode="auto">
          <a:xfrm>
            <a:off x="76200" y="61595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例2</a:t>
            </a:r>
          </a:p>
        </p:txBody>
      </p:sp>
      <p:sp>
        <p:nvSpPr>
          <p:cNvPr id="979971" name="Text Box 3"/>
          <p:cNvSpPr txBox="1">
            <a:spLocks noChangeArrowheads="1"/>
          </p:cNvSpPr>
          <p:nvPr/>
        </p:nvSpPr>
        <p:spPr bwMode="auto">
          <a:xfrm>
            <a:off x="76200" y="230663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79972" name="Object 4"/>
          <p:cNvGraphicFramePr>
            <a:graphicFrameLocks noChangeAspect="1"/>
          </p:cNvGraphicFramePr>
          <p:nvPr/>
        </p:nvGraphicFramePr>
        <p:xfrm>
          <a:off x="685800" y="1766888"/>
          <a:ext cx="4748213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3" name="Equation" r:id="rId5" imgW="2019240" imgH="698400" progId="Equation.3">
                  <p:embed/>
                </p:oleObj>
              </mc:Choice>
              <mc:Fallback>
                <p:oleObj name="Equation" r:id="rId5" imgW="201924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66888"/>
                        <a:ext cx="4748213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73" name="Object 5"/>
          <p:cNvGraphicFramePr>
            <a:graphicFrameLocks noChangeAspect="1"/>
          </p:cNvGraphicFramePr>
          <p:nvPr/>
        </p:nvGraphicFramePr>
        <p:xfrm>
          <a:off x="793750" y="3498850"/>
          <a:ext cx="2657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4" name="Equation" r:id="rId7" imgW="1130040" imgH="228600" progId="Equation.3">
                  <p:embed/>
                </p:oleObj>
              </mc:Choice>
              <mc:Fallback>
                <p:oleObj name="Equation" r:id="rId7" imgW="11300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" y="3498850"/>
                        <a:ext cx="265747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9979" name="Group 11"/>
          <p:cNvGrpSpPr>
            <a:grpSpLocks/>
          </p:cNvGrpSpPr>
          <p:nvPr/>
        </p:nvGrpSpPr>
        <p:grpSpPr bwMode="auto">
          <a:xfrm>
            <a:off x="5086350" y="1143000"/>
            <a:ext cx="1219200" cy="547688"/>
            <a:chOff x="3408" y="807"/>
            <a:chExt cx="768" cy="345"/>
          </a:xfrm>
        </p:grpSpPr>
        <p:graphicFrame>
          <p:nvGraphicFramePr>
            <p:cNvPr id="979980" name="Object 12"/>
            <p:cNvGraphicFramePr>
              <a:graphicFrameLocks noChangeAspect="1"/>
            </p:cNvGraphicFramePr>
            <p:nvPr/>
          </p:nvGraphicFramePr>
          <p:xfrm>
            <a:off x="3476" y="807"/>
            <a:ext cx="621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0015" name="Equation" r:id="rId9" imgW="419040" imgH="228600" progId="Equation.3">
                    <p:embed/>
                  </p:oleObj>
                </mc:Choice>
                <mc:Fallback>
                  <p:oleObj name="Equation" r:id="rId9" imgW="41904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" y="807"/>
                          <a:ext cx="621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9981" name="AutoShape 13"/>
            <p:cNvSpPr>
              <a:spLocks noChangeArrowheads="1"/>
            </p:cNvSpPr>
            <p:nvPr/>
          </p:nvSpPr>
          <p:spPr bwMode="auto">
            <a:xfrm>
              <a:off x="3408" y="816"/>
              <a:ext cx="768" cy="336"/>
            </a:xfrm>
            <a:prstGeom prst="wedgeRectCallout">
              <a:avLst>
                <a:gd name="adj1" fmla="val -135806"/>
                <a:gd name="adj2" fmla="val 90773"/>
              </a:avLst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79982" name="Object 14"/>
          <p:cNvGraphicFramePr>
            <a:graphicFrameLocks noChangeAspect="1"/>
          </p:cNvGraphicFramePr>
          <p:nvPr/>
        </p:nvGraphicFramePr>
        <p:xfrm>
          <a:off x="5407025" y="1754188"/>
          <a:ext cx="3343275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6" name="Equation" r:id="rId11" imgW="1422360" imgH="711000" progId="Equation.3">
                  <p:embed/>
                </p:oleObj>
              </mc:Choice>
              <mc:Fallback>
                <p:oleObj name="Equation" r:id="rId11" imgW="1422360" imgH="711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1754188"/>
                        <a:ext cx="3343275" cy="168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3" name="Object 15"/>
          <p:cNvGraphicFramePr>
            <a:graphicFrameLocks noChangeAspect="1"/>
          </p:cNvGraphicFramePr>
          <p:nvPr/>
        </p:nvGraphicFramePr>
        <p:xfrm>
          <a:off x="228600" y="4457700"/>
          <a:ext cx="16764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7" name="Equation" r:id="rId13" imgW="736560" imgH="215640" progId="Equation.3">
                  <p:embed/>
                </p:oleObj>
              </mc:Choice>
              <mc:Fallback>
                <p:oleObj name="Equation" r:id="rId13" imgW="73656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457700"/>
                        <a:ext cx="1676400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9984" name="Text Box 16"/>
          <p:cNvSpPr txBox="1">
            <a:spLocks noChangeArrowheads="1"/>
          </p:cNvSpPr>
          <p:nvPr/>
        </p:nvSpPr>
        <p:spPr bwMode="auto">
          <a:xfrm>
            <a:off x="152400" y="5689600"/>
            <a:ext cx="160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79985" name="Object 17"/>
          <p:cNvGraphicFramePr>
            <a:graphicFrameLocks noChangeAspect="1"/>
          </p:cNvGraphicFramePr>
          <p:nvPr/>
        </p:nvGraphicFramePr>
        <p:xfrm>
          <a:off x="1936750" y="5711825"/>
          <a:ext cx="23622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8" name="Equation" r:id="rId15" imgW="1015920" imgH="228600" progId="Equation.3">
                  <p:embed/>
                </p:oleObj>
              </mc:Choice>
              <mc:Fallback>
                <p:oleObj name="Equation" r:id="rId15" imgW="101592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5711825"/>
                        <a:ext cx="23622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6" name="Object 18"/>
          <p:cNvGraphicFramePr>
            <a:graphicFrameLocks noChangeAspect="1"/>
          </p:cNvGraphicFramePr>
          <p:nvPr/>
        </p:nvGraphicFramePr>
        <p:xfrm>
          <a:off x="1879600" y="3895725"/>
          <a:ext cx="3919538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19" name="Equation" r:id="rId17" imgW="1752480" imgH="711000" progId="Equation.3">
                  <p:embed/>
                </p:oleObj>
              </mc:Choice>
              <mc:Fallback>
                <p:oleObj name="Equation" r:id="rId17" imgW="1752480" imgH="711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895725"/>
                        <a:ext cx="3919538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987" name="Object 19"/>
          <p:cNvGraphicFramePr>
            <a:graphicFrameLocks noChangeAspect="1"/>
          </p:cNvGraphicFramePr>
          <p:nvPr/>
        </p:nvGraphicFramePr>
        <p:xfrm>
          <a:off x="5830888" y="3894138"/>
          <a:ext cx="3160712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20" name="Equation" r:id="rId19" imgW="1549080" imgH="698400" progId="Equation.3">
                  <p:embed/>
                </p:oleObj>
              </mc:Choice>
              <mc:Fallback>
                <p:oleObj name="Equation" r:id="rId19" imgW="1549080" imgH="698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888" y="3894138"/>
                        <a:ext cx="3160712" cy="165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9988" name="Group 20"/>
          <p:cNvGrpSpPr>
            <a:grpSpLocks/>
          </p:cNvGrpSpPr>
          <p:nvPr/>
        </p:nvGrpSpPr>
        <p:grpSpPr bwMode="auto">
          <a:xfrm>
            <a:off x="5918200" y="3302000"/>
            <a:ext cx="1219200" cy="547688"/>
            <a:chOff x="3936" y="2064"/>
            <a:chExt cx="768" cy="345"/>
          </a:xfrm>
        </p:grpSpPr>
        <p:graphicFrame>
          <p:nvGraphicFramePr>
            <p:cNvPr id="979989" name="Object 21"/>
            <p:cNvGraphicFramePr>
              <a:graphicFrameLocks noChangeAspect="1"/>
            </p:cNvGraphicFramePr>
            <p:nvPr/>
          </p:nvGraphicFramePr>
          <p:xfrm>
            <a:off x="4032" y="2064"/>
            <a:ext cx="56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0021" name="Equation" r:id="rId21" imgW="380880" imgH="228600" progId="Equation.3">
                    <p:embed/>
                  </p:oleObj>
                </mc:Choice>
                <mc:Fallback>
                  <p:oleObj name="Equation" r:id="rId21" imgW="380880" imgH="2286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064"/>
                          <a:ext cx="565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9990" name="AutoShape 22"/>
            <p:cNvSpPr>
              <a:spLocks noChangeArrowheads="1"/>
            </p:cNvSpPr>
            <p:nvPr/>
          </p:nvSpPr>
          <p:spPr bwMode="auto">
            <a:xfrm>
              <a:off x="3936" y="2073"/>
              <a:ext cx="768" cy="336"/>
            </a:xfrm>
            <a:prstGeom prst="wedgeRectCallout">
              <a:avLst>
                <a:gd name="adj1" fmla="val -135806"/>
                <a:gd name="adj2" fmla="val 90773"/>
              </a:avLst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799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7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7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7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79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7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7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7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70" grpId="0" autoUpdateAnimBg="0"/>
      <p:bldP spid="979971" grpId="0" autoUpdateAnimBg="0"/>
      <p:bldP spid="979984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EEB0-5681-457D-96BC-D81B7E0DCB0E}" type="slidenum">
              <a:rPr lang="zh-CN" altLang="en-US"/>
              <a:pPr/>
              <a:t>93</a:t>
            </a:fld>
            <a:endParaRPr lang="zh-CN" altLang="en-US"/>
          </a:p>
        </p:txBody>
      </p:sp>
      <p:graphicFrame>
        <p:nvGraphicFramePr>
          <p:cNvPr id="980994" name="Object 2"/>
          <p:cNvGraphicFramePr>
            <a:graphicFrameLocks noChangeAspect="1"/>
          </p:cNvGraphicFramePr>
          <p:nvPr/>
        </p:nvGraphicFramePr>
        <p:xfrm>
          <a:off x="673100" y="242888"/>
          <a:ext cx="4748213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2" name="Equation" r:id="rId3" imgW="2019240" imgH="698400" progId="Equation.3">
                  <p:embed/>
                </p:oleObj>
              </mc:Choice>
              <mc:Fallback>
                <p:oleObj name="Equation" r:id="rId3" imgW="201924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42888"/>
                        <a:ext cx="4748213" cy="165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0995" name="Object 3"/>
          <p:cNvGraphicFramePr>
            <a:graphicFrameLocks noChangeAspect="1"/>
          </p:cNvGraphicFramePr>
          <p:nvPr/>
        </p:nvGraphicFramePr>
        <p:xfrm>
          <a:off x="5419725" y="685800"/>
          <a:ext cx="2657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3" name="Equation" r:id="rId5" imgW="1130040" imgH="228600" progId="Equation.3">
                  <p:embed/>
                </p:oleObj>
              </mc:Choice>
              <mc:Fallback>
                <p:oleObj name="Equation" r:id="rId5" imgW="113004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685800"/>
                        <a:ext cx="265747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0996" name="Object 4"/>
          <p:cNvGraphicFramePr>
            <a:graphicFrameLocks noChangeAspect="1"/>
          </p:cNvGraphicFramePr>
          <p:nvPr/>
        </p:nvGraphicFramePr>
        <p:xfrm>
          <a:off x="381000" y="2689225"/>
          <a:ext cx="15033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4" name="Equation" r:id="rId7" imgW="660240" imgH="215640" progId="Equation.3">
                  <p:embed/>
                </p:oleObj>
              </mc:Choice>
              <mc:Fallback>
                <p:oleObj name="Equation" r:id="rId7" imgW="66024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89225"/>
                        <a:ext cx="1503363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997" name="Text Box 5"/>
          <p:cNvSpPr txBox="1">
            <a:spLocks noChangeArrowheads="1"/>
          </p:cNvSpPr>
          <p:nvPr/>
        </p:nvSpPr>
        <p:spPr bwMode="auto">
          <a:xfrm>
            <a:off x="381000" y="3962400"/>
            <a:ext cx="160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80998" name="Object 6"/>
          <p:cNvGraphicFramePr>
            <a:graphicFrameLocks noChangeAspect="1"/>
          </p:cNvGraphicFramePr>
          <p:nvPr/>
        </p:nvGraphicFramePr>
        <p:xfrm>
          <a:off x="2057400" y="3962400"/>
          <a:ext cx="259715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5" name="Equation" r:id="rId9" imgW="1117440" imgH="228600" progId="Equation.3">
                  <p:embed/>
                </p:oleObj>
              </mc:Choice>
              <mc:Fallback>
                <p:oleObj name="Equation" r:id="rId9" imgW="11174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962400"/>
                        <a:ext cx="259715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0999" name="Object 7"/>
          <p:cNvGraphicFramePr>
            <a:graphicFrameLocks noChangeAspect="1"/>
          </p:cNvGraphicFramePr>
          <p:nvPr/>
        </p:nvGraphicFramePr>
        <p:xfrm>
          <a:off x="1905000" y="2135188"/>
          <a:ext cx="292576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6" name="Equation" r:id="rId11" imgW="1307880" imgH="711000" progId="Equation.3">
                  <p:embed/>
                </p:oleObj>
              </mc:Choice>
              <mc:Fallback>
                <p:oleObj name="Equation" r:id="rId11" imgW="130788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135188"/>
                        <a:ext cx="2925763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0" name="Object 8"/>
          <p:cNvGraphicFramePr>
            <a:graphicFrameLocks noChangeAspect="1"/>
          </p:cNvGraphicFramePr>
          <p:nvPr/>
        </p:nvGraphicFramePr>
        <p:xfrm>
          <a:off x="4800600" y="2112963"/>
          <a:ext cx="221615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7" name="Equation" r:id="rId13" imgW="990360" imgH="711000" progId="Equation.3">
                  <p:embed/>
                </p:oleObj>
              </mc:Choice>
              <mc:Fallback>
                <p:oleObj name="Equation" r:id="rId13" imgW="99036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112963"/>
                        <a:ext cx="2216150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1001" name="Line 9"/>
          <p:cNvSpPr>
            <a:spLocks noChangeShapeType="1"/>
          </p:cNvSpPr>
          <p:nvPr/>
        </p:nvSpPr>
        <p:spPr bwMode="auto">
          <a:xfrm>
            <a:off x="304800" y="19050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81002" name="Object 10"/>
          <p:cNvGraphicFramePr>
            <a:graphicFrameLocks noChangeAspect="1"/>
          </p:cNvGraphicFramePr>
          <p:nvPr/>
        </p:nvGraphicFramePr>
        <p:xfrm>
          <a:off x="4648200" y="3949700"/>
          <a:ext cx="25685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8" name="Equation" r:id="rId15" imgW="1104840" imgH="241200" progId="Equation.3">
                  <p:embed/>
                </p:oleObj>
              </mc:Choice>
              <mc:Fallback>
                <p:oleObj name="Equation" r:id="rId15" imgW="110484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949700"/>
                        <a:ext cx="256857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3" name="Object 11"/>
          <p:cNvGraphicFramePr>
            <a:graphicFrameLocks noChangeAspect="1"/>
          </p:cNvGraphicFramePr>
          <p:nvPr/>
        </p:nvGraphicFramePr>
        <p:xfrm>
          <a:off x="496888" y="4648200"/>
          <a:ext cx="2740025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39" name="Equation" r:id="rId17" imgW="1346040" imgH="711000" progId="Equation.3">
                  <p:embed/>
                </p:oleObj>
              </mc:Choice>
              <mc:Fallback>
                <p:oleObj name="Equation" r:id="rId17" imgW="134604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4648200"/>
                        <a:ext cx="2740025" cy="162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4" name="Object 12"/>
          <p:cNvGraphicFramePr>
            <a:graphicFrameLocks noChangeAspect="1"/>
          </p:cNvGraphicFramePr>
          <p:nvPr/>
        </p:nvGraphicFramePr>
        <p:xfrm>
          <a:off x="3200400" y="4648200"/>
          <a:ext cx="15430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40" name="Equation" r:id="rId19" imgW="685800" imgH="711000" progId="Equation.3">
                  <p:embed/>
                </p:oleObj>
              </mc:Choice>
              <mc:Fallback>
                <p:oleObj name="Equation" r:id="rId19" imgW="68580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648200"/>
                        <a:ext cx="15430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5" name="Object 13"/>
          <p:cNvGraphicFramePr>
            <a:graphicFrameLocks noChangeAspect="1"/>
          </p:cNvGraphicFramePr>
          <p:nvPr/>
        </p:nvGraphicFramePr>
        <p:xfrm>
          <a:off x="2160588" y="5084763"/>
          <a:ext cx="2540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41" name="Equation" r:id="rId21" imgW="114120" imgH="164880" progId="Equation.3">
                  <p:embed/>
                </p:oleObj>
              </mc:Choice>
              <mc:Fallback>
                <p:oleObj name="Equation" r:id="rId21" imgW="11412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5084763"/>
                        <a:ext cx="2540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6" name="Object 14"/>
          <p:cNvGraphicFramePr>
            <a:graphicFrameLocks noChangeAspect="1"/>
          </p:cNvGraphicFramePr>
          <p:nvPr/>
        </p:nvGraphicFramePr>
        <p:xfrm>
          <a:off x="2155825" y="5486400"/>
          <a:ext cx="2825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42" name="Equation" r:id="rId23" imgW="126720" imgH="177480" progId="Equation.3">
                  <p:embed/>
                </p:oleObj>
              </mc:Choice>
              <mc:Fallback>
                <p:oleObj name="Equation" r:id="rId23" imgW="12672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5486400"/>
                        <a:ext cx="2825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7" name="Object 15"/>
          <p:cNvGraphicFramePr>
            <a:graphicFrameLocks noChangeAspect="1"/>
          </p:cNvGraphicFramePr>
          <p:nvPr/>
        </p:nvGraphicFramePr>
        <p:xfrm>
          <a:off x="4824413" y="4648200"/>
          <a:ext cx="17145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1043" name="Equation" r:id="rId25" imgW="761760" imgH="711000" progId="Equation.3">
                  <p:embed/>
                </p:oleObj>
              </mc:Choice>
              <mc:Fallback>
                <p:oleObj name="Equation" r:id="rId25" imgW="761760" imgH="711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4648200"/>
                        <a:ext cx="17145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1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100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1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100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7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8FE2-400A-4E83-A63F-DED61BC2980A}" type="slidenum">
              <a:rPr lang="zh-CN" altLang="en-US"/>
              <a:pPr/>
              <a:t>94</a:t>
            </a:fld>
            <a:endParaRPr lang="zh-CN" altLang="en-US"/>
          </a:p>
        </p:txBody>
      </p:sp>
      <p:graphicFrame>
        <p:nvGraphicFramePr>
          <p:cNvPr id="982018" name="Object 2"/>
          <p:cNvGraphicFramePr>
            <a:graphicFrameLocks noChangeAspect="1"/>
          </p:cNvGraphicFramePr>
          <p:nvPr/>
        </p:nvGraphicFramePr>
        <p:xfrm>
          <a:off x="685800" y="228600"/>
          <a:ext cx="144780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35" name="Equation" r:id="rId3" imgW="622080" imgH="711000" progId="Equation.3">
                  <p:embed/>
                </p:oleObj>
              </mc:Choice>
              <mc:Fallback>
                <p:oleObj name="Equation" r:id="rId3" imgW="62208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"/>
                        <a:ext cx="1447800" cy="167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19" name="Object 3"/>
          <p:cNvGraphicFramePr>
            <a:graphicFrameLocks noChangeAspect="1"/>
          </p:cNvGraphicFramePr>
          <p:nvPr/>
        </p:nvGraphicFramePr>
        <p:xfrm>
          <a:off x="2286000" y="228600"/>
          <a:ext cx="171132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36" name="Equation" r:id="rId5" imgW="736560" imgH="711000" progId="Equation.3">
                  <p:embed/>
                </p:oleObj>
              </mc:Choice>
              <mc:Fallback>
                <p:oleObj name="Equation" r:id="rId5" imgW="73656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8600"/>
                        <a:ext cx="1711325" cy="167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0" name="Object 4"/>
          <p:cNvGraphicFramePr>
            <a:graphicFrameLocks noChangeAspect="1"/>
          </p:cNvGraphicFramePr>
          <p:nvPr/>
        </p:nvGraphicFramePr>
        <p:xfrm>
          <a:off x="4125913" y="282575"/>
          <a:ext cx="17145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37" name="Equation" r:id="rId7" imgW="761760" imgH="711000" progId="Equation.3">
                  <p:embed/>
                </p:oleObj>
              </mc:Choice>
              <mc:Fallback>
                <p:oleObj name="Equation" r:id="rId7" imgW="76176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913" y="282575"/>
                        <a:ext cx="17145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2021" name="Text Box 5"/>
          <p:cNvSpPr txBox="1">
            <a:spLocks noChangeArrowheads="1"/>
          </p:cNvSpPr>
          <p:nvPr/>
        </p:nvSpPr>
        <p:spPr bwMode="auto">
          <a:xfrm>
            <a:off x="381000" y="19812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再单位化，拼起来得</a:t>
            </a:r>
          </a:p>
        </p:txBody>
      </p:sp>
      <p:graphicFrame>
        <p:nvGraphicFramePr>
          <p:cNvPr id="982022" name="Object 6"/>
          <p:cNvGraphicFramePr>
            <a:graphicFrameLocks noChangeAspect="1"/>
          </p:cNvGraphicFramePr>
          <p:nvPr/>
        </p:nvGraphicFramePr>
        <p:xfrm>
          <a:off x="3124200" y="1981200"/>
          <a:ext cx="4572000" cy="290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38" name="Equation" r:id="rId9" imgW="1422360" imgH="1231560" progId="Equation.3">
                  <p:embed/>
                </p:oleObj>
              </mc:Choice>
              <mc:Fallback>
                <p:oleObj name="Equation" r:id="rId9" imgW="1422360" imgH="1231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981200"/>
                        <a:ext cx="4572000" cy="290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2023" name="Text Box 7"/>
          <p:cNvSpPr txBox="1">
            <a:spLocks noChangeArrowheads="1"/>
          </p:cNvSpPr>
          <p:nvPr/>
        </p:nvSpPr>
        <p:spPr bwMode="auto">
          <a:xfrm>
            <a:off x="533400" y="53340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使</a:t>
            </a:r>
          </a:p>
        </p:txBody>
      </p:sp>
      <p:graphicFrame>
        <p:nvGraphicFramePr>
          <p:cNvPr id="982024" name="Object 8"/>
          <p:cNvGraphicFramePr>
            <a:graphicFrameLocks noChangeAspect="1"/>
          </p:cNvGraphicFramePr>
          <p:nvPr/>
        </p:nvGraphicFramePr>
        <p:xfrm>
          <a:off x="1143000" y="4800600"/>
          <a:ext cx="35194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039" name="Equation" r:id="rId11" imgW="1498320" imgH="698400" progId="Equation.3">
                  <p:embed/>
                </p:oleObj>
              </mc:Choice>
              <mc:Fallback>
                <p:oleObj name="Equation" r:id="rId11" imgW="149832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00600"/>
                        <a:ext cx="3519488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2021" grpId="0" autoUpdateAnimBg="0"/>
      <p:bldP spid="982023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81E0-8FE4-4323-AB24-AC614E40B7F7}" type="slidenum">
              <a:rPr lang="zh-CN" altLang="en-US"/>
              <a:pPr/>
              <a:t>95</a:t>
            </a:fld>
            <a:endParaRPr lang="zh-CN" altLang="en-US"/>
          </a:p>
        </p:txBody>
      </p:sp>
      <p:sp>
        <p:nvSpPr>
          <p:cNvPr id="1021954" name="Text Box 2"/>
          <p:cNvSpPr txBox="1">
            <a:spLocks noChangeArrowheads="1"/>
          </p:cNvSpPr>
          <p:nvPr/>
        </p:nvSpPr>
        <p:spPr bwMode="auto">
          <a:xfrm>
            <a:off x="152400" y="5969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1021955" name="Text Box 3"/>
          <p:cNvSpPr txBox="1">
            <a:spLocks noChangeArrowheads="1"/>
          </p:cNvSpPr>
          <p:nvPr/>
        </p:nvSpPr>
        <p:spPr bwMode="auto">
          <a:xfrm>
            <a:off x="184150" y="23002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21968" name="Object 16"/>
          <p:cNvGraphicFramePr>
            <a:graphicFrameLocks noChangeAspect="1"/>
          </p:cNvGraphicFramePr>
          <p:nvPr/>
        </p:nvGraphicFramePr>
        <p:xfrm>
          <a:off x="1066800" y="76200"/>
          <a:ext cx="8077200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06" name="Document" r:id="rId3" imgW="3527280" imgH="703440" progId="Word.Document.8">
                  <p:embed/>
                </p:oleObj>
              </mc:Choice>
              <mc:Fallback>
                <p:oleObj name="Document" r:id="rId3" imgW="3527280" imgH="70344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76200"/>
                        <a:ext cx="8077200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9" name="Object 17"/>
          <p:cNvGraphicFramePr>
            <a:graphicFrameLocks noChangeAspect="1"/>
          </p:cNvGraphicFramePr>
          <p:nvPr/>
        </p:nvGraphicFramePr>
        <p:xfrm>
          <a:off x="762000" y="1779588"/>
          <a:ext cx="4648200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07" name="Equation" r:id="rId5" imgW="2019240" imgH="698400" progId="Equation.3">
                  <p:embed/>
                </p:oleObj>
              </mc:Choice>
              <mc:Fallback>
                <p:oleObj name="Equation" r:id="rId5" imgW="2019240" imgH="698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779588"/>
                        <a:ext cx="4648200" cy="161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70" name="Object 18"/>
          <p:cNvGraphicFramePr>
            <a:graphicFrameLocks noChangeAspect="1"/>
          </p:cNvGraphicFramePr>
          <p:nvPr/>
        </p:nvGraphicFramePr>
        <p:xfrm>
          <a:off x="685800" y="3390900"/>
          <a:ext cx="28067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08" name="Equation" r:id="rId7" imgW="1193760" imgH="228600" progId="Equation.3">
                  <p:embed/>
                </p:oleObj>
              </mc:Choice>
              <mc:Fallback>
                <p:oleObj name="Equation" r:id="rId7" imgW="119376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390900"/>
                        <a:ext cx="28067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1984" name="Group 32"/>
          <p:cNvGrpSpPr>
            <a:grpSpLocks/>
          </p:cNvGrpSpPr>
          <p:nvPr/>
        </p:nvGrpSpPr>
        <p:grpSpPr bwMode="auto">
          <a:xfrm>
            <a:off x="5086350" y="1117600"/>
            <a:ext cx="1219200" cy="547688"/>
            <a:chOff x="3204" y="704"/>
            <a:chExt cx="768" cy="345"/>
          </a:xfrm>
        </p:grpSpPr>
        <p:graphicFrame>
          <p:nvGraphicFramePr>
            <p:cNvPr id="1021972" name="Object 20"/>
            <p:cNvGraphicFramePr>
              <a:graphicFrameLocks noChangeAspect="1"/>
            </p:cNvGraphicFramePr>
            <p:nvPr/>
          </p:nvGraphicFramePr>
          <p:xfrm>
            <a:off x="3206" y="704"/>
            <a:ext cx="753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009" name="Equation" r:id="rId9" imgW="507960" imgH="228600" progId="Equation.3">
                    <p:embed/>
                  </p:oleObj>
                </mc:Choice>
                <mc:Fallback>
                  <p:oleObj name="Equation" r:id="rId9" imgW="507960" imgH="228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6" y="704"/>
                          <a:ext cx="753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1973" name="AutoShape 21"/>
            <p:cNvSpPr>
              <a:spLocks noChangeArrowheads="1"/>
            </p:cNvSpPr>
            <p:nvPr/>
          </p:nvSpPr>
          <p:spPr bwMode="auto">
            <a:xfrm>
              <a:off x="3204" y="713"/>
              <a:ext cx="768" cy="336"/>
            </a:xfrm>
            <a:prstGeom prst="wedgeRectCallout">
              <a:avLst>
                <a:gd name="adj1" fmla="val -135806"/>
                <a:gd name="adj2" fmla="val 90773"/>
              </a:avLst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21974" name="Object 22"/>
          <p:cNvGraphicFramePr>
            <a:graphicFrameLocks noChangeAspect="1"/>
          </p:cNvGraphicFramePr>
          <p:nvPr/>
        </p:nvGraphicFramePr>
        <p:xfrm>
          <a:off x="5400675" y="1755775"/>
          <a:ext cx="3324225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10" name="Equation" r:id="rId11" imgW="1511280" imgH="698400" progId="Equation.3">
                  <p:embed/>
                </p:oleObj>
              </mc:Choice>
              <mc:Fallback>
                <p:oleObj name="Equation" r:id="rId11" imgW="1511280" imgH="698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755775"/>
                        <a:ext cx="3324225" cy="154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75" name="Object 23"/>
          <p:cNvGraphicFramePr>
            <a:graphicFrameLocks noChangeAspect="1"/>
          </p:cNvGraphicFramePr>
          <p:nvPr/>
        </p:nvGraphicFramePr>
        <p:xfrm>
          <a:off x="242888" y="4478338"/>
          <a:ext cx="1646237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11" name="Equation" r:id="rId13" imgW="723600" imgH="241200" progId="Equation.3">
                  <p:embed/>
                </p:oleObj>
              </mc:Choice>
              <mc:Fallback>
                <p:oleObj name="Equation" r:id="rId13" imgW="723600" imgH="241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8" y="4478338"/>
                        <a:ext cx="1646237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76" name="Text Box 24"/>
          <p:cNvSpPr txBox="1">
            <a:spLocks noChangeArrowheads="1"/>
          </p:cNvSpPr>
          <p:nvPr/>
        </p:nvSpPr>
        <p:spPr bwMode="auto">
          <a:xfrm>
            <a:off x="152400" y="5664200"/>
            <a:ext cx="160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21977" name="Object 25"/>
          <p:cNvGraphicFramePr>
            <a:graphicFrameLocks noChangeAspect="1"/>
          </p:cNvGraphicFramePr>
          <p:nvPr/>
        </p:nvGraphicFramePr>
        <p:xfrm>
          <a:off x="1816100" y="5664200"/>
          <a:ext cx="2540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12" name="Equation" r:id="rId15" imgW="1091880" imgH="228600" progId="Equation.3">
                  <p:embed/>
                </p:oleObj>
              </mc:Choice>
              <mc:Fallback>
                <p:oleObj name="Equation" r:id="rId15" imgW="1091880" imgH="228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5664200"/>
                        <a:ext cx="25400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78" name="Object 26"/>
          <p:cNvGraphicFramePr>
            <a:graphicFrameLocks noChangeAspect="1"/>
          </p:cNvGraphicFramePr>
          <p:nvPr/>
        </p:nvGraphicFramePr>
        <p:xfrm>
          <a:off x="2079625" y="3884613"/>
          <a:ext cx="3521075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13" name="Equation" r:id="rId17" imgW="1574640" imgH="698400" progId="Equation.3">
                  <p:embed/>
                </p:oleObj>
              </mc:Choice>
              <mc:Fallback>
                <p:oleObj name="Equation" r:id="rId17" imgW="1574640" imgH="698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3884613"/>
                        <a:ext cx="3521075" cy="165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79" name="Object 27"/>
          <p:cNvGraphicFramePr>
            <a:graphicFrameLocks noChangeAspect="1"/>
          </p:cNvGraphicFramePr>
          <p:nvPr/>
        </p:nvGraphicFramePr>
        <p:xfrm>
          <a:off x="5638800" y="3822700"/>
          <a:ext cx="2362200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14" name="Equation" r:id="rId19" imgW="1117440" imgH="698400" progId="Equation.3">
                  <p:embed/>
                </p:oleObj>
              </mc:Choice>
              <mc:Fallback>
                <p:oleObj name="Equation" r:id="rId19" imgW="1117440" imgH="6984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822700"/>
                        <a:ext cx="2362200" cy="171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85" name="Object 33"/>
          <p:cNvGraphicFramePr>
            <a:graphicFrameLocks noChangeAspect="1"/>
          </p:cNvGraphicFramePr>
          <p:nvPr/>
        </p:nvGraphicFramePr>
        <p:xfrm>
          <a:off x="4483100" y="5651500"/>
          <a:ext cx="23622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015" name="Equation" r:id="rId21" imgW="1015920" imgH="228600" progId="Equation.3">
                  <p:embed/>
                </p:oleObj>
              </mc:Choice>
              <mc:Fallback>
                <p:oleObj name="Equation" r:id="rId21" imgW="101592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5651500"/>
                        <a:ext cx="23622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2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4" grpId="0" autoUpdateAnimBg="0"/>
      <p:bldP spid="1021955" grpId="0" autoUpdateAnimBg="0"/>
      <p:bldP spid="1021976" grpId="0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CFFB3-6E5D-4F2A-BB87-057C8D350EA3}" type="slidenum">
              <a:rPr lang="zh-CN" altLang="en-US"/>
              <a:pPr/>
              <a:t>96</a:t>
            </a:fld>
            <a:endParaRPr lang="zh-CN" altLang="en-US"/>
          </a:p>
        </p:txBody>
      </p:sp>
      <p:graphicFrame>
        <p:nvGraphicFramePr>
          <p:cNvPr id="1026050" name="Object 2"/>
          <p:cNvGraphicFramePr>
            <a:graphicFrameLocks noChangeAspect="1"/>
          </p:cNvGraphicFramePr>
          <p:nvPr/>
        </p:nvGraphicFramePr>
        <p:xfrm>
          <a:off x="1524000" y="304800"/>
          <a:ext cx="2540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5" name="Equation" r:id="rId3" imgW="1091880" imgH="228600" progId="Equation.3">
                  <p:embed/>
                </p:oleObj>
              </mc:Choice>
              <mc:Fallback>
                <p:oleObj name="Equation" r:id="rId3" imgW="10918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4800"/>
                        <a:ext cx="25400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1" name="Object 3"/>
          <p:cNvGraphicFramePr>
            <a:graphicFrameLocks noChangeAspect="1"/>
          </p:cNvGraphicFramePr>
          <p:nvPr/>
        </p:nvGraphicFramePr>
        <p:xfrm>
          <a:off x="4191000" y="292100"/>
          <a:ext cx="23622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6" name="Equation" r:id="rId5" imgW="1015920" imgH="228600" progId="Equation.3">
                  <p:embed/>
                </p:oleObj>
              </mc:Choice>
              <mc:Fallback>
                <p:oleObj name="Equation" r:id="rId5" imgW="101592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92100"/>
                        <a:ext cx="23622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2" name="Line 4"/>
          <p:cNvSpPr>
            <a:spLocks noChangeShapeType="1"/>
          </p:cNvSpPr>
          <p:nvPr/>
        </p:nvSpPr>
        <p:spPr bwMode="auto">
          <a:xfrm>
            <a:off x="304800" y="990600"/>
            <a:ext cx="8229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26054" name="Text Box 6"/>
          <p:cNvSpPr txBox="1">
            <a:spLocks noChangeArrowheads="1"/>
          </p:cNvSpPr>
          <p:nvPr/>
        </p:nvSpPr>
        <p:spPr bwMode="auto">
          <a:xfrm>
            <a:off x="609600" y="14478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正交化，</a:t>
            </a:r>
          </a:p>
        </p:txBody>
      </p:sp>
      <p:graphicFrame>
        <p:nvGraphicFramePr>
          <p:cNvPr id="1026055" name="Object 7"/>
          <p:cNvGraphicFramePr>
            <a:graphicFrameLocks noChangeAspect="1"/>
          </p:cNvGraphicFramePr>
          <p:nvPr/>
        </p:nvGraphicFramePr>
        <p:xfrm>
          <a:off x="885825" y="2209800"/>
          <a:ext cx="43100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7" name="Equation" r:id="rId7" imgW="1892160" imgH="406080" progId="Equation.3">
                  <p:embed/>
                </p:oleObj>
              </mc:Choice>
              <mc:Fallback>
                <p:oleObj name="Equation" r:id="rId7" imgW="1892160" imgH="406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2209800"/>
                        <a:ext cx="4310063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6" name="Object 8"/>
          <p:cNvGraphicFramePr>
            <a:graphicFrameLocks noChangeAspect="1"/>
          </p:cNvGraphicFramePr>
          <p:nvPr/>
        </p:nvGraphicFramePr>
        <p:xfrm>
          <a:off x="5181600" y="2247900"/>
          <a:ext cx="208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8" name="Equation" r:id="rId9" imgW="914400" imgH="406080" progId="Equation.3">
                  <p:embed/>
                </p:oleObj>
              </mc:Choice>
              <mc:Fallback>
                <p:oleObj name="Equation" r:id="rId9" imgW="914400" imgH="406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247900"/>
                        <a:ext cx="20828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4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782C-BAF6-4567-B1D8-6360A22C60DD}" type="slidenum">
              <a:rPr lang="zh-CN" altLang="en-US"/>
              <a:pPr/>
              <a:t>97</a:t>
            </a:fld>
            <a:endParaRPr lang="zh-CN" altLang="en-US"/>
          </a:p>
        </p:txBody>
      </p:sp>
      <p:graphicFrame>
        <p:nvGraphicFramePr>
          <p:cNvPr id="1024002" name="Object 2"/>
          <p:cNvGraphicFramePr>
            <a:graphicFrameLocks noChangeAspect="1"/>
          </p:cNvGraphicFramePr>
          <p:nvPr/>
        </p:nvGraphicFramePr>
        <p:xfrm>
          <a:off x="685800" y="203200"/>
          <a:ext cx="4748213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0" name="Equation" r:id="rId3" imgW="2019240" imgH="698400" progId="Equation.3">
                  <p:embed/>
                </p:oleObj>
              </mc:Choice>
              <mc:Fallback>
                <p:oleObj name="Equation" r:id="rId3" imgW="201924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03200"/>
                        <a:ext cx="4748213" cy="165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03" name="Object 3"/>
          <p:cNvGraphicFramePr>
            <a:graphicFrameLocks noChangeAspect="1"/>
          </p:cNvGraphicFramePr>
          <p:nvPr/>
        </p:nvGraphicFramePr>
        <p:xfrm>
          <a:off x="5422900" y="762000"/>
          <a:ext cx="28067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1" name="Equation" r:id="rId5" imgW="1193760" imgH="228600" progId="Equation.3">
                  <p:embed/>
                </p:oleObj>
              </mc:Choice>
              <mc:Fallback>
                <p:oleObj name="Equation" r:id="rId5" imgW="11937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762000"/>
                        <a:ext cx="28067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04" name="Object 4"/>
          <p:cNvGraphicFramePr>
            <a:graphicFrameLocks noChangeAspect="1"/>
          </p:cNvGraphicFramePr>
          <p:nvPr/>
        </p:nvGraphicFramePr>
        <p:xfrm>
          <a:off x="381000" y="2667000"/>
          <a:ext cx="1676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2" name="Equation" r:id="rId7" imgW="736560" imgH="228600" progId="Equation.3">
                  <p:embed/>
                </p:oleObj>
              </mc:Choice>
              <mc:Fallback>
                <p:oleObj name="Equation" r:id="rId7" imgW="7365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67000"/>
                        <a:ext cx="16764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05" name="Text Box 5"/>
          <p:cNvSpPr txBox="1">
            <a:spLocks noChangeArrowheads="1"/>
          </p:cNvSpPr>
          <p:nvPr/>
        </p:nvSpPr>
        <p:spPr bwMode="auto">
          <a:xfrm>
            <a:off x="381000" y="3962400"/>
            <a:ext cx="160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特征向量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24007" name="Object 7"/>
          <p:cNvGraphicFramePr>
            <a:graphicFrameLocks noChangeAspect="1"/>
          </p:cNvGraphicFramePr>
          <p:nvPr/>
        </p:nvGraphicFramePr>
        <p:xfrm>
          <a:off x="2133600" y="2093913"/>
          <a:ext cx="3606800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3" name="Equation" r:id="rId9" imgW="1612800" imgH="698400" progId="Equation.3">
                  <p:embed/>
                </p:oleObj>
              </mc:Choice>
              <mc:Fallback>
                <p:oleObj name="Equation" r:id="rId9" imgW="161280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093913"/>
                        <a:ext cx="3606800" cy="165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08" name="Object 8"/>
          <p:cNvGraphicFramePr>
            <a:graphicFrameLocks noChangeAspect="1"/>
          </p:cNvGraphicFramePr>
          <p:nvPr/>
        </p:nvGraphicFramePr>
        <p:xfrm>
          <a:off x="5765800" y="2082800"/>
          <a:ext cx="2286000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4" name="Equation" r:id="rId11" imgW="990360" imgH="698400" progId="Equation.3">
                  <p:embed/>
                </p:oleObj>
              </mc:Choice>
              <mc:Fallback>
                <p:oleObj name="Equation" r:id="rId11" imgW="99036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2082800"/>
                        <a:ext cx="2286000" cy="170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09" name="Line 9"/>
          <p:cNvSpPr>
            <a:spLocks noChangeShapeType="1"/>
          </p:cNvSpPr>
          <p:nvPr/>
        </p:nvSpPr>
        <p:spPr bwMode="auto">
          <a:xfrm>
            <a:off x="304800" y="19050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24010" name="Object 10"/>
          <p:cNvGraphicFramePr>
            <a:graphicFrameLocks noChangeAspect="1"/>
          </p:cNvGraphicFramePr>
          <p:nvPr/>
        </p:nvGraphicFramePr>
        <p:xfrm>
          <a:off x="2089150" y="3937000"/>
          <a:ext cx="28638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5" name="Equation" r:id="rId13" imgW="1143000" imgH="241200" progId="Equation.3">
                  <p:embed/>
                </p:oleObj>
              </mc:Choice>
              <mc:Fallback>
                <p:oleObj name="Equation" r:id="rId13" imgW="114300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3937000"/>
                        <a:ext cx="2863850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05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6B7B1-E407-4C34-B9B2-E109D393146D}" type="slidenum">
              <a:rPr lang="zh-CN" altLang="en-US"/>
              <a:pPr/>
              <a:t>98</a:t>
            </a:fld>
            <a:endParaRPr lang="zh-CN" altLang="en-US"/>
          </a:p>
        </p:txBody>
      </p:sp>
      <p:sp>
        <p:nvSpPr>
          <p:cNvPr id="1025029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单位化，拼起来得</a:t>
            </a:r>
          </a:p>
        </p:txBody>
      </p:sp>
      <p:graphicFrame>
        <p:nvGraphicFramePr>
          <p:cNvPr id="1025030" name="Object 6"/>
          <p:cNvGraphicFramePr>
            <a:graphicFrameLocks noChangeAspect="1"/>
          </p:cNvGraphicFramePr>
          <p:nvPr/>
        </p:nvGraphicFramePr>
        <p:xfrm>
          <a:off x="2743200" y="1600200"/>
          <a:ext cx="4979988" cy="290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47" name="Equation" r:id="rId3" imgW="1549080" imgH="1231560" progId="Equation.3">
                  <p:embed/>
                </p:oleObj>
              </mc:Choice>
              <mc:Fallback>
                <p:oleObj name="Equation" r:id="rId3" imgW="1549080" imgH="1231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0200"/>
                        <a:ext cx="4979988" cy="290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31" name="Text Box 7"/>
          <p:cNvSpPr txBox="1">
            <a:spLocks noChangeArrowheads="1"/>
          </p:cNvSpPr>
          <p:nvPr/>
        </p:nvSpPr>
        <p:spPr bwMode="auto">
          <a:xfrm>
            <a:off x="152400" y="51054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使</a:t>
            </a:r>
          </a:p>
        </p:txBody>
      </p:sp>
      <p:graphicFrame>
        <p:nvGraphicFramePr>
          <p:cNvPr id="1025032" name="Object 8"/>
          <p:cNvGraphicFramePr>
            <a:graphicFrameLocks noChangeAspect="1"/>
          </p:cNvGraphicFramePr>
          <p:nvPr/>
        </p:nvGraphicFramePr>
        <p:xfrm>
          <a:off x="836613" y="4572000"/>
          <a:ext cx="3370262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48" name="Equation" r:id="rId5" imgW="1434960" imgH="698400" progId="Equation.3">
                  <p:embed/>
                </p:oleObj>
              </mc:Choice>
              <mc:Fallback>
                <p:oleObj name="Equation" r:id="rId5" imgW="143496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4572000"/>
                        <a:ext cx="3370262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33" name="Object 9"/>
          <p:cNvGraphicFramePr>
            <a:graphicFrameLocks noChangeAspect="1"/>
          </p:cNvGraphicFramePr>
          <p:nvPr/>
        </p:nvGraphicFramePr>
        <p:xfrm>
          <a:off x="381000" y="482600"/>
          <a:ext cx="2540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49" name="Equation" r:id="rId7" imgW="1091880" imgH="228600" progId="Equation.3">
                  <p:embed/>
                </p:oleObj>
              </mc:Choice>
              <mc:Fallback>
                <p:oleObj name="Equation" r:id="rId7" imgW="10918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2600"/>
                        <a:ext cx="25400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34" name="Line 10"/>
          <p:cNvSpPr>
            <a:spLocks noChangeShapeType="1"/>
          </p:cNvSpPr>
          <p:nvPr/>
        </p:nvSpPr>
        <p:spPr bwMode="auto">
          <a:xfrm>
            <a:off x="304800" y="1295400"/>
            <a:ext cx="8229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25035" name="Object 11"/>
          <p:cNvGraphicFramePr>
            <a:graphicFrameLocks noChangeAspect="1"/>
          </p:cNvGraphicFramePr>
          <p:nvPr/>
        </p:nvGraphicFramePr>
        <p:xfrm>
          <a:off x="3048000" y="279400"/>
          <a:ext cx="25161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50" name="Equation" r:id="rId9" imgW="1104840" imgH="406080" progId="Equation.3">
                  <p:embed/>
                </p:oleObj>
              </mc:Choice>
              <mc:Fallback>
                <p:oleObj name="Equation" r:id="rId9" imgW="110484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79400"/>
                        <a:ext cx="2516188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36" name="Object 12"/>
          <p:cNvGraphicFramePr>
            <a:graphicFrameLocks noChangeAspect="1"/>
          </p:cNvGraphicFramePr>
          <p:nvPr/>
        </p:nvGraphicFramePr>
        <p:xfrm>
          <a:off x="5715000" y="457200"/>
          <a:ext cx="27876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51" name="Equation" r:id="rId11" imgW="1143000" imgH="241200" progId="Equation.3">
                  <p:embed/>
                </p:oleObj>
              </mc:Choice>
              <mc:Fallback>
                <p:oleObj name="Equation" r:id="rId11" imgW="114300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57200"/>
                        <a:ext cx="278765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5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9" grpId="0" autoUpdateAnimBg="0"/>
      <p:bldP spid="1025031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0F88-DCF9-4AFA-A5F5-4FDA429A264F}" type="slidenum">
              <a:rPr lang="zh-CN" altLang="en-US"/>
              <a:pPr/>
              <a:t>99</a:t>
            </a:fld>
            <a:endParaRPr lang="zh-CN" altLang="en-US"/>
          </a:p>
        </p:txBody>
      </p:sp>
      <p:sp>
        <p:nvSpPr>
          <p:cNvPr id="897026" name="WordArt 2"/>
          <p:cNvSpPr>
            <a:spLocks noChangeArrowheads="1" noChangeShapeType="1" noTextEdit="1"/>
          </p:cNvSpPr>
          <p:nvPr/>
        </p:nvSpPr>
        <p:spPr bwMode="auto">
          <a:xfrm>
            <a:off x="5181600" y="228600"/>
            <a:ext cx="2971800" cy="1752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solidFill>
                  <a:srgbClr val="FFFFFF"/>
                </a:solidFill>
                <a:effectLst>
                  <a:outerShdw dist="35921" dir="2700000" algn="ctr" rotWithShape="0">
                    <a:srgbClr val="C0C0C0"/>
                  </a:outerShdw>
                </a:effectLst>
              </a:rPr>
              <a:t>END</a:t>
            </a:r>
            <a:endParaRPr lang="zh-CN" altLang="en-US" sz="3600" kern="10">
              <a:solidFill>
                <a:srgbClr val="FFFFFF"/>
              </a:solidFill>
              <a:effectLst>
                <a:outerShdw dist="35921" dir="2700000" algn="ctr" rotWithShape="0">
                  <a:srgbClr val="C0C0C0"/>
                </a:outerShdw>
              </a:effectLst>
            </a:endParaRPr>
          </a:p>
        </p:txBody>
      </p:sp>
      <p:sp>
        <p:nvSpPr>
          <p:cNvPr id="897027" name="Rectangle 3"/>
          <p:cNvSpPr>
            <a:spLocks noGrp="1" noChangeArrowheads="1"/>
          </p:cNvSpPr>
          <p:nvPr>
            <p:ph type="title"/>
          </p:nvPr>
        </p:nvSpPr>
        <p:spPr>
          <a:xfrm>
            <a:off x="8153400" y="5334000"/>
            <a:ext cx="609600" cy="304800"/>
          </a:xfrm>
        </p:spPr>
        <p:txBody>
          <a:bodyPr/>
          <a:lstStyle/>
          <a:p>
            <a:pPr algn="l"/>
            <a:r>
              <a:rPr lang="en-US" altLang="zh-CN" sz="1600"/>
              <a:t>END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FEBE-8034-472A-A98F-EFFC97E96EE0}" type="slidenum">
              <a:rPr lang="zh-CN" altLang="en-US"/>
              <a:pPr/>
              <a:t>100</a:t>
            </a:fld>
            <a:endParaRPr lang="zh-CN" altLang="en-US"/>
          </a:p>
        </p:txBody>
      </p:sp>
      <p:sp>
        <p:nvSpPr>
          <p:cNvPr id="101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52400"/>
            <a:ext cx="6553200" cy="609600"/>
          </a:xfrm>
        </p:spPr>
        <p:txBody>
          <a:bodyPr/>
          <a:lstStyle/>
          <a:p>
            <a:r>
              <a:rPr lang="zh-CN" altLang="en-US" sz="36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习题选解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6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09E2-4D6B-4C94-93BB-DC8A1EFAE7B3}" type="slidenum">
              <a:rPr lang="zh-CN" altLang="en-US"/>
              <a:pPr/>
              <a:t>101</a:t>
            </a:fld>
            <a:endParaRPr lang="zh-CN" altLang="en-US"/>
          </a:p>
        </p:txBody>
      </p:sp>
      <p:sp>
        <p:nvSpPr>
          <p:cNvPr id="1017858" name="Text Box 2"/>
          <p:cNvSpPr txBox="1">
            <a:spLocks noChangeArrowheads="1"/>
          </p:cNvSpPr>
          <p:nvPr/>
        </p:nvSpPr>
        <p:spPr bwMode="auto">
          <a:xfrm>
            <a:off x="304800" y="26193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23、</a:t>
            </a:r>
          </a:p>
        </p:txBody>
      </p:sp>
      <p:sp>
        <p:nvSpPr>
          <p:cNvPr id="1017859" name="Text Box 3"/>
          <p:cNvSpPr txBox="1">
            <a:spLocks noChangeArrowheads="1"/>
          </p:cNvSpPr>
          <p:nvPr/>
        </p:nvSpPr>
        <p:spPr bwMode="auto">
          <a:xfrm>
            <a:off x="381000" y="298132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17860" name="Object 4"/>
          <p:cNvGraphicFramePr>
            <a:graphicFrameLocks noChangeAspect="1"/>
          </p:cNvGraphicFramePr>
          <p:nvPr/>
        </p:nvGraphicFramePr>
        <p:xfrm>
          <a:off x="1143000" y="2438400"/>
          <a:ext cx="447833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2" name="Equation" r:id="rId3" imgW="1904760" imgH="698400" progId="Equation.3">
                  <p:embed/>
                </p:oleObj>
              </mc:Choice>
              <mc:Fallback>
                <p:oleObj name="Equation" r:id="rId3" imgW="190476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438400"/>
                        <a:ext cx="4478338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1" name="Object 5"/>
          <p:cNvGraphicFramePr>
            <a:graphicFrameLocks noChangeAspect="1"/>
          </p:cNvGraphicFramePr>
          <p:nvPr/>
        </p:nvGraphicFramePr>
        <p:xfrm>
          <a:off x="4152900" y="4646613"/>
          <a:ext cx="268763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3" name="Equation" r:id="rId5" imgW="1130040" imgH="228600" progId="Equation.3">
                  <p:embed/>
                </p:oleObj>
              </mc:Choice>
              <mc:Fallback>
                <p:oleObj name="Equation" r:id="rId5" imgW="11300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4646613"/>
                        <a:ext cx="2687638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2" name="Object 6"/>
          <p:cNvGraphicFramePr>
            <a:graphicFrameLocks noChangeAspect="1"/>
          </p:cNvGraphicFramePr>
          <p:nvPr/>
        </p:nvGraphicFramePr>
        <p:xfrm>
          <a:off x="1066800" y="215900"/>
          <a:ext cx="60960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4" name="Document" r:id="rId7" imgW="2343960" imgH="228600" progId="Word.Document.8">
                  <p:embed/>
                </p:oleObj>
              </mc:Choice>
              <mc:Fallback>
                <p:oleObj name="Document" r:id="rId7" imgW="234396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15900"/>
                        <a:ext cx="60960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3" name="Object 7"/>
          <p:cNvGraphicFramePr>
            <a:graphicFrameLocks noChangeAspect="1"/>
          </p:cNvGraphicFramePr>
          <p:nvPr/>
        </p:nvGraphicFramePr>
        <p:xfrm>
          <a:off x="457200" y="5867400"/>
          <a:ext cx="63246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5" name="Document" r:id="rId9" imgW="2538000" imgH="228600" progId="Word.Document.8">
                  <p:embed/>
                </p:oleObj>
              </mc:Choice>
              <mc:Fallback>
                <p:oleObj name="Document" r:id="rId9" imgW="2538000" imgH="2286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867400"/>
                        <a:ext cx="63246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4" name="Object 8"/>
          <p:cNvGraphicFramePr>
            <a:graphicFrameLocks noChangeAspect="1"/>
          </p:cNvGraphicFramePr>
          <p:nvPr/>
        </p:nvGraphicFramePr>
        <p:xfrm>
          <a:off x="6400800" y="2971800"/>
          <a:ext cx="9906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6" r:id="rId11" imgW="444307" imgH="228501" progId="Equation.3">
                  <p:embed/>
                </p:oleObj>
              </mc:Choice>
              <mc:Fallback>
                <p:oleObj r:id="rId11" imgW="444307" imgH="2285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971800"/>
                        <a:ext cx="9906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5" name="Object 9"/>
          <p:cNvGraphicFramePr>
            <a:graphicFrameLocks noChangeAspect="1"/>
          </p:cNvGraphicFramePr>
          <p:nvPr/>
        </p:nvGraphicFramePr>
        <p:xfrm>
          <a:off x="838200" y="4037013"/>
          <a:ext cx="331470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7" name="Equation" r:id="rId13" imgW="1409400" imgH="698400" progId="Equation.3">
                  <p:embed/>
                </p:oleObj>
              </mc:Choice>
              <mc:Fallback>
                <p:oleObj name="Equation" r:id="rId13" imgW="140940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37013"/>
                        <a:ext cx="3314700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7866" name="Object 10"/>
          <p:cNvGraphicFramePr>
            <a:graphicFrameLocks noChangeAspect="1"/>
          </p:cNvGraphicFramePr>
          <p:nvPr/>
        </p:nvGraphicFramePr>
        <p:xfrm>
          <a:off x="609600" y="838200"/>
          <a:ext cx="2895600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7888" name="Equation" r:id="rId15" imgW="1231560" imgH="698400" progId="Equation.3">
                  <p:embed/>
                </p:oleObj>
              </mc:Choice>
              <mc:Fallback>
                <p:oleObj name="Equation" r:id="rId15" imgW="123156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838200"/>
                        <a:ext cx="2895600" cy="163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1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1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1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1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7858" grpId="0" autoUpdateAnimBg="0"/>
      <p:bldP spid="1017859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D26F-EECC-4E79-9D78-A164E1EDCE44}" type="slidenum">
              <a:rPr lang="zh-CN" altLang="en-US"/>
              <a:pPr/>
              <a:t>102</a:t>
            </a:fld>
            <a:endParaRPr lang="zh-CN" altLang="en-US"/>
          </a:p>
        </p:txBody>
      </p:sp>
      <p:sp>
        <p:nvSpPr>
          <p:cNvPr id="1018882" name="Line 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18883" name="Object 3"/>
          <p:cNvGraphicFramePr>
            <a:graphicFrameLocks noChangeAspect="1"/>
          </p:cNvGraphicFramePr>
          <p:nvPr/>
        </p:nvGraphicFramePr>
        <p:xfrm>
          <a:off x="152400" y="2057400"/>
          <a:ext cx="2514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3" name="Equation" r:id="rId3" imgW="1079280" imgH="215640" progId="Equation.3">
                  <p:embed/>
                </p:oleObj>
              </mc:Choice>
              <mc:Fallback>
                <p:oleObj name="Equation" r:id="rId3" imgW="107928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25146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884" name="Text Box 4"/>
          <p:cNvSpPr txBox="1">
            <a:spLocks noChangeArrowheads="1"/>
          </p:cNvSpPr>
          <p:nvPr/>
        </p:nvSpPr>
        <p:spPr bwMode="auto">
          <a:xfrm>
            <a:off x="152400" y="43434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特征向量为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18885" name="Object 5"/>
          <p:cNvGraphicFramePr>
            <a:graphicFrameLocks noChangeAspect="1"/>
          </p:cNvGraphicFramePr>
          <p:nvPr/>
        </p:nvGraphicFramePr>
        <p:xfrm>
          <a:off x="2200275" y="4343400"/>
          <a:ext cx="2371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4" name="Equation" r:id="rId5" imgW="1041120" imgH="228600" progId="Equation.3">
                  <p:embed/>
                </p:oleObj>
              </mc:Choice>
              <mc:Fallback>
                <p:oleObj name="Equation" r:id="rId5" imgW="10411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4343400"/>
                        <a:ext cx="237172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86" name="Object 6"/>
          <p:cNvGraphicFramePr>
            <a:graphicFrameLocks noChangeAspect="1"/>
          </p:cNvGraphicFramePr>
          <p:nvPr/>
        </p:nvGraphicFramePr>
        <p:xfrm>
          <a:off x="533400" y="2540000"/>
          <a:ext cx="380682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5" name="Equation" r:id="rId7" imgW="1701720" imgH="698400" progId="Equation.3">
                  <p:embed/>
                </p:oleObj>
              </mc:Choice>
              <mc:Fallback>
                <p:oleObj name="Equation" r:id="rId7" imgW="170172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40000"/>
                        <a:ext cx="3806825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87" name="Object 7"/>
          <p:cNvGraphicFramePr>
            <a:graphicFrameLocks noChangeAspect="1"/>
          </p:cNvGraphicFramePr>
          <p:nvPr/>
        </p:nvGraphicFramePr>
        <p:xfrm>
          <a:off x="363538" y="228600"/>
          <a:ext cx="4665662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6" name="Equation" r:id="rId9" imgW="1968480" imgH="698400" progId="Equation.3">
                  <p:embed/>
                </p:oleObj>
              </mc:Choice>
              <mc:Fallback>
                <p:oleObj name="Equation" r:id="rId9" imgW="196848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228600"/>
                        <a:ext cx="4665662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88" name="Object 8"/>
          <p:cNvGraphicFramePr>
            <a:graphicFrameLocks noChangeAspect="1"/>
          </p:cNvGraphicFramePr>
          <p:nvPr/>
        </p:nvGraphicFramePr>
        <p:xfrm>
          <a:off x="5391150" y="765175"/>
          <a:ext cx="34655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7" name="Document" r:id="rId11" imgW="1397160" imgH="228600" progId="Word.Document.8">
                  <p:embed/>
                </p:oleObj>
              </mc:Choice>
              <mc:Fallback>
                <p:oleObj name="Document" r:id="rId11" imgW="139716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765175"/>
                        <a:ext cx="34655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89" name="Object 9"/>
          <p:cNvGraphicFramePr>
            <a:graphicFrameLocks noChangeAspect="1"/>
          </p:cNvGraphicFramePr>
          <p:nvPr/>
        </p:nvGraphicFramePr>
        <p:xfrm>
          <a:off x="4343400" y="2540000"/>
          <a:ext cx="2354263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8" name="Equation" r:id="rId13" imgW="965160" imgH="698400" progId="Equation.3">
                  <p:embed/>
                </p:oleObj>
              </mc:Choice>
              <mc:Fallback>
                <p:oleObj name="Equation" r:id="rId13" imgW="96516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540000"/>
                        <a:ext cx="2354263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91" name="Object 11"/>
          <p:cNvGraphicFramePr>
            <a:graphicFrameLocks noChangeAspect="1"/>
          </p:cNvGraphicFramePr>
          <p:nvPr/>
        </p:nvGraphicFramePr>
        <p:xfrm>
          <a:off x="4714875" y="4343400"/>
          <a:ext cx="2371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19" name="Equation" r:id="rId15" imgW="1041120" imgH="228600" progId="Equation.3">
                  <p:embed/>
                </p:oleObj>
              </mc:Choice>
              <mc:Fallback>
                <p:oleObj name="Equation" r:id="rId15" imgW="104112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4343400"/>
                        <a:ext cx="237172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892" name="Text Box 12"/>
          <p:cNvSpPr txBox="1">
            <a:spLocks noChangeArrowheads="1"/>
          </p:cNvSpPr>
          <p:nvPr/>
        </p:nvSpPr>
        <p:spPr bwMode="auto">
          <a:xfrm>
            <a:off x="152400" y="51689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正交化，</a:t>
            </a:r>
          </a:p>
        </p:txBody>
      </p:sp>
      <p:graphicFrame>
        <p:nvGraphicFramePr>
          <p:cNvPr id="1018893" name="Object 13"/>
          <p:cNvGraphicFramePr>
            <a:graphicFrameLocks noChangeAspect="1"/>
          </p:cNvGraphicFramePr>
          <p:nvPr/>
        </p:nvGraphicFramePr>
        <p:xfrm>
          <a:off x="1600200" y="4953000"/>
          <a:ext cx="42529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0" name="Equation" r:id="rId17" imgW="1866600" imgH="406080" progId="Equation.3">
                  <p:embed/>
                </p:oleObj>
              </mc:Choice>
              <mc:Fallback>
                <p:oleObj name="Equation" r:id="rId17" imgW="186660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953000"/>
                        <a:ext cx="4252913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94" name="Object 14"/>
          <p:cNvGraphicFramePr>
            <a:graphicFrameLocks noChangeAspect="1"/>
          </p:cNvGraphicFramePr>
          <p:nvPr/>
        </p:nvGraphicFramePr>
        <p:xfrm>
          <a:off x="5842000" y="4953000"/>
          <a:ext cx="25447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921" name="Equation" r:id="rId19" imgW="1117440" imgH="406080" progId="Equation.3">
                  <p:embed/>
                </p:oleObj>
              </mc:Choice>
              <mc:Fallback>
                <p:oleObj name="Equation" r:id="rId19" imgW="1117440" imgH="406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4953000"/>
                        <a:ext cx="2544763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1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8884" grpId="0" autoUpdateAnimBg="0"/>
      <p:bldP spid="1018892" grpId="0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CBA9C-E3DE-426A-B0E1-6DAB5B83F4E9}" type="slidenum">
              <a:rPr lang="zh-CN" altLang="en-US"/>
              <a:pPr/>
              <a:t>103</a:t>
            </a:fld>
            <a:endParaRPr lang="zh-CN" altLang="en-US"/>
          </a:p>
        </p:txBody>
      </p:sp>
      <p:sp>
        <p:nvSpPr>
          <p:cNvPr id="1019906" name="Line 2"/>
          <p:cNvSpPr>
            <a:spLocks noChangeShapeType="1"/>
          </p:cNvSpPr>
          <p:nvPr/>
        </p:nvSpPr>
        <p:spPr bwMode="auto">
          <a:xfrm>
            <a:off x="76200" y="19812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19907" name="Object 3"/>
          <p:cNvGraphicFramePr>
            <a:graphicFrameLocks noChangeAspect="1"/>
          </p:cNvGraphicFramePr>
          <p:nvPr/>
        </p:nvGraphicFramePr>
        <p:xfrm>
          <a:off x="228600" y="2057400"/>
          <a:ext cx="1600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0" name="Equation" r:id="rId3" imgW="698400" imgH="228600" progId="Equation.3">
                  <p:embed/>
                </p:oleObj>
              </mc:Choice>
              <mc:Fallback>
                <p:oleObj name="Equation" r:id="rId3" imgW="6984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16002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9908" name="Text Box 4"/>
          <p:cNvSpPr txBox="1">
            <a:spLocks noChangeArrowheads="1"/>
          </p:cNvSpPr>
          <p:nvPr/>
        </p:nvSpPr>
        <p:spPr bwMode="auto">
          <a:xfrm>
            <a:off x="228600" y="4471988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相应齐次线性方程组的基础解系为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19909" name="Object 5"/>
          <p:cNvGraphicFramePr>
            <a:graphicFrameLocks noChangeAspect="1"/>
          </p:cNvGraphicFramePr>
          <p:nvPr/>
        </p:nvGraphicFramePr>
        <p:xfrm>
          <a:off x="5802313" y="4465638"/>
          <a:ext cx="219868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1" name="Equation" r:id="rId5" imgW="965160" imgH="241200" progId="Equation.3">
                  <p:embed/>
                </p:oleObj>
              </mc:Choice>
              <mc:Fallback>
                <p:oleObj name="Equation" r:id="rId5" imgW="9651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313" y="4465638"/>
                        <a:ext cx="2198687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0" name="Object 6"/>
          <p:cNvGraphicFramePr>
            <a:graphicFrameLocks noChangeAspect="1"/>
          </p:cNvGraphicFramePr>
          <p:nvPr/>
        </p:nvGraphicFramePr>
        <p:xfrm>
          <a:off x="304800" y="2590800"/>
          <a:ext cx="34290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2" name="Equation" r:id="rId7" imgW="1663560" imgH="698400" progId="Equation.3">
                  <p:embed/>
                </p:oleObj>
              </mc:Choice>
              <mc:Fallback>
                <p:oleObj name="Equation" r:id="rId7" imgW="166356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90800"/>
                        <a:ext cx="3429000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1" name="Object 7"/>
          <p:cNvGraphicFramePr>
            <a:graphicFrameLocks noChangeAspect="1"/>
          </p:cNvGraphicFramePr>
          <p:nvPr/>
        </p:nvGraphicFramePr>
        <p:xfrm>
          <a:off x="363538" y="228600"/>
          <a:ext cx="4665662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3" name="Equation" r:id="rId9" imgW="1968480" imgH="698400" progId="Equation.3">
                  <p:embed/>
                </p:oleObj>
              </mc:Choice>
              <mc:Fallback>
                <p:oleObj name="Equation" r:id="rId9" imgW="196848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228600"/>
                        <a:ext cx="4665662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2" name="Object 8"/>
          <p:cNvGraphicFramePr>
            <a:graphicFrameLocks noChangeAspect="1"/>
          </p:cNvGraphicFramePr>
          <p:nvPr/>
        </p:nvGraphicFramePr>
        <p:xfrm>
          <a:off x="5391150" y="765175"/>
          <a:ext cx="34655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4" name="Document" r:id="rId11" imgW="1397160" imgH="228600" progId="Word.Document.8">
                  <p:embed/>
                </p:oleObj>
              </mc:Choice>
              <mc:Fallback>
                <p:oleObj name="Document" r:id="rId11" imgW="139716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765175"/>
                        <a:ext cx="34655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3" name="Object 9"/>
          <p:cNvGraphicFramePr>
            <a:graphicFrameLocks noChangeAspect="1"/>
          </p:cNvGraphicFramePr>
          <p:nvPr/>
        </p:nvGraphicFramePr>
        <p:xfrm>
          <a:off x="3733800" y="2590800"/>
          <a:ext cx="26670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5" name="Equation" r:id="rId13" imgW="1193760" imgH="698400" progId="Equation.3">
                  <p:embed/>
                </p:oleObj>
              </mc:Choice>
              <mc:Fallback>
                <p:oleObj name="Equation" r:id="rId13" imgW="119376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90800"/>
                        <a:ext cx="26670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5" name="Object 11"/>
          <p:cNvGraphicFramePr>
            <a:graphicFrameLocks noChangeAspect="1"/>
          </p:cNvGraphicFramePr>
          <p:nvPr/>
        </p:nvGraphicFramePr>
        <p:xfrm>
          <a:off x="6340475" y="2590800"/>
          <a:ext cx="265112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6" name="Equation" r:id="rId15" imgW="1180800" imgH="698400" progId="Equation.3">
                  <p:embed/>
                </p:oleObj>
              </mc:Choice>
              <mc:Fallback>
                <p:oleObj name="Equation" r:id="rId15" imgW="1180800" imgH="698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475" y="2590800"/>
                        <a:ext cx="265112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9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9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9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8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8DBCC-50F2-4A81-BEBC-DAA663F68F5C}" type="slidenum">
              <a:rPr lang="zh-CN" altLang="en-US"/>
              <a:pPr/>
              <a:t>104</a:t>
            </a:fld>
            <a:endParaRPr lang="zh-CN" altLang="en-US"/>
          </a:p>
        </p:txBody>
      </p:sp>
      <p:graphicFrame>
        <p:nvGraphicFramePr>
          <p:cNvPr id="1020940" name="Object 12"/>
          <p:cNvGraphicFramePr>
            <a:graphicFrameLocks noChangeAspect="1"/>
          </p:cNvGraphicFramePr>
          <p:nvPr/>
        </p:nvGraphicFramePr>
        <p:xfrm>
          <a:off x="3098800" y="228600"/>
          <a:ext cx="29797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02" name="Equation" r:id="rId3" imgW="1307880" imgH="406080" progId="Equation.3">
                  <p:embed/>
                </p:oleObj>
              </mc:Choice>
              <mc:Fallback>
                <p:oleObj name="Equation" r:id="rId3" imgW="130788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228600"/>
                        <a:ext cx="2979738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1" name="Object 13"/>
          <p:cNvGraphicFramePr>
            <a:graphicFrameLocks noChangeAspect="1"/>
          </p:cNvGraphicFramePr>
          <p:nvPr/>
        </p:nvGraphicFramePr>
        <p:xfrm>
          <a:off x="457200" y="457200"/>
          <a:ext cx="2371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03" name="Equation" r:id="rId5" imgW="1041120" imgH="228600" progId="Equation.3">
                  <p:embed/>
                </p:oleObj>
              </mc:Choice>
              <mc:Fallback>
                <p:oleObj name="Equation" r:id="rId5" imgW="104112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"/>
                        <a:ext cx="237172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2" name="Object 14"/>
          <p:cNvGraphicFramePr>
            <a:graphicFrameLocks noChangeAspect="1"/>
          </p:cNvGraphicFramePr>
          <p:nvPr/>
        </p:nvGraphicFramePr>
        <p:xfrm>
          <a:off x="6172200" y="409575"/>
          <a:ext cx="23622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04" name="Equation" r:id="rId7" imgW="965160" imgH="241200" progId="Equation.3">
                  <p:embed/>
                </p:oleObj>
              </mc:Choice>
              <mc:Fallback>
                <p:oleObj name="Equation" r:id="rId7" imgW="965160" imgH="24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09575"/>
                        <a:ext cx="2362200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43" name="Line 15"/>
          <p:cNvSpPr>
            <a:spLocks noChangeShapeType="1"/>
          </p:cNvSpPr>
          <p:nvPr/>
        </p:nvSpPr>
        <p:spPr bwMode="auto">
          <a:xfrm>
            <a:off x="228600" y="1219200"/>
            <a:ext cx="87630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20945" name="Text Box 17"/>
          <p:cNvSpPr txBox="1">
            <a:spLocks noChangeArrowheads="1"/>
          </p:cNvSpPr>
          <p:nvPr/>
        </p:nvSpPr>
        <p:spPr bwMode="auto">
          <a:xfrm>
            <a:off x="381000" y="13081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再单位化，拼起来得</a:t>
            </a:r>
          </a:p>
        </p:txBody>
      </p:sp>
      <p:graphicFrame>
        <p:nvGraphicFramePr>
          <p:cNvPr id="1020946" name="Object 18"/>
          <p:cNvGraphicFramePr>
            <a:graphicFrameLocks noChangeAspect="1"/>
          </p:cNvGraphicFramePr>
          <p:nvPr/>
        </p:nvGraphicFramePr>
        <p:xfrm>
          <a:off x="1655763" y="1828800"/>
          <a:ext cx="4613275" cy="290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05" name="Equation" r:id="rId9" imgW="1434960" imgH="1231560" progId="Equation.3">
                  <p:embed/>
                </p:oleObj>
              </mc:Choice>
              <mc:Fallback>
                <p:oleObj name="Equation" r:id="rId9" imgW="1434960" imgH="12315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828800"/>
                        <a:ext cx="4613275" cy="290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47" name="Text Box 19"/>
          <p:cNvSpPr txBox="1">
            <a:spLocks noChangeArrowheads="1"/>
          </p:cNvSpPr>
          <p:nvPr/>
        </p:nvSpPr>
        <p:spPr bwMode="auto">
          <a:xfrm>
            <a:off x="533400" y="53594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使</a:t>
            </a:r>
          </a:p>
        </p:txBody>
      </p:sp>
      <p:graphicFrame>
        <p:nvGraphicFramePr>
          <p:cNvPr id="1020948" name="Object 20"/>
          <p:cNvGraphicFramePr>
            <a:graphicFrameLocks noChangeAspect="1"/>
          </p:cNvGraphicFramePr>
          <p:nvPr/>
        </p:nvGraphicFramePr>
        <p:xfrm>
          <a:off x="1193800" y="4826000"/>
          <a:ext cx="372745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06" name="Equation" r:id="rId11" imgW="1587240" imgH="698400" progId="Equation.3">
                  <p:embed/>
                </p:oleObj>
              </mc:Choice>
              <mc:Fallback>
                <p:oleObj name="Equation" r:id="rId11" imgW="1587240" imgH="698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4826000"/>
                        <a:ext cx="372745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0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45" grpId="0" autoUpdateAnimBg="0"/>
      <p:bldP spid="1020947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1853-7029-4882-8EF2-2A99D122B5A0}" type="slidenum">
              <a:rPr lang="zh-CN" altLang="en-US"/>
              <a:pPr/>
              <a:t>105</a:t>
            </a:fld>
            <a:endParaRPr lang="zh-CN" altLang="en-US"/>
          </a:p>
        </p:txBody>
      </p:sp>
      <p:sp>
        <p:nvSpPr>
          <p:cNvPr id="1015810" name="Text Box 2"/>
          <p:cNvSpPr txBox="1">
            <a:spLocks noChangeArrowheads="1"/>
          </p:cNvSpPr>
          <p:nvPr/>
        </p:nvSpPr>
        <p:spPr bwMode="auto">
          <a:xfrm>
            <a:off x="381000" y="25908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15811" name="Text Box 3"/>
          <p:cNvSpPr txBox="1">
            <a:spLocks noChangeArrowheads="1"/>
          </p:cNvSpPr>
          <p:nvPr/>
        </p:nvSpPr>
        <p:spPr bwMode="auto">
          <a:xfrm>
            <a:off x="304800" y="228600"/>
            <a:ext cx="8610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24、</a:t>
            </a:r>
            <a:r>
              <a:rPr lang="zh-CN" altLang="en-US">
                <a:cs typeface="Times New Roman" panose="02020603050405020304" pitchFamily="18" charset="0"/>
              </a:rPr>
              <a:t>设三阶实对称矩阵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cs typeface="Times New Roman" panose="02020603050405020304" pitchFamily="18" charset="0"/>
              </a:rPr>
              <a:t>的特征值是</a:t>
            </a:r>
            <a:r>
              <a:rPr lang="zh-CN" altLang="en-US">
                <a:latin typeface="Times New Roman" panose="02020603050405020304" pitchFamily="18" charset="0"/>
              </a:rPr>
              <a:t>1,2,3</a:t>
            </a:r>
            <a:r>
              <a:rPr lang="zh-CN" altLang="en-US"/>
              <a:t>；</a:t>
            </a:r>
            <a:r>
              <a:rPr lang="zh-CN" altLang="en-US">
                <a:cs typeface="Times New Roman" panose="02020603050405020304" pitchFamily="18" charset="0"/>
              </a:rPr>
              <a:t>属于特征值</a:t>
            </a:r>
            <a:r>
              <a:rPr lang="zh-CN" altLang="en-US">
                <a:latin typeface="Times New Roman" panose="02020603050405020304" pitchFamily="18" charset="0"/>
              </a:rPr>
              <a:t>1,2</a:t>
            </a:r>
            <a:r>
              <a:rPr lang="zh-CN" altLang="en-US">
                <a:cs typeface="Times New Roman" panose="02020603050405020304" pitchFamily="18" charset="0"/>
              </a:rPr>
              <a:t>的特征向量分别为</a:t>
            </a:r>
            <a:r>
              <a:rPr lang="zh-CN" altLang="en-US"/>
              <a:t> </a:t>
            </a:r>
          </a:p>
        </p:txBody>
      </p:sp>
      <p:graphicFrame>
        <p:nvGraphicFramePr>
          <p:cNvPr id="1015812" name="Object 4"/>
          <p:cNvGraphicFramePr>
            <a:graphicFrameLocks noChangeAspect="1"/>
          </p:cNvGraphicFramePr>
          <p:nvPr/>
        </p:nvGraphicFramePr>
        <p:xfrm>
          <a:off x="1138238" y="1370013"/>
          <a:ext cx="524986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31" name="Document" r:id="rId3" imgW="2144880" imgH="231840" progId="Word.Document.8">
                  <p:embed/>
                </p:oleObj>
              </mc:Choice>
              <mc:Fallback>
                <p:oleObj name="Document" r:id="rId3" imgW="2144880" imgH="2318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1370013"/>
                        <a:ext cx="524986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813" name="Text Box 5"/>
          <p:cNvSpPr txBox="1">
            <a:spLocks noChangeArrowheads="1"/>
          </p:cNvSpPr>
          <p:nvPr/>
        </p:nvSpPr>
        <p:spPr bwMode="auto">
          <a:xfrm>
            <a:off x="304800" y="1981200"/>
            <a:ext cx="769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求属于特征值3的特征向量；(2)</a:t>
            </a:r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求矩阵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1015814" name="Object 6"/>
          <p:cNvGraphicFramePr>
            <a:graphicFrameLocks noChangeAspect="1"/>
          </p:cNvGraphicFramePr>
          <p:nvPr/>
        </p:nvGraphicFramePr>
        <p:xfrm>
          <a:off x="1066800" y="2590800"/>
          <a:ext cx="54864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32" name="Document" r:id="rId5" imgW="2055600" imgH="228600" progId="Word.Document.8">
                  <p:embed/>
                </p:oleObj>
              </mc:Choice>
              <mc:Fallback>
                <p:oleObj name="Document" r:id="rId5" imgW="205560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90800"/>
                        <a:ext cx="54864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815" name="Text Box 7"/>
          <p:cNvSpPr txBox="1">
            <a:spLocks noChangeArrowheads="1"/>
          </p:cNvSpPr>
          <p:nvPr/>
        </p:nvSpPr>
        <p:spPr bwMode="auto">
          <a:xfrm>
            <a:off x="381000" y="3124200"/>
            <a:ext cx="8382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cs typeface="Times New Roman" panose="02020603050405020304" pitchFamily="18" charset="0"/>
              </a:rPr>
              <a:t>矩阵的属于不同特征值的特征向量彼此正交,于是有</a:t>
            </a:r>
            <a:r>
              <a:rPr lang="zh-CN" altLang="en-US"/>
              <a:t> </a:t>
            </a:r>
          </a:p>
        </p:txBody>
      </p:sp>
      <p:sp>
        <p:nvSpPr>
          <p:cNvPr id="1015816" name="Rectangle 8"/>
          <p:cNvSpPr>
            <a:spLocks noChangeArrowheads="1"/>
          </p:cNvSpPr>
          <p:nvPr/>
        </p:nvSpPr>
        <p:spPr bwMode="auto">
          <a:xfrm>
            <a:off x="6629400" y="2654300"/>
            <a:ext cx="1958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cs typeface="Times New Roman" panose="02020603050405020304" pitchFamily="18" charset="0"/>
              </a:rPr>
              <a:t>由于实对称</a:t>
            </a:r>
          </a:p>
        </p:txBody>
      </p:sp>
      <p:graphicFrame>
        <p:nvGraphicFramePr>
          <p:cNvPr id="1015817" name="Object 9"/>
          <p:cNvGraphicFramePr>
            <a:graphicFrameLocks noChangeAspect="1"/>
          </p:cNvGraphicFramePr>
          <p:nvPr/>
        </p:nvGraphicFramePr>
        <p:xfrm>
          <a:off x="1985963" y="3729038"/>
          <a:ext cx="34972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33" name="Document" r:id="rId7" imgW="1366560" imgH="241200" progId="Word.Document.8">
                  <p:embed/>
                </p:oleObj>
              </mc:Choice>
              <mc:Fallback>
                <p:oleObj name="Document" r:id="rId7" imgW="1366560" imgH="2412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3729038"/>
                        <a:ext cx="349726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818" name="Text Box 10"/>
          <p:cNvSpPr txBox="1">
            <a:spLocks noChangeArrowheads="1"/>
          </p:cNvSpPr>
          <p:nvPr/>
        </p:nvSpPr>
        <p:spPr bwMode="auto">
          <a:xfrm>
            <a:off x="381000" y="4343400"/>
            <a:ext cx="632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cs typeface="Times New Roman" panose="02020603050405020304" pitchFamily="18" charset="0"/>
              </a:rPr>
              <a:t>即解齐次线性方程组,其系数矩阵为</a:t>
            </a:r>
            <a:r>
              <a:rPr lang="zh-CN" altLang="en-US"/>
              <a:t> </a:t>
            </a:r>
          </a:p>
        </p:txBody>
      </p:sp>
      <p:graphicFrame>
        <p:nvGraphicFramePr>
          <p:cNvPr id="1015819" name="Object 11"/>
          <p:cNvGraphicFramePr>
            <a:graphicFrameLocks noChangeAspect="1"/>
          </p:cNvGraphicFramePr>
          <p:nvPr/>
        </p:nvGraphicFramePr>
        <p:xfrm>
          <a:off x="1066800" y="4953000"/>
          <a:ext cx="24511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34" name="Equation" r:id="rId9" imgW="1028520" imgH="469800" progId="Equation.3">
                  <p:embed/>
                </p:oleObj>
              </mc:Choice>
              <mc:Fallback>
                <p:oleObj name="Equation" r:id="rId9" imgW="1028520" imgH="46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953000"/>
                        <a:ext cx="2451100" cy="1116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20" name="Object 12"/>
          <p:cNvGraphicFramePr>
            <a:graphicFrameLocks noChangeAspect="1"/>
          </p:cNvGraphicFramePr>
          <p:nvPr/>
        </p:nvGraphicFramePr>
        <p:xfrm>
          <a:off x="3505200" y="4927600"/>
          <a:ext cx="297180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35" name="Equation" r:id="rId11" imgW="1180800" imgH="469800" progId="Equation.3">
                  <p:embed/>
                </p:oleObj>
              </mc:Choice>
              <mc:Fallback>
                <p:oleObj name="Equation" r:id="rId11" imgW="1180800" imgH="469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927600"/>
                        <a:ext cx="2971800" cy="117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1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1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1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1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1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1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1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810" grpId="0" autoUpdateAnimBg="0"/>
      <p:bldP spid="1015811" grpId="0" autoUpdateAnimBg="0"/>
      <p:bldP spid="1015813" grpId="0" autoUpdateAnimBg="0"/>
      <p:bldP spid="1015815" grpId="0" autoUpdateAnimBg="0"/>
      <p:bldP spid="1015816" grpId="0" autoUpdateAnimBg="0"/>
      <p:bldP spid="1015818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2236-61C8-40FF-AA47-77C45EF6863D}" type="slidenum">
              <a:rPr lang="zh-CN" altLang="en-US"/>
              <a:pPr/>
              <a:t>106</a:t>
            </a:fld>
            <a:endParaRPr lang="zh-CN" altLang="en-US"/>
          </a:p>
        </p:txBody>
      </p:sp>
      <p:graphicFrame>
        <p:nvGraphicFramePr>
          <p:cNvPr id="1016834" name="Object 2"/>
          <p:cNvGraphicFramePr>
            <a:graphicFrameLocks noChangeAspect="1"/>
          </p:cNvGraphicFramePr>
          <p:nvPr/>
        </p:nvGraphicFramePr>
        <p:xfrm>
          <a:off x="5791200" y="609600"/>
          <a:ext cx="32781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66" name="Document" r:id="rId3" imgW="1299960" imgH="231840" progId="Word.Document.8">
                  <p:embed/>
                </p:oleObj>
              </mc:Choice>
              <mc:Fallback>
                <p:oleObj name="Document" r:id="rId3" imgW="1299960" imgH="2318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609600"/>
                        <a:ext cx="32781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6835" name="Object 3"/>
          <p:cNvGraphicFramePr>
            <a:graphicFrameLocks noChangeAspect="1"/>
          </p:cNvGraphicFramePr>
          <p:nvPr/>
        </p:nvGraphicFramePr>
        <p:xfrm>
          <a:off x="304800" y="304800"/>
          <a:ext cx="24511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67" name="Equation" r:id="rId5" imgW="1028520" imgH="469800" progId="Equation.3">
                  <p:embed/>
                </p:oleObj>
              </mc:Choice>
              <mc:Fallback>
                <p:oleObj name="Equation" r:id="rId5" imgW="102852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"/>
                        <a:ext cx="2451100" cy="1116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6836" name="Object 4"/>
          <p:cNvGraphicFramePr>
            <a:graphicFrameLocks noChangeAspect="1"/>
          </p:cNvGraphicFramePr>
          <p:nvPr/>
        </p:nvGraphicFramePr>
        <p:xfrm>
          <a:off x="2743200" y="279400"/>
          <a:ext cx="297180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68" name="Equation" r:id="rId7" imgW="1180800" imgH="469800" progId="Equation.3">
                  <p:embed/>
                </p:oleObj>
              </mc:Choice>
              <mc:Fallback>
                <p:oleObj name="Equation" r:id="rId7" imgW="118080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9400"/>
                        <a:ext cx="2971800" cy="117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6837" name="Text Box 5"/>
          <p:cNvSpPr txBox="1">
            <a:spLocks noChangeArrowheads="1"/>
          </p:cNvSpPr>
          <p:nvPr/>
        </p:nvSpPr>
        <p:spPr bwMode="auto">
          <a:xfrm>
            <a:off x="152400" y="15240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cs typeface="Times New Roman" panose="02020603050405020304" pitchFamily="18" charset="0"/>
              </a:rPr>
              <a:t>属于特征值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>
                <a:cs typeface="Times New Roman" panose="02020603050405020304" pitchFamily="18" charset="0"/>
              </a:rPr>
              <a:t>的特征向量为</a:t>
            </a:r>
            <a:r>
              <a:rPr lang="zh-CN" altLang="en-US"/>
              <a:t> </a:t>
            </a:r>
          </a:p>
        </p:txBody>
      </p:sp>
      <p:graphicFrame>
        <p:nvGraphicFramePr>
          <p:cNvPr id="1016838" name="Object 6"/>
          <p:cNvGraphicFramePr>
            <a:graphicFrameLocks noChangeAspect="1"/>
          </p:cNvGraphicFramePr>
          <p:nvPr/>
        </p:nvGraphicFramePr>
        <p:xfrm>
          <a:off x="4416425" y="1473200"/>
          <a:ext cx="472757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69" name="Document" r:id="rId9" imgW="1803960" imgH="241200" progId="Word.Document.8">
                  <p:embed/>
                </p:oleObj>
              </mc:Choice>
              <mc:Fallback>
                <p:oleObj name="Document" r:id="rId9" imgW="1803960" imgH="2412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1473200"/>
                        <a:ext cx="472757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6839" name="Text Box 7"/>
          <p:cNvSpPr txBox="1">
            <a:spLocks noChangeArrowheads="1"/>
          </p:cNvSpPr>
          <p:nvPr/>
        </p:nvSpPr>
        <p:spPr bwMode="auto">
          <a:xfrm>
            <a:off x="76200" y="2854325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1016840" name="Object 8"/>
          <p:cNvGraphicFramePr>
            <a:graphicFrameLocks noChangeAspect="1"/>
          </p:cNvGraphicFramePr>
          <p:nvPr/>
        </p:nvGraphicFramePr>
        <p:xfrm>
          <a:off x="762000" y="2286000"/>
          <a:ext cx="35814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70" name="Document" r:id="rId11" imgW="1482120" imgH="698400" progId="Word.Document.8">
                  <p:embed/>
                </p:oleObj>
              </mc:Choice>
              <mc:Fallback>
                <p:oleObj name="Document" r:id="rId11" imgW="1482120" imgH="6984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86000"/>
                        <a:ext cx="35814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6841" name="Object 9"/>
          <p:cNvGraphicFramePr>
            <a:graphicFrameLocks noChangeAspect="1"/>
          </p:cNvGraphicFramePr>
          <p:nvPr/>
        </p:nvGraphicFramePr>
        <p:xfrm>
          <a:off x="4343400" y="2324100"/>
          <a:ext cx="4725988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71" name="Document" r:id="rId13" imgW="1971720" imgH="704880" progId="Word.Document.8">
                  <p:embed/>
                </p:oleObj>
              </mc:Choice>
              <mc:Fallback>
                <p:oleObj name="Document" r:id="rId13" imgW="1971720" imgH="70488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324100"/>
                        <a:ext cx="4725988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6842" name="Object 10"/>
          <p:cNvGraphicFramePr>
            <a:graphicFrameLocks noChangeAspect="1"/>
          </p:cNvGraphicFramePr>
          <p:nvPr/>
        </p:nvGraphicFramePr>
        <p:xfrm>
          <a:off x="1187450" y="4335463"/>
          <a:ext cx="3340100" cy="176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72" name="Equation" r:id="rId15" imgW="1333440" imgH="698400" progId="Equation.3">
                  <p:embed/>
                </p:oleObj>
              </mc:Choice>
              <mc:Fallback>
                <p:oleObj name="Equation" r:id="rId15" imgW="133344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335463"/>
                        <a:ext cx="3340100" cy="176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6843" name="Text Box 11"/>
          <p:cNvSpPr txBox="1">
            <a:spLocks noChangeArrowheads="1"/>
          </p:cNvSpPr>
          <p:nvPr/>
        </p:nvSpPr>
        <p:spPr bwMode="auto">
          <a:xfrm>
            <a:off x="228600" y="492601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所以</a:t>
            </a:r>
          </a:p>
        </p:txBody>
      </p:sp>
      <p:graphicFrame>
        <p:nvGraphicFramePr>
          <p:cNvPr id="1016844" name="Object 12"/>
          <p:cNvGraphicFramePr>
            <a:graphicFrameLocks noChangeAspect="1"/>
          </p:cNvGraphicFramePr>
          <p:nvPr/>
        </p:nvGraphicFramePr>
        <p:xfrm>
          <a:off x="4508500" y="4343400"/>
          <a:ext cx="32766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73" name="Equation" r:id="rId17" imgW="1320480" imgH="698400" progId="Equation.3">
                  <p:embed/>
                </p:oleObj>
              </mc:Choice>
              <mc:Fallback>
                <p:oleObj name="Equation" r:id="rId17" imgW="132048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4343400"/>
                        <a:ext cx="3276600" cy="174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6845" name="Group 13"/>
          <p:cNvGrpSpPr>
            <a:grpSpLocks/>
          </p:cNvGrpSpPr>
          <p:nvPr/>
        </p:nvGrpSpPr>
        <p:grpSpPr bwMode="auto">
          <a:xfrm>
            <a:off x="228600" y="304800"/>
            <a:ext cx="8763000" cy="1219200"/>
            <a:chOff x="240" y="1728"/>
            <a:chExt cx="5520" cy="768"/>
          </a:xfrm>
        </p:grpSpPr>
        <p:sp>
          <p:nvSpPr>
            <p:cNvPr id="1016846" name="Rectangle 14"/>
            <p:cNvSpPr>
              <a:spLocks noChangeArrowheads="1"/>
            </p:cNvSpPr>
            <p:nvPr/>
          </p:nvSpPr>
          <p:spPr bwMode="auto">
            <a:xfrm>
              <a:off x="240" y="1728"/>
              <a:ext cx="5520" cy="7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aphicFrame>
          <p:nvGraphicFramePr>
            <p:cNvPr id="1016847" name="Object 15"/>
            <p:cNvGraphicFramePr>
              <a:graphicFrameLocks noChangeAspect="1"/>
            </p:cNvGraphicFramePr>
            <p:nvPr/>
          </p:nvGraphicFramePr>
          <p:xfrm>
            <a:off x="1104" y="1968"/>
            <a:ext cx="336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74" name="Document" r:id="rId19" imgW="2135520" imgH="228600" progId="Word.Document.8">
                    <p:embed/>
                  </p:oleObj>
                </mc:Choice>
                <mc:Fallback>
                  <p:oleObj name="Document" r:id="rId19" imgW="2135520" imgH="228600" progId="Word.Document.8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968"/>
                          <a:ext cx="3362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1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6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6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1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1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6837" grpId="0" autoUpdateAnimBg="0"/>
      <p:bldP spid="1016839" grpId="0" autoUpdateAnimBg="0"/>
      <p:bldP spid="1016843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13134</TotalTime>
  <Words>1787</Words>
  <Application>Microsoft Office PowerPoint</Application>
  <PresentationFormat>全屏显示(4:3)</PresentationFormat>
  <Paragraphs>435</Paragraphs>
  <Slides>106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106</vt:i4>
      </vt:variant>
    </vt:vector>
  </HeadingPairs>
  <TitlesOfParts>
    <vt:vector size="117" baseType="lpstr">
      <vt:lpstr>MingLiU</vt:lpstr>
      <vt:lpstr>黑体</vt:lpstr>
      <vt:lpstr>隶书</vt:lpstr>
      <vt:lpstr>宋体</vt:lpstr>
      <vt:lpstr>Arial</vt:lpstr>
      <vt:lpstr>Times New Roman</vt:lpstr>
      <vt:lpstr>默认设计模板</vt:lpstr>
      <vt:lpstr>Document</vt:lpstr>
      <vt:lpstr>Equation</vt:lpstr>
      <vt:lpstr>Microsoft 公式 3.0</vt:lpstr>
      <vt:lpstr>Microsoft Word 97 - 2003 文档</vt:lpstr>
      <vt:lpstr>第四章</vt:lpstr>
      <vt:lpstr>PowerPoint 演示文稿</vt:lpstr>
      <vt:lpstr>第一节  矩阵的特征值与特征向量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(二) 特征值与特征向量的基本性质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矩阵的特征多项式的性质： </vt:lpstr>
      <vt:lpstr>PowerPoint 演示文稿</vt:lpstr>
      <vt:lpstr>PowerPoint 演示文稿</vt:lpstr>
      <vt:lpstr>矩阵的迹的性质 </vt:lpstr>
      <vt:lpstr>第二节  相似矩阵与矩阵对角化</vt:lpstr>
      <vt:lpstr>PowerPoint 演示文稿</vt:lpstr>
      <vt:lpstr>相似矩阵的性质：</vt:lpstr>
      <vt:lpstr>PowerPoint 演示文稿</vt:lpstr>
      <vt:lpstr>PowerPoint 演示文稿</vt:lpstr>
      <vt:lpstr>PowerPoint 演示文稿</vt:lpstr>
      <vt:lpstr>PowerPoint 演示文稿</vt:lpstr>
      <vt:lpstr>(二) 矩阵与对角矩阵相似的条件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第三节  实对称矩阵的特征值和特征向量</vt:lpstr>
      <vt:lpstr>PowerPoint 演示文稿</vt:lpstr>
      <vt:lpstr>向量的长度：</vt:lpstr>
      <vt:lpstr>PowerPoint 演示文稿</vt:lpstr>
      <vt:lpstr>PowerPoint 演示文稿</vt:lpstr>
      <vt:lpstr>(二) 正交向量组 </vt:lpstr>
      <vt:lpstr>PowerPoint 演示文稿</vt:lpstr>
      <vt:lpstr>PowerPoint 演示文稿</vt:lpstr>
      <vt:lpstr>PowerPoint 演示文稿</vt:lpstr>
      <vt:lpstr>PowerPoint 演示文稿</vt:lpstr>
      <vt:lpstr>施密特正交化方法</vt:lpstr>
      <vt:lpstr>PowerPoint 演示文稿</vt:lpstr>
      <vt:lpstr>PowerPoint 演示文稿</vt:lpstr>
      <vt:lpstr>PowerPoint 演示文稿</vt:lpstr>
      <vt:lpstr>PowerPoint 演示文稿</vt:lpstr>
      <vt:lpstr>(三) 正交矩阵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(四) 实对称矩阵的特征值和特征向量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END</vt:lpstr>
      <vt:lpstr>习题选解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特征值问题和矩阵的对角化</dc:title>
  <dc:creator>金义明</dc:creator>
  <cp:lastModifiedBy>1J412</cp:lastModifiedBy>
  <cp:revision>996</cp:revision>
  <dcterms:created xsi:type="dcterms:W3CDTF">1601-01-01T00:00:00Z</dcterms:created>
  <dcterms:modified xsi:type="dcterms:W3CDTF">2025-12-23T07:56:51Z</dcterms:modified>
</cp:coreProperties>
</file>