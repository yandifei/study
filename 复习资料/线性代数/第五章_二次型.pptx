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4"/>
  </p:notesMasterIdLst>
  <p:handoutMasterIdLst>
    <p:handoutMasterId r:id="rId75"/>
  </p:handoutMasterIdLst>
  <p:sldIdLst>
    <p:sldId id="852" r:id="rId2"/>
    <p:sldId id="769" r:id="rId3"/>
    <p:sldId id="966" r:id="rId4"/>
    <p:sldId id="930" r:id="rId5"/>
    <p:sldId id="931" r:id="rId6"/>
    <p:sldId id="932" r:id="rId7"/>
    <p:sldId id="933" r:id="rId8"/>
    <p:sldId id="934" r:id="rId9"/>
    <p:sldId id="949" r:id="rId10"/>
    <p:sldId id="967" r:id="rId11"/>
    <p:sldId id="935" r:id="rId12"/>
    <p:sldId id="936" r:id="rId13"/>
    <p:sldId id="1026" r:id="rId14"/>
    <p:sldId id="965" r:id="rId15"/>
    <p:sldId id="1027" r:id="rId16"/>
    <p:sldId id="1028" r:id="rId17"/>
    <p:sldId id="971" r:id="rId18"/>
    <p:sldId id="972" r:id="rId19"/>
    <p:sldId id="973" r:id="rId20"/>
    <p:sldId id="974" r:id="rId21"/>
    <p:sldId id="975" r:id="rId22"/>
    <p:sldId id="976" r:id="rId23"/>
    <p:sldId id="1029" r:id="rId24"/>
    <p:sldId id="1030" r:id="rId25"/>
    <p:sldId id="1032" r:id="rId26"/>
    <p:sldId id="1033" r:id="rId27"/>
    <p:sldId id="1031" r:id="rId28"/>
    <p:sldId id="978" r:id="rId29"/>
    <p:sldId id="979" r:id="rId30"/>
    <p:sldId id="980" r:id="rId31"/>
    <p:sldId id="981" r:id="rId32"/>
    <p:sldId id="982" r:id="rId33"/>
    <p:sldId id="983" r:id="rId34"/>
    <p:sldId id="984" r:id="rId35"/>
    <p:sldId id="985" r:id="rId36"/>
    <p:sldId id="986" r:id="rId37"/>
    <p:sldId id="987" r:id="rId38"/>
    <p:sldId id="988" r:id="rId39"/>
    <p:sldId id="989" r:id="rId40"/>
    <p:sldId id="990" r:id="rId41"/>
    <p:sldId id="1034" r:id="rId42"/>
    <p:sldId id="1035" r:id="rId43"/>
    <p:sldId id="1038" r:id="rId44"/>
    <p:sldId id="1039" r:id="rId45"/>
    <p:sldId id="1037" r:id="rId46"/>
    <p:sldId id="997" r:id="rId47"/>
    <p:sldId id="998" r:id="rId48"/>
    <p:sldId id="999" r:id="rId49"/>
    <p:sldId id="1000" r:id="rId50"/>
    <p:sldId id="1001" r:id="rId51"/>
    <p:sldId id="1040" r:id="rId52"/>
    <p:sldId id="1005" r:id="rId53"/>
    <p:sldId id="1006" r:id="rId54"/>
    <p:sldId id="1007" r:id="rId55"/>
    <p:sldId id="1008" r:id="rId56"/>
    <p:sldId id="1009" r:id="rId57"/>
    <p:sldId id="1010" r:id="rId58"/>
    <p:sldId id="1011" r:id="rId59"/>
    <p:sldId id="1012" r:id="rId60"/>
    <p:sldId id="1013" r:id="rId61"/>
    <p:sldId id="1014" r:id="rId62"/>
    <p:sldId id="1015" r:id="rId63"/>
    <p:sldId id="1016" r:id="rId64"/>
    <p:sldId id="1017" r:id="rId65"/>
    <p:sldId id="1018" r:id="rId66"/>
    <p:sldId id="1019" r:id="rId67"/>
    <p:sldId id="1020" r:id="rId68"/>
    <p:sldId id="1021" r:id="rId69"/>
    <p:sldId id="1022" r:id="rId70"/>
    <p:sldId id="1043" r:id="rId71"/>
    <p:sldId id="1041" r:id="rId72"/>
    <p:sldId id="1042" r:id="rId73"/>
  </p:sldIdLst>
  <p:sldSz cx="9144000" cy="6858000" type="screen4x3"/>
  <p:notesSz cx="6858000" cy="9144000"/>
  <p:defaultTextStyle>
    <a:defPPr>
      <a:defRPr lang="en-US"/>
    </a:defPPr>
    <a:lvl1pPr algn="l" rtl="0" fontAlgn="base">
      <a:spcBef>
        <a:spcPct val="0"/>
      </a:spcBef>
      <a:spcAft>
        <a:spcPct val="0"/>
      </a:spcAft>
      <a:defRPr kumimoji="1" sz="2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2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2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2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2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3333CC"/>
    <a:srgbClr val="006600"/>
    <a:srgbClr val="000000"/>
    <a:srgbClr val="666699"/>
    <a:srgbClr val="0033CC"/>
    <a:srgbClr val="FFFF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9" autoAdjust="0"/>
    <p:restoredTop sz="90929"/>
  </p:normalViewPr>
  <p:slideViewPr>
    <p:cSldViewPr>
      <p:cViewPr varScale="1">
        <p:scale>
          <a:sx n="86" d="100"/>
          <a:sy n="86" d="100"/>
        </p:scale>
        <p:origin x="1234"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2.wmf"/><Relationship Id="rId7" Type="http://schemas.openxmlformats.org/officeDocument/2006/relationships/image" Target="../media/image5.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13.emf"/><Relationship Id="rId9"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emf"/><Relationship Id="rId5" Type="http://schemas.openxmlformats.org/officeDocument/2006/relationships/image" Target="../media/image18.emf"/><Relationship Id="rId4"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11" Type="http://schemas.openxmlformats.org/officeDocument/2006/relationships/image" Target="../media/image31.wmf"/><Relationship Id="rId5" Type="http://schemas.openxmlformats.org/officeDocument/2006/relationships/image" Target="../media/image25.wmf"/><Relationship Id="rId10"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emf"/><Relationship Id="rId5" Type="http://schemas.openxmlformats.org/officeDocument/2006/relationships/image" Target="../media/image49.wmf"/><Relationship Id="rId4"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emf"/><Relationship Id="rId1" Type="http://schemas.openxmlformats.org/officeDocument/2006/relationships/image" Target="../media/image51.wmf"/><Relationship Id="rId4"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5" Type="http://schemas.openxmlformats.org/officeDocument/2006/relationships/image" Target="../media/image65.wmf"/><Relationship Id="rId10"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image" Target="../media/image6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5" Type="http://schemas.openxmlformats.org/officeDocument/2006/relationships/image" Target="../media/image78.wmf"/><Relationship Id="rId4"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image" Target="../media/image81.emf"/><Relationship Id="rId7" Type="http://schemas.openxmlformats.org/officeDocument/2006/relationships/image" Target="../media/image85.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4.emf"/><Relationship Id="rId5" Type="http://schemas.openxmlformats.org/officeDocument/2006/relationships/image" Target="../media/image83.emf"/><Relationship Id="rId10" Type="http://schemas.openxmlformats.org/officeDocument/2006/relationships/image" Target="../media/image88.wmf"/><Relationship Id="rId4" Type="http://schemas.openxmlformats.org/officeDocument/2006/relationships/image" Target="../media/image82.wmf"/><Relationship Id="rId9" Type="http://schemas.openxmlformats.org/officeDocument/2006/relationships/image" Target="../media/image8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1.wmf"/><Relationship Id="rId7" Type="http://schemas.openxmlformats.org/officeDocument/2006/relationships/image" Target="../media/image95.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 Id="rId4" Type="http://schemas.openxmlformats.org/officeDocument/2006/relationships/image" Target="../media/image9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image" Target="../media/image108.wmf"/><Relationship Id="rId7" Type="http://schemas.openxmlformats.org/officeDocument/2006/relationships/image" Target="../media/image112.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 Id="rId9" Type="http://schemas.openxmlformats.org/officeDocument/2006/relationships/image" Target="../media/image11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image" Target="../media/image117.e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emf"/><Relationship Id="rId4" Type="http://schemas.openxmlformats.org/officeDocument/2006/relationships/image" Target="../media/image118.wmf"/><Relationship Id="rId9" Type="http://schemas.openxmlformats.org/officeDocument/2006/relationships/image" Target="../media/image12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6.wmf"/><Relationship Id="rId7" Type="http://schemas.openxmlformats.org/officeDocument/2006/relationships/image" Target="../media/image95.wmf"/><Relationship Id="rId2" Type="http://schemas.openxmlformats.org/officeDocument/2006/relationships/image" Target="../media/image125.wmf"/><Relationship Id="rId1" Type="http://schemas.openxmlformats.org/officeDocument/2006/relationships/image" Target="../media/image124.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2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3.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4" Type="http://schemas.openxmlformats.org/officeDocument/2006/relationships/image" Target="../media/image14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5" Type="http://schemas.openxmlformats.org/officeDocument/2006/relationships/image" Target="../media/image151.wmf"/><Relationship Id="rId4" Type="http://schemas.openxmlformats.org/officeDocument/2006/relationships/image" Target="../media/image150.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image" Target="../media/image153.wmf"/><Relationship Id="rId7" Type="http://schemas.openxmlformats.org/officeDocument/2006/relationships/image" Target="../media/image157.wmf"/><Relationship Id="rId2" Type="http://schemas.openxmlformats.org/officeDocument/2006/relationships/image" Target="../media/image149.wmf"/><Relationship Id="rId1" Type="http://schemas.openxmlformats.org/officeDocument/2006/relationships/image" Target="../media/image152.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0" Type="http://schemas.openxmlformats.org/officeDocument/2006/relationships/image" Target="../media/image160.wmf"/><Relationship Id="rId4" Type="http://schemas.openxmlformats.org/officeDocument/2006/relationships/image" Target="../media/image154.wmf"/><Relationship Id="rId9" Type="http://schemas.openxmlformats.org/officeDocument/2006/relationships/image" Target="../media/image159.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5.wmf"/><Relationship Id="rId2" Type="http://schemas.openxmlformats.org/officeDocument/2006/relationships/image" Target="../media/image160.wmf"/><Relationship Id="rId1" Type="http://schemas.openxmlformats.org/officeDocument/2006/relationships/image" Target="../media/image155.wmf"/><Relationship Id="rId6" Type="http://schemas.openxmlformats.org/officeDocument/2006/relationships/image" Target="../media/image164.emf"/><Relationship Id="rId5" Type="http://schemas.openxmlformats.org/officeDocument/2006/relationships/image" Target="../media/image163.emf"/><Relationship Id="rId4" Type="http://schemas.openxmlformats.org/officeDocument/2006/relationships/image" Target="../media/image16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 Id="rId5" Type="http://schemas.openxmlformats.org/officeDocument/2006/relationships/image" Target="../media/image157.wmf"/><Relationship Id="rId4" Type="http://schemas.openxmlformats.org/officeDocument/2006/relationships/image" Target="../media/image15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 Id="rId4" Type="http://schemas.openxmlformats.org/officeDocument/2006/relationships/image" Target="../media/image17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75.wmf"/><Relationship Id="rId7" Type="http://schemas.openxmlformats.org/officeDocument/2006/relationships/image" Target="../media/image179.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79.wmf"/><Relationship Id="rId3" Type="http://schemas.openxmlformats.org/officeDocument/2006/relationships/image" Target="../media/image181.wmf"/><Relationship Id="rId7" Type="http://schemas.openxmlformats.org/officeDocument/2006/relationships/image" Target="../media/image185.wmf"/><Relationship Id="rId2" Type="http://schemas.openxmlformats.org/officeDocument/2006/relationships/image" Target="../media/image180.wmf"/><Relationship Id="rId1" Type="http://schemas.openxmlformats.org/officeDocument/2006/relationships/image" Target="../media/image178.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 Id="rId4" Type="http://schemas.openxmlformats.org/officeDocument/2006/relationships/image" Target="../media/image18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 Id="rId5" Type="http://schemas.openxmlformats.org/officeDocument/2006/relationships/image" Target="../media/image185.wmf"/><Relationship Id="rId4" Type="http://schemas.openxmlformats.org/officeDocument/2006/relationships/image" Target="../media/image19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88.wmf"/><Relationship Id="rId7" Type="http://schemas.openxmlformats.org/officeDocument/2006/relationships/image" Target="../media/image195.wmf"/><Relationship Id="rId2" Type="http://schemas.openxmlformats.org/officeDocument/2006/relationships/image" Target="../media/image192.wmf"/><Relationship Id="rId1" Type="http://schemas.openxmlformats.org/officeDocument/2006/relationships/image" Target="../media/image181.wmf"/><Relationship Id="rId6" Type="http://schemas.openxmlformats.org/officeDocument/2006/relationships/image" Target="../media/image194.wmf"/><Relationship Id="rId5" Type="http://schemas.openxmlformats.org/officeDocument/2006/relationships/image" Target="../media/image193.wmf"/><Relationship Id="rId4" Type="http://schemas.openxmlformats.org/officeDocument/2006/relationships/image" Target="../media/image19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9.wmf"/><Relationship Id="rId5" Type="http://schemas.openxmlformats.org/officeDocument/2006/relationships/image" Target="../media/image201.wmf"/><Relationship Id="rId4" Type="http://schemas.openxmlformats.org/officeDocument/2006/relationships/image" Target="../media/image200.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 Id="rId6" Type="http://schemas.openxmlformats.org/officeDocument/2006/relationships/image" Target="../media/image207.wmf"/><Relationship Id="rId5" Type="http://schemas.openxmlformats.org/officeDocument/2006/relationships/image" Target="../media/image206.wmf"/><Relationship Id="rId4" Type="http://schemas.openxmlformats.org/officeDocument/2006/relationships/image" Target="../media/image205.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 Id="rId5" Type="http://schemas.openxmlformats.org/officeDocument/2006/relationships/image" Target="../media/image211.wmf"/><Relationship Id="rId4" Type="http://schemas.openxmlformats.org/officeDocument/2006/relationships/image" Target="../media/image21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 Id="rId6" Type="http://schemas.openxmlformats.org/officeDocument/2006/relationships/image" Target="../media/image217.wmf"/><Relationship Id="rId5" Type="http://schemas.openxmlformats.org/officeDocument/2006/relationships/image" Target="../media/image216.wmf"/><Relationship Id="rId4" Type="http://schemas.openxmlformats.org/officeDocument/2006/relationships/image" Target="../media/image21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 Id="rId5" Type="http://schemas.openxmlformats.org/officeDocument/2006/relationships/image" Target="../media/image222.wmf"/><Relationship Id="rId4" Type="http://schemas.openxmlformats.org/officeDocument/2006/relationships/image" Target="../media/image221.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24.wmf"/><Relationship Id="rId1" Type="http://schemas.openxmlformats.org/officeDocument/2006/relationships/image" Target="../media/image223.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33.wmf"/><Relationship Id="rId2" Type="http://schemas.openxmlformats.org/officeDocument/2006/relationships/image" Target="../media/image232.wmf"/><Relationship Id="rId1" Type="http://schemas.openxmlformats.org/officeDocument/2006/relationships/image" Target="../media/image231.wmf"/><Relationship Id="rId5" Type="http://schemas.openxmlformats.org/officeDocument/2006/relationships/image" Target="../media/image235.wmf"/><Relationship Id="rId4" Type="http://schemas.openxmlformats.org/officeDocument/2006/relationships/image" Target="../media/image234.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36.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38.wmf"/><Relationship Id="rId1" Type="http://schemas.openxmlformats.org/officeDocument/2006/relationships/image" Target="../media/image237.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 Id="rId5" Type="http://schemas.openxmlformats.org/officeDocument/2006/relationships/image" Target="../media/image243.wmf"/><Relationship Id="rId4" Type="http://schemas.openxmlformats.org/officeDocument/2006/relationships/image" Target="../media/image242.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5.wmf"/><Relationship Id="rId1" Type="http://schemas.openxmlformats.org/officeDocument/2006/relationships/image" Target="../media/image244.wmf"/><Relationship Id="rId5" Type="http://schemas.openxmlformats.org/officeDocument/2006/relationships/image" Target="../media/image248.wmf"/><Relationship Id="rId4" Type="http://schemas.openxmlformats.org/officeDocument/2006/relationships/image" Target="../media/image247.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 Id="rId6" Type="http://schemas.openxmlformats.org/officeDocument/2006/relationships/image" Target="../media/image254.wmf"/><Relationship Id="rId5" Type="http://schemas.openxmlformats.org/officeDocument/2006/relationships/image" Target="../media/image253.wmf"/><Relationship Id="rId4" Type="http://schemas.openxmlformats.org/officeDocument/2006/relationships/image" Target="../media/image252.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55.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image" Target="../media/image258.wmf"/><Relationship Id="rId1" Type="http://schemas.openxmlformats.org/officeDocument/2006/relationships/image" Target="../media/image259.wmf"/><Relationship Id="rId4" Type="http://schemas.openxmlformats.org/officeDocument/2006/relationships/image" Target="../media/image261.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64.wmf"/><Relationship Id="rId2" Type="http://schemas.openxmlformats.org/officeDocument/2006/relationships/image" Target="../media/image263.wmf"/><Relationship Id="rId1" Type="http://schemas.openxmlformats.org/officeDocument/2006/relationships/image" Target="../media/image262.wmf"/><Relationship Id="rId4" Type="http://schemas.openxmlformats.org/officeDocument/2006/relationships/image" Target="../media/image265.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5" Type="http://schemas.openxmlformats.org/officeDocument/2006/relationships/image" Target="../media/image270.wmf"/><Relationship Id="rId4" Type="http://schemas.openxmlformats.org/officeDocument/2006/relationships/image" Target="../media/image269.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 Id="rId6" Type="http://schemas.openxmlformats.org/officeDocument/2006/relationships/image" Target="../media/image276.wmf"/><Relationship Id="rId5" Type="http://schemas.openxmlformats.org/officeDocument/2006/relationships/image" Target="../media/image275.wmf"/><Relationship Id="rId4" Type="http://schemas.openxmlformats.org/officeDocument/2006/relationships/image" Target="../media/image274.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79.wmf"/><Relationship Id="rId2" Type="http://schemas.openxmlformats.org/officeDocument/2006/relationships/image" Target="../media/image278.wmf"/><Relationship Id="rId1" Type="http://schemas.openxmlformats.org/officeDocument/2006/relationships/image" Target="../media/image277.wmf"/><Relationship Id="rId6" Type="http://schemas.openxmlformats.org/officeDocument/2006/relationships/image" Target="../media/image282.wmf"/><Relationship Id="rId5" Type="http://schemas.openxmlformats.org/officeDocument/2006/relationships/image" Target="../media/image281.wmf"/><Relationship Id="rId4" Type="http://schemas.openxmlformats.org/officeDocument/2006/relationships/image" Target="../media/image280.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85.wmf"/><Relationship Id="rId2" Type="http://schemas.openxmlformats.org/officeDocument/2006/relationships/image" Target="../media/image284.wmf"/><Relationship Id="rId1" Type="http://schemas.openxmlformats.org/officeDocument/2006/relationships/image" Target="../media/image283.wmf"/><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image" Target="../media/image289.w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299.wmf"/><Relationship Id="rId3" Type="http://schemas.openxmlformats.org/officeDocument/2006/relationships/image" Target="../media/image294.wmf"/><Relationship Id="rId7" Type="http://schemas.openxmlformats.org/officeDocument/2006/relationships/image" Target="../media/image298.wmf"/><Relationship Id="rId2" Type="http://schemas.openxmlformats.org/officeDocument/2006/relationships/image" Target="../media/image293.wmf"/><Relationship Id="rId1" Type="http://schemas.openxmlformats.org/officeDocument/2006/relationships/image" Target="../media/image292.wmf"/><Relationship Id="rId6" Type="http://schemas.openxmlformats.org/officeDocument/2006/relationships/image" Target="../media/image297.wmf"/><Relationship Id="rId11" Type="http://schemas.openxmlformats.org/officeDocument/2006/relationships/image" Target="../media/image302.wmf"/><Relationship Id="rId5" Type="http://schemas.openxmlformats.org/officeDocument/2006/relationships/image" Target="../media/image296.wmf"/><Relationship Id="rId10" Type="http://schemas.openxmlformats.org/officeDocument/2006/relationships/image" Target="../media/image301.wmf"/><Relationship Id="rId4" Type="http://schemas.openxmlformats.org/officeDocument/2006/relationships/image" Target="../media/image295.wmf"/><Relationship Id="rId9" Type="http://schemas.openxmlformats.org/officeDocument/2006/relationships/image" Target="../media/image300.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304.wmf"/><Relationship Id="rId1" Type="http://schemas.openxmlformats.org/officeDocument/2006/relationships/image" Target="../media/image303.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07.wmf"/><Relationship Id="rId2" Type="http://schemas.openxmlformats.org/officeDocument/2006/relationships/image" Target="../media/image306.wmf"/><Relationship Id="rId1" Type="http://schemas.openxmlformats.org/officeDocument/2006/relationships/image" Target="../media/image305.wmf"/><Relationship Id="rId4" Type="http://schemas.openxmlformats.org/officeDocument/2006/relationships/image" Target="../media/image308.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11.wmf"/><Relationship Id="rId2" Type="http://schemas.openxmlformats.org/officeDocument/2006/relationships/image" Target="../media/image310.wmf"/><Relationship Id="rId1" Type="http://schemas.openxmlformats.org/officeDocument/2006/relationships/image" Target="../media/image309.wmf"/><Relationship Id="rId6" Type="http://schemas.openxmlformats.org/officeDocument/2006/relationships/image" Target="../media/image314.wmf"/><Relationship Id="rId5" Type="http://schemas.openxmlformats.org/officeDocument/2006/relationships/image" Target="../media/image313.wmf"/><Relationship Id="rId4" Type="http://schemas.openxmlformats.org/officeDocument/2006/relationships/image" Target="../media/image312.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 Id="rId5" Type="http://schemas.openxmlformats.org/officeDocument/2006/relationships/image" Target="../media/image310.wmf"/><Relationship Id="rId4" Type="http://schemas.openxmlformats.org/officeDocument/2006/relationships/image" Target="../media/image309.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21.wmf"/><Relationship Id="rId2" Type="http://schemas.openxmlformats.org/officeDocument/2006/relationships/image" Target="../media/image320.wmf"/><Relationship Id="rId1" Type="http://schemas.openxmlformats.org/officeDocument/2006/relationships/image" Target="../media/image319.wmf"/><Relationship Id="rId5" Type="http://schemas.openxmlformats.org/officeDocument/2006/relationships/image" Target="../media/image323.wmf"/><Relationship Id="rId4" Type="http://schemas.openxmlformats.org/officeDocument/2006/relationships/image" Target="../media/image3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54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Times New Roman" panose="02020603050405020304" pitchFamily="18" charset="0"/>
              </a:defRPr>
            </a:lvl1pPr>
          </a:lstStyle>
          <a:p>
            <a:endParaRPr lang="zh-CN" altLang="en-US"/>
          </a:p>
        </p:txBody>
      </p:sp>
      <p:sp>
        <p:nvSpPr>
          <p:cNvPr id="44544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Times New Roman" panose="02020603050405020304" pitchFamily="18" charset="0"/>
              </a:defRPr>
            </a:lvl1pPr>
          </a:lstStyle>
          <a:p>
            <a:endParaRPr lang="zh-CN" altLang="en-US"/>
          </a:p>
        </p:txBody>
      </p:sp>
      <p:sp>
        <p:nvSpPr>
          <p:cNvPr id="44544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Times New Roman" panose="02020603050405020304" pitchFamily="18" charset="0"/>
              </a:defRPr>
            </a:lvl1pPr>
          </a:lstStyle>
          <a:p>
            <a:endParaRPr lang="zh-CN" altLang="en-US"/>
          </a:p>
        </p:txBody>
      </p:sp>
      <p:sp>
        <p:nvSpPr>
          <p:cNvPr id="44544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Times New Roman" panose="02020603050405020304" pitchFamily="18" charset="0"/>
              </a:defRPr>
            </a:lvl1pPr>
          </a:lstStyle>
          <a:p>
            <a:fld id="{EB35BFCE-4956-49B9-9D0C-62198159E067}"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Times New Roman" panose="02020603050405020304" pitchFamily="18" charset="0"/>
              </a:defRPr>
            </a:lvl1pPr>
          </a:lstStyle>
          <a:p>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Times New Roman" panose="02020603050405020304" pitchFamily="18" charset="0"/>
              </a:defRPr>
            </a:lvl1pPr>
          </a:lstStyle>
          <a:p>
            <a:endParaRPr lang="zh-CN" altLang="en-US"/>
          </a:p>
        </p:txBody>
      </p:sp>
      <p:sp>
        <p:nvSpPr>
          <p:cNvPr id="6148"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Times New Roman" panose="02020603050405020304" pitchFamily="18" charset="0"/>
              </a:defRPr>
            </a:lvl1pPr>
          </a:lstStyle>
          <a:p>
            <a:endParaRPr lang="zh-CN" alt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Times New Roman" panose="02020603050405020304" pitchFamily="18" charset="0"/>
              </a:defRPr>
            </a:lvl1pPr>
          </a:lstStyle>
          <a:p>
            <a:fld id="{B1E6A8E1-3FB7-42B6-8C48-4239BA039DE6}"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609A20F1-A3C1-474E-967A-88DA68B5BC3E}" type="slidenum">
              <a:rPr lang="zh-CN" altLang="en-US"/>
              <a:pPr/>
              <a:t>‹#›</a:t>
            </a:fld>
            <a:endParaRPr lang="zh-CN" altLang="en-US"/>
          </a:p>
        </p:txBody>
      </p:sp>
    </p:spTree>
    <p:extLst>
      <p:ext uri="{BB962C8B-B14F-4D97-AF65-F5344CB8AC3E}">
        <p14:creationId xmlns:p14="http://schemas.microsoft.com/office/powerpoint/2010/main" val="902299062"/>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AF11E06-228B-45E6-912A-1EE33F755FB6}" type="slidenum">
              <a:rPr lang="zh-CN" altLang="en-US"/>
              <a:pPr/>
              <a:t>‹#›</a:t>
            </a:fld>
            <a:endParaRPr lang="zh-CN" altLang="en-US"/>
          </a:p>
        </p:txBody>
      </p:sp>
    </p:spTree>
    <p:extLst>
      <p:ext uri="{BB962C8B-B14F-4D97-AF65-F5344CB8AC3E}">
        <p14:creationId xmlns:p14="http://schemas.microsoft.com/office/powerpoint/2010/main" val="503156802"/>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E42E0D9-50AB-43A5-A921-694BDA6800D1}" type="slidenum">
              <a:rPr lang="zh-CN" altLang="en-US"/>
              <a:pPr/>
              <a:t>‹#›</a:t>
            </a:fld>
            <a:endParaRPr lang="zh-CN" altLang="en-US"/>
          </a:p>
        </p:txBody>
      </p:sp>
    </p:spTree>
    <p:extLst>
      <p:ext uri="{BB962C8B-B14F-4D97-AF65-F5344CB8AC3E}">
        <p14:creationId xmlns:p14="http://schemas.microsoft.com/office/powerpoint/2010/main" val="2524628037"/>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37C82A7-93C1-48C6-98F7-BFADBE7DDF52}" type="slidenum">
              <a:rPr lang="zh-CN" altLang="en-US"/>
              <a:pPr/>
              <a:t>‹#›</a:t>
            </a:fld>
            <a:endParaRPr lang="zh-CN" altLang="en-US"/>
          </a:p>
        </p:txBody>
      </p:sp>
    </p:spTree>
    <p:extLst>
      <p:ext uri="{BB962C8B-B14F-4D97-AF65-F5344CB8AC3E}">
        <p14:creationId xmlns:p14="http://schemas.microsoft.com/office/powerpoint/2010/main" val="1374660236"/>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4002A5C4-DB90-4ABD-BD68-446BB867A046}" type="slidenum">
              <a:rPr lang="zh-CN" altLang="en-US"/>
              <a:pPr/>
              <a:t>‹#›</a:t>
            </a:fld>
            <a:endParaRPr lang="zh-CN" altLang="en-US"/>
          </a:p>
        </p:txBody>
      </p:sp>
    </p:spTree>
    <p:extLst>
      <p:ext uri="{BB962C8B-B14F-4D97-AF65-F5344CB8AC3E}">
        <p14:creationId xmlns:p14="http://schemas.microsoft.com/office/powerpoint/2010/main" val="3045585191"/>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EC7CBBBE-F43C-4029-AF2D-1C684E682428}" type="slidenum">
              <a:rPr lang="zh-CN" altLang="en-US"/>
              <a:pPr/>
              <a:t>‹#›</a:t>
            </a:fld>
            <a:endParaRPr lang="zh-CN" altLang="en-US"/>
          </a:p>
        </p:txBody>
      </p:sp>
    </p:spTree>
    <p:extLst>
      <p:ext uri="{BB962C8B-B14F-4D97-AF65-F5344CB8AC3E}">
        <p14:creationId xmlns:p14="http://schemas.microsoft.com/office/powerpoint/2010/main" val="1867669666"/>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1EB317AB-FF2B-4FFB-BD94-48FACCF39570}" type="slidenum">
              <a:rPr lang="zh-CN" altLang="en-US"/>
              <a:pPr/>
              <a:t>‹#›</a:t>
            </a:fld>
            <a:endParaRPr lang="zh-CN" altLang="en-US"/>
          </a:p>
        </p:txBody>
      </p:sp>
    </p:spTree>
    <p:extLst>
      <p:ext uri="{BB962C8B-B14F-4D97-AF65-F5344CB8AC3E}">
        <p14:creationId xmlns:p14="http://schemas.microsoft.com/office/powerpoint/2010/main" val="1917921223"/>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F424CBE4-8D84-4498-9401-B91DDA3D4271}" type="slidenum">
              <a:rPr lang="zh-CN" altLang="en-US"/>
              <a:pPr/>
              <a:t>‹#›</a:t>
            </a:fld>
            <a:endParaRPr lang="zh-CN" altLang="en-US"/>
          </a:p>
        </p:txBody>
      </p:sp>
    </p:spTree>
    <p:extLst>
      <p:ext uri="{BB962C8B-B14F-4D97-AF65-F5344CB8AC3E}">
        <p14:creationId xmlns:p14="http://schemas.microsoft.com/office/powerpoint/2010/main" val="430605085"/>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82DED72-EBBB-423F-855A-3CC09ACC6D74}" type="slidenum">
              <a:rPr lang="zh-CN" altLang="en-US"/>
              <a:pPr/>
              <a:t>‹#›</a:t>
            </a:fld>
            <a:endParaRPr lang="zh-CN" altLang="en-US"/>
          </a:p>
        </p:txBody>
      </p:sp>
    </p:spTree>
    <p:extLst>
      <p:ext uri="{BB962C8B-B14F-4D97-AF65-F5344CB8AC3E}">
        <p14:creationId xmlns:p14="http://schemas.microsoft.com/office/powerpoint/2010/main" val="1671625976"/>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EAE91606-1FD7-4076-9240-62FF9D067031}" type="slidenum">
              <a:rPr lang="zh-CN" altLang="en-US"/>
              <a:pPr/>
              <a:t>‹#›</a:t>
            </a:fld>
            <a:endParaRPr lang="zh-CN" altLang="en-US"/>
          </a:p>
        </p:txBody>
      </p:sp>
    </p:spTree>
    <p:extLst>
      <p:ext uri="{BB962C8B-B14F-4D97-AF65-F5344CB8AC3E}">
        <p14:creationId xmlns:p14="http://schemas.microsoft.com/office/powerpoint/2010/main" val="3669785835"/>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333368E6-C791-47DB-8A24-4E3BE391465C}" type="slidenum">
              <a:rPr lang="zh-CN" altLang="en-US"/>
              <a:pPr/>
              <a:t>‹#›</a:t>
            </a:fld>
            <a:endParaRPr lang="zh-CN" altLang="en-US"/>
          </a:p>
        </p:txBody>
      </p:sp>
    </p:spTree>
    <p:extLst>
      <p:ext uri="{BB962C8B-B14F-4D97-AF65-F5344CB8AC3E}">
        <p14:creationId xmlns:p14="http://schemas.microsoft.com/office/powerpoint/2010/main" val="2569390485"/>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0">
                <a:latin typeface="+mn-lt"/>
              </a:defRPr>
            </a:lvl1pPr>
          </a:lstStyle>
          <a:p>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b="0">
                <a:latin typeface="+mn-lt"/>
              </a:defRPr>
            </a:lvl1pPr>
          </a:lstStyle>
          <a:p>
            <a:endParaRPr lang="zh-CN"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b="0">
                <a:latin typeface="+mn-lt"/>
              </a:defRPr>
            </a:lvl1pPr>
          </a:lstStyle>
          <a:p>
            <a:fld id="{3642888C-AADC-4A46-BF44-1539298EC7AA}"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p:transition>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7.wmf"/><Relationship Id="rId2" Type="http://schemas.openxmlformats.org/officeDocument/2006/relationships/slideLayout" Target="../slideLayouts/slideLayout7.xml"/><Relationship Id="rId16" Type="http://schemas.openxmlformats.org/officeDocument/2006/relationships/image" Target="../media/image9.wmf"/><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10.bin"/><Relationship Id="rId14" Type="http://schemas.openxmlformats.org/officeDocument/2006/relationships/image" Target="../media/image8.wmf"/></Relationships>
</file>

<file path=ppt/slides/_rels/slide5.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9.bin"/><Relationship Id="rId18" Type="http://schemas.openxmlformats.org/officeDocument/2006/relationships/image" Target="../media/image6.wmf"/><Relationship Id="rId3" Type="http://schemas.openxmlformats.org/officeDocument/2006/relationships/oleObject" Target="../embeddings/oleObject14.bin"/><Relationship Id="rId21" Type="http://schemas.openxmlformats.org/officeDocument/2006/relationships/oleObject" Target="../embeddings/oleObject23.bin"/><Relationship Id="rId7" Type="http://schemas.openxmlformats.org/officeDocument/2006/relationships/oleObject" Target="../embeddings/oleObject16.bin"/><Relationship Id="rId12" Type="http://schemas.openxmlformats.org/officeDocument/2006/relationships/image" Target="../media/image3.wmf"/><Relationship Id="rId17" Type="http://schemas.openxmlformats.org/officeDocument/2006/relationships/oleObject" Target="../embeddings/oleObject21.bin"/><Relationship Id="rId2" Type="http://schemas.openxmlformats.org/officeDocument/2006/relationships/slideLayout" Target="../slideLayouts/slideLayout7.xml"/><Relationship Id="rId16" Type="http://schemas.openxmlformats.org/officeDocument/2006/relationships/image" Target="../media/image5.wmf"/><Relationship Id="rId20" Type="http://schemas.openxmlformats.org/officeDocument/2006/relationships/image" Target="../media/image7.wmf"/><Relationship Id="rId1" Type="http://schemas.openxmlformats.org/officeDocument/2006/relationships/vmlDrawing" Target="../drawings/vmlDrawing3.vml"/><Relationship Id="rId6" Type="http://schemas.openxmlformats.org/officeDocument/2006/relationships/image" Target="../media/image11.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13.emf"/><Relationship Id="rId19" Type="http://schemas.openxmlformats.org/officeDocument/2006/relationships/oleObject" Target="../embeddings/oleObject22.bin"/><Relationship Id="rId4" Type="http://schemas.openxmlformats.org/officeDocument/2006/relationships/image" Target="../media/image10.wmf"/><Relationship Id="rId9" Type="http://schemas.openxmlformats.org/officeDocument/2006/relationships/oleObject" Target="../embeddings/oleObject17.bin"/><Relationship Id="rId14" Type="http://schemas.openxmlformats.org/officeDocument/2006/relationships/image" Target="../media/image4.wmf"/><Relationship Id="rId22" Type="http://schemas.openxmlformats.org/officeDocument/2006/relationships/oleObject" Target="../embeddings/oleObject24.bin"/></Relationships>
</file>

<file path=ppt/slides/_rels/slide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18.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28.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0.emf"/><Relationship Id="rId5" Type="http://schemas.openxmlformats.org/officeDocument/2006/relationships/oleObject" Target="../embeddings/oleObject31.bin"/><Relationship Id="rId4" Type="http://schemas.openxmlformats.org/officeDocument/2006/relationships/image" Target="../media/image19.emf"/></Relationships>
</file>

<file path=ppt/slides/_rels/slide8.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37.bin"/><Relationship Id="rId18" Type="http://schemas.openxmlformats.org/officeDocument/2006/relationships/oleObject" Target="../embeddings/oleObject40.bin"/><Relationship Id="rId26" Type="http://schemas.openxmlformats.org/officeDocument/2006/relationships/oleObject" Target="../embeddings/oleObject45.bin"/><Relationship Id="rId3" Type="http://schemas.openxmlformats.org/officeDocument/2006/relationships/oleObject" Target="../embeddings/oleObject32.bin"/><Relationship Id="rId21" Type="http://schemas.openxmlformats.org/officeDocument/2006/relationships/oleObject" Target="../embeddings/oleObject42.bin"/><Relationship Id="rId7" Type="http://schemas.openxmlformats.org/officeDocument/2006/relationships/oleObject" Target="../embeddings/oleObject34.bin"/><Relationship Id="rId12" Type="http://schemas.openxmlformats.org/officeDocument/2006/relationships/image" Target="../media/image25.wmf"/><Relationship Id="rId17" Type="http://schemas.openxmlformats.org/officeDocument/2006/relationships/oleObject" Target="../embeddings/oleObject39.bin"/><Relationship Id="rId25" Type="http://schemas.openxmlformats.org/officeDocument/2006/relationships/image" Target="../media/image30.wmf"/><Relationship Id="rId2" Type="http://schemas.openxmlformats.org/officeDocument/2006/relationships/slideLayout" Target="../slideLayouts/slideLayout7.xml"/><Relationship Id="rId16" Type="http://schemas.openxmlformats.org/officeDocument/2006/relationships/image" Target="../media/image27.wmf"/><Relationship Id="rId20" Type="http://schemas.openxmlformats.org/officeDocument/2006/relationships/oleObject" Target="../embeddings/oleObject41.bin"/><Relationship Id="rId1" Type="http://schemas.openxmlformats.org/officeDocument/2006/relationships/vmlDrawing" Target="../drawings/vmlDrawing6.vml"/><Relationship Id="rId6" Type="http://schemas.openxmlformats.org/officeDocument/2006/relationships/image" Target="../media/image22.wmf"/><Relationship Id="rId11" Type="http://schemas.openxmlformats.org/officeDocument/2006/relationships/oleObject" Target="../embeddings/oleObject36.bin"/><Relationship Id="rId24" Type="http://schemas.openxmlformats.org/officeDocument/2006/relationships/oleObject" Target="../embeddings/oleObject44.bin"/><Relationship Id="rId5" Type="http://schemas.openxmlformats.org/officeDocument/2006/relationships/oleObject" Target="../embeddings/oleObject33.bin"/><Relationship Id="rId15" Type="http://schemas.openxmlformats.org/officeDocument/2006/relationships/oleObject" Target="../embeddings/oleObject38.bin"/><Relationship Id="rId23" Type="http://schemas.openxmlformats.org/officeDocument/2006/relationships/image" Target="../media/image29.wmf"/><Relationship Id="rId10" Type="http://schemas.openxmlformats.org/officeDocument/2006/relationships/image" Target="../media/image24.wmf"/><Relationship Id="rId19" Type="http://schemas.openxmlformats.org/officeDocument/2006/relationships/image" Target="../media/image28.wmf"/><Relationship Id="rId4" Type="http://schemas.openxmlformats.org/officeDocument/2006/relationships/image" Target="../media/image21.wmf"/><Relationship Id="rId9" Type="http://schemas.openxmlformats.org/officeDocument/2006/relationships/oleObject" Target="../embeddings/oleObject35.bin"/><Relationship Id="rId14" Type="http://schemas.openxmlformats.org/officeDocument/2006/relationships/image" Target="../media/image26.wmf"/><Relationship Id="rId22" Type="http://schemas.openxmlformats.org/officeDocument/2006/relationships/oleObject" Target="../embeddings/oleObject43.bin"/><Relationship Id="rId27" Type="http://schemas.openxmlformats.org/officeDocument/2006/relationships/image" Target="../media/image31.wmf"/></Relationships>
</file>

<file path=ppt/slides/_rels/slide9.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51.bin"/><Relationship Id="rId18" Type="http://schemas.openxmlformats.org/officeDocument/2006/relationships/image" Target="../media/image39.wmf"/><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36.wmf"/><Relationship Id="rId17" Type="http://schemas.openxmlformats.org/officeDocument/2006/relationships/oleObject" Target="../embeddings/oleObject53.bin"/><Relationship Id="rId2" Type="http://schemas.openxmlformats.org/officeDocument/2006/relationships/slideLayout" Target="../slideLayouts/slideLayout7.xml"/><Relationship Id="rId16" Type="http://schemas.openxmlformats.org/officeDocument/2006/relationships/image" Target="../media/image38.wmf"/><Relationship Id="rId1" Type="http://schemas.openxmlformats.org/officeDocument/2006/relationships/vmlDrawing" Target="../drawings/vmlDrawing7.vml"/><Relationship Id="rId6" Type="http://schemas.openxmlformats.org/officeDocument/2006/relationships/image" Target="../media/image33.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49.bin"/><Relationship Id="rId14" Type="http://schemas.openxmlformats.org/officeDocument/2006/relationships/image" Target="../media/image37.wmf"/></Relationships>
</file>

<file path=ppt/slides/_rels/slide10.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1.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57.bin"/></Relationships>
</file>

<file path=ppt/slides/_rels/slide11.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64.bin"/><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49.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6.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62.bin"/><Relationship Id="rId14" Type="http://schemas.openxmlformats.org/officeDocument/2006/relationships/image" Target="../media/image50.emf"/></Relationships>
</file>

<file path=ppt/slides/_rels/slide12.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2.emf"/><Relationship Id="rId5" Type="http://schemas.openxmlformats.org/officeDocument/2006/relationships/oleObject" Target="../embeddings/oleObject66.bin"/><Relationship Id="rId10" Type="http://schemas.openxmlformats.org/officeDocument/2006/relationships/image" Target="../media/image41.wmf"/><Relationship Id="rId4" Type="http://schemas.openxmlformats.org/officeDocument/2006/relationships/image" Target="../media/image51.wmf"/><Relationship Id="rId9" Type="http://schemas.openxmlformats.org/officeDocument/2006/relationships/oleObject" Target="../embeddings/oleObject68.bin"/></Relationships>
</file>

<file path=ppt/slides/_rels/slide13.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58.wmf"/><Relationship Id="rId2" Type="http://schemas.openxmlformats.org/officeDocument/2006/relationships/slideLayout" Target="../slideLayouts/slideLayout2.xml"/><Relationship Id="rId16" Type="http://schemas.openxmlformats.org/officeDocument/2006/relationships/image" Target="../media/image60.wmf"/><Relationship Id="rId1" Type="http://schemas.openxmlformats.org/officeDocument/2006/relationships/vmlDrawing" Target="../drawings/vmlDrawing11.vml"/><Relationship Id="rId6" Type="http://schemas.openxmlformats.org/officeDocument/2006/relationships/image" Target="../media/image55.wmf"/><Relationship Id="rId11" Type="http://schemas.openxmlformats.org/officeDocument/2006/relationships/oleObject" Target="../embeddings/oleObject73.bin"/><Relationship Id="rId5" Type="http://schemas.openxmlformats.org/officeDocument/2006/relationships/oleObject" Target="../embeddings/oleObject70.bin"/><Relationship Id="rId15" Type="http://schemas.openxmlformats.org/officeDocument/2006/relationships/oleObject" Target="../embeddings/oleObject75.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72.bin"/><Relationship Id="rId14" Type="http://schemas.openxmlformats.org/officeDocument/2006/relationships/image" Target="../media/image59.wmf"/></Relationships>
</file>

<file path=ppt/slides/_rels/slide14.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82.bin"/><Relationship Id="rId18" Type="http://schemas.openxmlformats.org/officeDocument/2006/relationships/oleObject" Target="../embeddings/oleObject86.bin"/><Relationship Id="rId26" Type="http://schemas.openxmlformats.org/officeDocument/2006/relationships/image" Target="../media/image69.wmf"/><Relationship Id="rId3" Type="http://schemas.openxmlformats.org/officeDocument/2006/relationships/oleObject" Target="../embeddings/oleObject76.bin"/><Relationship Id="rId21" Type="http://schemas.openxmlformats.org/officeDocument/2006/relationships/oleObject" Target="../embeddings/oleObject88.bin"/><Relationship Id="rId7" Type="http://schemas.openxmlformats.org/officeDocument/2006/relationships/oleObject" Target="../embeddings/oleObject78.bin"/><Relationship Id="rId12" Type="http://schemas.openxmlformats.org/officeDocument/2006/relationships/oleObject" Target="../embeddings/oleObject81.bin"/><Relationship Id="rId17" Type="http://schemas.openxmlformats.org/officeDocument/2006/relationships/oleObject" Target="../embeddings/oleObject85.bin"/><Relationship Id="rId25" Type="http://schemas.openxmlformats.org/officeDocument/2006/relationships/oleObject" Target="../embeddings/oleObject90.bin"/><Relationship Id="rId2" Type="http://schemas.openxmlformats.org/officeDocument/2006/relationships/slideLayout" Target="../slideLayouts/slideLayout7.xml"/><Relationship Id="rId16" Type="http://schemas.openxmlformats.org/officeDocument/2006/relationships/oleObject" Target="../embeddings/oleObject84.bin"/><Relationship Id="rId20" Type="http://schemas.openxmlformats.org/officeDocument/2006/relationships/image" Target="../media/image66.wmf"/><Relationship Id="rId1" Type="http://schemas.openxmlformats.org/officeDocument/2006/relationships/vmlDrawing" Target="../drawings/vmlDrawing12.vml"/><Relationship Id="rId6" Type="http://schemas.openxmlformats.org/officeDocument/2006/relationships/image" Target="../media/image62.wmf"/><Relationship Id="rId11" Type="http://schemas.openxmlformats.org/officeDocument/2006/relationships/image" Target="../media/image64.wmf"/><Relationship Id="rId24" Type="http://schemas.openxmlformats.org/officeDocument/2006/relationships/image" Target="../media/image68.wmf"/><Relationship Id="rId5" Type="http://schemas.openxmlformats.org/officeDocument/2006/relationships/oleObject" Target="../embeddings/oleObject77.bin"/><Relationship Id="rId15" Type="http://schemas.openxmlformats.org/officeDocument/2006/relationships/image" Target="../media/image65.wmf"/><Relationship Id="rId23" Type="http://schemas.openxmlformats.org/officeDocument/2006/relationships/oleObject" Target="../embeddings/oleObject89.bin"/><Relationship Id="rId28" Type="http://schemas.openxmlformats.org/officeDocument/2006/relationships/image" Target="../media/image70.wmf"/><Relationship Id="rId10" Type="http://schemas.openxmlformats.org/officeDocument/2006/relationships/oleObject" Target="../embeddings/oleObject80.bin"/><Relationship Id="rId19" Type="http://schemas.openxmlformats.org/officeDocument/2006/relationships/oleObject" Target="../embeddings/oleObject87.bin"/><Relationship Id="rId4" Type="http://schemas.openxmlformats.org/officeDocument/2006/relationships/image" Target="../media/image61.wmf"/><Relationship Id="rId9" Type="http://schemas.openxmlformats.org/officeDocument/2006/relationships/oleObject" Target="../embeddings/oleObject79.bin"/><Relationship Id="rId14" Type="http://schemas.openxmlformats.org/officeDocument/2006/relationships/oleObject" Target="../embeddings/oleObject83.bin"/><Relationship Id="rId22" Type="http://schemas.openxmlformats.org/officeDocument/2006/relationships/image" Target="../media/image67.wmf"/><Relationship Id="rId27" Type="http://schemas.openxmlformats.org/officeDocument/2006/relationships/oleObject" Target="../embeddings/oleObject91.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7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73.wmf"/><Relationship Id="rId5" Type="http://schemas.openxmlformats.org/officeDocument/2006/relationships/oleObject" Target="../embeddings/oleObject94.bin"/><Relationship Id="rId4" Type="http://schemas.openxmlformats.org/officeDocument/2006/relationships/image" Target="../media/image72.wmf"/></Relationships>
</file>

<file path=ppt/slides/_rels/slide17.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7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5.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77.wmf"/><Relationship Id="rId4" Type="http://schemas.openxmlformats.org/officeDocument/2006/relationships/image" Target="../media/image74.wmf"/><Relationship Id="rId9" Type="http://schemas.openxmlformats.org/officeDocument/2006/relationships/oleObject" Target="../embeddings/oleObject98.bin"/></Relationships>
</file>

<file path=ppt/slides/_rels/slide18.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oleObject" Target="../embeddings/oleObject106.bin"/><Relationship Id="rId18" Type="http://schemas.openxmlformats.org/officeDocument/2006/relationships/image" Target="../media/image86.emf"/><Relationship Id="rId3" Type="http://schemas.openxmlformats.org/officeDocument/2006/relationships/oleObject" Target="../embeddings/oleObject101.bin"/><Relationship Id="rId21" Type="http://schemas.openxmlformats.org/officeDocument/2006/relationships/oleObject" Target="../embeddings/oleObject110.bin"/><Relationship Id="rId7" Type="http://schemas.openxmlformats.org/officeDocument/2006/relationships/oleObject" Target="../embeddings/oleObject103.bin"/><Relationship Id="rId12" Type="http://schemas.openxmlformats.org/officeDocument/2006/relationships/image" Target="../media/image83.emf"/><Relationship Id="rId17" Type="http://schemas.openxmlformats.org/officeDocument/2006/relationships/oleObject" Target="../embeddings/oleObject108.bin"/><Relationship Id="rId2" Type="http://schemas.openxmlformats.org/officeDocument/2006/relationships/slideLayout" Target="../slideLayouts/slideLayout7.xml"/><Relationship Id="rId16" Type="http://schemas.openxmlformats.org/officeDocument/2006/relationships/image" Target="../media/image85.wmf"/><Relationship Id="rId20" Type="http://schemas.openxmlformats.org/officeDocument/2006/relationships/image" Target="../media/image87.wmf"/><Relationship Id="rId1" Type="http://schemas.openxmlformats.org/officeDocument/2006/relationships/vmlDrawing" Target="../drawings/vmlDrawing16.vml"/><Relationship Id="rId6" Type="http://schemas.openxmlformats.org/officeDocument/2006/relationships/image" Target="../media/image80.wmf"/><Relationship Id="rId11" Type="http://schemas.openxmlformats.org/officeDocument/2006/relationships/oleObject" Target="../embeddings/oleObject105.bin"/><Relationship Id="rId5" Type="http://schemas.openxmlformats.org/officeDocument/2006/relationships/oleObject" Target="../embeddings/oleObject102.bin"/><Relationship Id="rId15" Type="http://schemas.openxmlformats.org/officeDocument/2006/relationships/oleObject" Target="../embeddings/oleObject107.bin"/><Relationship Id="rId10" Type="http://schemas.openxmlformats.org/officeDocument/2006/relationships/image" Target="../media/image82.wmf"/><Relationship Id="rId19" Type="http://schemas.openxmlformats.org/officeDocument/2006/relationships/oleObject" Target="../embeddings/oleObject109.bin"/><Relationship Id="rId4" Type="http://schemas.openxmlformats.org/officeDocument/2006/relationships/image" Target="../media/image79.wmf"/><Relationship Id="rId9" Type="http://schemas.openxmlformats.org/officeDocument/2006/relationships/oleObject" Target="../embeddings/oleObject104.bin"/><Relationship Id="rId14" Type="http://schemas.openxmlformats.org/officeDocument/2006/relationships/image" Target="../media/image84.emf"/><Relationship Id="rId22" Type="http://schemas.openxmlformats.org/officeDocument/2006/relationships/image" Target="../media/image88.wmf"/></Relationships>
</file>

<file path=ppt/slides/_rels/slide19.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116.bin"/><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image" Target="../media/image93.wmf"/><Relationship Id="rId2" Type="http://schemas.openxmlformats.org/officeDocument/2006/relationships/slideLayout" Target="../slideLayouts/slideLayout7.xml"/><Relationship Id="rId16" Type="http://schemas.openxmlformats.org/officeDocument/2006/relationships/image" Target="../media/image95.wmf"/><Relationship Id="rId1" Type="http://schemas.openxmlformats.org/officeDocument/2006/relationships/vmlDrawing" Target="../drawings/vmlDrawing17.vml"/><Relationship Id="rId6" Type="http://schemas.openxmlformats.org/officeDocument/2006/relationships/image" Target="../media/image90.wmf"/><Relationship Id="rId11" Type="http://schemas.openxmlformats.org/officeDocument/2006/relationships/oleObject" Target="../embeddings/oleObject115.bin"/><Relationship Id="rId5" Type="http://schemas.openxmlformats.org/officeDocument/2006/relationships/oleObject" Target="../embeddings/oleObject112.bin"/><Relationship Id="rId15" Type="http://schemas.openxmlformats.org/officeDocument/2006/relationships/oleObject" Target="../embeddings/oleObject117.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114.bin"/><Relationship Id="rId14" Type="http://schemas.openxmlformats.org/officeDocument/2006/relationships/image" Target="../media/image94.wmf"/></Relationships>
</file>

<file path=ppt/slides/_rels/slide20.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97.wmf"/><Relationship Id="rId5" Type="http://schemas.openxmlformats.org/officeDocument/2006/relationships/oleObject" Target="../embeddings/oleObject119.bin"/><Relationship Id="rId10" Type="http://schemas.openxmlformats.org/officeDocument/2006/relationships/image" Target="../media/image99.wmf"/><Relationship Id="rId4" Type="http://schemas.openxmlformats.org/officeDocument/2006/relationships/image" Target="../media/image96.wmf"/><Relationship Id="rId9" Type="http://schemas.openxmlformats.org/officeDocument/2006/relationships/oleObject" Target="../embeddings/oleObject121.bin"/></Relationships>
</file>

<file path=ppt/slides/_rels/slide21.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27.bin"/><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image" Target="../media/image104.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01.wmf"/><Relationship Id="rId11" Type="http://schemas.openxmlformats.org/officeDocument/2006/relationships/oleObject" Target="../embeddings/oleObject126.bin"/><Relationship Id="rId5" Type="http://schemas.openxmlformats.org/officeDocument/2006/relationships/oleObject" Target="../embeddings/oleObject123.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125.bin"/><Relationship Id="rId14" Type="http://schemas.openxmlformats.org/officeDocument/2006/relationships/image" Target="../media/image105.wmf"/></Relationships>
</file>

<file path=ppt/slides/_rels/slide22.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oleObject" Target="../embeddings/oleObject133.bin"/><Relationship Id="rId18" Type="http://schemas.openxmlformats.org/officeDocument/2006/relationships/image" Target="../media/image113.wmf"/><Relationship Id="rId3" Type="http://schemas.openxmlformats.org/officeDocument/2006/relationships/oleObject" Target="../embeddings/oleObject128.bin"/><Relationship Id="rId7" Type="http://schemas.openxmlformats.org/officeDocument/2006/relationships/oleObject" Target="../embeddings/oleObject130.bin"/><Relationship Id="rId12" Type="http://schemas.openxmlformats.org/officeDocument/2006/relationships/image" Target="../media/image110.wmf"/><Relationship Id="rId17" Type="http://schemas.openxmlformats.org/officeDocument/2006/relationships/oleObject" Target="../embeddings/oleObject135.bin"/><Relationship Id="rId2" Type="http://schemas.openxmlformats.org/officeDocument/2006/relationships/slideLayout" Target="../slideLayouts/slideLayout7.xml"/><Relationship Id="rId16" Type="http://schemas.openxmlformats.org/officeDocument/2006/relationships/image" Target="../media/image112.wmf"/><Relationship Id="rId20" Type="http://schemas.openxmlformats.org/officeDocument/2006/relationships/image" Target="../media/image114.wmf"/><Relationship Id="rId1" Type="http://schemas.openxmlformats.org/officeDocument/2006/relationships/vmlDrawing" Target="../drawings/vmlDrawing20.vml"/><Relationship Id="rId6" Type="http://schemas.openxmlformats.org/officeDocument/2006/relationships/image" Target="../media/image107.wmf"/><Relationship Id="rId11" Type="http://schemas.openxmlformats.org/officeDocument/2006/relationships/oleObject" Target="../embeddings/oleObject132.bin"/><Relationship Id="rId5" Type="http://schemas.openxmlformats.org/officeDocument/2006/relationships/oleObject" Target="../embeddings/oleObject129.bin"/><Relationship Id="rId15" Type="http://schemas.openxmlformats.org/officeDocument/2006/relationships/oleObject" Target="../embeddings/oleObject134.bin"/><Relationship Id="rId10" Type="http://schemas.openxmlformats.org/officeDocument/2006/relationships/image" Target="../media/image109.wmf"/><Relationship Id="rId19" Type="http://schemas.openxmlformats.org/officeDocument/2006/relationships/oleObject" Target="../embeddings/oleObject136.bin"/><Relationship Id="rId4" Type="http://schemas.openxmlformats.org/officeDocument/2006/relationships/image" Target="../media/image106.wmf"/><Relationship Id="rId9" Type="http://schemas.openxmlformats.org/officeDocument/2006/relationships/oleObject" Target="../embeddings/oleObject131.bin"/><Relationship Id="rId14" Type="http://schemas.openxmlformats.org/officeDocument/2006/relationships/image" Target="../media/image111.wmf"/></Relationships>
</file>

<file path=ppt/slides/_rels/slide23.x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oleObject" Target="../embeddings/oleObject142.bin"/><Relationship Id="rId18" Type="http://schemas.openxmlformats.org/officeDocument/2006/relationships/image" Target="../media/image122.wmf"/><Relationship Id="rId3" Type="http://schemas.openxmlformats.org/officeDocument/2006/relationships/oleObject" Target="../embeddings/oleObject137.bin"/><Relationship Id="rId7" Type="http://schemas.openxmlformats.org/officeDocument/2006/relationships/oleObject" Target="../embeddings/oleObject139.bin"/><Relationship Id="rId12" Type="http://schemas.openxmlformats.org/officeDocument/2006/relationships/image" Target="../media/image119.emf"/><Relationship Id="rId17" Type="http://schemas.openxmlformats.org/officeDocument/2006/relationships/oleObject" Target="../embeddings/oleObject144.bin"/><Relationship Id="rId2" Type="http://schemas.openxmlformats.org/officeDocument/2006/relationships/slideLayout" Target="../slideLayouts/slideLayout7.xml"/><Relationship Id="rId16" Type="http://schemas.openxmlformats.org/officeDocument/2006/relationships/image" Target="../media/image121.wmf"/><Relationship Id="rId20" Type="http://schemas.openxmlformats.org/officeDocument/2006/relationships/image" Target="../media/image123.wmf"/><Relationship Id="rId1" Type="http://schemas.openxmlformats.org/officeDocument/2006/relationships/vmlDrawing" Target="../drawings/vmlDrawing21.vml"/><Relationship Id="rId6" Type="http://schemas.openxmlformats.org/officeDocument/2006/relationships/image" Target="../media/image116.wmf"/><Relationship Id="rId11" Type="http://schemas.openxmlformats.org/officeDocument/2006/relationships/oleObject" Target="../embeddings/oleObject141.bin"/><Relationship Id="rId5" Type="http://schemas.openxmlformats.org/officeDocument/2006/relationships/oleObject" Target="../embeddings/oleObject138.bin"/><Relationship Id="rId15" Type="http://schemas.openxmlformats.org/officeDocument/2006/relationships/oleObject" Target="../embeddings/oleObject143.bin"/><Relationship Id="rId10" Type="http://schemas.openxmlformats.org/officeDocument/2006/relationships/image" Target="../media/image118.wmf"/><Relationship Id="rId19" Type="http://schemas.openxmlformats.org/officeDocument/2006/relationships/oleObject" Target="../embeddings/oleObject145.bin"/><Relationship Id="rId4" Type="http://schemas.openxmlformats.org/officeDocument/2006/relationships/image" Target="../media/image115.wmf"/><Relationship Id="rId9" Type="http://schemas.openxmlformats.org/officeDocument/2006/relationships/oleObject" Target="../embeddings/oleObject140.bin"/><Relationship Id="rId14" Type="http://schemas.openxmlformats.org/officeDocument/2006/relationships/image" Target="../media/image120.wmf"/></Relationships>
</file>

<file path=ppt/slides/_rels/slide24.x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oleObject" Target="../embeddings/oleObject151.bin"/><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128.wmf"/><Relationship Id="rId2" Type="http://schemas.openxmlformats.org/officeDocument/2006/relationships/slideLayout" Target="../slideLayouts/slideLayout7.xml"/><Relationship Id="rId16" Type="http://schemas.openxmlformats.org/officeDocument/2006/relationships/image" Target="../media/image95.wmf"/><Relationship Id="rId1" Type="http://schemas.openxmlformats.org/officeDocument/2006/relationships/vmlDrawing" Target="../drawings/vmlDrawing22.vml"/><Relationship Id="rId6" Type="http://schemas.openxmlformats.org/officeDocument/2006/relationships/image" Target="../media/image125.wmf"/><Relationship Id="rId11" Type="http://schemas.openxmlformats.org/officeDocument/2006/relationships/oleObject" Target="../embeddings/oleObject150.bin"/><Relationship Id="rId5" Type="http://schemas.openxmlformats.org/officeDocument/2006/relationships/oleObject" Target="../embeddings/oleObject147.bin"/><Relationship Id="rId15" Type="http://schemas.openxmlformats.org/officeDocument/2006/relationships/oleObject" Target="../embeddings/oleObject152.bin"/><Relationship Id="rId10" Type="http://schemas.openxmlformats.org/officeDocument/2006/relationships/image" Target="../media/image127.wmf"/><Relationship Id="rId4" Type="http://schemas.openxmlformats.org/officeDocument/2006/relationships/image" Target="../media/image124.wmf"/><Relationship Id="rId9" Type="http://schemas.openxmlformats.org/officeDocument/2006/relationships/oleObject" Target="../embeddings/oleObject149.bin"/><Relationship Id="rId14" Type="http://schemas.openxmlformats.org/officeDocument/2006/relationships/image" Target="../media/image129.wmf"/></Relationships>
</file>

<file path=ppt/slides/_rels/slide25.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53.bin"/><Relationship Id="rId7" Type="http://schemas.openxmlformats.org/officeDocument/2006/relationships/oleObject" Target="../embeddings/oleObject155.bin"/><Relationship Id="rId2" Type="http://schemas.openxmlformats.org/officeDocument/2006/relationships/slideLayout" Target="../slideLayouts/slideLayout6.xml"/><Relationship Id="rId1" Type="http://schemas.openxmlformats.org/officeDocument/2006/relationships/vmlDrawing" Target="../drawings/vmlDrawing23.vml"/><Relationship Id="rId6" Type="http://schemas.openxmlformats.org/officeDocument/2006/relationships/image" Target="../media/image131.wmf"/><Relationship Id="rId5" Type="http://schemas.openxmlformats.org/officeDocument/2006/relationships/oleObject" Target="../embeddings/oleObject154.bin"/><Relationship Id="rId4" Type="http://schemas.openxmlformats.org/officeDocument/2006/relationships/image" Target="../media/image130.wmf"/></Relationships>
</file>

<file path=ppt/slides/_rels/slide26.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61.bin"/><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135.wmf"/><Relationship Id="rId2" Type="http://schemas.openxmlformats.org/officeDocument/2006/relationships/slideLayout" Target="../slideLayouts/slideLayout6.xml"/><Relationship Id="rId1" Type="http://schemas.openxmlformats.org/officeDocument/2006/relationships/vmlDrawing" Target="../drawings/vmlDrawing24.vml"/><Relationship Id="rId6" Type="http://schemas.openxmlformats.org/officeDocument/2006/relationships/image" Target="../media/image131.wmf"/><Relationship Id="rId11" Type="http://schemas.openxmlformats.org/officeDocument/2006/relationships/oleObject" Target="../embeddings/oleObject160.bin"/><Relationship Id="rId5" Type="http://schemas.openxmlformats.org/officeDocument/2006/relationships/oleObject" Target="../embeddings/oleObject157.bin"/><Relationship Id="rId10" Type="http://schemas.openxmlformats.org/officeDocument/2006/relationships/image" Target="../media/image134.wmf"/><Relationship Id="rId4" Type="http://schemas.openxmlformats.org/officeDocument/2006/relationships/image" Target="../media/image133.wmf"/><Relationship Id="rId9" Type="http://schemas.openxmlformats.org/officeDocument/2006/relationships/oleObject" Target="../embeddings/oleObject159.bin"/><Relationship Id="rId14" Type="http://schemas.openxmlformats.org/officeDocument/2006/relationships/image" Target="../media/image136.wmf"/></Relationships>
</file>

<file path=ppt/slides/_rels/slide27.x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oleObject" Target="../embeddings/oleObject162.bin"/><Relationship Id="rId7" Type="http://schemas.openxmlformats.org/officeDocument/2006/relationships/oleObject" Target="../embeddings/oleObject164.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38.wmf"/><Relationship Id="rId5" Type="http://schemas.openxmlformats.org/officeDocument/2006/relationships/oleObject" Target="../embeddings/oleObject163.bin"/><Relationship Id="rId10" Type="http://schemas.openxmlformats.org/officeDocument/2006/relationships/image" Target="../media/image140.wmf"/><Relationship Id="rId4" Type="http://schemas.openxmlformats.org/officeDocument/2006/relationships/image" Target="../media/image137.wmf"/><Relationship Id="rId9" Type="http://schemas.openxmlformats.org/officeDocument/2006/relationships/oleObject" Target="../embeddings/oleObject165.bin"/></Relationships>
</file>

<file path=ppt/slides/_rels/slide28.xml.rels><?xml version="1.0" encoding="UTF-8" standalone="yes"?>
<Relationships xmlns="http://schemas.openxmlformats.org/package/2006/relationships"><Relationship Id="rId8" Type="http://schemas.openxmlformats.org/officeDocument/2006/relationships/image" Target="../media/image143.wmf"/><Relationship Id="rId13" Type="http://schemas.openxmlformats.org/officeDocument/2006/relationships/oleObject" Target="../embeddings/oleObject171.bin"/><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45.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42.wmf"/><Relationship Id="rId11" Type="http://schemas.openxmlformats.org/officeDocument/2006/relationships/oleObject" Target="../embeddings/oleObject170.bin"/><Relationship Id="rId5" Type="http://schemas.openxmlformats.org/officeDocument/2006/relationships/oleObject" Target="../embeddings/oleObject167.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169.bin"/><Relationship Id="rId14" Type="http://schemas.openxmlformats.org/officeDocument/2006/relationships/image" Target="../media/image146.wmf"/></Relationships>
</file>

<file path=ppt/slides/_rels/slide29.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72.bin"/><Relationship Id="rId7" Type="http://schemas.openxmlformats.org/officeDocument/2006/relationships/oleObject" Target="../embeddings/oleObject174.bin"/><Relationship Id="rId12" Type="http://schemas.openxmlformats.org/officeDocument/2006/relationships/image" Target="../media/image151.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48.wmf"/><Relationship Id="rId11" Type="http://schemas.openxmlformats.org/officeDocument/2006/relationships/oleObject" Target="../embeddings/oleObject176.bin"/><Relationship Id="rId5" Type="http://schemas.openxmlformats.org/officeDocument/2006/relationships/oleObject" Target="../embeddings/oleObject173.bin"/><Relationship Id="rId10" Type="http://schemas.openxmlformats.org/officeDocument/2006/relationships/image" Target="../media/image150.wmf"/><Relationship Id="rId4" Type="http://schemas.openxmlformats.org/officeDocument/2006/relationships/image" Target="../media/image147.wmf"/><Relationship Id="rId9" Type="http://schemas.openxmlformats.org/officeDocument/2006/relationships/oleObject" Target="../embeddings/oleObject175.bin"/></Relationships>
</file>

<file path=ppt/slides/_rels/slide30.xml.rels><?xml version="1.0" encoding="UTF-8" standalone="yes"?>
<Relationships xmlns="http://schemas.openxmlformats.org/package/2006/relationships"><Relationship Id="rId8" Type="http://schemas.openxmlformats.org/officeDocument/2006/relationships/image" Target="../media/image153.wmf"/><Relationship Id="rId13" Type="http://schemas.openxmlformats.org/officeDocument/2006/relationships/oleObject" Target="../embeddings/oleObject182.bin"/><Relationship Id="rId18" Type="http://schemas.openxmlformats.org/officeDocument/2006/relationships/image" Target="../media/image158.wmf"/><Relationship Id="rId3" Type="http://schemas.openxmlformats.org/officeDocument/2006/relationships/oleObject" Target="../embeddings/oleObject177.bin"/><Relationship Id="rId21" Type="http://schemas.openxmlformats.org/officeDocument/2006/relationships/oleObject" Target="../embeddings/oleObject186.bin"/><Relationship Id="rId7" Type="http://schemas.openxmlformats.org/officeDocument/2006/relationships/oleObject" Target="../embeddings/oleObject179.bin"/><Relationship Id="rId12" Type="http://schemas.openxmlformats.org/officeDocument/2006/relationships/image" Target="../media/image155.wmf"/><Relationship Id="rId17" Type="http://schemas.openxmlformats.org/officeDocument/2006/relationships/oleObject" Target="../embeddings/oleObject184.bin"/><Relationship Id="rId2" Type="http://schemas.openxmlformats.org/officeDocument/2006/relationships/slideLayout" Target="../slideLayouts/slideLayout7.xml"/><Relationship Id="rId16" Type="http://schemas.openxmlformats.org/officeDocument/2006/relationships/image" Target="../media/image157.wmf"/><Relationship Id="rId20" Type="http://schemas.openxmlformats.org/officeDocument/2006/relationships/image" Target="../media/image159.wmf"/><Relationship Id="rId1" Type="http://schemas.openxmlformats.org/officeDocument/2006/relationships/vmlDrawing" Target="../drawings/vmlDrawing28.vml"/><Relationship Id="rId6" Type="http://schemas.openxmlformats.org/officeDocument/2006/relationships/image" Target="../media/image149.wmf"/><Relationship Id="rId11" Type="http://schemas.openxmlformats.org/officeDocument/2006/relationships/oleObject" Target="../embeddings/oleObject181.bin"/><Relationship Id="rId24" Type="http://schemas.openxmlformats.org/officeDocument/2006/relationships/image" Target="../media/image161.wmf"/><Relationship Id="rId5" Type="http://schemas.openxmlformats.org/officeDocument/2006/relationships/oleObject" Target="../embeddings/oleObject178.bin"/><Relationship Id="rId15" Type="http://schemas.openxmlformats.org/officeDocument/2006/relationships/oleObject" Target="../embeddings/oleObject183.bin"/><Relationship Id="rId23" Type="http://schemas.openxmlformats.org/officeDocument/2006/relationships/oleObject" Target="../embeddings/oleObject187.bin"/><Relationship Id="rId10" Type="http://schemas.openxmlformats.org/officeDocument/2006/relationships/image" Target="../media/image154.wmf"/><Relationship Id="rId19" Type="http://schemas.openxmlformats.org/officeDocument/2006/relationships/oleObject" Target="../embeddings/oleObject185.bin"/><Relationship Id="rId4" Type="http://schemas.openxmlformats.org/officeDocument/2006/relationships/image" Target="../media/image152.wmf"/><Relationship Id="rId9" Type="http://schemas.openxmlformats.org/officeDocument/2006/relationships/oleObject" Target="../embeddings/oleObject180.bin"/><Relationship Id="rId14" Type="http://schemas.openxmlformats.org/officeDocument/2006/relationships/image" Target="../media/image156.wmf"/><Relationship Id="rId22" Type="http://schemas.openxmlformats.org/officeDocument/2006/relationships/image" Target="../media/image160.wmf"/></Relationships>
</file>

<file path=ppt/slides/_rels/slide31.x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oleObject" Target="../embeddings/oleObject193.bin"/><Relationship Id="rId18" Type="http://schemas.openxmlformats.org/officeDocument/2006/relationships/image" Target="../media/image166.wmf"/><Relationship Id="rId3" Type="http://schemas.openxmlformats.org/officeDocument/2006/relationships/oleObject" Target="../embeddings/oleObject188.bin"/><Relationship Id="rId7" Type="http://schemas.openxmlformats.org/officeDocument/2006/relationships/oleObject" Target="../embeddings/oleObject190.bin"/><Relationship Id="rId12" Type="http://schemas.openxmlformats.org/officeDocument/2006/relationships/image" Target="../media/image163.emf"/><Relationship Id="rId17" Type="http://schemas.openxmlformats.org/officeDocument/2006/relationships/oleObject" Target="../embeddings/oleObject195.bin"/><Relationship Id="rId2" Type="http://schemas.openxmlformats.org/officeDocument/2006/relationships/slideLayout" Target="../slideLayouts/slideLayout7.xml"/><Relationship Id="rId16" Type="http://schemas.openxmlformats.org/officeDocument/2006/relationships/image" Target="../media/image165.wmf"/><Relationship Id="rId1" Type="http://schemas.openxmlformats.org/officeDocument/2006/relationships/vmlDrawing" Target="../drawings/vmlDrawing29.vml"/><Relationship Id="rId6" Type="http://schemas.openxmlformats.org/officeDocument/2006/relationships/image" Target="../media/image160.wmf"/><Relationship Id="rId11" Type="http://schemas.openxmlformats.org/officeDocument/2006/relationships/oleObject" Target="../embeddings/oleObject192.bin"/><Relationship Id="rId5" Type="http://schemas.openxmlformats.org/officeDocument/2006/relationships/oleObject" Target="../embeddings/oleObject189.bin"/><Relationship Id="rId15" Type="http://schemas.openxmlformats.org/officeDocument/2006/relationships/oleObject" Target="../embeddings/oleObject194.bin"/><Relationship Id="rId10" Type="http://schemas.openxmlformats.org/officeDocument/2006/relationships/image" Target="../media/image162.wmf"/><Relationship Id="rId4" Type="http://schemas.openxmlformats.org/officeDocument/2006/relationships/image" Target="../media/image155.wmf"/><Relationship Id="rId9" Type="http://schemas.openxmlformats.org/officeDocument/2006/relationships/oleObject" Target="../embeddings/oleObject191.bin"/><Relationship Id="rId14" Type="http://schemas.openxmlformats.org/officeDocument/2006/relationships/image" Target="../media/image164.emf"/></Relationships>
</file>

<file path=ppt/slides/_rels/slide32.x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oleObject" Target="../embeddings/oleObject196.bin"/><Relationship Id="rId7" Type="http://schemas.openxmlformats.org/officeDocument/2006/relationships/oleObject" Target="../embeddings/oleObject198.bin"/><Relationship Id="rId12" Type="http://schemas.openxmlformats.org/officeDocument/2006/relationships/image" Target="../media/image157.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68.wmf"/><Relationship Id="rId11" Type="http://schemas.openxmlformats.org/officeDocument/2006/relationships/oleObject" Target="../embeddings/oleObject200.bin"/><Relationship Id="rId5" Type="http://schemas.openxmlformats.org/officeDocument/2006/relationships/oleObject" Target="../embeddings/oleObject197.bin"/><Relationship Id="rId10" Type="http://schemas.openxmlformats.org/officeDocument/2006/relationships/image" Target="../media/image153.wmf"/><Relationship Id="rId4" Type="http://schemas.openxmlformats.org/officeDocument/2006/relationships/image" Target="../media/image167.wmf"/><Relationship Id="rId9" Type="http://schemas.openxmlformats.org/officeDocument/2006/relationships/oleObject" Target="../embeddings/oleObject199.bin"/></Relationships>
</file>

<file path=ppt/slides/_rels/slide33.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oleObject" Target="../embeddings/oleObject201.bin"/><Relationship Id="rId7" Type="http://schemas.openxmlformats.org/officeDocument/2006/relationships/oleObject" Target="../embeddings/oleObject203.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71.wmf"/><Relationship Id="rId5" Type="http://schemas.openxmlformats.org/officeDocument/2006/relationships/oleObject" Target="../embeddings/oleObject202.bin"/><Relationship Id="rId10" Type="http://schemas.openxmlformats.org/officeDocument/2006/relationships/image" Target="../media/image173.wmf"/><Relationship Id="rId4" Type="http://schemas.openxmlformats.org/officeDocument/2006/relationships/image" Target="../media/image170.wmf"/><Relationship Id="rId9" Type="http://schemas.openxmlformats.org/officeDocument/2006/relationships/oleObject" Target="../embeddings/oleObject204.bin"/></Relationships>
</file>

<file path=ppt/slides/_rels/slide34.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210.bin"/><Relationship Id="rId3" Type="http://schemas.openxmlformats.org/officeDocument/2006/relationships/oleObject" Target="../embeddings/oleObject205.bin"/><Relationship Id="rId7" Type="http://schemas.openxmlformats.org/officeDocument/2006/relationships/oleObject" Target="../embeddings/oleObject207.bin"/><Relationship Id="rId12" Type="http://schemas.openxmlformats.org/officeDocument/2006/relationships/image" Target="../media/image177.wmf"/><Relationship Id="rId2" Type="http://schemas.openxmlformats.org/officeDocument/2006/relationships/slideLayout" Target="../slideLayouts/slideLayout7.xml"/><Relationship Id="rId16" Type="http://schemas.openxmlformats.org/officeDocument/2006/relationships/image" Target="../media/image179.wmf"/><Relationship Id="rId1" Type="http://schemas.openxmlformats.org/officeDocument/2006/relationships/vmlDrawing" Target="../drawings/vmlDrawing32.vml"/><Relationship Id="rId6" Type="http://schemas.openxmlformats.org/officeDocument/2006/relationships/image" Target="../media/image174.wmf"/><Relationship Id="rId11" Type="http://schemas.openxmlformats.org/officeDocument/2006/relationships/oleObject" Target="../embeddings/oleObject209.bin"/><Relationship Id="rId5" Type="http://schemas.openxmlformats.org/officeDocument/2006/relationships/oleObject" Target="../embeddings/oleObject206.bin"/><Relationship Id="rId15" Type="http://schemas.openxmlformats.org/officeDocument/2006/relationships/oleObject" Target="../embeddings/oleObject211.bin"/><Relationship Id="rId10" Type="http://schemas.openxmlformats.org/officeDocument/2006/relationships/image" Target="../media/image176.wmf"/><Relationship Id="rId4" Type="http://schemas.openxmlformats.org/officeDocument/2006/relationships/image" Target="../media/image173.wmf"/><Relationship Id="rId9" Type="http://schemas.openxmlformats.org/officeDocument/2006/relationships/oleObject" Target="../embeddings/oleObject208.bin"/><Relationship Id="rId14" Type="http://schemas.openxmlformats.org/officeDocument/2006/relationships/image" Target="../media/image178.wmf"/></Relationships>
</file>

<file path=ppt/slides/_rels/slide35.x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oleObject" Target="../embeddings/oleObject217.bin"/><Relationship Id="rId18" Type="http://schemas.openxmlformats.org/officeDocument/2006/relationships/image" Target="../media/image179.wmf"/><Relationship Id="rId3" Type="http://schemas.openxmlformats.org/officeDocument/2006/relationships/oleObject" Target="../embeddings/oleObject212.bin"/><Relationship Id="rId7" Type="http://schemas.openxmlformats.org/officeDocument/2006/relationships/oleObject" Target="../embeddings/oleObject214.bin"/><Relationship Id="rId12" Type="http://schemas.openxmlformats.org/officeDocument/2006/relationships/image" Target="../media/image183.wmf"/><Relationship Id="rId17" Type="http://schemas.openxmlformats.org/officeDocument/2006/relationships/oleObject" Target="../embeddings/oleObject219.bin"/><Relationship Id="rId2" Type="http://schemas.openxmlformats.org/officeDocument/2006/relationships/slideLayout" Target="../slideLayouts/slideLayout7.xml"/><Relationship Id="rId16" Type="http://schemas.openxmlformats.org/officeDocument/2006/relationships/image" Target="../media/image185.wmf"/><Relationship Id="rId1" Type="http://schemas.openxmlformats.org/officeDocument/2006/relationships/vmlDrawing" Target="../drawings/vmlDrawing33.vml"/><Relationship Id="rId6" Type="http://schemas.openxmlformats.org/officeDocument/2006/relationships/image" Target="../media/image180.wmf"/><Relationship Id="rId11" Type="http://schemas.openxmlformats.org/officeDocument/2006/relationships/oleObject" Target="../embeddings/oleObject216.bin"/><Relationship Id="rId5" Type="http://schemas.openxmlformats.org/officeDocument/2006/relationships/oleObject" Target="../embeddings/oleObject213.bin"/><Relationship Id="rId15" Type="http://schemas.openxmlformats.org/officeDocument/2006/relationships/oleObject" Target="../embeddings/oleObject218.bin"/><Relationship Id="rId10" Type="http://schemas.openxmlformats.org/officeDocument/2006/relationships/image" Target="../media/image182.wmf"/><Relationship Id="rId4" Type="http://schemas.openxmlformats.org/officeDocument/2006/relationships/image" Target="../media/image178.wmf"/><Relationship Id="rId9" Type="http://schemas.openxmlformats.org/officeDocument/2006/relationships/oleObject" Target="../embeddings/oleObject215.bin"/><Relationship Id="rId14" Type="http://schemas.openxmlformats.org/officeDocument/2006/relationships/image" Target="../media/image184.wmf"/></Relationships>
</file>

<file path=ppt/slides/_rels/slide36.xml.rels><?xml version="1.0" encoding="UTF-8" standalone="yes"?>
<Relationships xmlns="http://schemas.openxmlformats.org/package/2006/relationships"><Relationship Id="rId8" Type="http://schemas.openxmlformats.org/officeDocument/2006/relationships/image" Target="../media/image187.wmf"/><Relationship Id="rId3" Type="http://schemas.openxmlformats.org/officeDocument/2006/relationships/oleObject" Target="../embeddings/oleObject220.bin"/><Relationship Id="rId7" Type="http://schemas.openxmlformats.org/officeDocument/2006/relationships/oleObject" Target="../embeddings/oleObject222.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86.wmf"/><Relationship Id="rId5" Type="http://schemas.openxmlformats.org/officeDocument/2006/relationships/oleObject" Target="../embeddings/oleObject221.bin"/><Relationship Id="rId10" Type="http://schemas.openxmlformats.org/officeDocument/2006/relationships/image" Target="../media/image188.wmf"/><Relationship Id="rId4" Type="http://schemas.openxmlformats.org/officeDocument/2006/relationships/image" Target="../media/image185.wmf"/><Relationship Id="rId9" Type="http://schemas.openxmlformats.org/officeDocument/2006/relationships/oleObject" Target="../embeddings/oleObject223.bin"/></Relationships>
</file>

<file path=ppt/slides/_rels/slide37.xml.rels><?xml version="1.0" encoding="UTF-8" standalone="yes"?>
<Relationships xmlns="http://schemas.openxmlformats.org/package/2006/relationships"><Relationship Id="rId8" Type="http://schemas.openxmlformats.org/officeDocument/2006/relationships/image" Target="../media/image190.wmf"/><Relationship Id="rId3" Type="http://schemas.openxmlformats.org/officeDocument/2006/relationships/oleObject" Target="../embeddings/oleObject224.bin"/><Relationship Id="rId7" Type="http://schemas.openxmlformats.org/officeDocument/2006/relationships/oleObject" Target="../embeddings/oleObject226.bin"/><Relationship Id="rId12" Type="http://schemas.openxmlformats.org/officeDocument/2006/relationships/image" Target="../media/image185.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89.wmf"/><Relationship Id="rId11" Type="http://schemas.openxmlformats.org/officeDocument/2006/relationships/oleObject" Target="../embeddings/oleObject228.bin"/><Relationship Id="rId5" Type="http://schemas.openxmlformats.org/officeDocument/2006/relationships/oleObject" Target="../embeddings/oleObject225.bin"/><Relationship Id="rId10" Type="http://schemas.openxmlformats.org/officeDocument/2006/relationships/image" Target="../media/image191.wmf"/><Relationship Id="rId4" Type="http://schemas.openxmlformats.org/officeDocument/2006/relationships/image" Target="../media/image188.wmf"/><Relationship Id="rId9" Type="http://schemas.openxmlformats.org/officeDocument/2006/relationships/oleObject" Target="../embeddings/oleObject227.bin"/></Relationships>
</file>

<file path=ppt/slides/_rels/slide38.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234.bin"/><Relationship Id="rId3" Type="http://schemas.openxmlformats.org/officeDocument/2006/relationships/oleObject" Target="../embeddings/oleObject229.bin"/><Relationship Id="rId7" Type="http://schemas.openxmlformats.org/officeDocument/2006/relationships/oleObject" Target="../embeddings/oleObject231.bin"/><Relationship Id="rId12" Type="http://schemas.openxmlformats.org/officeDocument/2006/relationships/image" Target="../media/image193.wmf"/><Relationship Id="rId2" Type="http://schemas.openxmlformats.org/officeDocument/2006/relationships/slideLayout" Target="../slideLayouts/slideLayout7.xml"/><Relationship Id="rId16" Type="http://schemas.openxmlformats.org/officeDocument/2006/relationships/image" Target="../media/image195.wmf"/><Relationship Id="rId1" Type="http://schemas.openxmlformats.org/officeDocument/2006/relationships/vmlDrawing" Target="../drawings/vmlDrawing36.vml"/><Relationship Id="rId6" Type="http://schemas.openxmlformats.org/officeDocument/2006/relationships/image" Target="../media/image192.wmf"/><Relationship Id="rId11" Type="http://schemas.openxmlformats.org/officeDocument/2006/relationships/oleObject" Target="../embeddings/oleObject233.bin"/><Relationship Id="rId5" Type="http://schemas.openxmlformats.org/officeDocument/2006/relationships/oleObject" Target="../embeddings/oleObject230.bin"/><Relationship Id="rId15" Type="http://schemas.openxmlformats.org/officeDocument/2006/relationships/oleObject" Target="../embeddings/oleObject235.bin"/><Relationship Id="rId10" Type="http://schemas.openxmlformats.org/officeDocument/2006/relationships/image" Target="../media/image191.wmf"/><Relationship Id="rId4" Type="http://schemas.openxmlformats.org/officeDocument/2006/relationships/image" Target="../media/image181.wmf"/><Relationship Id="rId9" Type="http://schemas.openxmlformats.org/officeDocument/2006/relationships/oleObject" Target="../embeddings/oleObject232.bin"/><Relationship Id="rId14" Type="http://schemas.openxmlformats.org/officeDocument/2006/relationships/image" Target="../media/image194.wmf"/></Relationships>
</file>

<file path=ppt/slides/_rels/slide39.xml.rels><?xml version="1.0" encoding="UTF-8" standalone="yes"?>
<Relationships xmlns="http://schemas.openxmlformats.org/package/2006/relationships"><Relationship Id="rId8" Type="http://schemas.openxmlformats.org/officeDocument/2006/relationships/image" Target="../media/image198.wmf"/><Relationship Id="rId3" Type="http://schemas.openxmlformats.org/officeDocument/2006/relationships/oleObject" Target="../embeddings/oleObject236.bin"/><Relationship Id="rId7" Type="http://schemas.openxmlformats.org/officeDocument/2006/relationships/oleObject" Target="../embeddings/oleObject238.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97.wmf"/><Relationship Id="rId5" Type="http://schemas.openxmlformats.org/officeDocument/2006/relationships/oleObject" Target="../embeddings/oleObject237.bin"/><Relationship Id="rId4" Type="http://schemas.openxmlformats.org/officeDocument/2006/relationships/image" Target="../media/image196.wmf"/></Relationships>
</file>

<file path=ppt/slides/_rels/slide40.xml.rels><?xml version="1.0" encoding="UTF-8" standalone="yes"?>
<Relationships xmlns="http://schemas.openxmlformats.org/package/2006/relationships"><Relationship Id="rId8" Type="http://schemas.openxmlformats.org/officeDocument/2006/relationships/image" Target="../media/image198.wmf"/><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201.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97.wmf"/><Relationship Id="rId11" Type="http://schemas.openxmlformats.org/officeDocument/2006/relationships/oleObject" Target="../embeddings/oleObject243.bin"/><Relationship Id="rId5" Type="http://schemas.openxmlformats.org/officeDocument/2006/relationships/oleObject" Target="../embeddings/oleObject240.bin"/><Relationship Id="rId10" Type="http://schemas.openxmlformats.org/officeDocument/2006/relationships/image" Target="../media/image200.wmf"/><Relationship Id="rId4" Type="http://schemas.openxmlformats.org/officeDocument/2006/relationships/image" Target="../media/image199.wmf"/><Relationship Id="rId9" Type="http://schemas.openxmlformats.org/officeDocument/2006/relationships/oleObject" Target="../embeddings/oleObject242.bin"/></Relationships>
</file>

<file path=ppt/slides/_rels/slide41.xml.rels><?xml version="1.0" encoding="UTF-8" standalone="yes"?>
<Relationships xmlns="http://schemas.openxmlformats.org/package/2006/relationships"><Relationship Id="rId8" Type="http://schemas.openxmlformats.org/officeDocument/2006/relationships/image" Target="../media/image204.wmf"/><Relationship Id="rId13" Type="http://schemas.openxmlformats.org/officeDocument/2006/relationships/oleObject" Target="../embeddings/oleObject249.bin"/><Relationship Id="rId3" Type="http://schemas.openxmlformats.org/officeDocument/2006/relationships/oleObject" Target="../embeddings/oleObject244.bin"/><Relationship Id="rId7" Type="http://schemas.openxmlformats.org/officeDocument/2006/relationships/oleObject" Target="../embeddings/oleObject246.bin"/><Relationship Id="rId12" Type="http://schemas.openxmlformats.org/officeDocument/2006/relationships/image" Target="../media/image206.wmf"/><Relationship Id="rId2" Type="http://schemas.openxmlformats.org/officeDocument/2006/relationships/slideLayout" Target="../slideLayouts/slideLayout6.xml"/><Relationship Id="rId1" Type="http://schemas.openxmlformats.org/officeDocument/2006/relationships/vmlDrawing" Target="../drawings/vmlDrawing39.vml"/><Relationship Id="rId6" Type="http://schemas.openxmlformats.org/officeDocument/2006/relationships/image" Target="../media/image203.wmf"/><Relationship Id="rId11" Type="http://schemas.openxmlformats.org/officeDocument/2006/relationships/oleObject" Target="../embeddings/oleObject248.bin"/><Relationship Id="rId5" Type="http://schemas.openxmlformats.org/officeDocument/2006/relationships/oleObject" Target="../embeddings/oleObject245.bin"/><Relationship Id="rId10" Type="http://schemas.openxmlformats.org/officeDocument/2006/relationships/image" Target="../media/image205.wmf"/><Relationship Id="rId4" Type="http://schemas.openxmlformats.org/officeDocument/2006/relationships/image" Target="../media/image202.wmf"/><Relationship Id="rId9" Type="http://schemas.openxmlformats.org/officeDocument/2006/relationships/oleObject" Target="../embeddings/oleObject247.bin"/><Relationship Id="rId14" Type="http://schemas.openxmlformats.org/officeDocument/2006/relationships/image" Target="../media/image207.wmf"/></Relationships>
</file>

<file path=ppt/slides/_rels/slide42.x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211.wmf"/><Relationship Id="rId2" Type="http://schemas.openxmlformats.org/officeDocument/2006/relationships/slideLayout" Target="../slideLayouts/slideLayout6.xml"/><Relationship Id="rId1" Type="http://schemas.openxmlformats.org/officeDocument/2006/relationships/vmlDrawing" Target="../drawings/vmlDrawing40.vml"/><Relationship Id="rId6" Type="http://schemas.openxmlformats.org/officeDocument/2006/relationships/image" Target="../media/image208.wmf"/><Relationship Id="rId11" Type="http://schemas.openxmlformats.org/officeDocument/2006/relationships/oleObject" Target="../embeddings/oleObject254.bin"/><Relationship Id="rId5" Type="http://schemas.openxmlformats.org/officeDocument/2006/relationships/oleObject" Target="../embeddings/oleObject251.bin"/><Relationship Id="rId10" Type="http://schemas.openxmlformats.org/officeDocument/2006/relationships/image" Target="../media/image210.wmf"/><Relationship Id="rId4" Type="http://schemas.openxmlformats.org/officeDocument/2006/relationships/image" Target="../media/image207.wmf"/><Relationship Id="rId9" Type="http://schemas.openxmlformats.org/officeDocument/2006/relationships/oleObject" Target="../embeddings/oleObject253.bin"/></Relationships>
</file>

<file path=ppt/slides/_rels/slide43.xml.rels><?xml version="1.0" encoding="UTF-8" standalone="yes"?>
<Relationships xmlns="http://schemas.openxmlformats.org/package/2006/relationships"><Relationship Id="rId8" Type="http://schemas.openxmlformats.org/officeDocument/2006/relationships/image" Target="../media/image214.wmf"/><Relationship Id="rId13" Type="http://schemas.openxmlformats.org/officeDocument/2006/relationships/oleObject" Target="../embeddings/oleObject260.bin"/><Relationship Id="rId3" Type="http://schemas.openxmlformats.org/officeDocument/2006/relationships/oleObject" Target="../embeddings/oleObject255.bin"/><Relationship Id="rId7" Type="http://schemas.openxmlformats.org/officeDocument/2006/relationships/oleObject" Target="../embeddings/oleObject257.bin"/><Relationship Id="rId12" Type="http://schemas.openxmlformats.org/officeDocument/2006/relationships/image" Target="../media/image216.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13.wmf"/><Relationship Id="rId11" Type="http://schemas.openxmlformats.org/officeDocument/2006/relationships/oleObject" Target="../embeddings/oleObject259.bin"/><Relationship Id="rId5" Type="http://schemas.openxmlformats.org/officeDocument/2006/relationships/oleObject" Target="../embeddings/oleObject256.bin"/><Relationship Id="rId10" Type="http://schemas.openxmlformats.org/officeDocument/2006/relationships/image" Target="../media/image215.wmf"/><Relationship Id="rId4" Type="http://schemas.openxmlformats.org/officeDocument/2006/relationships/image" Target="../media/image212.wmf"/><Relationship Id="rId9" Type="http://schemas.openxmlformats.org/officeDocument/2006/relationships/oleObject" Target="../embeddings/oleObject258.bin"/><Relationship Id="rId14" Type="http://schemas.openxmlformats.org/officeDocument/2006/relationships/image" Target="../media/image217.wmf"/></Relationships>
</file>

<file path=ppt/slides/_rels/slide44.xml.rels><?xml version="1.0" encoding="UTF-8" standalone="yes"?>
<Relationships xmlns="http://schemas.openxmlformats.org/package/2006/relationships"><Relationship Id="rId8" Type="http://schemas.openxmlformats.org/officeDocument/2006/relationships/image" Target="../media/image220.wmf"/><Relationship Id="rId3" Type="http://schemas.openxmlformats.org/officeDocument/2006/relationships/oleObject" Target="../embeddings/oleObject261.bin"/><Relationship Id="rId7" Type="http://schemas.openxmlformats.org/officeDocument/2006/relationships/oleObject" Target="../embeddings/oleObject263.bin"/><Relationship Id="rId12" Type="http://schemas.openxmlformats.org/officeDocument/2006/relationships/image" Target="../media/image222.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19.wmf"/><Relationship Id="rId11" Type="http://schemas.openxmlformats.org/officeDocument/2006/relationships/oleObject" Target="../embeddings/oleObject265.bin"/><Relationship Id="rId5" Type="http://schemas.openxmlformats.org/officeDocument/2006/relationships/oleObject" Target="../embeddings/oleObject262.bin"/><Relationship Id="rId10" Type="http://schemas.openxmlformats.org/officeDocument/2006/relationships/image" Target="../media/image221.wmf"/><Relationship Id="rId4" Type="http://schemas.openxmlformats.org/officeDocument/2006/relationships/image" Target="../media/image218.wmf"/><Relationship Id="rId9" Type="http://schemas.openxmlformats.org/officeDocument/2006/relationships/oleObject" Target="../embeddings/oleObject264.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66.bin"/><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224.wmf"/><Relationship Id="rId5" Type="http://schemas.openxmlformats.org/officeDocument/2006/relationships/oleObject" Target="../embeddings/oleObject267.bin"/><Relationship Id="rId4" Type="http://schemas.openxmlformats.org/officeDocument/2006/relationships/image" Target="../media/image223.wmf"/></Relationships>
</file>

<file path=ppt/slides/_rels/slide46.xml.rels><?xml version="1.0" encoding="UTF-8" standalone="yes"?>
<Relationships xmlns="http://schemas.openxmlformats.org/package/2006/relationships"><Relationship Id="rId8" Type="http://schemas.openxmlformats.org/officeDocument/2006/relationships/image" Target="../media/image227.wmf"/><Relationship Id="rId13" Type="http://schemas.openxmlformats.org/officeDocument/2006/relationships/oleObject" Target="../embeddings/oleObject273.bin"/><Relationship Id="rId3" Type="http://schemas.openxmlformats.org/officeDocument/2006/relationships/oleObject" Target="../embeddings/oleObject268.bin"/><Relationship Id="rId7" Type="http://schemas.openxmlformats.org/officeDocument/2006/relationships/oleObject" Target="../embeddings/oleObject270.bin"/><Relationship Id="rId12" Type="http://schemas.openxmlformats.org/officeDocument/2006/relationships/image" Target="../media/image229.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226.wmf"/><Relationship Id="rId11" Type="http://schemas.openxmlformats.org/officeDocument/2006/relationships/oleObject" Target="../embeddings/oleObject272.bin"/><Relationship Id="rId5" Type="http://schemas.openxmlformats.org/officeDocument/2006/relationships/oleObject" Target="../embeddings/oleObject269.bin"/><Relationship Id="rId10" Type="http://schemas.openxmlformats.org/officeDocument/2006/relationships/image" Target="../media/image228.wmf"/><Relationship Id="rId4" Type="http://schemas.openxmlformats.org/officeDocument/2006/relationships/image" Target="../media/image225.wmf"/><Relationship Id="rId9" Type="http://schemas.openxmlformats.org/officeDocument/2006/relationships/oleObject" Target="../embeddings/oleObject271.bin"/><Relationship Id="rId14" Type="http://schemas.openxmlformats.org/officeDocument/2006/relationships/image" Target="../media/image230.wmf"/></Relationships>
</file>

<file path=ppt/slides/_rels/slide47.xml.rels><?xml version="1.0" encoding="UTF-8" standalone="yes"?>
<Relationships xmlns="http://schemas.openxmlformats.org/package/2006/relationships"><Relationship Id="rId8" Type="http://schemas.openxmlformats.org/officeDocument/2006/relationships/image" Target="../media/image233.wmf"/><Relationship Id="rId3" Type="http://schemas.openxmlformats.org/officeDocument/2006/relationships/oleObject" Target="../embeddings/oleObject274.bin"/><Relationship Id="rId7" Type="http://schemas.openxmlformats.org/officeDocument/2006/relationships/oleObject" Target="../embeddings/oleObject276.bin"/><Relationship Id="rId12" Type="http://schemas.openxmlformats.org/officeDocument/2006/relationships/image" Target="../media/image235.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232.wmf"/><Relationship Id="rId11" Type="http://schemas.openxmlformats.org/officeDocument/2006/relationships/oleObject" Target="../embeddings/oleObject278.bin"/><Relationship Id="rId5" Type="http://schemas.openxmlformats.org/officeDocument/2006/relationships/oleObject" Target="../embeddings/oleObject275.bin"/><Relationship Id="rId10" Type="http://schemas.openxmlformats.org/officeDocument/2006/relationships/image" Target="../media/image234.wmf"/><Relationship Id="rId4" Type="http://schemas.openxmlformats.org/officeDocument/2006/relationships/image" Target="../media/image231.wmf"/><Relationship Id="rId9" Type="http://schemas.openxmlformats.org/officeDocument/2006/relationships/oleObject" Target="../embeddings/oleObject277.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79.bin"/><Relationship Id="rId2" Type="http://schemas.openxmlformats.org/officeDocument/2006/relationships/slideLayout" Target="../slideLayouts/slideLayout7.xml"/><Relationship Id="rId1" Type="http://schemas.openxmlformats.org/officeDocument/2006/relationships/vmlDrawing" Target="../drawings/vmlDrawing46.vml"/><Relationship Id="rId4" Type="http://schemas.openxmlformats.org/officeDocument/2006/relationships/image" Target="../media/image236.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80.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38.wmf"/><Relationship Id="rId5" Type="http://schemas.openxmlformats.org/officeDocument/2006/relationships/oleObject" Target="../embeddings/oleObject281.bin"/><Relationship Id="rId4" Type="http://schemas.openxmlformats.org/officeDocument/2006/relationships/image" Target="../media/image237.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241.wmf"/><Relationship Id="rId3" Type="http://schemas.openxmlformats.org/officeDocument/2006/relationships/oleObject" Target="../embeddings/oleObject282.bin"/><Relationship Id="rId7" Type="http://schemas.openxmlformats.org/officeDocument/2006/relationships/oleObject" Target="../embeddings/oleObject284.bin"/><Relationship Id="rId12" Type="http://schemas.openxmlformats.org/officeDocument/2006/relationships/image" Target="../media/image243.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240.wmf"/><Relationship Id="rId11" Type="http://schemas.openxmlformats.org/officeDocument/2006/relationships/oleObject" Target="../embeddings/oleObject286.bin"/><Relationship Id="rId5" Type="http://schemas.openxmlformats.org/officeDocument/2006/relationships/oleObject" Target="../embeddings/oleObject283.bin"/><Relationship Id="rId10" Type="http://schemas.openxmlformats.org/officeDocument/2006/relationships/image" Target="../media/image242.wmf"/><Relationship Id="rId4" Type="http://schemas.openxmlformats.org/officeDocument/2006/relationships/image" Target="../media/image239.wmf"/><Relationship Id="rId9" Type="http://schemas.openxmlformats.org/officeDocument/2006/relationships/oleObject" Target="../embeddings/oleObject285.bin"/></Relationships>
</file>

<file path=ppt/slides/_rels/slide52.xml.rels><?xml version="1.0" encoding="UTF-8" standalone="yes"?>
<Relationships xmlns="http://schemas.openxmlformats.org/package/2006/relationships"><Relationship Id="rId8" Type="http://schemas.openxmlformats.org/officeDocument/2006/relationships/image" Target="../media/image246.wmf"/><Relationship Id="rId3" Type="http://schemas.openxmlformats.org/officeDocument/2006/relationships/oleObject" Target="../embeddings/oleObject287.bin"/><Relationship Id="rId7" Type="http://schemas.openxmlformats.org/officeDocument/2006/relationships/oleObject" Target="../embeddings/oleObject289.bin"/><Relationship Id="rId12" Type="http://schemas.openxmlformats.org/officeDocument/2006/relationships/image" Target="../media/image248.w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245.wmf"/><Relationship Id="rId11" Type="http://schemas.openxmlformats.org/officeDocument/2006/relationships/oleObject" Target="../embeddings/oleObject291.bin"/><Relationship Id="rId5" Type="http://schemas.openxmlformats.org/officeDocument/2006/relationships/oleObject" Target="../embeddings/oleObject288.bin"/><Relationship Id="rId10" Type="http://schemas.openxmlformats.org/officeDocument/2006/relationships/image" Target="../media/image247.wmf"/><Relationship Id="rId4" Type="http://schemas.openxmlformats.org/officeDocument/2006/relationships/image" Target="../media/image244.wmf"/><Relationship Id="rId9" Type="http://schemas.openxmlformats.org/officeDocument/2006/relationships/oleObject" Target="../embeddings/oleObject290.bin"/></Relationships>
</file>

<file path=ppt/slides/_rels/slide53.xml.rels><?xml version="1.0" encoding="UTF-8" standalone="yes"?>
<Relationships xmlns="http://schemas.openxmlformats.org/package/2006/relationships"><Relationship Id="rId8" Type="http://schemas.openxmlformats.org/officeDocument/2006/relationships/image" Target="../media/image251.wmf"/><Relationship Id="rId13" Type="http://schemas.openxmlformats.org/officeDocument/2006/relationships/oleObject" Target="../embeddings/oleObject297.bin"/><Relationship Id="rId3" Type="http://schemas.openxmlformats.org/officeDocument/2006/relationships/oleObject" Target="../embeddings/oleObject292.bin"/><Relationship Id="rId7" Type="http://schemas.openxmlformats.org/officeDocument/2006/relationships/oleObject" Target="../embeddings/oleObject294.bin"/><Relationship Id="rId12" Type="http://schemas.openxmlformats.org/officeDocument/2006/relationships/image" Target="../media/image253.wmf"/><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250.wmf"/><Relationship Id="rId11" Type="http://schemas.openxmlformats.org/officeDocument/2006/relationships/oleObject" Target="../embeddings/oleObject296.bin"/><Relationship Id="rId5" Type="http://schemas.openxmlformats.org/officeDocument/2006/relationships/oleObject" Target="../embeddings/oleObject293.bin"/><Relationship Id="rId10" Type="http://schemas.openxmlformats.org/officeDocument/2006/relationships/image" Target="../media/image252.wmf"/><Relationship Id="rId4" Type="http://schemas.openxmlformats.org/officeDocument/2006/relationships/image" Target="../media/image249.wmf"/><Relationship Id="rId9" Type="http://schemas.openxmlformats.org/officeDocument/2006/relationships/oleObject" Target="../embeddings/oleObject295.bin"/><Relationship Id="rId14" Type="http://schemas.openxmlformats.org/officeDocument/2006/relationships/image" Target="../media/image254.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98.bin"/><Relationship Id="rId2" Type="http://schemas.openxmlformats.org/officeDocument/2006/relationships/slideLayout" Target="../slideLayouts/slideLayout7.xml"/><Relationship Id="rId1" Type="http://schemas.openxmlformats.org/officeDocument/2006/relationships/vmlDrawing" Target="../drawings/vmlDrawing51.vml"/><Relationship Id="rId4" Type="http://schemas.openxmlformats.org/officeDocument/2006/relationships/image" Target="../media/image255.wmf"/></Relationships>
</file>

<file path=ppt/slides/_rels/slide55.xml.rels><?xml version="1.0" encoding="UTF-8" standalone="yes"?>
<Relationships xmlns="http://schemas.openxmlformats.org/package/2006/relationships"><Relationship Id="rId8" Type="http://schemas.openxmlformats.org/officeDocument/2006/relationships/image" Target="../media/image258.wmf"/><Relationship Id="rId3" Type="http://schemas.openxmlformats.org/officeDocument/2006/relationships/oleObject" Target="../embeddings/oleObject299.bin"/><Relationship Id="rId7" Type="http://schemas.openxmlformats.org/officeDocument/2006/relationships/oleObject" Target="../embeddings/oleObject301.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57.wmf"/><Relationship Id="rId5" Type="http://schemas.openxmlformats.org/officeDocument/2006/relationships/oleObject" Target="../embeddings/oleObject300.bin"/><Relationship Id="rId4" Type="http://schemas.openxmlformats.org/officeDocument/2006/relationships/image" Target="../media/image256.wmf"/></Relationships>
</file>

<file path=ppt/slides/_rels/slide56.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302.bin"/><Relationship Id="rId7" Type="http://schemas.openxmlformats.org/officeDocument/2006/relationships/oleObject" Target="../embeddings/oleObject304.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58.wmf"/><Relationship Id="rId5" Type="http://schemas.openxmlformats.org/officeDocument/2006/relationships/oleObject" Target="../embeddings/oleObject303.bin"/><Relationship Id="rId10" Type="http://schemas.openxmlformats.org/officeDocument/2006/relationships/image" Target="../media/image261.wmf"/><Relationship Id="rId4" Type="http://schemas.openxmlformats.org/officeDocument/2006/relationships/image" Target="../media/image259.wmf"/><Relationship Id="rId9" Type="http://schemas.openxmlformats.org/officeDocument/2006/relationships/oleObject" Target="../embeddings/oleObject305.bin"/></Relationships>
</file>

<file path=ppt/slides/_rels/slide57.xml.rels><?xml version="1.0" encoding="UTF-8" standalone="yes"?>
<Relationships xmlns="http://schemas.openxmlformats.org/package/2006/relationships"><Relationship Id="rId8" Type="http://schemas.openxmlformats.org/officeDocument/2006/relationships/image" Target="../media/image264.wmf"/><Relationship Id="rId3" Type="http://schemas.openxmlformats.org/officeDocument/2006/relationships/oleObject" Target="../embeddings/oleObject306.bin"/><Relationship Id="rId7" Type="http://schemas.openxmlformats.org/officeDocument/2006/relationships/oleObject" Target="../embeddings/oleObject308.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63.wmf"/><Relationship Id="rId5" Type="http://schemas.openxmlformats.org/officeDocument/2006/relationships/oleObject" Target="../embeddings/oleObject307.bin"/><Relationship Id="rId10" Type="http://schemas.openxmlformats.org/officeDocument/2006/relationships/image" Target="../media/image265.wmf"/><Relationship Id="rId4" Type="http://schemas.openxmlformats.org/officeDocument/2006/relationships/image" Target="../media/image262.wmf"/><Relationship Id="rId9" Type="http://schemas.openxmlformats.org/officeDocument/2006/relationships/oleObject" Target="../embeddings/oleObject309.bin"/></Relationships>
</file>

<file path=ppt/slides/_rels/slide58.xml.rels><?xml version="1.0" encoding="UTF-8" standalone="yes"?>
<Relationships xmlns="http://schemas.openxmlformats.org/package/2006/relationships"><Relationship Id="rId8" Type="http://schemas.openxmlformats.org/officeDocument/2006/relationships/image" Target="../media/image268.wmf"/><Relationship Id="rId3" Type="http://schemas.openxmlformats.org/officeDocument/2006/relationships/oleObject" Target="../embeddings/oleObject310.bin"/><Relationship Id="rId7" Type="http://schemas.openxmlformats.org/officeDocument/2006/relationships/oleObject" Target="../embeddings/oleObject312.bin"/><Relationship Id="rId12" Type="http://schemas.openxmlformats.org/officeDocument/2006/relationships/image" Target="../media/image270.wmf"/><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267.wmf"/><Relationship Id="rId11" Type="http://schemas.openxmlformats.org/officeDocument/2006/relationships/oleObject" Target="../embeddings/oleObject314.bin"/><Relationship Id="rId5" Type="http://schemas.openxmlformats.org/officeDocument/2006/relationships/oleObject" Target="../embeddings/oleObject311.bin"/><Relationship Id="rId10" Type="http://schemas.openxmlformats.org/officeDocument/2006/relationships/image" Target="../media/image269.wmf"/><Relationship Id="rId4" Type="http://schemas.openxmlformats.org/officeDocument/2006/relationships/image" Target="../media/image266.wmf"/><Relationship Id="rId9" Type="http://schemas.openxmlformats.org/officeDocument/2006/relationships/oleObject" Target="../embeddings/oleObject313.bin"/></Relationships>
</file>

<file path=ppt/slides/_rels/slide59.xml.rels><?xml version="1.0" encoding="UTF-8" standalone="yes"?>
<Relationships xmlns="http://schemas.openxmlformats.org/package/2006/relationships"><Relationship Id="rId8" Type="http://schemas.openxmlformats.org/officeDocument/2006/relationships/image" Target="../media/image273.wmf"/><Relationship Id="rId13" Type="http://schemas.openxmlformats.org/officeDocument/2006/relationships/oleObject" Target="../embeddings/oleObject320.bin"/><Relationship Id="rId3" Type="http://schemas.openxmlformats.org/officeDocument/2006/relationships/oleObject" Target="../embeddings/oleObject315.bin"/><Relationship Id="rId7" Type="http://schemas.openxmlformats.org/officeDocument/2006/relationships/oleObject" Target="../embeddings/oleObject317.bin"/><Relationship Id="rId12" Type="http://schemas.openxmlformats.org/officeDocument/2006/relationships/image" Target="../media/image275.wmf"/><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272.wmf"/><Relationship Id="rId11" Type="http://schemas.openxmlformats.org/officeDocument/2006/relationships/oleObject" Target="../embeddings/oleObject319.bin"/><Relationship Id="rId5" Type="http://schemas.openxmlformats.org/officeDocument/2006/relationships/oleObject" Target="../embeddings/oleObject316.bin"/><Relationship Id="rId10" Type="http://schemas.openxmlformats.org/officeDocument/2006/relationships/image" Target="../media/image274.wmf"/><Relationship Id="rId4" Type="http://schemas.openxmlformats.org/officeDocument/2006/relationships/image" Target="../media/image271.wmf"/><Relationship Id="rId9" Type="http://schemas.openxmlformats.org/officeDocument/2006/relationships/oleObject" Target="../embeddings/oleObject318.bin"/><Relationship Id="rId14" Type="http://schemas.openxmlformats.org/officeDocument/2006/relationships/image" Target="../media/image276.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279.wmf"/><Relationship Id="rId13" Type="http://schemas.openxmlformats.org/officeDocument/2006/relationships/oleObject" Target="../embeddings/oleObject326.bin"/><Relationship Id="rId3" Type="http://schemas.openxmlformats.org/officeDocument/2006/relationships/oleObject" Target="../embeddings/oleObject321.bin"/><Relationship Id="rId7" Type="http://schemas.openxmlformats.org/officeDocument/2006/relationships/oleObject" Target="../embeddings/oleObject323.bin"/><Relationship Id="rId12" Type="http://schemas.openxmlformats.org/officeDocument/2006/relationships/image" Target="../media/image281.wmf"/><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image" Target="../media/image278.wmf"/><Relationship Id="rId11" Type="http://schemas.openxmlformats.org/officeDocument/2006/relationships/oleObject" Target="../embeddings/oleObject325.bin"/><Relationship Id="rId5" Type="http://schemas.openxmlformats.org/officeDocument/2006/relationships/oleObject" Target="../embeddings/oleObject322.bin"/><Relationship Id="rId10" Type="http://schemas.openxmlformats.org/officeDocument/2006/relationships/image" Target="../media/image280.wmf"/><Relationship Id="rId4" Type="http://schemas.openxmlformats.org/officeDocument/2006/relationships/image" Target="../media/image277.wmf"/><Relationship Id="rId9" Type="http://schemas.openxmlformats.org/officeDocument/2006/relationships/oleObject" Target="../embeddings/oleObject324.bin"/><Relationship Id="rId14" Type="http://schemas.openxmlformats.org/officeDocument/2006/relationships/image" Target="../media/image282.wmf"/></Relationships>
</file>

<file path=ppt/slides/_rels/slide62.xml.rels><?xml version="1.0" encoding="UTF-8" standalone="yes"?>
<Relationships xmlns="http://schemas.openxmlformats.org/package/2006/relationships"><Relationship Id="rId8" Type="http://schemas.openxmlformats.org/officeDocument/2006/relationships/image" Target="../media/image285.wmf"/><Relationship Id="rId13" Type="http://schemas.openxmlformats.org/officeDocument/2006/relationships/oleObject" Target="../embeddings/oleObject332.bin"/><Relationship Id="rId3" Type="http://schemas.openxmlformats.org/officeDocument/2006/relationships/oleObject" Target="../embeddings/oleObject327.bin"/><Relationship Id="rId7" Type="http://schemas.openxmlformats.org/officeDocument/2006/relationships/oleObject" Target="../embeddings/oleObject329.bin"/><Relationship Id="rId12" Type="http://schemas.openxmlformats.org/officeDocument/2006/relationships/image" Target="../media/image287.wmf"/><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284.wmf"/><Relationship Id="rId11" Type="http://schemas.openxmlformats.org/officeDocument/2006/relationships/oleObject" Target="../embeddings/oleObject331.bin"/><Relationship Id="rId5" Type="http://schemas.openxmlformats.org/officeDocument/2006/relationships/oleObject" Target="../embeddings/oleObject328.bin"/><Relationship Id="rId10" Type="http://schemas.openxmlformats.org/officeDocument/2006/relationships/image" Target="../media/image286.wmf"/><Relationship Id="rId4" Type="http://schemas.openxmlformats.org/officeDocument/2006/relationships/image" Target="../media/image283.wmf"/><Relationship Id="rId9" Type="http://schemas.openxmlformats.org/officeDocument/2006/relationships/oleObject" Target="../embeddings/oleObject330.bin"/><Relationship Id="rId14" Type="http://schemas.openxmlformats.org/officeDocument/2006/relationships/image" Target="../media/image288.wmf"/></Relationships>
</file>

<file path=ppt/slides/_rels/slide63.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333.bin"/><Relationship Id="rId7" Type="http://schemas.openxmlformats.org/officeDocument/2006/relationships/oleObject" Target="../embeddings/oleObject335.bin"/><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290.wmf"/><Relationship Id="rId5" Type="http://schemas.openxmlformats.org/officeDocument/2006/relationships/oleObject" Target="../embeddings/oleObject334.bin"/><Relationship Id="rId4" Type="http://schemas.openxmlformats.org/officeDocument/2006/relationships/image" Target="../media/image289.wmf"/></Relationships>
</file>

<file path=ppt/slides/_rels/slide64.xml.rels><?xml version="1.0" encoding="UTF-8" standalone="yes"?>
<Relationships xmlns="http://schemas.openxmlformats.org/package/2006/relationships"><Relationship Id="rId8" Type="http://schemas.openxmlformats.org/officeDocument/2006/relationships/image" Target="../media/image294.wmf"/><Relationship Id="rId13" Type="http://schemas.openxmlformats.org/officeDocument/2006/relationships/oleObject" Target="../embeddings/oleObject341.bin"/><Relationship Id="rId18" Type="http://schemas.openxmlformats.org/officeDocument/2006/relationships/image" Target="../media/image299.wmf"/><Relationship Id="rId3" Type="http://schemas.openxmlformats.org/officeDocument/2006/relationships/oleObject" Target="../embeddings/oleObject336.bin"/><Relationship Id="rId21" Type="http://schemas.openxmlformats.org/officeDocument/2006/relationships/oleObject" Target="../embeddings/oleObject345.bin"/><Relationship Id="rId7" Type="http://schemas.openxmlformats.org/officeDocument/2006/relationships/oleObject" Target="../embeddings/oleObject338.bin"/><Relationship Id="rId12" Type="http://schemas.openxmlformats.org/officeDocument/2006/relationships/image" Target="../media/image296.wmf"/><Relationship Id="rId17" Type="http://schemas.openxmlformats.org/officeDocument/2006/relationships/oleObject" Target="../embeddings/oleObject343.bin"/><Relationship Id="rId2" Type="http://schemas.openxmlformats.org/officeDocument/2006/relationships/slideLayout" Target="../slideLayouts/slideLayout7.xml"/><Relationship Id="rId16" Type="http://schemas.openxmlformats.org/officeDocument/2006/relationships/image" Target="../media/image298.wmf"/><Relationship Id="rId20" Type="http://schemas.openxmlformats.org/officeDocument/2006/relationships/image" Target="../media/image300.wmf"/><Relationship Id="rId1" Type="http://schemas.openxmlformats.org/officeDocument/2006/relationships/vmlDrawing" Target="../drawings/vmlDrawing60.vml"/><Relationship Id="rId6" Type="http://schemas.openxmlformats.org/officeDocument/2006/relationships/image" Target="../media/image293.wmf"/><Relationship Id="rId11" Type="http://schemas.openxmlformats.org/officeDocument/2006/relationships/oleObject" Target="../embeddings/oleObject340.bin"/><Relationship Id="rId24" Type="http://schemas.openxmlformats.org/officeDocument/2006/relationships/image" Target="../media/image302.wmf"/><Relationship Id="rId5" Type="http://schemas.openxmlformats.org/officeDocument/2006/relationships/oleObject" Target="../embeddings/oleObject337.bin"/><Relationship Id="rId15" Type="http://schemas.openxmlformats.org/officeDocument/2006/relationships/oleObject" Target="../embeddings/oleObject342.bin"/><Relationship Id="rId23" Type="http://schemas.openxmlformats.org/officeDocument/2006/relationships/oleObject" Target="../embeddings/oleObject346.bin"/><Relationship Id="rId10" Type="http://schemas.openxmlformats.org/officeDocument/2006/relationships/image" Target="../media/image295.wmf"/><Relationship Id="rId19" Type="http://schemas.openxmlformats.org/officeDocument/2006/relationships/oleObject" Target="../embeddings/oleObject344.bin"/><Relationship Id="rId4" Type="http://schemas.openxmlformats.org/officeDocument/2006/relationships/image" Target="../media/image292.wmf"/><Relationship Id="rId9" Type="http://schemas.openxmlformats.org/officeDocument/2006/relationships/oleObject" Target="../embeddings/oleObject339.bin"/><Relationship Id="rId14" Type="http://schemas.openxmlformats.org/officeDocument/2006/relationships/image" Target="../media/image297.wmf"/><Relationship Id="rId22" Type="http://schemas.openxmlformats.org/officeDocument/2006/relationships/image" Target="../media/image301.wmf"/></Relationships>
</file>

<file path=ppt/slides/_rels/slide65.xml.rels><?xml version="1.0" encoding="UTF-8" standalone="yes"?>
<Relationships xmlns="http://schemas.openxmlformats.org/package/2006/relationships"><Relationship Id="rId8" Type="http://schemas.openxmlformats.org/officeDocument/2006/relationships/image" Target="../media/image293.wmf"/><Relationship Id="rId3" Type="http://schemas.openxmlformats.org/officeDocument/2006/relationships/oleObject" Target="../embeddings/oleObject347.bin"/><Relationship Id="rId7" Type="http://schemas.openxmlformats.org/officeDocument/2006/relationships/oleObject" Target="../embeddings/oleObject349.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image" Target="../media/image304.wmf"/><Relationship Id="rId5" Type="http://schemas.openxmlformats.org/officeDocument/2006/relationships/oleObject" Target="../embeddings/oleObject348.bin"/><Relationship Id="rId4" Type="http://schemas.openxmlformats.org/officeDocument/2006/relationships/image" Target="../media/image303.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image" Target="../media/image307.wmf"/><Relationship Id="rId3" Type="http://schemas.openxmlformats.org/officeDocument/2006/relationships/oleObject" Target="../embeddings/oleObject350.bin"/><Relationship Id="rId7" Type="http://schemas.openxmlformats.org/officeDocument/2006/relationships/oleObject" Target="../embeddings/oleObject352.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image" Target="../media/image306.wmf"/><Relationship Id="rId5" Type="http://schemas.openxmlformats.org/officeDocument/2006/relationships/oleObject" Target="../embeddings/oleObject351.bin"/><Relationship Id="rId10" Type="http://schemas.openxmlformats.org/officeDocument/2006/relationships/image" Target="../media/image308.wmf"/><Relationship Id="rId4" Type="http://schemas.openxmlformats.org/officeDocument/2006/relationships/image" Target="../media/image305.wmf"/><Relationship Id="rId9" Type="http://schemas.openxmlformats.org/officeDocument/2006/relationships/oleObject" Target="../embeddings/oleObject353.bin"/></Relationships>
</file>

<file path=ppt/slides/_rels/slide68.xml.rels><?xml version="1.0" encoding="UTF-8" standalone="yes"?>
<Relationships xmlns="http://schemas.openxmlformats.org/package/2006/relationships"><Relationship Id="rId8" Type="http://schemas.openxmlformats.org/officeDocument/2006/relationships/image" Target="../media/image311.wmf"/><Relationship Id="rId13" Type="http://schemas.openxmlformats.org/officeDocument/2006/relationships/oleObject" Target="../embeddings/oleObject359.bin"/><Relationship Id="rId3" Type="http://schemas.openxmlformats.org/officeDocument/2006/relationships/oleObject" Target="../embeddings/oleObject354.bin"/><Relationship Id="rId7" Type="http://schemas.openxmlformats.org/officeDocument/2006/relationships/oleObject" Target="../embeddings/oleObject356.bin"/><Relationship Id="rId12" Type="http://schemas.openxmlformats.org/officeDocument/2006/relationships/image" Target="../media/image313.wmf"/><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image" Target="../media/image310.wmf"/><Relationship Id="rId11" Type="http://schemas.openxmlformats.org/officeDocument/2006/relationships/oleObject" Target="../embeddings/oleObject358.bin"/><Relationship Id="rId5" Type="http://schemas.openxmlformats.org/officeDocument/2006/relationships/oleObject" Target="../embeddings/oleObject355.bin"/><Relationship Id="rId10" Type="http://schemas.openxmlformats.org/officeDocument/2006/relationships/image" Target="../media/image312.wmf"/><Relationship Id="rId4" Type="http://schemas.openxmlformats.org/officeDocument/2006/relationships/image" Target="../media/image309.wmf"/><Relationship Id="rId9" Type="http://schemas.openxmlformats.org/officeDocument/2006/relationships/oleObject" Target="../embeddings/oleObject357.bin"/><Relationship Id="rId14" Type="http://schemas.openxmlformats.org/officeDocument/2006/relationships/image" Target="../media/image314.wmf"/></Relationships>
</file>

<file path=ppt/slides/_rels/slide69.xml.rels><?xml version="1.0" encoding="UTF-8" standalone="yes"?>
<Relationships xmlns="http://schemas.openxmlformats.org/package/2006/relationships"><Relationship Id="rId8" Type="http://schemas.openxmlformats.org/officeDocument/2006/relationships/image" Target="../media/image317.wmf"/><Relationship Id="rId3" Type="http://schemas.openxmlformats.org/officeDocument/2006/relationships/oleObject" Target="../embeddings/oleObject360.bin"/><Relationship Id="rId7" Type="http://schemas.openxmlformats.org/officeDocument/2006/relationships/oleObject" Target="../embeddings/oleObject362.bin"/><Relationship Id="rId12" Type="http://schemas.openxmlformats.org/officeDocument/2006/relationships/image" Target="../media/image310.wmf"/><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image" Target="../media/image316.wmf"/><Relationship Id="rId11" Type="http://schemas.openxmlformats.org/officeDocument/2006/relationships/oleObject" Target="../embeddings/oleObject364.bin"/><Relationship Id="rId5" Type="http://schemas.openxmlformats.org/officeDocument/2006/relationships/oleObject" Target="../embeddings/oleObject361.bin"/><Relationship Id="rId10" Type="http://schemas.openxmlformats.org/officeDocument/2006/relationships/image" Target="../media/image309.wmf"/><Relationship Id="rId4" Type="http://schemas.openxmlformats.org/officeDocument/2006/relationships/image" Target="../media/image315.wmf"/><Relationship Id="rId9" Type="http://schemas.openxmlformats.org/officeDocument/2006/relationships/oleObject" Target="../embeddings/oleObject363.bin"/></Relationships>
</file>

<file path=ppt/slides/_rels/slide70.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321.wmf"/><Relationship Id="rId3" Type="http://schemas.openxmlformats.org/officeDocument/2006/relationships/oleObject" Target="../embeddings/oleObject365.bin"/><Relationship Id="rId7" Type="http://schemas.openxmlformats.org/officeDocument/2006/relationships/oleObject" Target="../embeddings/oleObject367.bin"/><Relationship Id="rId12" Type="http://schemas.openxmlformats.org/officeDocument/2006/relationships/image" Target="../media/image323.wmf"/><Relationship Id="rId2" Type="http://schemas.openxmlformats.org/officeDocument/2006/relationships/slideLayout" Target="../slideLayouts/slideLayout6.xml"/><Relationship Id="rId1" Type="http://schemas.openxmlformats.org/officeDocument/2006/relationships/vmlDrawing" Target="../drawings/vmlDrawing65.vml"/><Relationship Id="rId6" Type="http://schemas.openxmlformats.org/officeDocument/2006/relationships/image" Target="../media/image320.wmf"/><Relationship Id="rId11" Type="http://schemas.openxmlformats.org/officeDocument/2006/relationships/oleObject" Target="../embeddings/oleObject369.bin"/><Relationship Id="rId5" Type="http://schemas.openxmlformats.org/officeDocument/2006/relationships/oleObject" Target="../embeddings/oleObject366.bin"/><Relationship Id="rId10" Type="http://schemas.openxmlformats.org/officeDocument/2006/relationships/image" Target="../media/image322.wmf"/><Relationship Id="rId4" Type="http://schemas.openxmlformats.org/officeDocument/2006/relationships/image" Target="../media/image319.wmf"/><Relationship Id="rId9" Type="http://schemas.openxmlformats.org/officeDocument/2006/relationships/oleObject" Target="../embeddings/oleObject368.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ADAF11-BD9C-4D2B-A344-CA90612D373D}" type="slidenum">
              <a:rPr lang="zh-CN" altLang="en-US"/>
              <a:pPr/>
              <a:t>1</a:t>
            </a:fld>
            <a:endParaRPr lang="zh-CN" altLang="en-US"/>
          </a:p>
        </p:txBody>
      </p:sp>
      <p:sp>
        <p:nvSpPr>
          <p:cNvPr id="809992" name="WordArt 8"/>
          <p:cNvSpPr>
            <a:spLocks noChangeArrowheads="1" noChangeShapeType="1" noTextEdit="1"/>
          </p:cNvSpPr>
          <p:nvPr/>
        </p:nvSpPr>
        <p:spPr bwMode="auto">
          <a:xfrm rot="-176556">
            <a:off x="1966913" y="2446338"/>
            <a:ext cx="4735512" cy="143827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48481"/>
              </a:avLst>
            </a:prstTxWarp>
            <a:scene3d>
              <a:camera prst="legacyPerspectiveBottomRight">
                <a:rot lat="0" lon="21239999" rev="0"/>
              </a:camera>
              <a:lightRig rig="legacyHarsh3" dir="l"/>
            </a:scene3d>
            <a:sp3d extrusionH="430200" prstMaterial="legacyMatte">
              <a:extrusionClr>
                <a:srgbClr val="C0C0C0"/>
              </a:extrusionClr>
              <a:contourClr>
                <a:srgbClr val="FFFF00"/>
              </a:contourClr>
            </a:sp3d>
          </a:bodyPr>
          <a:lstStyle/>
          <a:p>
            <a:pPr algn="ctr"/>
            <a:r>
              <a:rPr lang="zh-CN" altLang="en-US" sz="3600" kern="10">
                <a:ln w="9525">
                  <a:round/>
                  <a:headEnd/>
                  <a:tailEnd/>
                </a:ln>
                <a:gradFill rotWithShape="0">
                  <a:gsLst>
                    <a:gs pos="0">
                      <a:srgbClr val="FFFF00"/>
                    </a:gs>
                    <a:gs pos="100000">
                      <a:srgbClr val="FFFF00"/>
                    </a:gs>
                  </a:gsLst>
                  <a:lin ang="5576556" scaled="1"/>
                </a:gradFill>
              </a:rPr>
              <a:t>二次型</a:t>
            </a:r>
          </a:p>
        </p:txBody>
      </p:sp>
      <p:sp>
        <p:nvSpPr>
          <p:cNvPr id="809994" name="Rectangle 10"/>
          <p:cNvSpPr>
            <a:spLocks noGrp="1" noChangeArrowheads="1"/>
          </p:cNvSpPr>
          <p:nvPr>
            <p:ph type="title"/>
          </p:nvPr>
        </p:nvSpPr>
        <p:spPr>
          <a:xfrm>
            <a:off x="1905000" y="228600"/>
            <a:ext cx="5029200" cy="1600200"/>
          </a:xfrm>
          <a:solidFill>
            <a:srgbClr val="FFFFFF"/>
          </a:solidFill>
          <a:ln w="28575">
            <a:pattFill prst="wdUpDiag">
              <a:fgClr>
                <a:srgbClr val="0033CC"/>
              </a:fgClr>
              <a:bgClr>
                <a:srgbClr val="FFFFFF"/>
              </a:bgClr>
            </a:pattFill>
            <a:miter lim="800000"/>
            <a:headEnd/>
            <a:tailEnd/>
          </a:ln>
        </p:spPr>
        <p:txBody>
          <a:bodyPr/>
          <a:lstStyle/>
          <a:p>
            <a:pPr>
              <a:lnSpc>
                <a:spcPct val="80000"/>
              </a:lnSpc>
            </a:pPr>
            <a:r>
              <a:rPr lang="zh-CN" altLang="en-US" sz="12000" b="1">
                <a:solidFill>
                  <a:srgbClr val="0033CC"/>
                </a:solidFill>
                <a:ea typeface="隶书" panose="02010509060101010101" pitchFamily="49" charset="-122"/>
              </a:rPr>
              <a:t>第五章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89037F18-DDA1-4240-BAD9-C4D6F90DF1AD}" type="slidenum">
              <a:rPr lang="zh-CN" altLang="en-US"/>
              <a:pPr/>
              <a:t>2</a:t>
            </a:fld>
            <a:endParaRPr lang="zh-CN" altLang="en-US"/>
          </a:p>
        </p:txBody>
      </p:sp>
      <p:sp>
        <p:nvSpPr>
          <p:cNvPr id="722966" name="Text Box 22"/>
          <p:cNvSpPr txBox="1">
            <a:spLocks noChangeArrowheads="1"/>
          </p:cNvSpPr>
          <p:nvPr/>
        </p:nvSpPr>
        <p:spPr bwMode="auto">
          <a:xfrm>
            <a:off x="442913" y="609600"/>
            <a:ext cx="8167687" cy="231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30000"/>
              </a:lnSpc>
            </a:pPr>
            <a:r>
              <a:rPr lang="zh-CN" altLang="en-US"/>
              <a:t>   </a:t>
            </a:r>
            <a:r>
              <a:rPr lang="zh-CN" altLang="en-US" sz="3600"/>
              <a:t>本章讨论把一个</a:t>
            </a:r>
            <a:r>
              <a:rPr lang="en-US" altLang="zh-CN" sz="4000" i="1">
                <a:latin typeface="Times New Roman" panose="02020603050405020304" pitchFamily="18" charset="0"/>
              </a:rPr>
              <a:t>n</a:t>
            </a:r>
            <a:r>
              <a:rPr lang="zh-CN" altLang="en-US" sz="3600"/>
              <a:t>元二次齐次多项式化为仅含有完全平方项的和的形式，并研究有关的性质。</a:t>
            </a:r>
            <a:r>
              <a:rPr lang="zh-CN" altLang="en-US">
                <a:latin typeface="Times New Roman" panose="02020603050405020304" pitchFamily="18" charset="0"/>
              </a:rPr>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2966"/>
                                        </p:tgtEl>
                                        <p:attrNameLst>
                                          <p:attrName>style.visibility</p:attrName>
                                        </p:attrNameLst>
                                      </p:cBhvr>
                                      <p:to>
                                        <p:strVal val="visible"/>
                                      </p:to>
                                    </p:set>
                                    <p:animEffect transition="in" filter="wipe(left)">
                                      <p:cBhvr>
                                        <p:cTn id="7" dur="500"/>
                                        <p:tgtEl>
                                          <p:spTgt spid="722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6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灯片编号占位符 5"/>
          <p:cNvSpPr>
            <a:spLocks noGrp="1"/>
          </p:cNvSpPr>
          <p:nvPr>
            <p:ph type="sldNum" sz="quarter" idx="12"/>
          </p:nvPr>
        </p:nvSpPr>
        <p:spPr/>
        <p:txBody>
          <a:bodyPr/>
          <a:lstStyle/>
          <a:p>
            <a:fld id="{05D1C5CF-D2A7-4F5A-A566-CACB2223B2FE}" type="slidenum">
              <a:rPr lang="zh-CN" altLang="en-US"/>
              <a:pPr/>
              <a:t>3</a:t>
            </a:fld>
            <a:endParaRPr lang="zh-CN" altLang="en-US"/>
          </a:p>
        </p:txBody>
      </p:sp>
      <p:sp>
        <p:nvSpPr>
          <p:cNvPr id="943106" name="Rectangle 2"/>
          <p:cNvSpPr>
            <a:spLocks noGrp="1" noChangeArrowheads="1"/>
          </p:cNvSpPr>
          <p:nvPr>
            <p:ph type="title"/>
          </p:nvPr>
        </p:nvSpPr>
        <p:spPr>
          <a:xfrm>
            <a:off x="381000" y="228600"/>
            <a:ext cx="8305800" cy="685800"/>
          </a:xfrm>
        </p:spPr>
        <p:txBody>
          <a:bodyPr/>
          <a:lstStyle/>
          <a:p>
            <a:r>
              <a:rPr lang="zh-CN" altLang="en-US" sz="3600" b="1">
                <a:solidFill>
                  <a:srgbClr val="008000"/>
                </a:solidFill>
                <a:latin typeface="黑体" panose="02010609060101010101" pitchFamily="49" charset="-122"/>
                <a:ea typeface="黑体" panose="02010609060101010101" pitchFamily="49" charset="-122"/>
              </a:rPr>
              <a:t>第一节  二次型与对称矩阵</a:t>
            </a:r>
          </a:p>
        </p:txBody>
      </p:sp>
      <p:sp>
        <p:nvSpPr>
          <p:cNvPr id="943107" name="Text Box 3"/>
          <p:cNvSpPr txBox="1">
            <a:spLocks noChangeArrowheads="1"/>
          </p:cNvSpPr>
          <p:nvPr/>
        </p:nvSpPr>
        <p:spPr bwMode="auto">
          <a:xfrm>
            <a:off x="152400" y="990600"/>
            <a:ext cx="53340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en-US" sz="3200">
                <a:solidFill>
                  <a:srgbClr val="0033CC"/>
                </a:solidFill>
                <a:latin typeface="黑体" panose="02010609060101010101" pitchFamily="49" charset="-122"/>
                <a:ea typeface="黑体" panose="02010609060101010101" pitchFamily="49" charset="-122"/>
              </a:rPr>
              <a:t>(一) 二次型及其矩阵</a:t>
            </a:r>
          </a:p>
        </p:txBody>
      </p:sp>
      <p:sp>
        <p:nvSpPr>
          <p:cNvPr id="943117" name="Text Box 13"/>
          <p:cNvSpPr txBox="1">
            <a:spLocks noChangeArrowheads="1"/>
          </p:cNvSpPr>
          <p:nvPr/>
        </p:nvSpPr>
        <p:spPr bwMode="auto">
          <a:xfrm>
            <a:off x="304800" y="1641475"/>
            <a:ext cx="9906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定义</a:t>
            </a:r>
          </a:p>
        </p:txBody>
      </p:sp>
      <p:sp>
        <p:nvSpPr>
          <p:cNvPr id="943118" name="Text Box 14"/>
          <p:cNvSpPr txBox="1">
            <a:spLocks noChangeArrowheads="1"/>
          </p:cNvSpPr>
          <p:nvPr/>
        </p:nvSpPr>
        <p:spPr bwMode="auto">
          <a:xfrm>
            <a:off x="457200" y="5272088"/>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cs typeface="Times New Roman" panose="02020603050405020304" pitchFamily="18" charset="0"/>
              </a:rPr>
              <a:t>称为一个(</a:t>
            </a:r>
            <a:r>
              <a:rPr lang="en-US" altLang="zh-CN" i="1">
                <a:latin typeface="Times New Roman" panose="02020603050405020304" pitchFamily="18" charset="0"/>
                <a:ea typeface="黑体" panose="02010609060101010101" pitchFamily="49" charset="-122"/>
              </a:rPr>
              <a:t>n</a:t>
            </a:r>
            <a:r>
              <a:rPr lang="zh-CN" altLang="en-US">
                <a:cs typeface="Times New Roman" panose="02020603050405020304" pitchFamily="18" charset="0"/>
              </a:rPr>
              <a:t>元)</a:t>
            </a:r>
            <a:r>
              <a:rPr lang="zh-CN" altLang="en-US">
                <a:solidFill>
                  <a:srgbClr val="0033CC"/>
                </a:solidFill>
                <a:latin typeface="黑体" panose="02010609060101010101" pitchFamily="49" charset="-122"/>
                <a:ea typeface="黑体" panose="02010609060101010101" pitchFamily="49" charset="-122"/>
              </a:rPr>
              <a:t>二次型</a:t>
            </a:r>
            <a:r>
              <a:rPr lang="zh-CN" altLang="en-US">
                <a:latin typeface="黑体" panose="02010609060101010101" pitchFamily="49" charset="-122"/>
                <a:ea typeface="黑体" panose="02010609060101010101" pitchFamily="49" charset="-122"/>
              </a:rPr>
              <a:t>.</a:t>
            </a:r>
          </a:p>
        </p:txBody>
      </p:sp>
      <p:graphicFrame>
        <p:nvGraphicFramePr>
          <p:cNvPr id="943119" name="Object 15"/>
          <p:cNvGraphicFramePr>
            <a:graphicFrameLocks noChangeAspect="1"/>
          </p:cNvGraphicFramePr>
          <p:nvPr/>
        </p:nvGraphicFramePr>
        <p:xfrm>
          <a:off x="1295400" y="1676400"/>
          <a:ext cx="7391400" cy="552450"/>
        </p:xfrm>
        <a:graphic>
          <a:graphicData uri="http://schemas.openxmlformats.org/presentationml/2006/ole">
            <mc:AlternateContent xmlns:mc="http://schemas.openxmlformats.org/markup-compatibility/2006">
              <mc:Choice xmlns:v="urn:schemas-microsoft-com:vml" Requires="v">
                <p:oleObj spid="_x0000_s1025024" name="Equation" r:id="rId3" imgW="2908080" imgH="228600" progId="Equation.3">
                  <p:embed/>
                </p:oleObj>
              </mc:Choice>
              <mc:Fallback>
                <p:oleObj name="Equation" r:id="rId3" imgW="2908080" imgH="2286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76400"/>
                        <a:ext cx="739140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3120" name="Object 16"/>
          <p:cNvGraphicFramePr>
            <a:graphicFrameLocks noChangeAspect="1"/>
          </p:cNvGraphicFramePr>
          <p:nvPr/>
        </p:nvGraphicFramePr>
        <p:xfrm>
          <a:off x="685800" y="2286000"/>
          <a:ext cx="2460625" cy="552450"/>
        </p:xfrm>
        <a:graphic>
          <a:graphicData uri="http://schemas.openxmlformats.org/presentationml/2006/ole">
            <mc:AlternateContent xmlns:mc="http://schemas.openxmlformats.org/markup-compatibility/2006">
              <mc:Choice xmlns:v="urn:schemas-microsoft-com:vml" Requires="v">
                <p:oleObj spid="_x0000_s1025025" name="Equation" r:id="rId5" imgW="1054080" imgH="228600" progId="Equation.3">
                  <p:embed/>
                </p:oleObj>
              </mc:Choice>
              <mc:Fallback>
                <p:oleObj name="Equation" r:id="rId5" imgW="1054080" imgH="2286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286000"/>
                        <a:ext cx="246062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3121" name="Object 17"/>
          <p:cNvGraphicFramePr>
            <a:graphicFrameLocks noChangeAspect="1"/>
          </p:cNvGraphicFramePr>
          <p:nvPr/>
        </p:nvGraphicFramePr>
        <p:xfrm>
          <a:off x="2051050" y="3657600"/>
          <a:ext cx="5416550" cy="598488"/>
        </p:xfrm>
        <a:graphic>
          <a:graphicData uri="http://schemas.openxmlformats.org/presentationml/2006/ole">
            <mc:AlternateContent xmlns:mc="http://schemas.openxmlformats.org/markup-compatibility/2006">
              <mc:Choice xmlns:v="urn:schemas-microsoft-com:vml" Requires="v">
                <p:oleObj spid="_x0000_s1025026" name="Equation" r:id="rId7" imgW="2158920" imgH="241200" progId="Equation.3">
                  <p:embed/>
                </p:oleObj>
              </mc:Choice>
              <mc:Fallback>
                <p:oleObj name="Equation" r:id="rId7" imgW="2158920" imgH="2412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3657600"/>
                        <a:ext cx="5416550"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3122" name="Object 18"/>
          <p:cNvGraphicFramePr>
            <a:graphicFrameLocks noChangeAspect="1"/>
          </p:cNvGraphicFramePr>
          <p:nvPr/>
        </p:nvGraphicFramePr>
        <p:xfrm>
          <a:off x="3624263" y="4375150"/>
          <a:ext cx="1516062" cy="420688"/>
        </p:xfrm>
        <a:graphic>
          <a:graphicData uri="http://schemas.openxmlformats.org/presentationml/2006/ole">
            <mc:AlternateContent xmlns:mc="http://schemas.openxmlformats.org/markup-compatibility/2006">
              <mc:Choice xmlns:v="urn:schemas-microsoft-com:vml" Requires="v">
                <p:oleObj spid="_x0000_s1025027" name="Equation" r:id="rId9" imgW="622080" imgH="177480" progId="Equation.3">
                  <p:embed/>
                </p:oleObj>
              </mc:Choice>
              <mc:Fallback>
                <p:oleObj name="Equation" r:id="rId9" imgW="622080" imgH="17748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4263" y="4375150"/>
                        <a:ext cx="1516062"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3123" name="Object 19"/>
          <p:cNvGraphicFramePr>
            <a:graphicFrameLocks noChangeAspect="1"/>
          </p:cNvGraphicFramePr>
          <p:nvPr/>
        </p:nvGraphicFramePr>
        <p:xfrm>
          <a:off x="5638800" y="4648200"/>
          <a:ext cx="1219200" cy="582613"/>
        </p:xfrm>
        <a:graphic>
          <a:graphicData uri="http://schemas.openxmlformats.org/presentationml/2006/ole">
            <mc:AlternateContent xmlns:mc="http://schemas.openxmlformats.org/markup-compatibility/2006">
              <mc:Choice xmlns:v="urn:schemas-microsoft-com:vml" Requires="v">
                <p:oleObj spid="_x0000_s1025028" name="Equation" r:id="rId11" imgW="495000" imgH="241200" progId="Equation.3">
                  <p:embed/>
                </p:oleObj>
              </mc:Choice>
              <mc:Fallback>
                <p:oleObj name="Equation" r:id="rId11" imgW="495000" imgH="24120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8800" y="4648200"/>
                        <a:ext cx="1219200"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3124" name="Object 20"/>
          <p:cNvGraphicFramePr>
            <a:graphicFrameLocks noChangeAspect="1"/>
          </p:cNvGraphicFramePr>
          <p:nvPr/>
        </p:nvGraphicFramePr>
        <p:xfrm>
          <a:off x="914400" y="2971800"/>
          <a:ext cx="6284913" cy="584200"/>
        </p:xfrm>
        <a:graphic>
          <a:graphicData uri="http://schemas.openxmlformats.org/presentationml/2006/ole">
            <mc:AlternateContent xmlns:mc="http://schemas.openxmlformats.org/markup-compatibility/2006">
              <mc:Choice xmlns:v="urn:schemas-microsoft-com:vml" Requires="v">
                <p:oleObj spid="_x0000_s1025029" name="Equation" r:id="rId13" imgW="2692080" imgH="241200" progId="Equation.3">
                  <p:embed/>
                </p:oleObj>
              </mc:Choice>
              <mc:Fallback>
                <p:oleObj name="Equation" r:id="rId13" imgW="2692080" imgH="24120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4400" y="2971800"/>
                        <a:ext cx="6284913"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3125" name="Text Box 21"/>
          <p:cNvSpPr txBox="1">
            <a:spLocks noChangeArrowheads="1"/>
          </p:cNvSpPr>
          <p:nvPr/>
        </p:nvSpPr>
        <p:spPr bwMode="auto">
          <a:xfrm>
            <a:off x="457200" y="5881688"/>
            <a:ext cx="8382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本书</a:t>
            </a:r>
            <a:r>
              <a:rPr lang="zh-CN" altLang="en-US">
                <a:cs typeface="Times New Roman" panose="02020603050405020304" pitchFamily="18" charset="0"/>
              </a:rPr>
              <a:t>只讨论</a:t>
            </a:r>
            <a:r>
              <a:rPr lang="zh-CN" altLang="en-US">
                <a:solidFill>
                  <a:srgbClr val="0033CC"/>
                </a:solidFill>
                <a:latin typeface="黑体" panose="02010609060101010101" pitchFamily="49" charset="-122"/>
                <a:ea typeface="黑体" panose="02010609060101010101" pitchFamily="49" charset="-122"/>
              </a:rPr>
              <a:t>实二次型</a:t>
            </a:r>
            <a:r>
              <a:rPr lang="zh-CN" altLang="en-US">
                <a:cs typeface="Times New Roman" panose="02020603050405020304" pitchFamily="18" charset="0"/>
              </a:rPr>
              <a:t>，即系数全是实数的二次型。</a:t>
            </a:r>
            <a:r>
              <a:rPr lang="zh-CN" altLang="en-US"/>
              <a:t> </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3106"/>
                                        </p:tgtEl>
                                        <p:attrNameLst>
                                          <p:attrName>style.visibility</p:attrName>
                                        </p:attrNameLst>
                                      </p:cBhvr>
                                      <p:to>
                                        <p:strVal val="visible"/>
                                      </p:to>
                                    </p:set>
                                    <p:animEffect transition="in" filter="wipe(left)">
                                      <p:cBhvr>
                                        <p:cTn id="7" dur="500"/>
                                        <p:tgtEl>
                                          <p:spTgt spid="943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3107"/>
                                        </p:tgtEl>
                                        <p:attrNameLst>
                                          <p:attrName>style.visibility</p:attrName>
                                        </p:attrNameLst>
                                      </p:cBhvr>
                                      <p:to>
                                        <p:strVal val="visible"/>
                                      </p:to>
                                    </p:set>
                                    <p:animEffect transition="in" filter="wipe(left)">
                                      <p:cBhvr>
                                        <p:cTn id="12" dur="500"/>
                                        <p:tgtEl>
                                          <p:spTgt spid="9431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3117"/>
                                        </p:tgtEl>
                                        <p:attrNameLst>
                                          <p:attrName>style.visibility</p:attrName>
                                        </p:attrNameLst>
                                      </p:cBhvr>
                                      <p:to>
                                        <p:strVal val="visible"/>
                                      </p:to>
                                    </p:set>
                                    <p:animEffect transition="in" filter="wipe(left)">
                                      <p:cBhvr>
                                        <p:cTn id="17" dur="500"/>
                                        <p:tgtEl>
                                          <p:spTgt spid="943117"/>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943119"/>
                                        </p:tgtEl>
                                        <p:attrNameLst>
                                          <p:attrName>style.visibility</p:attrName>
                                        </p:attrNameLst>
                                      </p:cBhvr>
                                      <p:to>
                                        <p:strVal val="visible"/>
                                      </p:to>
                                    </p:set>
                                    <p:animEffect transition="in" filter="wipe(left)">
                                      <p:cBhvr>
                                        <p:cTn id="21" dur="500"/>
                                        <p:tgtEl>
                                          <p:spTgt spid="9431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43120"/>
                                        </p:tgtEl>
                                        <p:attrNameLst>
                                          <p:attrName>style.visibility</p:attrName>
                                        </p:attrNameLst>
                                      </p:cBhvr>
                                      <p:to>
                                        <p:strVal val="visible"/>
                                      </p:to>
                                    </p:set>
                                    <p:animEffect transition="in" filter="wipe(left)">
                                      <p:cBhvr>
                                        <p:cTn id="26" dur="500"/>
                                        <p:tgtEl>
                                          <p:spTgt spid="94312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43124"/>
                                        </p:tgtEl>
                                        <p:attrNameLst>
                                          <p:attrName>style.visibility</p:attrName>
                                        </p:attrNameLst>
                                      </p:cBhvr>
                                      <p:to>
                                        <p:strVal val="visible"/>
                                      </p:to>
                                    </p:set>
                                    <p:animEffect transition="in" filter="wipe(left)">
                                      <p:cBhvr>
                                        <p:cTn id="31" dur="500"/>
                                        <p:tgtEl>
                                          <p:spTgt spid="94312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43121"/>
                                        </p:tgtEl>
                                        <p:attrNameLst>
                                          <p:attrName>style.visibility</p:attrName>
                                        </p:attrNameLst>
                                      </p:cBhvr>
                                      <p:to>
                                        <p:strVal val="visible"/>
                                      </p:to>
                                    </p:set>
                                    <p:animEffect transition="in" filter="wipe(left)">
                                      <p:cBhvr>
                                        <p:cTn id="36" dur="500"/>
                                        <p:tgtEl>
                                          <p:spTgt spid="94312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43122"/>
                                        </p:tgtEl>
                                        <p:attrNameLst>
                                          <p:attrName>style.visibility</p:attrName>
                                        </p:attrNameLst>
                                      </p:cBhvr>
                                      <p:to>
                                        <p:strVal val="visible"/>
                                      </p:to>
                                    </p:set>
                                    <p:animEffect transition="in" filter="wipe(left)">
                                      <p:cBhvr>
                                        <p:cTn id="41" dur="500"/>
                                        <p:tgtEl>
                                          <p:spTgt spid="94312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43123"/>
                                        </p:tgtEl>
                                        <p:attrNameLst>
                                          <p:attrName>style.visibility</p:attrName>
                                        </p:attrNameLst>
                                      </p:cBhvr>
                                      <p:to>
                                        <p:strVal val="visible"/>
                                      </p:to>
                                    </p:set>
                                    <p:animEffect transition="in" filter="wipe(left)">
                                      <p:cBhvr>
                                        <p:cTn id="46" dur="500"/>
                                        <p:tgtEl>
                                          <p:spTgt spid="9431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43118"/>
                                        </p:tgtEl>
                                        <p:attrNameLst>
                                          <p:attrName>style.visibility</p:attrName>
                                        </p:attrNameLst>
                                      </p:cBhvr>
                                      <p:to>
                                        <p:strVal val="visible"/>
                                      </p:to>
                                    </p:set>
                                    <p:animEffect transition="in" filter="wipe(left)">
                                      <p:cBhvr>
                                        <p:cTn id="51" dur="500"/>
                                        <p:tgtEl>
                                          <p:spTgt spid="94311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3125"/>
                                        </p:tgtEl>
                                        <p:attrNameLst>
                                          <p:attrName>style.visibility</p:attrName>
                                        </p:attrNameLst>
                                      </p:cBhvr>
                                      <p:to>
                                        <p:strVal val="visible"/>
                                      </p:to>
                                    </p:set>
                                    <p:animEffect transition="in" filter="wipe(left)">
                                      <p:cBhvr>
                                        <p:cTn id="56" dur="500"/>
                                        <p:tgtEl>
                                          <p:spTgt spid="943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6" grpId="0" autoUpdateAnimBg="0"/>
      <p:bldP spid="943107" grpId="0" autoUpdateAnimBg="0"/>
      <p:bldP spid="943117" grpId="0" autoUpdateAnimBg="0"/>
      <p:bldP spid="943118" grpId="0" autoUpdateAnimBg="0"/>
      <p:bldP spid="94312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C1F6C0E2-03D7-46BB-B233-65BEA54CD6E1}" type="slidenum">
              <a:rPr lang="zh-CN" altLang="en-US"/>
              <a:pPr/>
              <a:t>4</a:t>
            </a:fld>
            <a:endParaRPr lang="zh-CN" altLang="en-US"/>
          </a:p>
        </p:txBody>
      </p:sp>
      <p:graphicFrame>
        <p:nvGraphicFramePr>
          <p:cNvPr id="905224" name="Object 8"/>
          <p:cNvGraphicFramePr>
            <a:graphicFrameLocks noChangeAspect="1"/>
          </p:cNvGraphicFramePr>
          <p:nvPr/>
        </p:nvGraphicFramePr>
        <p:xfrm>
          <a:off x="381000" y="304800"/>
          <a:ext cx="2590800" cy="581025"/>
        </p:xfrm>
        <a:graphic>
          <a:graphicData uri="http://schemas.openxmlformats.org/presentationml/2006/ole">
            <mc:AlternateContent xmlns:mc="http://schemas.openxmlformats.org/markup-compatibility/2006">
              <mc:Choice xmlns:v="urn:schemas-microsoft-com:vml" Requires="v">
                <p:oleObj spid="_x0000_s905234" name="Equation" r:id="rId3" imgW="1054080" imgH="228600" progId="Equation.3">
                  <p:embed/>
                </p:oleObj>
              </mc:Choice>
              <mc:Fallback>
                <p:oleObj name="Equation" r:id="rId3" imgW="105408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04800"/>
                        <a:ext cx="25908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5225" name="Object 9"/>
          <p:cNvGraphicFramePr>
            <a:graphicFrameLocks noChangeAspect="1"/>
          </p:cNvGraphicFramePr>
          <p:nvPr/>
        </p:nvGraphicFramePr>
        <p:xfrm>
          <a:off x="1676400" y="1676400"/>
          <a:ext cx="5486400" cy="606425"/>
        </p:xfrm>
        <a:graphic>
          <a:graphicData uri="http://schemas.openxmlformats.org/presentationml/2006/ole">
            <mc:AlternateContent xmlns:mc="http://schemas.openxmlformats.org/markup-compatibility/2006">
              <mc:Choice xmlns:v="urn:schemas-microsoft-com:vml" Requires="v">
                <p:oleObj spid="_x0000_s905235" name="Equation" r:id="rId5" imgW="2158920" imgH="241200" progId="Equation.3">
                  <p:embed/>
                </p:oleObj>
              </mc:Choice>
              <mc:Fallback>
                <p:oleObj name="Equation" r:id="rId5" imgW="2158920" imgH="241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676400"/>
                        <a:ext cx="5486400"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5226" name="Object 10"/>
          <p:cNvGraphicFramePr>
            <a:graphicFrameLocks noChangeAspect="1"/>
          </p:cNvGraphicFramePr>
          <p:nvPr/>
        </p:nvGraphicFramePr>
        <p:xfrm>
          <a:off x="3319463" y="2393950"/>
          <a:ext cx="1557337" cy="431800"/>
        </p:xfrm>
        <a:graphic>
          <a:graphicData uri="http://schemas.openxmlformats.org/presentationml/2006/ole">
            <mc:AlternateContent xmlns:mc="http://schemas.openxmlformats.org/markup-compatibility/2006">
              <mc:Choice xmlns:v="urn:schemas-microsoft-com:vml" Requires="v">
                <p:oleObj spid="_x0000_s905236" name="Equation" r:id="rId7" imgW="622080" imgH="177480" progId="Equation.3">
                  <p:embed/>
                </p:oleObj>
              </mc:Choice>
              <mc:Fallback>
                <p:oleObj name="Equation" r:id="rId7" imgW="622080" imgH="1774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9463" y="2393950"/>
                        <a:ext cx="155733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5227" name="Object 11"/>
          <p:cNvGraphicFramePr>
            <a:graphicFrameLocks noChangeAspect="1"/>
          </p:cNvGraphicFramePr>
          <p:nvPr/>
        </p:nvGraphicFramePr>
        <p:xfrm>
          <a:off x="5334000" y="2667000"/>
          <a:ext cx="1219200" cy="582613"/>
        </p:xfrm>
        <a:graphic>
          <a:graphicData uri="http://schemas.openxmlformats.org/presentationml/2006/ole">
            <mc:AlternateContent xmlns:mc="http://schemas.openxmlformats.org/markup-compatibility/2006">
              <mc:Choice xmlns:v="urn:schemas-microsoft-com:vml" Requires="v">
                <p:oleObj spid="_x0000_s905237" name="Equation" r:id="rId9" imgW="495000" imgH="241200" progId="Equation.3">
                  <p:embed/>
                </p:oleObj>
              </mc:Choice>
              <mc:Fallback>
                <p:oleObj name="Equation" r:id="rId9" imgW="495000" imgH="2412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2667000"/>
                        <a:ext cx="1219200"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5228" name="Object 12"/>
          <p:cNvGraphicFramePr>
            <a:graphicFrameLocks noChangeAspect="1"/>
          </p:cNvGraphicFramePr>
          <p:nvPr/>
        </p:nvGraphicFramePr>
        <p:xfrm>
          <a:off x="609600" y="990600"/>
          <a:ext cx="6400800" cy="595313"/>
        </p:xfrm>
        <a:graphic>
          <a:graphicData uri="http://schemas.openxmlformats.org/presentationml/2006/ole">
            <mc:AlternateContent xmlns:mc="http://schemas.openxmlformats.org/markup-compatibility/2006">
              <mc:Choice xmlns:v="urn:schemas-microsoft-com:vml" Requires="v">
                <p:oleObj spid="_x0000_s905238" name="Equation" r:id="rId11" imgW="2692080" imgH="241200" progId="Equation.3">
                  <p:embed/>
                </p:oleObj>
              </mc:Choice>
              <mc:Fallback>
                <p:oleObj name="Equation" r:id="rId11" imgW="2692080" imgH="2412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990600"/>
                        <a:ext cx="6400800"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5231" name="Object 15"/>
          <p:cNvGraphicFramePr>
            <a:graphicFrameLocks noChangeAspect="1"/>
          </p:cNvGraphicFramePr>
          <p:nvPr/>
        </p:nvGraphicFramePr>
        <p:xfrm>
          <a:off x="381000" y="3352800"/>
          <a:ext cx="8305800" cy="606425"/>
        </p:xfrm>
        <a:graphic>
          <a:graphicData uri="http://schemas.openxmlformats.org/presentationml/2006/ole">
            <mc:AlternateContent xmlns:mc="http://schemas.openxmlformats.org/markup-compatibility/2006">
              <mc:Choice xmlns:v="urn:schemas-microsoft-com:vml" Requires="v">
                <p:oleObj spid="_x0000_s905239" name="Document" r:id="rId13" imgW="3564720" imgH="241200" progId="Word.Document.8">
                  <p:embed/>
                </p:oleObj>
              </mc:Choice>
              <mc:Fallback>
                <p:oleObj name="Document" r:id="rId13" imgW="3564720" imgH="241200" progId="Word.Document.8">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3352800"/>
                        <a:ext cx="83058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5232" name="Object 16"/>
          <p:cNvGraphicFramePr>
            <a:graphicFrameLocks noChangeAspect="1"/>
          </p:cNvGraphicFramePr>
          <p:nvPr/>
        </p:nvGraphicFramePr>
        <p:xfrm>
          <a:off x="1524000" y="4038600"/>
          <a:ext cx="5715000" cy="654050"/>
        </p:xfrm>
        <a:graphic>
          <a:graphicData uri="http://schemas.openxmlformats.org/presentationml/2006/ole">
            <mc:AlternateContent xmlns:mc="http://schemas.openxmlformats.org/markup-compatibility/2006">
              <mc:Choice xmlns:v="urn:schemas-microsoft-com:vml" Requires="v">
                <p:oleObj spid="_x0000_s905240" name="Document" r:id="rId15" imgW="2275920" imgH="258840" progId="Word.Document.8">
                  <p:embed/>
                </p:oleObj>
              </mc:Choice>
              <mc:Fallback>
                <p:oleObj name="Document" r:id="rId15" imgW="2275920" imgH="258840" progId="Word.Document.8">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24000" y="4038600"/>
                        <a:ext cx="5715000"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5233" name="Text Box 17"/>
          <p:cNvSpPr txBox="1">
            <a:spLocks noChangeArrowheads="1"/>
          </p:cNvSpPr>
          <p:nvPr/>
        </p:nvSpPr>
        <p:spPr bwMode="auto">
          <a:xfrm>
            <a:off x="228600" y="4800600"/>
            <a:ext cx="647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于是</a:t>
            </a:r>
            <a:r>
              <a:rPr lang="zh-CN" altLang="en-US"/>
              <a:t>上述二次型</a:t>
            </a:r>
            <a:r>
              <a:rPr lang="zh-CN" altLang="en-US">
                <a:cs typeface="Times New Roman" panose="02020603050405020304" pitchFamily="18" charset="0"/>
              </a:rPr>
              <a:t>可以写成</a:t>
            </a:r>
            <a:r>
              <a:rPr lang="zh-CN" altLang="en-US"/>
              <a:t>如下求和</a:t>
            </a:r>
            <a:r>
              <a:rPr lang="zh-CN" altLang="en-US">
                <a:cs typeface="Times New Roman" panose="02020603050405020304" pitchFamily="18" charset="0"/>
              </a:rPr>
              <a:t>形式</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5231"/>
                                        </p:tgtEl>
                                        <p:attrNameLst>
                                          <p:attrName>style.visibility</p:attrName>
                                        </p:attrNameLst>
                                      </p:cBhvr>
                                      <p:to>
                                        <p:strVal val="visible"/>
                                      </p:to>
                                    </p:set>
                                    <p:animEffect transition="in" filter="wipe(left)">
                                      <p:cBhvr>
                                        <p:cTn id="7" dur="500"/>
                                        <p:tgtEl>
                                          <p:spTgt spid="905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05232"/>
                                        </p:tgtEl>
                                        <p:attrNameLst>
                                          <p:attrName>style.visibility</p:attrName>
                                        </p:attrNameLst>
                                      </p:cBhvr>
                                      <p:to>
                                        <p:strVal val="visible"/>
                                      </p:to>
                                    </p:set>
                                    <p:animEffect transition="in" filter="wipe(left)">
                                      <p:cBhvr>
                                        <p:cTn id="12" dur="500"/>
                                        <p:tgtEl>
                                          <p:spTgt spid="9052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5233"/>
                                        </p:tgtEl>
                                        <p:attrNameLst>
                                          <p:attrName>style.visibility</p:attrName>
                                        </p:attrNameLst>
                                      </p:cBhvr>
                                      <p:to>
                                        <p:strVal val="visible"/>
                                      </p:to>
                                    </p:set>
                                    <p:animEffect transition="in" filter="wipe(left)">
                                      <p:cBhvr>
                                        <p:cTn id="17" dur="500"/>
                                        <p:tgtEl>
                                          <p:spTgt spid="905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3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p:cNvSpPr>
            <a:spLocks noGrp="1"/>
          </p:cNvSpPr>
          <p:nvPr>
            <p:ph type="sldNum" sz="quarter" idx="12"/>
          </p:nvPr>
        </p:nvSpPr>
        <p:spPr/>
        <p:txBody>
          <a:bodyPr/>
          <a:lstStyle/>
          <a:p>
            <a:fld id="{6016F924-FCE4-4801-B65D-E1CA964DF25C}" type="slidenum">
              <a:rPr lang="zh-CN" altLang="en-US"/>
              <a:pPr/>
              <a:t>5</a:t>
            </a:fld>
            <a:endParaRPr lang="zh-CN" altLang="en-US"/>
          </a:p>
        </p:txBody>
      </p:sp>
      <p:graphicFrame>
        <p:nvGraphicFramePr>
          <p:cNvPr id="906246" name="Object 6"/>
          <p:cNvGraphicFramePr>
            <a:graphicFrameLocks noChangeAspect="1"/>
          </p:cNvGraphicFramePr>
          <p:nvPr/>
        </p:nvGraphicFramePr>
        <p:xfrm>
          <a:off x="914400" y="3511550"/>
          <a:ext cx="6248400" cy="608013"/>
        </p:xfrm>
        <a:graphic>
          <a:graphicData uri="http://schemas.openxmlformats.org/presentationml/2006/ole">
            <mc:AlternateContent xmlns:mc="http://schemas.openxmlformats.org/markup-compatibility/2006">
              <mc:Choice xmlns:v="urn:schemas-microsoft-com:vml" Requires="v">
                <p:oleObj spid="_x0000_s906266" name="Equation" r:id="rId3" imgW="2450880" imgH="241200" progId="Equation.3">
                  <p:embed/>
                </p:oleObj>
              </mc:Choice>
              <mc:Fallback>
                <p:oleObj name="Equation" r:id="rId3" imgW="2450880" imgH="241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511550"/>
                        <a:ext cx="6248400"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45" name="Object 5"/>
          <p:cNvGraphicFramePr>
            <a:graphicFrameLocks noChangeAspect="1"/>
          </p:cNvGraphicFramePr>
          <p:nvPr/>
        </p:nvGraphicFramePr>
        <p:xfrm>
          <a:off x="990600" y="4191000"/>
          <a:ext cx="6400800" cy="582613"/>
        </p:xfrm>
        <a:graphic>
          <a:graphicData uri="http://schemas.openxmlformats.org/presentationml/2006/ole">
            <mc:AlternateContent xmlns:mc="http://schemas.openxmlformats.org/markup-compatibility/2006">
              <mc:Choice xmlns:v="urn:schemas-microsoft-com:vml" Requires="v">
                <p:oleObj spid="_x0000_s906267" name="Equation" r:id="rId5" imgW="2616120" imgH="241200" progId="Equation.3">
                  <p:embed/>
                </p:oleObj>
              </mc:Choice>
              <mc:Fallback>
                <p:oleObj name="Equation" r:id="rId5" imgW="2616120" imgH="24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4191000"/>
                        <a:ext cx="6400800"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43" name="Object 3"/>
          <p:cNvGraphicFramePr>
            <a:graphicFrameLocks noChangeAspect="1"/>
          </p:cNvGraphicFramePr>
          <p:nvPr/>
        </p:nvGraphicFramePr>
        <p:xfrm>
          <a:off x="990600" y="5334000"/>
          <a:ext cx="4953000" cy="584200"/>
        </p:xfrm>
        <a:graphic>
          <a:graphicData uri="http://schemas.openxmlformats.org/presentationml/2006/ole">
            <mc:AlternateContent xmlns:mc="http://schemas.openxmlformats.org/markup-compatibility/2006">
              <mc:Choice xmlns:v="urn:schemas-microsoft-com:vml" Requires="v">
                <p:oleObj spid="_x0000_s906268" name="Equation" r:id="rId7" imgW="2019240" imgH="241200" progId="Equation.3">
                  <p:embed/>
                </p:oleObj>
              </mc:Choice>
              <mc:Fallback>
                <p:oleObj name="Equation" r:id="rId7" imgW="2019240" imgH="2412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5334000"/>
                        <a:ext cx="49530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42" name="Object 2"/>
          <p:cNvGraphicFramePr>
            <a:graphicFrameLocks noChangeAspect="1"/>
          </p:cNvGraphicFramePr>
          <p:nvPr/>
        </p:nvGraphicFramePr>
        <p:xfrm>
          <a:off x="5943600" y="5084763"/>
          <a:ext cx="2819400" cy="1204912"/>
        </p:xfrm>
        <a:graphic>
          <a:graphicData uri="http://schemas.openxmlformats.org/presentationml/2006/ole">
            <mc:AlternateContent xmlns:mc="http://schemas.openxmlformats.org/markup-compatibility/2006">
              <mc:Choice xmlns:v="urn:schemas-microsoft-com:vml" Requires="v">
                <p:oleObj spid="_x0000_s906269" name="Equation" r:id="rId9" imgW="1041120" imgH="444240" progId="Equation.3">
                  <p:embed/>
                </p:oleObj>
              </mc:Choice>
              <mc:Fallback>
                <p:oleObj name="Equation" r:id="rId9" imgW="1041120" imgH="444240"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5084763"/>
                        <a:ext cx="2819400"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56" name="Object 16"/>
          <p:cNvGraphicFramePr>
            <a:graphicFrameLocks noChangeAspect="1"/>
          </p:cNvGraphicFramePr>
          <p:nvPr/>
        </p:nvGraphicFramePr>
        <p:xfrm>
          <a:off x="381000" y="304800"/>
          <a:ext cx="2590800" cy="581025"/>
        </p:xfrm>
        <a:graphic>
          <a:graphicData uri="http://schemas.openxmlformats.org/presentationml/2006/ole">
            <mc:AlternateContent xmlns:mc="http://schemas.openxmlformats.org/markup-compatibility/2006">
              <mc:Choice xmlns:v="urn:schemas-microsoft-com:vml" Requires="v">
                <p:oleObj spid="_x0000_s906270" name="Equation" r:id="rId11" imgW="1054080" imgH="228600" progId="Equation.3">
                  <p:embed/>
                </p:oleObj>
              </mc:Choice>
              <mc:Fallback>
                <p:oleObj name="Equation" r:id="rId11" imgW="1054080" imgH="2286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304800"/>
                        <a:ext cx="25908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57" name="Object 17"/>
          <p:cNvGraphicFramePr>
            <a:graphicFrameLocks noChangeAspect="1"/>
          </p:cNvGraphicFramePr>
          <p:nvPr/>
        </p:nvGraphicFramePr>
        <p:xfrm>
          <a:off x="1676400" y="1676400"/>
          <a:ext cx="5486400" cy="606425"/>
        </p:xfrm>
        <a:graphic>
          <a:graphicData uri="http://schemas.openxmlformats.org/presentationml/2006/ole">
            <mc:AlternateContent xmlns:mc="http://schemas.openxmlformats.org/markup-compatibility/2006">
              <mc:Choice xmlns:v="urn:schemas-microsoft-com:vml" Requires="v">
                <p:oleObj spid="_x0000_s906271" name="Equation" r:id="rId13" imgW="2158920" imgH="241200" progId="Equation.3">
                  <p:embed/>
                </p:oleObj>
              </mc:Choice>
              <mc:Fallback>
                <p:oleObj name="Equation" r:id="rId13" imgW="2158920" imgH="2412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6400" y="1676400"/>
                        <a:ext cx="5486400"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58" name="Object 18"/>
          <p:cNvGraphicFramePr>
            <a:graphicFrameLocks noChangeAspect="1"/>
          </p:cNvGraphicFramePr>
          <p:nvPr/>
        </p:nvGraphicFramePr>
        <p:xfrm>
          <a:off x="3319463" y="2393950"/>
          <a:ext cx="1557337" cy="431800"/>
        </p:xfrm>
        <a:graphic>
          <a:graphicData uri="http://schemas.openxmlformats.org/presentationml/2006/ole">
            <mc:AlternateContent xmlns:mc="http://schemas.openxmlformats.org/markup-compatibility/2006">
              <mc:Choice xmlns:v="urn:schemas-microsoft-com:vml" Requires="v">
                <p:oleObj spid="_x0000_s906272" name="Equation" r:id="rId15" imgW="622080" imgH="177480" progId="Equation.3">
                  <p:embed/>
                </p:oleObj>
              </mc:Choice>
              <mc:Fallback>
                <p:oleObj name="Equation" r:id="rId15" imgW="622080" imgH="17748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19463" y="2393950"/>
                        <a:ext cx="155733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59" name="Object 19"/>
          <p:cNvGraphicFramePr>
            <a:graphicFrameLocks noChangeAspect="1"/>
          </p:cNvGraphicFramePr>
          <p:nvPr/>
        </p:nvGraphicFramePr>
        <p:xfrm>
          <a:off x="5334000" y="2667000"/>
          <a:ext cx="1219200" cy="582613"/>
        </p:xfrm>
        <a:graphic>
          <a:graphicData uri="http://schemas.openxmlformats.org/presentationml/2006/ole">
            <mc:AlternateContent xmlns:mc="http://schemas.openxmlformats.org/markup-compatibility/2006">
              <mc:Choice xmlns:v="urn:schemas-microsoft-com:vml" Requires="v">
                <p:oleObj spid="_x0000_s906273" name="Equation" r:id="rId17" imgW="495000" imgH="241200" progId="Equation.3">
                  <p:embed/>
                </p:oleObj>
              </mc:Choice>
              <mc:Fallback>
                <p:oleObj name="Equation" r:id="rId17" imgW="495000" imgH="241200"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34000" y="2667000"/>
                        <a:ext cx="1219200"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60" name="Object 20"/>
          <p:cNvGraphicFramePr>
            <a:graphicFrameLocks noChangeAspect="1"/>
          </p:cNvGraphicFramePr>
          <p:nvPr/>
        </p:nvGraphicFramePr>
        <p:xfrm>
          <a:off x="609600" y="990600"/>
          <a:ext cx="6400800" cy="595313"/>
        </p:xfrm>
        <a:graphic>
          <a:graphicData uri="http://schemas.openxmlformats.org/presentationml/2006/ole">
            <mc:AlternateContent xmlns:mc="http://schemas.openxmlformats.org/markup-compatibility/2006">
              <mc:Choice xmlns:v="urn:schemas-microsoft-com:vml" Requires="v">
                <p:oleObj spid="_x0000_s906274" name="Equation" r:id="rId19" imgW="2692080" imgH="241200" progId="Equation.3">
                  <p:embed/>
                </p:oleObj>
              </mc:Choice>
              <mc:Fallback>
                <p:oleObj name="Equation" r:id="rId19" imgW="2692080" imgH="241200"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9600" y="990600"/>
                        <a:ext cx="6400800"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61" name="Object 21"/>
          <p:cNvGraphicFramePr>
            <a:graphicFrameLocks noChangeAspect="1"/>
          </p:cNvGraphicFramePr>
          <p:nvPr/>
        </p:nvGraphicFramePr>
        <p:xfrm>
          <a:off x="457200" y="3000375"/>
          <a:ext cx="2590800" cy="581025"/>
        </p:xfrm>
        <a:graphic>
          <a:graphicData uri="http://schemas.openxmlformats.org/presentationml/2006/ole">
            <mc:AlternateContent xmlns:mc="http://schemas.openxmlformats.org/markup-compatibility/2006">
              <mc:Choice xmlns:v="urn:schemas-microsoft-com:vml" Requires="v">
                <p:oleObj spid="_x0000_s906275" name="Equation" r:id="rId21" imgW="1054080" imgH="228600" progId="Equation.3">
                  <p:embed/>
                </p:oleObj>
              </mc:Choice>
              <mc:Fallback>
                <p:oleObj name="Equation" r:id="rId21" imgW="1054080" imgH="22860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 y="3000375"/>
                        <a:ext cx="25908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6262" name="Object 22"/>
          <p:cNvGraphicFramePr>
            <a:graphicFrameLocks noChangeAspect="1"/>
          </p:cNvGraphicFramePr>
          <p:nvPr/>
        </p:nvGraphicFramePr>
        <p:xfrm>
          <a:off x="1066800" y="4953000"/>
          <a:ext cx="1557338" cy="431800"/>
        </p:xfrm>
        <a:graphic>
          <a:graphicData uri="http://schemas.openxmlformats.org/presentationml/2006/ole">
            <mc:AlternateContent xmlns:mc="http://schemas.openxmlformats.org/markup-compatibility/2006">
              <mc:Choice xmlns:v="urn:schemas-microsoft-com:vml" Requires="v">
                <p:oleObj spid="_x0000_s906276" name="Equation" r:id="rId22" imgW="622080" imgH="177480" progId="Equation.3">
                  <p:embed/>
                </p:oleObj>
              </mc:Choice>
              <mc:Fallback>
                <p:oleObj name="Equation" r:id="rId22" imgW="622080" imgH="17748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4953000"/>
                        <a:ext cx="155733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6263" name="Oval 23"/>
          <p:cNvSpPr>
            <a:spLocks noChangeArrowheads="1"/>
          </p:cNvSpPr>
          <p:nvPr/>
        </p:nvSpPr>
        <p:spPr bwMode="auto">
          <a:xfrm>
            <a:off x="1981200" y="914400"/>
            <a:ext cx="1524000" cy="762000"/>
          </a:xfrm>
          <a:prstGeom prst="ellipse">
            <a:avLst/>
          </a:prstGeom>
          <a:noFill/>
          <a:ln w="31750">
            <a:solidFill>
              <a:srgbClr val="0033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906264" name="Oval 24"/>
          <p:cNvSpPr>
            <a:spLocks noChangeArrowheads="1"/>
          </p:cNvSpPr>
          <p:nvPr/>
        </p:nvSpPr>
        <p:spPr bwMode="auto">
          <a:xfrm>
            <a:off x="2362200" y="3556000"/>
            <a:ext cx="1371600" cy="609600"/>
          </a:xfrm>
          <a:prstGeom prst="ellipse">
            <a:avLst/>
          </a:prstGeom>
          <a:noFill/>
          <a:ln w="31750">
            <a:solidFill>
              <a:srgbClr val="0033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906265" name="Oval 25"/>
          <p:cNvSpPr>
            <a:spLocks noChangeArrowheads="1"/>
          </p:cNvSpPr>
          <p:nvPr/>
        </p:nvSpPr>
        <p:spPr bwMode="auto">
          <a:xfrm>
            <a:off x="1193800" y="4229100"/>
            <a:ext cx="1371600" cy="609600"/>
          </a:xfrm>
          <a:prstGeom prst="ellipse">
            <a:avLst/>
          </a:prstGeom>
          <a:noFill/>
          <a:ln w="31750">
            <a:solidFill>
              <a:srgbClr val="0033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6261"/>
                                        </p:tgtEl>
                                        <p:attrNameLst>
                                          <p:attrName>style.visibility</p:attrName>
                                        </p:attrNameLst>
                                      </p:cBhvr>
                                      <p:to>
                                        <p:strVal val="visible"/>
                                      </p:to>
                                    </p:set>
                                    <p:animEffect transition="in" filter="wipe(left)">
                                      <p:cBhvr>
                                        <p:cTn id="7" dur="500"/>
                                        <p:tgtEl>
                                          <p:spTgt spid="9062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06246"/>
                                        </p:tgtEl>
                                        <p:attrNameLst>
                                          <p:attrName>style.visibility</p:attrName>
                                        </p:attrNameLst>
                                      </p:cBhvr>
                                      <p:to>
                                        <p:strVal val="visible"/>
                                      </p:to>
                                    </p:set>
                                    <p:animEffect transition="in" filter="wipe(left)">
                                      <p:cBhvr>
                                        <p:cTn id="12" dur="500"/>
                                        <p:tgtEl>
                                          <p:spTgt spid="906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6245"/>
                                        </p:tgtEl>
                                        <p:attrNameLst>
                                          <p:attrName>style.visibility</p:attrName>
                                        </p:attrNameLst>
                                      </p:cBhvr>
                                      <p:to>
                                        <p:strVal val="visible"/>
                                      </p:to>
                                    </p:set>
                                    <p:animEffect transition="in" filter="wipe(left)">
                                      <p:cBhvr>
                                        <p:cTn id="17" dur="500"/>
                                        <p:tgtEl>
                                          <p:spTgt spid="9062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32" fill="hold" nodeType="clickEffect">
                                  <p:stCondLst>
                                    <p:cond delay="0"/>
                                  </p:stCondLst>
                                  <p:childTnLst>
                                    <p:set>
                                      <p:cBhvr>
                                        <p:cTn id="21" dur="1" fill="hold">
                                          <p:stCondLst>
                                            <p:cond delay="0"/>
                                          </p:stCondLst>
                                        </p:cTn>
                                        <p:tgtEl>
                                          <p:spTgt spid="906263"/>
                                        </p:tgtEl>
                                        <p:attrNameLst>
                                          <p:attrName>style.visibility</p:attrName>
                                        </p:attrNameLst>
                                      </p:cBhvr>
                                      <p:to>
                                        <p:strVal val="visible"/>
                                      </p:to>
                                    </p:set>
                                    <p:anim calcmode="lin" valueType="num">
                                      <p:cBhvr>
                                        <p:cTn id="22" dur="500" fill="hold"/>
                                        <p:tgtEl>
                                          <p:spTgt spid="906263"/>
                                        </p:tgtEl>
                                        <p:attrNameLst>
                                          <p:attrName>ppt_w</p:attrName>
                                        </p:attrNameLst>
                                      </p:cBhvr>
                                      <p:tavLst>
                                        <p:tav tm="0">
                                          <p:val>
                                            <p:strVal val="4*#ppt_w"/>
                                          </p:val>
                                        </p:tav>
                                        <p:tav tm="100000">
                                          <p:val>
                                            <p:strVal val="#ppt_w"/>
                                          </p:val>
                                        </p:tav>
                                      </p:tavLst>
                                    </p:anim>
                                    <p:anim calcmode="lin" valueType="num">
                                      <p:cBhvr>
                                        <p:cTn id="23" dur="500" fill="hold"/>
                                        <p:tgtEl>
                                          <p:spTgt spid="906263"/>
                                        </p:tgtEl>
                                        <p:attrNameLst>
                                          <p:attrName>ppt_h</p:attrName>
                                        </p:attrNameLst>
                                      </p:cBhvr>
                                      <p:tavLst>
                                        <p:tav tm="0">
                                          <p:val>
                                            <p:strVal val="4*#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32" fill="hold" nodeType="clickEffect">
                                  <p:stCondLst>
                                    <p:cond delay="0"/>
                                  </p:stCondLst>
                                  <p:childTnLst>
                                    <p:set>
                                      <p:cBhvr>
                                        <p:cTn id="27" dur="1" fill="hold">
                                          <p:stCondLst>
                                            <p:cond delay="0"/>
                                          </p:stCondLst>
                                        </p:cTn>
                                        <p:tgtEl>
                                          <p:spTgt spid="906264"/>
                                        </p:tgtEl>
                                        <p:attrNameLst>
                                          <p:attrName>style.visibility</p:attrName>
                                        </p:attrNameLst>
                                      </p:cBhvr>
                                      <p:to>
                                        <p:strVal val="visible"/>
                                      </p:to>
                                    </p:set>
                                    <p:anim calcmode="lin" valueType="num">
                                      <p:cBhvr>
                                        <p:cTn id="28" dur="500" fill="hold"/>
                                        <p:tgtEl>
                                          <p:spTgt spid="906264"/>
                                        </p:tgtEl>
                                        <p:attrNameLst>
                                          <p:attrName>ppt_w</p:attrName>
                                        </p:attrNameLst>
                                      </p:cBhvr>
                                      <p:tavLst>
                                        <p:tav tm="0">
                                          <p:val>
                                            <p:strVal val="4*#ppt_w"/>
                                          </p:val>
                                        </p:tav>
                                        <p:tav tm="100000">
                                          <p:val>
                                            <p:strVal val="#ppt_w"/>
                                          </p:val>
                                        </p:tav>
                                      </p:tavLst>
                                    </p:anim>
                                    <p:anim calcmode="lin" valueType="num">
                                      <p:cBhvr>
                                        <p:cTn id="29" dur="500" fill="hold"/>
                                        <p:tgtEl>
                                          <p:spTgt spid="906264"/>
                                        </p:tgtEl>
                                        <p:attrNameLst>
                                          <p:attrName>ppt_h</p:attrName>
                                        </p:attrNameLst>
                                      </p:cBhvr>
                                      <p:tavLst>
                                        <p:tav tm="0">
                                          <p:val>
                                            <p:strVal val="4*#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32" fill="hold" nodeType="clickEffect">
                                  <p:stCondLst>
                                    <p:cond delay="0"/>
                                  </p:stCondLst>
                                  <p:childTnLst>
                                    <p:set>
                                      <p:cBhvr>
                                        <p:cTn id="33" dur="1" fill="hold">
                                          <p:stCondLst>
                                            <p:cond delay="0"/>
                                          </p:stCondLst>
                                        </p:cTn>
                                        <p:tgtEl>
                                          <p:spTgt spid="906265"/>
                                        </p:tgtEl>
                                        <p:attrNameLst>
                                          <p:attrName>style.visibility</p:attrName>
                                        </p:attrNameLst>
                                      </p:cBhvr>
                                      <p:to>
                                        <p:strVal val="visible"/>
                                      </p:to>
                                    </p:set>
                                    <p:anim calcmode="lin" valueType="num">
                                      <p:cBhvr>
                                        <p:cTn id="34" dur="500" fill="hold"/>
                                        <p:tgtEl>
                                          <p:spTgt spid="906265"/>
                                        </p:tgtEl>
                                        <p:attrNameLst>
                                          <p:attrName>ppt_w</p:attrName>
                                        </p:attrNameLst>
                                      </p:cBhvr>
                                      <p:tavLst>
                                        <p:tav tm="0">
                                          <p:val>
                                            <p:strVal val="4*#ppt_w"/>
                                          </p:val>
                                        </p:tav>
                                        <p:tav tm="100000">
                                          <p:val>
                                            <p:strVal val="#ppt_w"/>
                                          </p:val>
                                        </p:tav>
                                      </p:tavLst>
                                    </p:anim>
                                    <p:anim calcmode="lin" valueType="num">
                                      <p:cBhvr>
                                        <p:cTn id="35" dur="500" fill="hold"/>
                                        <p:tgtEl>
                                          <p:spTgt spid="906265"/>
                                        </p:tgtEl>
                                        <p:attrNameLst>
                                          <p:attrName>ppt_h</p:attrName>
                                        </p:attrNameLst>
                                      </p:cBhvr>
                                      <p:tavLst>
                                        <p:tav tm="0">
                                          <p:val>
                                            <p:strVal val="4*#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06262"/>
                                        </p:tgtEl>
                                        <p:attrNameLst>
                                          <p:attrName>style.visibility</p:attrName>
                                        </p:attrNameLst>
                                      </p:cBhvr>
                                      <p:to>
                                        <p:strVal val="visible"/>
                                      </p:to>
                                    </p:set>
                                    <p:animEffect transition="in" filter="wipe(left)">
                                      <p:cBhvr>
                                        <p:cTn id="40" dur="500"/>
                                        <p:tgtEl>
                                          <p:spTgt spid="90626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06243"/>
                                        </p:tgtEl>
                                        <p:attrNameLst>
                                          <p:attrName>style.visibility</p:attrName>
                                        </p:attrNameLst>
                                      </p:cBhvr>
                                      <p:to>
                                        <p:strVal val="visible"/>
                                      </p:to>
                                    </p:set>
                                    <p:animEffect transition="in" filter="wipe(left)">
                                      <p:cBhvr>
                                        <p:cTn id="45" dur="500"/>
                                        <p:tgtEl>
                                          <p:spTgt spid="90624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06242"/>
                                        </p:tgtEl>
                                        <p:attrNameLst>
                                          <p:attrName>style.visibility</p:attrName>
                                        </p:attrNameLst>
                                      </p:cBhvr>
                                      <p:to>
                                        <p:strVal val="visible"/>
                                      </p:to>
                                    </p:set>
                                    <p:animEffect transition="in" filter="wipe(left)">
                                      <p:cBhvr>
                                        <p:cTn id="50" dur="500"/>
                                        <p:tgtEl>
                                          <p:spTgt spid="906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25452605-EF28-4CF0-A5E0-912263ECAF24}" type="slidenum">
              <a:rPr lang="zh-CN" altLang="en-US"/>
              <a:pPr/>
              <a:t>6</a:t>
            </a:fld>
            <a:endParaRPr lang="zh-CN" altLang="en-US"/>
          </a:p>
        </p:txBody>
      </p:sp>
      <p:graphicFrame>
        <p:nvGraphicFramePr>
          <p:cNvPr id="907266" name="Object 2"/>
          <p:cNvGraphicFramePr>
            <a:graphicFrameLocks noChangeAspect="1"/>
          </p:cNvGraphicFramePr>
          <p:nvPr/>
        </p:nvGraphicFramePr>
        <p:xfrm>
          <a:off x="1295400" y="228600"/>
          <a:ext cx="5434013" cy="1204913"/>
        </p:xfrm>
        <a:graphic>
          <a:graphicData uri="http://schemas.openxmlformats.org/presentationml/2006/ole">
            <mc:AlternateContent xmlns:mc="http://schemas.openxmlformats.org/markup-compatibility/2006">
              <mc:Choice xmlns:v="urn:schemas-microsoft-com:vml" Requires="v">
                <p:oleObj spid="_x0000_s907278" name="Equation" r:id="rId3" imgW="2006280" imgH="444240" progId="Equation.3">
                  <p:embed/>
                </p:oleObj>
              </mc:Choice>
              <mc:Fallback>
                <p:oleObj name="Equation" r:id="rId3" imgW="2006280" imgH="4442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28600"/>
                        <a:ext cx="5434013" cy="120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7268" name="Text Box 4"/>
          <p:cNvSpPr txBox="1">
            <a:spLocks noChangeArrowheads="1"/>
          </p:cNvSpPr>
          <p:nvPr/>
        </p:nvSpPr>
        <p:spPr bwMode="auto">
          <a:xfrm>
            <a:off x="457200" y="1524000"/>
            <a:ext cx="68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记</a:t>
            </a:r>
          </a:p>
        </p:txBody>
      </p:sp>
      <p:graphicFrame>
        <p:nvGraphicFramePr>
          <p:cNvPr id="907270" name="Object 6"/>
          <p:cNvGraphicFramePr>
            <a:graphicFrameLocks noChangeAspect="1"/>
          </p:cNvGraphicFramePr>
          <p:nvPr/>
        </p:nvGraphicFramePr>
        <p:xfrm>
          <a:off x="1143000" y="1524000"/>
          <a:ext cx="4038600" cy="2260600"/>
        </p:xfrm>
        <a:graphic>
          <a:graphicData uri="http://schemas.openxmlformats.org/presentationml/2006/ole">
            <mc:AlternateContent xmlns:mc="http://schemas.openxmlformats.org/markup-compatibility/2006">
              <mc:Choice xmlns:v="urn:schemas-microsoft-com:vml" Requires="v">
                <p:oleObj spid="_x0000_s907279" name="Equation" r:id="rId5" imgW="1676160" imgH="939600" progId="Equation.3">
                  <p:embed/>
                </p:oleObj>
              </mc:Choice>
              <mc:Fallback>
                <p:oleObj name="Equation" r:id="rId5" imgW="1676160" imgH="939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524000"/>
                        <a:ext cx="4038600" cy="226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7269" name="Object 5"/>
          <p:cNvGraphicFramePr>
            <a:graphicFrameLocks noChangeAspect="1"/>
          </p:cNvGraphicFramePr>
          <p:nvPr/>
        </p:nvGraphicFramePr>
        <p:xfrm>
          <a:off x="5638800" y="1524000"/>
          <a:ext cx="1778000" cy="2286000"/>
        </p:xfrm>
        <a:graphic>
          <a:graphicData uri="http://schemas.openxmlformats.org/presentationml/2006/ole">
            <mc:AlternateContent xmlns:mc="http://schemas.openxmlformats.org/markup-compatibility/2006">
              <mc:Choice xmlns:v="urn:schemas-microsoft-com:vml" Requires="v">
                <p:oleObj spid="_x0000_s907280" name="Equation" r:id="rId7" imgW="723600" imgH="939600" progId="Equation.3">
                  <p:embed/>
                </p:oleObj>
              </mc:Choice>
              <mc:Fallback>
                <p:oleObj name="Equation" r:id="rId7" imgW="723600" imgH="939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8800" y="1524000"/>
                        <a:ext cx="1778000"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7272" name="Text Box 8"/>
          <p:cNvSpPr txBox="1">
            <a:spLocks noChangeArrowheads="1"/>
          </p:cNvSpPr>
          <p:nvPr/>
        </p:nvSpPr>
        <p:spPr bwMode="auto">
          <a:xfrm>
            <a:off x="228600" y="3962400"/>
            <a:ext cx="6705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则</a:t>
            </a:r>
            <a:r>
              <a:rPr lang="zh-CN" altLang="en-US"/>
              <a:t>上述</a:t>
            </a:r>
            <a:r>
              <a:rPr lang="zh-CN" altLang="en-US">
                <a:cs typeface="Times New Roman" panose="02020603050405020304" pitchFamily="18" charset="0"/>
              </a:rPr>
              <a:t>二次型可以用矩阵形式表示为</a:t>
            </a:r>
            <a:r>
              <a:rPr lang="zh-CN" altLang="en-US"/>
              <a:t> </a:t>
            </a:r>
          </a:p>
        </p:txBody>
      </p:sp>
      <p:graphicFrame>
        <p:nvGraphicFramePr>
          <p:cNvPr id="907273" name="Object 9"/>
          <p:cNvGraphicFramePr>
            <a:graphicFrameLocks noChangeAspect="1"/>
          </p:cNvGraphicFramePr>
          <p:nvPr/>
        </p:nvGraphicFramePr>
        <p:xfrm>
          <a:off x="1524000" y="4572000"/>
          <a:ext cx="5029200" cy="690563"/>
        </p:xfrm>
        <a:graphic>
          <a:graphicData uri="http://schemas.openxmlformats.org/presentationml/2006/ole">
            <mc:AlternateContent xmlns:mc="http://schemas.openxmlformats.org/markup-compatibility/2006">
              <mc:Choice xmlns:v="urn:schemas-microsoft-com:vml" Requires="v">
                <p:oleObj spid="_x0000_s907281" name="Equation" r:id="rId9" imgW="1726920" imgH="241200" progId="Equation.3">
                  <p:embed/>
                </p:oleObj>
              </mc:Choice>
              <mc:Fallback>
                <p:oleObj name="Equation" r:id="rId9" imgW="1726920" imgH="241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4572000"/>
                        <a:ext cx="5029200"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07277" name="Group 13"/>
          <p:cNvGrpSpPr>
            <a:grpSpLocks/>
          </p:cNvGrpSpPr>
          <p:nvPr/>
        </p:nvGrpSpPr>
        <p:grpSpPr bwMode="auto">
          <a:xfrm>
            <a:off x="228600" y="5375275"/>
            <a:ext cx="6400800" cy="568325"/>
            <a:chOff x="288" y="3488"/>
            <a:chExt cx="4032" cy="358"/>
          </a:xfrm>
        </p:grpSpPr>
        <p:sp>
          <p:nvSpPr>
            <p:cNvPr id="907275" name="Text Box 11"/>
            <p:cNvSpPr txBox="1">
              <a:spLocks noChangeArrowheads="1"/>
            </p:cNvSpPr>
            <p:nvPr/>
          </p:nvSpPr>
          <p:spPr bwMode="auto">
            <a:xfrm>
              <a:off x="288" y="3499"/>
              <a:ext cx="40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a:t>
              </a:r>
              <a:r>
                <a:rPr lang="zh-CN" altLang="en-US">
                  <a:cs typeface="Times New Roman" panose="02020603050405020304" pitchFamily="18" charset="0"/>
                </a:rPr>
                <a:t>称为二次型               的矩阵。</a:t>
              </a:r>
              <a:r>
                <a:rPr lang="zh-CN" altLang="en-US"/>
                <a:t> </a:t>
              </a:r>
            </a:p>
          </p:txBody>
        </p:sp>
        <p:graphicFrame>
          <p:nvGraphicFramePr>
            <p:cNvPr id="907276" name="Object 12"/>
            <p:cNvGraphicFramePr>
              <a:graphicFrameLocks noChangeAspect="1"/>
            </p:cNvGraphicFramePr>
            <p:nvPr/>
          </p:nvGraphicFramePr>
          <p:xfrm>
            <a:off x="1632" y="3488"/>
            <a:ext cx="1680" cy="358"/>
          </p:xfrm>
          <a:graphic>
            <a:graphicData uri="http://schemas.openxmlformats.org/presentationml/2006/ole">
              <mc:AlternateContent xmlns:mc="http://schemas.openxmlformats.org/markup-compatibility/2006">
                <mc:Choice xmlns:v="urn:schemas-microsoft-com:vml" Requires="v">
                  <p:oleObj spid="_x0000_s907282" name="Equation" r:id="rId11" imgW="1054080" imgH="228600" progId="Equation.3">
                    <p:embed/>
                  </p:oleObj>
                </mc:Choice>
                <mc:Fallback>
                  <p:oleObj name="Equation" r:id="rId11" imgW="105408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2" y="3488"/>
                          <a:ext cx="1680"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7268"/>
                                        </p:tgtEl>
                                        <p:attrNameLst>
                                          <p:attrName>style.visibility</p:attrName>
                                        </p:attrNameLst>
                                      </p:cBhvr>
                                      <p:to>
                                        <p:strVal val="visible"/>
                                      </p:to>
                                    </p:set>
                                    <p:animEffect transition="in" filter="wipe(left)">
                                      <p:cBhvr>
                                        <p:cTn id="7" dur="500"/>
                                        <p:tgtEl>
                                          <p:spTgt spid="90726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07270"/>
                                        </p:tgtEl>
                                        <p:attrNameLst>
                                          <p:attrName>style.visibility</p:attrName>
                                        </p:attrNameLst>
                                      </p:cBhvr>
                                      <p:to>
                                        <p:strVal val="visible"/>
                                      </p:to>
                                    </p:set>
                                    <p:animEffect transition="in" filter="wipe(left)">
                                      <p:cBhvr>
                                        <p:cTn id="11" dur="500"/>
                                        <p:tgtEl>
                                          <p:spTgt spid="90727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07269"/>
                                        </p:tgtEl>
                                        <p:attrNameLst>
                                          <p:attrName>style.visibility</p:attrName>
                                        </p:attrNameLst>
                                      </p:cBhvr>
                                      <p:to>
                                        <p:strVal val="visible"/>
                                      </p:to>
                                    </p:set>
                                    <p:animEffect transition="in" filter="wipe(left)">
                                      <p:cBhvr>
                                        <p:cTn id="16" dur="500"/>
                                        <p:tgtEl>
                                          <p:spTgt spid="90726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07272"/>
                                        </p:tgtEl>
                                        <p:attrNameLst>
                                          <p:attrName>style.visibility</p:attrName>
                                        </p:attrNameLst>
                                      </p:cBhvr>
                                      <p:to>
                                        <p:strVal val="visible"/>
                                      </p:to>
                                    </p:set>
                                    <p:animEffect transition="in" filter="wipe(left)">
                                      <p:cBhvr>
                                        <p:cTn id="21" dur="500"/>
                                        <p:tgtEl>
                                          <p:spTgt spid="9072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07273"/>
                                        </p:tgtEl>
                                        <p:attrNameLst>
                                          <p:attrName>style.visibility</p:attrName>
                                        </p:attrNameLst>
                                      </p:cBhvr>
                                      <p:to>
                                        <p:strVal val="visible"/>
                                      </p:to>
                                    </p:set>
                                    <p:animEffect transition="in" filter="wipe(left)">
                                      <p:cBhvr>
                                        <p:cTn id="26" dur="500"/>
                                        <p:tgtEl>
                                          <p:spTgt spid="9072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07277"/>
                                        </p:tgtEl>
                                        <p:attrNameLst>
                                          <p:attrName>style.visibility</p:attrName>
                                        </p:attrNameLst>
                                      </p:cBhvr>
                                      <p:to>
                                        <p:strVal val="visible"/>
                                      </p:to>
                                    </p:set>
                                    <p:animEffect transition="in" filter="wipe(left)">
                                      <p:cBhvr>
                                        <p:cTn id="31" dur="500"/>
                                        <p:tgtEl>
                                          <p:spTgt spid="907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68" grpId="0" autoUpdateAnimBg="0"/>
      <p:bldP spid="90727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37969112-771E-4EE1-93EA-14EB5DB8F28B}" type="slidenum">
              <a:rPr lang="zh-CN" altLang="en-US"/>
              <a:pPr/>
              <a:t>7</a:t>
            </a:fld>
            <a:endParaRPr lang="zh-CN" altLang="en-US"/>
          </a:p>
        </p:txBody>
      </p:sp>
      <p:sp>
        <p:nvSpPr>
          <p:cNvPr id="908290" name="Rectangle 2"/>
          <p:cNvSpPr>
            <a:spLocks noChangeArrowheads="1"/>
          </p:cNvSpPr>
          <p:nvPr/>
        </p:nvSpPr>
        <p:spPr bwMode="auto">
          <a:xfrm>
            <a:off x="704850" y="1905000"/>
            <a:ext cx="4724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en-US" altLang="zh-CN" i="1">
                <a:latin typeface="Times New Roman" panose="02020603050405020304" pitchFamily="18" charset="0"/>
              </a:rPr>
              <a:t>A </a:t>
            </a:r>
            <a:r>
              <a:rPr lang="zh-CN" altLang="en-US"/>
              <a:t>的秩称</a:t>
            </a:r>
            <a:r>
              <a:rPr lang="zh-CN" altLang="en-US">
                <a:cs typeface="Times New Roman" panose="02020603050405020304" pitchFamily="18" charset="0"/>
              </a:rPr>
              <a:t>为</a:t>
            </a:r>
            <a:r>
              <a:rPr lang="zh-CN" altLang="en-US"/>
              <a:t>该二次型的秩</a:t>
            </a:r>
            <a:r>
              <a:rPr lang="zh-CN" altLang="en-US">
                <a:cs typeface="Times New Roman" panose="02020603050405020304" pitchFamily="18" charset="0"/>
              </a:rPr>
              <a:t>。</a:t>
            </a:r>
          </a:p>
        </p:txBody>
      </p:sp>
      <p:graphicFrame>
        <p:nvGraphicFramePr>
          <p:cNvPr id="908291" name="Object 3"/>
          <p:cNvGraphicFramePr>
            <a:graphicFrameLocks noChangeAspect="1"/>
          </p:cNvGraphicFramePr>
          <p:nvPr/>
        </p:nvGraphicFramePr>
        <p:xfrm>
          <a:off x="1752600" y="381000"/>
          <a:ext cx="5029200" cy="690563"/>
        </p:xfrm>
        <a:graphic>
          <a:graphicData uri="http://schemas.openxmlformats.org/presentationml/2006/ole">
            <mc:AlternateContent xmlns:mc="http://schemas.openxmlformats.org/markup-compatibility/2006">
              <mc:Choice xmlns:v="urn:schemas-microsoft-com:vml" Requires="v">
                <p:oleObj spid="_x0000_s908297" name="Equation" r:id="rId3" imgW="1726920" imgH="241200" progId="Equation.3">
                  <p:embed/>
                </p:oleObj>
              </mc:Choice>
              <mc:Fallback>
                <p:oleObj name="Equation" r:id="rId3" imgW="1726920" imgH="241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81000"/>
                        <a:ext cx="5029200"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08292" name="Group 4"/>
          <p:cNvGrpSpPr>
            <a:grpSpLocks/>
          </p:cNvGrpSpPr>
          <p:nvPr/>
        </p:nvGrpSpPr>
        <p:grpSpPr bwMode="auto">
          <a:xfrm>
            <a:off x="704850" y="1184275"/>
            <a:ext cx="6400800" cy="568325"/>
            <a:chOff x="288" y="3488"/>
            <a:chExt cx="4032" cy="358"/>
          </a:xfrm>
        </p:grpSpPr>
        <p:sp>
          <p:nvSpPr>
            <p:cNvPr id="908293" name="Text Box 5"/>
            <p:cNvSpPr txBox="1">
              <a:spLocks noChangeArrowheads="1"/>
            </p:cNvSpPr>
            <p:nvPr/>
          </p:nvSpPr>
          <p:spPr bwMode="auto">
            <a:xfrm>
              <a:off x="288" y="3499"/>
              <a:ext cx="40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a:t>
              </a:r>
              <a:r>
                <a:rPr lang="zh-CN" altLang="en-US">
                  <a:cs typeface="Times New Roman" panose="02020603050405020304" pitchFamily="18" charset="0"/>
                </a:rPr>
                <a:t>称为二次型               的矩阵。</a:t>
              </a:r>
              <a:r>
                <a:rPr lang="zh-CN" altLang="en-US"/>
                <a:t> </a:t>
              </a:r>
            </a:p>
          </p:txBody>
        </p:sp>
        <p:graphicFrame>
          <p:nvGraphicFramePr>
            <p:cNvPr id="908294" name="Object 6"/>
            <p:cNvGraphicFramePr>
              <a:graphicFrameLocks noChangeAspect="1"/>
            </p:cNvGraphicFramePr>
            <p:nvPr/>
          </p:nvGraphicFramePr>
          <p:xfrm>
            <a:off x="1632" y="3488"/>
            <a:ext cx="1680" cy="358"/>
          </p:xfrm>
          <a:graphic>
            <a:graphicData uri="http://schemas.openxmlformats.org/presentationml/2006/ole">
              <mc:AlternateContent xmlns:mc="http://schemas.openxmlformats.org/markup-compatibility/2006">
                <mc:Choice xmlns:v="urn:schemas-microsoft-com:vml" Requires="v">
                  <p:oleObj spid="_x0000_s908298" name="Equation" r:id="rId5" imgW="1054080" imgH="228600" progId="Equation.3">
                    <p:embed/>
                  </p:oleObj>
                </mc:Choice>
                <mc:Fallback>
                  <p:oleObj name="Equation" r:id="rId5" imgW="105408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2" y="3488"/>
                          <a:ext cx="1680"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08295" name="Text Box 7"/>
          <p:cNvSpPr txBox="1">
            <a:spLocks noChangeArrowheads="1"/>
          </p:cNvSpPr>
          <p:nvPr/>
        </p:nvSpPr>
        <p:spPr bwMode="auto">
          <a:xfrm>
            <a:off x="704850" y="2540000"/>
            <a:ext cx="419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 </a:t>
            </a:r>
            <a:r>
              <a:rPr lang="zh-CN" altLang="en-US">
                <a:cs typeface="Times New Roman" panose="02020603050405020304" pitchFamily="18" charset="0"/>
              </a:rPr>
              <a:t>是一个</a:t>
            </a:r>
            <a:r>
              <a:rPr lang="zh-CN" altLang="en-US"/>
              <a:t>实</a:t>
            </a:r>
            <a:r>
              <a:rPr lang="zh-CN" altLang="en-US">
                <a:cs typeface="Times New Roman" panose="02020603050405020304" pitchFamily="18" charset="0"/>
              </a:rPr>
              <a:t>对称矩阵。</a:t>
            </a:r>
            <a:r>
              <a:rPr lang="zh-CN" altLang="en-US"/>
              <a:t> </a:t>
            </a:r>
          </a:p>
        </p:txBody>
      </p:sp>
      <p:sp>
        <p:nvSpPr>
          <p:cNvPr id="908296" name="Text Box 8"/>
          <p:cNvSpPr txBox="1">
            <a:spLocks noChangeArrowheads="1"/>
          </p:cNvSpPr>
          <p:nvPr/>
        </p:nvSpPr>
        <p:spPr bwMode="auto">
          <a:xfrm>
            <a:off x="381000" y="3124200"/>
            <a:ext cx="8153400" cy="214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cs typeface="Times New Roman" panose="02020603050405020304" pitchFamily="18" charset="0"/>
              </a:rPr>
              <a:t>   事实上，由一个实对称矩阵也可构造唯一的实二次型，也就是说，实二次型与实对称矩阵是</a:t>
            </a:r>
            <a:r>
              <a:rPr lang="zh-CN" altLang="en-US">
                <a:latin typeface="Times New Roman" panose="02020603050405020304" pitchFamily="18" charset="0"/>
              </a:rPr>
              <a:t>一一对应</a:t>
            </a:r>
            <a:r>
              <a:rPr lang="zh-CN" altLang="en-US">
                <a:latin typeface="Times New Roman" panose="02020603050405020304" pitchFamily="18" charset="0"/>
                <a:cs typeface="Times New Roman" panose="02020603050405020304" pitchFamily="18" charset="0"/>
              </a:rPr>
              <a:t>的，所以，研究二次型的性质可以转化为研究</a:t>
            </a:r>
            <a:r>
              <a:rPr lang="zh-CN" altLang="en-US">
                <a:latin typeface="Times New Roman" panose="02020603050405020304" pitchFamily="18" charset="0"/>
              </a:rPr>
              <a:t>它的矩阵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所具有的性质。</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8290"/>
                                        </p:tgtEl>
                                        <p:attrNameLst>
                                          <p:attrName>style.visibility</p:attrName>
                                        </p:attrNameLst>
                                      </p:cBhvr>
                                      <p:to>
                                        <p:strVal val="visible"/>
                                      </p:to>
                                    </p:set>
                                    <p:animEffect transition="in" filter="wipe(left)">
                                      <p:cBhvr>
                                        <p:cTn id="7" dur="500"/>
                                        <p:tgtEl>
                                          <p:spTgt spid="908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8295"/>
                                        </p:tgtEl>
                                        <p:attrNameLst>
                                          <p:attrName>style.visibility</p:attrName>
                                        </p:attrNameLst>
                                      </p:cBhvr>
                                      <p:to>
                                        <p:strVal val="visible"/>
                                      </p:to>
                                    </p:set>
                                    <p:animEffect transition="in" filter="wipe(left)">
                                      <p:cBhvr>
                                        <p:cTn id="12" dur="500"/>
                                        <p:tgtEl>
                                          <p:spTgt spid="9082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8296"/>
                                        </p:tgtEl>
                                        <p:attrNameLst>
                                          <p:attrName>style.visibility</p:attrName>
                                        </p:attrNameLst>
                                      </p:cBhvr>
                                      <p:to>
                                        <p:strVal val="visible"/>
                                      </p:to>
                                    </p:set>
                                    <p:animEffect transition="in" filter="wipe(left)">
                                      <p:cBhvr>
                                        <p:cTn id="17" dur="500"/>
                                        <p:tgtEl>
                                          <p:spTgt spid="908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90" grpId="0" autoUpdateAnimBg="0"/>
      <p:bldP spid="908295" grpId="0" autoUpdateAnimBg="0"/>
      <p:bldP spid="90829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3"/>
          <p:cNvSpPr>
            <a:spLocks noGrp="1"/>
          </p:cNvSpPr>
          <p:nvPr>
            <p:ph type="sldNum" sz="quarter" idx="12"/>
          </p:nvPr>
        </p:nvSpPr>
        <p:spPr/>
        <p:txBody>
          <a:bodyPr/>
          <a:lstStyle/>
          <a:p>
            <a:fld id="{D1D837E8-C777-47CC-8074-F1A1170573A2}" type="slidenum">
              <a:rPr lang="zh-CN" altLang="en-US"/>
              <a:pPr/>
              <a:t>8</a:t>
            </a:fld>
            <a:endParaRPr lang="zh-CN" altLang="en-US"/>
          </a:p>
        </p:txBody>
      </p:sp>
      <p:sp>
        <p:nvSpPr>
          <p:cNvPr id="909315" name="Text Box 3"/>
          <p:cNvSpPr txBox="1">
            <a:spLocks noChangeArrowheads="1"/>
          </p:cNvSpPr>
          <p:nvPr/>
        </p:nvSpPr>
        <p:spPr bwMode="auto">
          <a:xfrm>
            <a:off x="381000" y="254000"/>
            <a:ext cx="2971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例1 </a:t>
            </a:r>
            <a:r>
              <a:rPr lang="zh-CN" altLang="en-US">
                <a:cs typeface="Times New Roman" panose="02020603050405020304" pitchFamily="18" charset="0"/>
              </a:rPr>
              <a:t>设二次型</a:t>
            </a:r>
            <a:r>
              <a:rPr lang="zh-CN" altLang="en-US"/>
              <a:t> </a:t>
            </a:r>
          </a:p>
        </p:txBody>
      </p:sp>
      <p:graphicFrame>
        <p:nvGraphicFramePr>
          <p:cNvPr id="909316" name="Object 4"/>
          <p:cNvGraphicFramePr>
            <a:graphicFrameLocks noChangeAspect="1"/>
          </p:cNvGraphicFramePr>
          <p:nvPr/>
        </p:nvGraphicFramePr>
        <p:xfrm>
          <a:off x="442913" y="762000"/>
          <a:ext cx="8259762" cy="576263"/>
        </p:xfrm>
        <a:graphic>
          <a:graphicData uri="http://schemas.openxmlformats.org/presentationml/2006/ole">
            <mc:AlternateContent xmlns:mc="http://schemas.openxmlformats.org/markup-compatibility/2006">
              <mc:Choice xmlns:v="urn:schemas-microsoft-com:vml" Requires="v">
                <p:oleObj spid="_x0000_s909337" name="Equation" r:id="rId3" imgW="3416040" imgH="241200" progId="Equation.3">
                  <p:embed/>
                </p:oleObj>
              </mc:Choice>
              <mc:Fallback>
                <p:oleObj name="Equation" r:id="rId3" imgW="3416040" imgH="24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3" y="762000"/>
                        <a:ext cx="8259762"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9318" name="Text Box 6"/>
          <p:cNvSpPr txBox="1">
            <a:spLocks noChangeArrowheads="1"/>
          </p:cNvSpPr>
          <p:nvPr/>
        </p:nvSpPr>
        <p:spPr bwMode="auto">
          <a:xfrm>
            <a:off x="381000" y="1447800"/>
            <a:ext cx="586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求二次型的矩阵 </a:t>
            </a:r>
            <a:r>
              <a:rPr lang="en-US" altLang="zh-CN" i="1">
                <a:latin typeface="Times New Roman" panose="02020603050405020304" pitchFamily="18" charset="0"/>
              </a:rPr>
              <a:t>A </a:t>
            </a:r>
            <a:r>
              <a:rPr lang="zh-CN" altLang="en-US">
                <a:latin typeface="Times New Roman" panose="02020603050405020304" pitchFamily="18" charset="0"/>
              </a:rPr>
              <a:t>和二次型的秩。</a:t>
            </a:r>
          </a:p>
        </p:txBody>
      </p:sp>
      <p:sp>
        <p:nvSpPr>
          <p:cNvPr id="909319" name="Text Box 7"/>
          <p:cNvSpPr txBox="1">
            <a:spLocks noChangeArrowheads="1"/>
          </p:cNvSpPr>
          <p:nvPr/>
        </p:nvSpPr>
        <p:spPr bwMode="auto">
          <a:xfrm>
            <a:off x="381000" y="19812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909320" name="Object 8"/>
          <p:cNvGraphicFramePr>
            <a:graphicFrameLocks noChangeAspect="1"/>
          </p:cNvGraphicFramePr>
          <p:nvPr/>
        </p:nvGraphicFramePr>
        <p:xfrm>
          <a:off x="1066800" y="2057400"/>
          <a:ext cx="3505200" cy="1757363"/>
        </p:xfrm>
        <a:graphic>
          <a:graphicData uri="http://schemas.openxmlformats.org/presentationml/2006/ole">
            <mc:AlternateContent xmlns:mc="http://schemas.openxmlformats.org/markup-compatibility/2006">
              <mc:Choice xmlns:v="urn:schemas-microsoft-com:vml" Requires="v">
                <p:oleObj spid="_x0000_s909338" name="Equation" r:id="rId5" imgW="1244520" imgH="698400" progId="Equation.3">
                  <p:embed/>
                </p:oleObj>
              </mc:Choice>
              <mc:Fallback>
                <p:oleObj name="Equation" r:id="rId5" imgW="1244520" imgH="698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057400"/>
                        <a:ext cx="3505200" cy="175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2" name="Object 10"/>
          <p:cNvGraphicFramePr>
            <a:graphicFrameLocks noChangeAspect="1"/>
          </p:cNvGraphicFramePr>
          <p:nvPr/>
        </p:nvGraphicFramePr>
        <p:xfrm>
          <a:off x="2133600" y="2057400"/>
          <a:ext cx="350838" cy="457200"/>
        </p:xfrm>
        <a:graphic>
          <a:graphicData uri="http://schemas.openxmlformats.org/presentationml/2006/ole">
            <mc:AlternateContent xmlns:mc="http://schemas.openxmlformats.org/markup-compatibility/2006">
              <mc:Choice xmlns:v="urn:schemas-microsoft-com:vml" Requires="v">
                <p:oleObj spid="_x0000_s909339" name="Equation" r:id="rId7" imgW="126720" imgH="164880" progId="Equation.3">
                  <p:embed/>
                </p:oleObj>
              </mc:Choice>
              <mc:Fallback>
                <p:oleObj name="Equation" r:id="rId7" imgW="126720" imgH="1648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2057400"/>
                        <a:ext cx="35083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3" name="Object 11"/>
          <p:cNvGraphicFramePr>
            <a:graphicFrameLocks noChangeAspect="1"/>
          </p:cNvGraphicFramePr>
          <p:nvPr/>
        </p:nvGraphicFramePr>
        <p:xfrm>
          <a:off x="2971800" y="2641600"/>
          <a:ext cx="298450" cy="431800"/>
        </p:xfrm>
        <a:graphic>
          <a:graphicData uri="http://schemas.openxmlformats.org/presentationml/2006/ole">
            <mc:AlternateContent xmlns:mc="http://schemas.openxmlformats.org/markup-compatibility/2006">
              <mc:Choice xmlns:v="urn:schemas-microsoft-com:vml" Requires="v">
                <p:oleObj spid="_x0000_s909340" name="Equation" r:id="rId9" imgW="114120" imgH="164880" progId="Equation.3">
                  <p:embed/>
                </p:oleObj>
              </mc:Choice>
              <mc:Fallback>
                <p:oleObj name="Equation" r:id="rId9" imgW="114120" imgH="16488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2641600"/>
                        <a:ext cx="298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4" name="Object 12"/>
          <p:cNvGraphicFramePr>
            <a:graphicFrameLocks noChangeAspect="1"/>
          </p:cNvGraphicFramePr>
          <p:nvPr/>
        </p:nvGraphicFramePr>
        <p:xfrm>
          <a:off x="3581400" y="3276600"/>
          <a:ext cx="609600" cy="441325"/>
        </p:xfrm>
        <a:graphic>
          <a:graphicData uri="http://schemas.openxmlformats.org/presentationml/2006/ole">
            <mc:AlternateContent xmlns:mc="http://schemas.openxmlformats.org/markup-compatibility/2006">
              <mc:Choice xmlns:v="urn:schemas-microsoft-com:vml" Requires="v">
                <p:oleObj spid="_x0000_s909341" name="Equation" r:id="rId11" imgW="228600" imgH="164880" progId="Equation.3">
                  <p:embed/>
                </p:oleObj>
              </mc:Choice>
              <mc:Fallback>
                <p:oleObj name="Equation" r:id="rId11" imgW="228600" imgH="16488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81400" y="3276600"/>
                        <a:ext cx="6096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5" name="Object 13"/>
          <p:cNvGraphicFramePr>
            <a:graphicFrameLocks noChangeAspect="1"/>
          </p:cNvGraphicFramePr>
          <p:nvPr/>
        </p:nvGraphicFramePr>
        <p:xfrm>
          <a:off x="2743200" y="2057400"/>
          <a:ext cx="609600" cy="441325"/>
        </p:xfrm>
        <a:graphic>
          <a:graphicData uri="http://schemas.openxmlformats.org/presentationml/2006/ole">
            <mc:AlternateContent xmlns:mc="http://schemas.openxmlformats.org/markup-compatibility/2006">
              <mc:Choice xmlns:v="urn:schemas-microsoft-com:vml" Requires="v">
                <p:oleObj spid="_x0000_s909342" name="Equation" r:id="rId13" imgW="228600" imgH="164880" progId="Equation.3">
                  <p:embed/>
                </p:oleObj>
              </mc:Choice>
              <mc:Fallback>
                <p:oleObj name="Equation" r:id="rId13" imgW="228600" imgH="16488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3200" y="2057400"/>
                        <a:ext cx="6096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7" name="Object 15"/>
          <p:cNvGraphicFramePr>
            <a:graphicFrameLocks noChangeAspect="1"/>
          </p:cNvGraphicFramePr>
          <p:nvPr/>
        </p:nvGraphicFramePr>
        <p:xfrm>
          <a:off x="3683000" y="2057400"/>
          <a:ext cx="350838" cy="457200"/>
        </p:xfrm>
        <a:graphic>
          <a:graphicData uri="http://schemas.openxmlformats.org/presentationml/2006/ole">
            <mc:AlternateContent xmlns:mc="http://schemas.openxmlformats.org/markup-compatibility/2006">
              <mc:Choice xmlns:v="urn:schemas-microsoft-com:vml" Requires="v">
                <p:oleObj spid="_x0000_s909343" name="Equation" r:id="rId15" imgW="126720" imgH="164880" progId="Equation.3">
                  <p:embed/>
                </p:oleObj>
              </mc:Choice>
              <mc:Fallback>
                <p:oleObj name="Equation" r:id="rId15" imgW="126720" imgH="16488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83000" y="2057400"/>
                        <a:ext cx="35083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8" name="Object 16"/>
          <p:cNvGraphicFramePr>
            <a:graphicFrameLocks noChangeAspect="1"/>
          </p:cNvGraphicFramePr>
          <p:nvPr/>
        </p:nvGraphicFramePr>
        <p:xfrm>
          <a:off x="2171700" y="3251200"/>
          <a:ext cx="350838" cy="457200"/>
        </p:xfrm>
        <a:graphic>
          <a:graphicData uri="http://schemas.openxmlformats.org/presentationml/2006/ole">
            <mc:AlternateContent xmlns:mc="http://schemas.openxmlformats.org/markup-compatibility/2006">
              <mc:Choice xmlns:v="urn:schemas-microsoft-com:vml" Requires="v">
                <p:oleObj spid="_x0000_s909344" name="Equation" r:id="rId17" imgW="126720" imgH="164880" progId="Equation.3">
                  <p:embed/>
                </p:oleObj>
              </mc:Choice>
              <mc:Fallback>
                <p:oleObj name="Equation" r:id="rId17" imgW="126720" imgH="16488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71700" y="3251200"/>
                        <a:ext cx="35083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29" name="Object 17"/>
          <p:cNvGraphicFramePr>
            <a:graphicFrameLocks noChangeAspect="1"/>
          </p:cNvGraphicFramePr>
          <p:nvPr/>
        </p:nvGraphicFramePr>
        <p:xfrm>
          <a:off x="3556000" y="2667000"/>
          <a:ext cx="609600" cy="449263"/>
        </p:xfrm>
        <a:graphic>
          <a:graphicData uri="http://schemas.openxmlformats.org/presentationml/2006/ole">
            <mc:AlternateContent xmlns:mc="http://schemas.openxmlformats.org/markup-compatibility/2006">
              <mc:Choice xmlns:v="urn:schemas-microsoft-com:vml" Requires="v">
                <p:oleObj spid="_x0000_s909345" name="Equation" r:id="rId18" imgW="241200" imgH="177480" progId="Equation.3">
                  <p:embed/>
                </p:oleObj>
              </mc:Choice>
              <mc:Fallback>
                <p:oleObj name="Equation" r:id="rId18" imgW="241200" imgH="177480" progId="Equation.3">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56000" y="2667000"/>
                        <a:ext cx="60960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31" name="Object 19"/>
          <p:cNvGraphicFramePr>
            <a:graphicFrameLocks noChangeAspect="1"/>
          </p:cNvGraphicFramePr>
          <p:nvPr/>
        </p:nvGraphicFramePr>
        <p:xfrm>
          <a:off x="2819400" y="3276600"/>
          <a:ext cx="609600" cy="449263"/>
        </p:xfrm>
        <a:graphic>
          <a:graphicData uri="http://schemas.openxmlformats.org/presentationml/2006/ole">
            <mc:AlternateContent xmlns:mc="http://schemas.openxmlformats.org/markup-compatibility/2006">
              <mc:Choice xmlns:v="urn:schemas-microsoft-com:vml" Requires="v">
                <p:oleObj spid="_x0000_s909346" name="Equation" r:id="rId20" imgW="241200" imgH="177480" progId="Equation.3">
                  <p:embed/>
                </p:oleObj>
              </mc:Choice>
              <mc:Fallback>
                <p:oleObj name="Equation" r:id="rId20" imgW="241200" imgH="177480" progId="Equation.3">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19400" y="3276600"/>
                        <a:ext cx="60960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32" name="Object 20"/>
          <p:cNvGraphicFramePr>
            <a:graphicFrameLocks noChangeAspect="1"/>
          </p:cNvGraphicFramePr>
          <p:nvPr/>
        </p:nvGraphicFramePr>
        <p:xfrm>
          <a:off x="2032000" y="2641600"/>
          <a:ext cx="609600" cy="441325"/>
        </p:xfrm>
        <a:graphic>
          <a:graphicData uri="http://schemas.openxmlformats.org/presentationml/2006/ole">
            <mc:AlternateContent xmlns:mc="http://schemas.openxmlformats.org/markup-compatibility/2006">
              <mc:Choice xmlns:v="urn:schemas-microsoft-com:vml" Requires="v">
                <p:oleObj spid="_x0000_s909347" name="Equation" r:id="rId21" imgW="228600" imgH="164880" progId="Equation.3">
                  <p:embed/>
                </p:oleObj>
              </mc:Choice>
              <mc:Fallback>
                <p:oleObj name="Equation" r:id="rId21" imgW="228600" imgH="16488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2000" y="2641600"/>
                        <a:ext cx="6096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33" name="Object 21"/>
          <p:cNvGraphicFramePr>
            <a:graphicFrameLocks noChangeAspect="1"/>
          </p:cNvGraphicFramePr>
          <p:nvPr/>
        </p:nvGraphicFramePr>
        <p:xfrm>
          <a:off x="457200" y="4038600"/>
          <a:ext cx="2908300" cy="1628775"/>
        </p:xfrm>
        <a:graphic>
          <a:graphicData uri="http://schemas.openxmlformats.org/presentationml/2006/ole">
            <mc:AlternateContent xmlns:mc="http://schemas.openxmlformats.org/markup-compatibility/2006">
              <mc:Choice xmlns:v="urn:schemas-microsoft-com:vml" Requires="v">
                <p:oleObj spid="_x0000_s909348" name="Equation" r:id="rId22" imgW="1307880" imgH="698400" progId="Equation.3">
                  <p:embed/>
                </p:oleObj>
              </mc:Choice>
              <mc:Fallback>
                <p:oleObj name="Equation" r:id="rId22" imgW="1307880" imgH="698400" progId="Equation.3">
                  <p:embed/>
                  <p:pic>
                    <p:nvPicPr>
                      <p:cNvPr id="0" name="Object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7200" y="4038600"/>
                        <a:ext cx="2908300" cy="162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34" name="Object 22"/>
          <p:cNvGraphicFramePr>
            <a:graphicFrameLocks noChangeAspect="1"/>
          </p:cNvGraphicFramePr>
          <p:nvPr/>
        </p:nvGraphicFramePr>
        <p:xfrm>
          <a:off x="3352800" y="4038600"/>
          <a:ext cx="2451100" cy="1625600"/>
        </p:xfrm>
        <a:graphic>
          <a:graphicData uri="http://schemas.openxmlformats.org/presentationml/2006/ole">
            <mc:AlternateContent xmlns:mc="http://schemas.openxmlformats.org/markup-compatibility/2006">
              <mc:Choice xmlns:v="urn:schemas-microsoft-com:vml" Requires="v">
                <p:oleObj spid="_x0000_s909349" name="Equation" r:id="rId24" imgW="1104840" imgH="698400" progId="Equation.3">
                  <p:embed/>
                </p:oleObj>
              </mc:Choice>
              <mc:Fallback>
                <p:oleObj name="Equation" r:id="rId24" imgW="1104840" imgH="698400" progId="Equation.3">
                  <p:embed/>
                  <p:pic>
                    <p:nvPicPr>
                      <p:cNvPr id="0" name="Object 2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52800" y="4038600"/>
                        <a:ext cx="2451100" cy="162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9335" name="Object 23"/>
          <p:cNvGraphicFramePr>
            <a:graphicFrameLocks noChangeAspect="1"/>
          </p:cNvGraphicFramePr>
          <p:nvPr/>
        </p:nvGraphicFramePr>
        <p:xfrm>
          <a:off x="5856288" y="4060825"/>
          <a:ext cx="2527300" cy="1568450"/>
        </p:xfrm>
        <a:graphic>
          <a:graphicData uri="http://schemas.openxmlformats.org/presentationml/2006/ole">
            <mc:AlternateContent xmlns:mc="http://schemas.openxmlformats.org/markup-compatibility/2006">
              <mc:Choice xmlns:v="urn:schemas-microsoft-com:vml" Requires="v">
                <p:oleObj spid="_x0000_s909350" name="Equation" r:id="rId26" imgW="1180800" imgH="698400" progId="Equation.3">
                  <p:embed/>
                </p:oleObj>
              </mc:Choice>
              <mc:Fallback>
                <p:oleObj name="Equation" r:id="rId26" imgW="1180800" imgH="698400" progId="Equation.3">
                  <p:embed/>
                  <p:pic>
                    <p:nvPicPr>
                      <p:cNvPr id="0" name="Object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56288" y="4060825"/>
                        <a:ext cx="2527300" cy="156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9336" name="Text Box 24"/>
          <p:cNvSpPr txBox="1">
            <a:spLocks noChangeArrowheads="1"/>
          </p:cNvSpPr>
          <p:nvPr/>
        </p:nvSpPr>
        <p:spPr bwMode="auto">
          <a:xfrm>
            <a:off x="304800" y="5791200"/>
            <a:ext cx="701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所以 </a:t>
            </a:r>
            <a:r>
              <a:rPr lang="en-US" altLang="zh-CN" i="1">
                <a:latin typeface="Times New Roman" panose="02020603050405020304" pitchFamily="18" charset="0"/>
              </a:rPr>
              <a:t>r </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 = 3，</a:t>
            </a:r>
            <a:r>
              <a:rPr lang="zh-CN" altLang="en-US">
                <a:latin typeface="Times New Roman" panose="02020603050405020304" pitchFamily="18" charset="0"/>
              </a:rPr>
              <a:t>即二次型的秩等于 3。</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9315"/>
                                        </p:tgtEl>
                                        <p:attrNameLst>
                                          <p:attrName>style.visibility</p:attrName>
                                        </p:attrNameLst>
                                      </p:cBhvr>
                                      <p:to>
                                        <p:strVal val="visible"/>
                                      </p:to>
                                    </p:set>
                                    <p:animEffect transition="in" filter="wipe(left)">
                                      <p:cBhvr>
                                        <p:cTn id="7" dur="500"/>
                                        <p:tgtEl>
                                          <p:spTgt spid="9093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09316"/>
                                        </p:tgtEl>
                                        <p:attrNameLst>
                                          <p:attrName>style.visibility</p:attrName>
                                        </p:attrNameLst>
                                      </p:cBhvr>
                                      <p:to>
                                        <p:strVal val="visible"/>
                                      </p:to>
                                    </p:set>
                                    <p:animEffect transition="in" filter="wipe(left)">
                                      <p:cBhvr>
                                        <p:cTn id="11" dur="500"/>
                                        <p:tgtEl>
                                          <p:spTgt spid="909316"/>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09318"/>
                                        </p:tgtEl>
                                        <p:attrNameLst>
                                          <p:attrName>style.visibility</p:attrName>
                                        </p:attrNameLst>
                                      </p:cBhvr>
                                      <p:to>
                                        <p:strVal val="visible"/>
                                      </p:to>
                                    </p:set>
                                    <p:animEffect transition="in" filter="wipe(left)">
                                      <p:cBhvr>
                                        <p:cTn id="15" dur="500"/>
                                        <p:tgtEl>
                                          <p:spTgt spid="90931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09319"/>
                                        </p:tgtEl>
                                        <p:attrNameLst>
                                          <p:attrName>style.visibility</p:attrName>
                                        </p:attrNameLst>
                                      </p:cBhvr>
                                      <p:to>
                                        <p:strVal val="visible"/>
                                      </p:to>
                                    </p:set>
                                    <p:animEffect transition="in" filter="wipe(left)">
                                      <p:cBhvr>
                                        <p:cTn id="20" dur="500"/>
                                        <p:tgtEl>
                                          <p:spTgt spid="9093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909320"/>
                                        </p:tgtEl>
                                        <p:attrNameLst>
                                          <p:attrName>style.visibility</p:attrName>
                                        </p:attrNameLst>
                                      </p:cBhvr>
                                      <p:to>
                                        <p:strVal val="visible"/>
                                      </p:to>
                                    </p:set>
                                    <p:animEffect transition="in" filter="wipe(left)">
                                      <p:cBhvr>
                                        <p:cTn id="25" dur="500"/>
                                        <p:tgtEl>
                                          <p:spTgt spid="9093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09322"/>
                                        </p:tgtEl>
                                        <p:attrNameLst>
                                          <p:attrName>style.visibility</p:attrName>
                                        </p:attrNameLst>
                                      </p:cBhvr>
                                      <p:to>
                                        <p:strVal val="visible"/>
                                      </p:to>
                                    </p:set>
                                    <p:animEffect transition="in" filter="wipe(left)">
                                      <p:cBhvr>
                                        <p:cTn id="30" dur="500"/>
                                        <p:tgtEl>
                                          <p:spTgt spid="90932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09323"/>
                                        </p:tgtEl>
                                        <p:attrNameLst>
                                          <p:attrName>style.visibility</p:attrName>
                                        </p:attrNameLst>
                                      </p:cBhvr>
                                      <p:to>
                                        <p:strVal val="visible"/>
                                      </p:to>
                                    </p:set>
                                    <p:animEffect transition="in" filter="wipe(left)">
                                      <p:cBhvr>
                                        <p:cTn id="35" dur="500"/>
                                        <p:tgtEl>
                                          <p:spTgt spid="90932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09324"/>
                                        </p:tgtEl>
                                        <p:attrNameLst>
                                          <p:attrName>style.visibility</p:attrName>
                                        </p:attrNameLst>
                                      </p:cBhvr>
                                      <p:to>
                                        <p:strVal val="visible"/>
                                      </p:to>
                                    </p:set>
                                    <p:animEffect transition="in" filter="wipe(left)">
                                      <p:cBhvr>
                                        <p:cTn id="40" dur="500"/>
                                        <p:tgtEl>
                                          <p:spTgt spid="9093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09325"/>
                                        </p:tgtEl>
                                        <p:attrNameLst>
                                          <p:attrName>style.visibility</p:attrName>
                                        </p:attrNameLst>
                                      </p:cBhvr>
                                      <p:to>
                                        <p:strVal val="visible"/>
                                      </p:to>
                                    </p:set>
                                    <p:animEffect transition="in" filter="wipe(left)">
                                      <p:cBhvr>
                                        <p:cTn id="45" dur="500"/>
                                        <p:tgtEl>
                                          <p:spTgt spid="90932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09332"/>
                                        </p:tgtEl>
                                        <p:attrNameLst>
                                          <p:attrName>style.visibility</p:attrName>
                                        </p:attrNameLst>
                                      </p:cBhvr>
                                      <p:to>
                                        <p:strVal val="visible"/>
                                      </p:to>
                                    </p:set>
                                    <p:animEffect transition="in" filter="wipe(left)">
                                      <p:cBhvr>
                                        <p:cTn id="50" dur="500"/>
                                        <p:tgtEl>
                                          <p:spTgt spid="90933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09327"/>
                                        </p:tgtEl>
                                        <p:attrNameLst>
                                          <p:attrName>style.visibility</p:attrName>
                                        </p:attrNameLst>
                                      </p:cBhvr>
                                      <p:to>
                                        <p:strVal val="visible"/>
                                      </p:to>
                                    </p:set>
                                    <p:animEffect transition="in" filter="wipe(left)">
                                      <p:cBhvr>
                                        <p:cTn id="55" dur="500"/>
                                        <p:tgtEl>
                                          <p:spTgt spid="90932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09328"/>
                                        </p:tgtEl>
                                        <p:attrNameLst>
                                          <p:attrName>style.visibility</p:attrName>
                                        </p:attrNameLst>
                                      </p:cBhvr>
                                      <p:to>
                                        <p:strVal val="visible"/>
                                      </p:to>
                                    </p:set>
                                    <p:animEffect transition="in" filter="wipe(left)">
                                      <p:cBhvr>
                                        <p:cTn id="60" dur="500"/>
                                        <p:tgtEl>
                                          <p:spTgt spid="90932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909329"/>
                                        </p:tgtEl>
                                        <p:attrNameLst>
                                          <p:attrName>style.visibility</p:attrName>
                                        </p:attrNameLst>
                                      </p:cBhvr>
                                      <p:to>
                                        <p:strVal val="visible"/>
                                      </p:to>
                                    </p:set>
                                    <p:animEffect transition="in" filter="wipe(left)">
                                      <p:cBhvr>
                                        <p:cTn id="65" dur="500"/>
                                        <p:tgtEl>
                                          <p:spTgt spid="90932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909331"/>
                                        </p:tgtEl>
                                        <p:attrNameLst>
                                          <p:attrName>style.visibility</p:attrName>
                                        </p:attrNameLst>
                                      </p:cBhvr>
                                      <p:to>
                                        <p:strVal val="visible"/>
                                      </p:to>
                                    </p:set>
                                    <p:animEffect transition="in" filter="wipe(left)">
                                      <p:cBhvr>
                                        <p:cTn id="70" dur="500"/>
                                        <p:tgtEl>
                                          <p:spTgt spid="90933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909333"/>
                                        </p:tgtEl>
                                        <p:attrNameLst>
                                          <p:attrName>style.visibility</p:attrName>
                                        </p:attrNameLst>
                                      </p:cBhvr>
                                      <p:to>
                                        <p:strVal val="visible"/>
                                      </p:to>
                                    </p:set>
                                    <p:animEffect transition="in" filter="wipe(left)">
                                      <p:cBhvr>
                                        <p:cTn id="75" dur="500"/>
                                        <p:tgtEl>
                                          <p:spTgt spid="90933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909334"/>
                                        </p:tgtEl>
                                        <p:attrNameLst>
                                          <p:attrName>style.visibility</p:attrName>
                                        </p:attrNameLst>
                                      </p:cBhvr>
                                      <p:to>
                                        <p:strVal val="visible"/>
                                      </p:to>
                                    </p:set>
                                    <p:animEffect transition="in" filter="wipe(left)">
                                      <p:cBhvr>
                                        <p:cTn id="80" dur="500"/>
                                        <p:tgtEl>
                                          <p:spTgt spid="90933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909335"/>
                                        </p:tgtEl>
                                        <p:attrNameLst>
                                          <p:attrName>style.visibility</p:attrName>
                                        </p:attrNameLst>
                                      </p:cBhvr>
                                      <p:to>
                                        <p:strVal val="visible"/>
                                      </p:to>
                                    </p:set>
                                    <p:animEffect transition="in" filter="wipe(left)">
                                      <p:cBhvr>
                                        <p:cTn id="85" dur="500"/>
                                        <p:tgtEl>
                                          <p:spTgt spid="90933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909336"/>
                                        </p:tgtEl>
                                        <p:attrNameLst>
                                          <p:attrName>style.visibility</p:attrName>
                                        </p:attrNameLst>
                                      </p:cBhvr>
                                      <p:to>
                                        <p:strVal val="visible"/>
                                      </p:to>
                                    </p:set>
                                    <p:animEffect transition="in" filter="wipe(left)">
                                      <p:cBhvr>
                                        <p:cTn id="90" dur="500"/>
                                        <p:tgtEl>
                                          <p:spTgt spid="909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5" grpId="0" autoUpdateAnimBg="0"/>
      <p:bldP spid="909318" grpId="0" autoUpdateAnimBg="0"/>
      <p:bldP spid="909319" grpId="0" autoUpdateAnimBg="0"/>
      <p:bldP spid="90933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741B3CAC-5D54-4EA3-880A-9968B873B953}" type="slidenum">
              <a:rPr lang="zh-CN" altLang="en-US"/>
              <a:pPr/>
              <a:t>9</a:t>
            </a:fld>
            <a:endParaRPr lang="zh-CN" altLang="en-US"/>
          </a:p>
        </p:txBody>
      </p:sp>
      <p:sp>
        <p:nvSpPr>
          <p:cNvPr id="924675" name="Text Box 3"/>
          <p:cNvSpPr txBox="1">
            <a:spLocks noChangeArrowheads="1"/>
          </p:cNvSpPr>
          <p:nvPr/>
        </p:nvSpPr>
        <p:spPr bwMode="auto">
          <a:xfrm>
            <a:off x="381000" y="177800"/>
            <a:ext cx="2819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例2 </a:t>
            </a:r>
            <a:r>
              <a:rPr lang="zh-CN" altLang="en-US">
                <a:cs typeface="Times New Roman" panose="02020603050405020304" pitchFamily="18" charset="0"/>
              </a:rPr>
              <a:t>设二次型</a:t>
            </a:r>
            <a:r>
              <a:rPr lang="zh-CN" altLang="en-US"/>
              <a:t> </a:t>
            </a:r>
          </a:p>
        </p:txBody>
      </p:sp>
      <p:graphicFrame>
        <p:nvGraphicFramePr>
          <p:cNvPr id="924676" name="Object 4"/>
          <p:cNvGraphicFramePr>
            <a:graphicFrameLocks noChangeAspect="1"/>
          </p:cNvGraphicFramePr>
          <p:nvPr/>
        </p:nvGraphicFramePr>
        <p:xfrm>
          <a:off x="990600" y="685800"/>
          <a:ext cx="5497513" cy="576263"/>
        </p:xfrm>
        <a:graphic>
          <a:graphicData uri="http://schemas.openxmlformats.org/presentationml/2006/ole">
            <mc:AlternateContent xmlns:mc="http://schemas.openxmlformats.org/markup-compatibility/2006">
              <mc:Choice xmlns:v="urn:schemas-microsoft-com:vml" Requires="v">
                <p:oleObj spid="_x0000_s924701" name="Equation" r:id="rId3" imgW="2273040" imgH="241200" progId="Equation.3">
                  <p:embed/>
                </p:oleObj>
              </mc:Choice>
              <mc:Fallback>
                <p:oleObj name="Equation" r:id="rId3" imgW="2273040" imgH="24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685800"/>
                        <a:ext cx="5497513"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677" name="Text Box 5"/>
          <p:cNvSpPr txBox="1">
            <a:spLocks noChangeArrowheads="1"/>
          </p:cNvSpPr>
          <p:nvPr/>
        </p:nvSpPr>
        <p:spPr bwMode="auto">
          <a:xfrm>
            <a:off x="381000" y="1295400"/>
            <a:ext cx="4038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的矩阵</a:t>
            </a:r>
            <a:r>
              <a:rPr lang="en-US" altLang="zh-CN" i="1">
                <a:latin typeface="Times New Roman" panose="02020603050405020304" pitchFamily="18" charset="0"/>
              </a:rPr>
              <a:t>A</a:t>
            </a:r>
            <a:r>
              <a:rPr lang="zh-CN" altLang="en-US"/>
              <a:t>和二次型的秩，</a:t>
            </a:r>
          </a:p>
        </p:txBody>
      </p:sp>
      <p:sp>
        <p:nvSpPr>
          <p:cNvPr id="924678" name="Text Box 6"/>
          <p:cNvSpPr txBox="1">
            <a:spLocks noChangeArrowheads="1"/>
          </p:cNvSpPr>
          <p:nvPr/>
        </p:nvSpPr>
        <p:spPr bwMode="auto">
          <a:xfrm>
            <a:off x="381000" y="18034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924693" name="Object 21"/>
          <p:cNvGraphicFramePr>
            <a:graphicFrameLocks noChangeAspect="1"/>
          </p:cNvGraphicFramePr>
          <p:nvPr/>
        </p:nvGraphicFramePr>
        <p:xfrm>
          <a:off x="4191000" y="1244600"/>
          <a:ext cx="4038600" cy="628650"/>
        </p:xfrm>
        <a:graphic>
          <a:graphicData uri="http://schemas.openxmlformats.org/presentationml/2006/ole">
            <mc:AlternateContent xmlns:mc="http://schemas.openxmlformats.org/markup-compatibility/2006">
              <mc:Choice xmlns:v="urn:schemas-microsoft-com:vml" Requires="v">
                <p:oleObj spid="_x0000_s924702" name="Document" r:id="rId5" imgW="1557000" imgH="228600" progId="Word.Document.8">
                  <p:embed/>
                </p:oleObj>
              </mc:Choice>
              <mc:Fallback>
                <p:oleObj name="Document" r:id="rId5" imgW="1557000" imgH="228600" progId="Word.Document.8">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244600"/>
                        <a:ext cx="40386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694" name="Object 22"/>
          <p:cNvGraphicFramePr>
            <a:graphicFrameLocks noChangeAspect="1"/>
          </p:cNvGraphicFramePr>
          <p:nvPr/>
        </p:nvGraphicFramePr>
        <p:xfrm>
          <a:off x="1143000" y="1803400"/>
          <a:ext cx="5497513" cy="576263"/>
        </p:xfrm>
        <a:graphic>
          <a:graphicData uri="http://schemas.openxmlformats.org/presentationml/2006/ole">
            <mc:AlternateContent xmlns:mc="http://schemas.openxmlformats.org/markup-compatibility/2006">
              <mc:Choice xmlns:v="urn:schemas-microsoft-com:vml" Requires="v">
                <p:oleObj spid="_x0000_s924703" name="Equation" r:id="rId7" imgW="2273040" imgH="241200" progId="Equation.3">
                  <p:embed/>
                </p:oleObj>
              </mc:Choice>
              <mc:Fallback>
                <p:oleObj name="Equation" r:id="rId7" imgW="2273040" imgH="24120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1803400"/>
                        <a:ext cx="5497513"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695" name="Object 23"/>
          <p:cNvGraphicFramePr>
            <a:graphicFrameLocks noChangeAspect="1"/>
          </p:cNvGraphicFramePr>
          <p:nvPr/>
        </p:nvGraphicFramePr>
        <p:xfrm>
          <a:off x="381000" y="2336800"/>
          <a:ext cx="3316288" cy="1819275"/>
        </p:xfrm>
        <a:graphic>
          <a:graphicData uri="http://schemas.openxmlformats.org/presentationml/2006/ole">
            <mc:AlternateContent xmlns:mc="http://schemas.openxmlformats.org/markup-compatibility/2006">
              <mc:Choice xmlns:v="urn:schemas-microsoft-com:vml" Requires="v">
                <p:oleObj spid="_x0000_s924704" name="Equation" r:id="rId9" imgW="1371600" imgH="761760" progId="Equation.3">
                  <p:embed/>
                </p:oleObj>
              </mc:Choice>
              <mc:Fallback>
                <p:oleObj name="Equation" r:id="rId9" imgW="1371600" imgH="761760"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336800"/>
                        <a:ext cx="3316288" cy="181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696" name="Object 24"/>
          <p:cNvGraphicFramePr>
            <a:graphicFrameLocks noChangeAspect="1"/>
          </p:cNvGraphicFramePr>
          <p:nvPr/>
        </p:nvGraphicFramePr>
        <p:xfrm>
          <a:off x="3489325" y="2438400"/>
          <a:ext cx="5343525" cy="1697038"/>
        </p:xfrm>
        <a:graphic>
          <a:graphicData uri="http://schemas.openxmlformats.org/presentationml/2006/ole">
            <mc:AlternateContent xmlns:mc="http://schemas.openxmlformats.org/markup-compatibility/2006">
              <mc:Choice xmlns:v="urn:schemas-microsoft-com:vml" Requires="v">
                <p:oleObj spid="_x0000_s924705" name="Equation" r:id="rId11" imgW="2209680" imgH="711000" progId="Equation.3">
                  <p:embed/>
                </p:oleObj>
              </mc:Choice>
              <mc:Fallback>
                <p:oleObj name="Equation" r:id="rId11" imgW="2209680" imgH="711000" progId="Equation.3">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89325" y="2438400"/>
                        <a:ext cx="5343525" cy="169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697" name="Text Box 25"/>
          <p:cNvSpPr txBox="1">
            <a:spLocks noChangeArrowheads="1"/>
          </p:cNvSpPr>
          <p:nvPr/>
        </p:nvSpPr>
        <p:spPr bwMode="auto">
          <a:xfrm>
            <a:off x="304800" y="4216400"/>
            <a:ext cx="4267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所以二次型</a:t>
            </a:r>
            <a:r>
              <a:rPr lang="zh-CN" altLang="en-US" sz="1600"/>
              <a:t> </a:t>
            </a:r>
            <a:r>
              <a:rPr lang="en-US" altLang="zh-CN" i="1">
                <a:latin typeface="Times New Roman" panose="02020603050405020304" pitchFamily="18" charset="0"/>
              </a:rPr>
              <a:t>f</a:t>
            </a:r>
            <a:r>
              <a:rPr lang="en-US" altLang="zh-CN" sz="1600" i="1">
                <a:latin typeface="Times New Roman" panose="02020603050405020304" pitchFamily="18" charset="0"/>
              </a:rPr>
              <a:t> </a:t>
            </a:r>
            <a:r>
              <a:rPr lang="zh-CN" altLang="en-US"/>
              <a:t>的矩阵为</a:t>
            </a:r>
          </a:p>
        </p:txBody>
      </p:sp>
      <p:graphicFrame>
        <p:nvGraphicFramePr>
          <p:cNvPr id="924698" name="Object 26"/>
          <p:cNvGraphicFramePr>
            <a:graphicFrameLocks noChangeAspect="1"/>
          </p:cNvGraphicFramePr>
          <p:nvPr/>
        </p:nvGraphicFramePr>
        <p:xfrm>
          <a:off x="381000" y="4800600"/>
          <a:ext cx="3071813" cy="1697038"/>
        </p:xfrm>
        <a:graphic>
          <a:graphicData uri="http://schemas.openxmlformats.org/presentationml/2006/ole">
            <mc:AlternateContent xmlns:mc="http://schemas.openxmlformats.org/markup-compatibility/2006">
              <mc:Choice xmlns:v="urn:schemas-microsoft-com:vml" Requires="v">
                <p:oleObj spid="_x0000_s924706" name="Equation" r:id="rId13" imgW="1269720" imgH="711000" progId="Equation.3">
                  <p:embed/>
                </p:oleObj>
              </mc:Choice>
              <mc:Fallback>
                <p:oleObj name="Equation" r:id="rId13" imgW="1269720" imgH="711000"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4800600"/>
                        <a:ext cx="3071813" cy="169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699" name="Object 27"/>
          <p:cNvGraphicFramePr>
            <a:graphicFrameLocks noChangeAspect="1"/>
          </p:cNvGraphicFramePr>
          <p:nvPr/>
        </p:nvGraphicFramePr>
        <p:xfrm>
          <a:off x="3429000" y="4800600"/>
          <a:ext cx="3594100" cy="1757363"/>
        </p:xfrm>
        <a:graphic>
          <a:graphicData uri="http://schemas.openxmlformats.org/presentationml/2006/ole">
            <mc:AlternateContent xmlns:mc="http://schemas.openxmlformats.org/markup-compatibility/2006">
              <mc:Choice xmlns:v="urn:schemas-microsoft-com:vml" Requires="v">
                <p:oleObj spid="_x0000_s924707" name="Equation" r:id="rId15" imgW="1485720" imgH="736560" progId="Equation.3">
                  <p:embed/>
                </p:oleObj>
              </mc:Choice>
              <mc:Fallback>
                <p:oleObj name="Equation" r:id="rId15" imgW="1485720" imgH="736560" progId="Equation.3">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9000" y="4800600"/>
                        <a:ext cx="3594100" cy="175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700" name="Object 28"/>
          <p:cNvGraphicFramePr>
            <a:graphicFrameLocks noChangeAspect="1"/>
          </p:cNvGraphicFramePr>
          <p:nvPr/>
        </p:nvGraphicFramePr>
        <p:xfrm>
          <a:off x="7181850" y="5465763"/>
          <a:ext cx="1504950" cy="484187"/>
        </p:xfrm>
        <a:graphic>
          <a:graphicData uri="http://schemas.openxmlformats.org/presentationml/2006/ole">
            <mc:AlternateContent xmlns:mc="http://schemas.openxmlformats.org/markup-compatibility/2006">
              <mc:Choice xmlns:v="urn:schemas-microsoft-com:vml" Requires="v">
                <p:oleObj spid="_x0000_s924708" name="Equation" r:id="rId17" imgW="622080" imgH="203040" progId="Equation.3">
                  <p:embed/>
                </p:oleObj>
              </mc:Choice>
              <mc:Fallback>
                <p:oleObj name="Equation" r:id="rId17" imgW="622080" imgH="203040" progId="Equation.3">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81850" y="5465763"/>
                        <a:ext cx="1504950" cy="48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4675"/>
                                        </p:tgtEl>
                                        <p:attrNameLst>
                                          <p:attrName>style.visibility</p:attrName>
                                        </p:attrNameLst>
                                      </p:cBhvr>
                                      <p:to>
                                        <p:strVal val="visible"/>
                                      </p:to>
                                    </p:set>
                                    <p:animEffect transition="in" filter="wipe(left)">
                                      <p:cBhvr>
                                        <p:cTn id="7" dur="500"/>
                                        <p:tgtEl>
                                          <p:spTgt spid="92467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24676"/>
                                        </p:tgtEl>
                                        <p:attrNameLst>
                                          <p:attrName>style.visibility</p:attrName>
                                        </p:attrNameLst>
                                      </p:cBhvr>
                                      <p:to>
                                        <p:strVal val="visible"/>
                                      </p:to>
                                    </p:set>
                                    <p:animEffect transition="in" filter="wipe(left)">
                                      <p:cBhvr>
                                        <p:cTn id="11" dur="500"/>
                                        <p:tgtEl>
                                          <p:spTgt spid="924676"/>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24677"/>
                                        </p:tgtEl>
                                        <p:attrNameLst>
                                          <p:attrName>style.visibility</p:attrName>
                                        </p:attrNameLst>
                                      </p:cBhvr>
                                      <p:to>
                                        <p:strVal val="visible"/>
                                      </p:to>
                                    </p:set>
                                    <p:animEffect transition="in" filter="wipe(left)">
                                      <p:cBhvr>
                                        <p:cTn id="15" dur="500"/>
                                        <p:tgtEl>
                                          <p:spTgt spid="92467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924693"/>
                                        </p:tgtEl>
                                        <p:attrNameLst>
                                          <p:attrName>style.visibility</p:attrName>
                                        </p:attrNameLst>
                                      </p:cBhvr>
                                      <p:to>
                                        <p:strVal val="visible"/>
                                      </p:to>
                                    </p:set>
                                    <p:animEffect transition="in" filter="wipe(left)">
                                      <p:cBhvr>
                                        <p:cTn id="19" dur="500"/>
                                        <p:tgtEl>
                                          <p:spTgt spid="92469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24678"/>
                                        </p:tgtEl>
                                        <p:attrNameLst>
                                          <p:attrName>style.visibility</p:attrName>
                                        </p:attrNameLst>
                                      </p:cBhvr>
                                      <p:to>
                                        <p:strVal val="visible"/>
                                      </p:to>
                                    </p:set>
                                    <p:animEffect transition="in" filter="wipe(left)">
                                      <p:cBhvr>
                                        <p:cTn id="24" dur="500"/>
                                        <p:tgtEl>
                                          <p:spTgt spid="92467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924694"/>
                                        </p:tgtEl>
                                        <p:attrNameLst>
                                          <p:attrName>style.visibility</p:attrName>
                                        </p:attrNameLst>
                                      </p:cBhvr>
                                      <p:to>
                                        <p:strVal val="visible"/>
                                      </p:to>
                                    </p:set>
                                    <p:animEffect transition="in" filter="wipe(left)">
                                      <p:cBhvr>
                                        <p:cTn id="29" dur="500"/>
                                        <p:tgtEl>
                                          <p:spTgt spid="92469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924695"/>
                                        </p:tgtEl>
                                        <p:attrNameLst>
                                          <p:attrName>style.visibility</p:attrName>
                                        </p:attrNameLst>
                                      </p:cBhvr>
                                      <p:to>
                                        <p:strVal val="visible"/>
                                      </p:to>
                                    </p:set>
                                    <p:animEffect transition="in" filter="wipe(left)">
                                      <p:cBhvr>
                                        <p:cTn id="34" dur="500"/>
                                        <p:tgtEl>
                                          <p:spTgt spid="92469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924696"/>
                                        </p:tgtEl>
                                        <p:attrNameLst>
                                          <p:attrName>style.visibility</p:attrName>
                                        </p:attrNameLst>
                                      </p:cBhvr>
                                      <p:to>
                                        <p:strVal val="visible"/>
                                      </p:to>
                                    </p:set>
                                    <p:animEffect transition="in" filter="wipe(left)">
                                      <p:cBhvr>
                                        <p:cTn id="39" dur="500"/>
                                        <p:tgtEl>
                                          <p:spTgt spid="92469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24697"/>
                                        </p:tgtEl>
                                        <p:attrNameLst>
                                          <p:attrName>style.visibility</p:attrName>
                                        </p:attrNameLst>
                                      </p:cBhvr>
                                      <p:to>
                                        <p:strVal val="visible"/>
                                      </p:to>
                                    </p:set>
                                    <p:animEffect transition="in" filter="wipe(left)">
                                      <p:cBhvr>
                                        <p:cTn id="44" dur="500"/>
                                        <p:tgtEl>
                                          <p:spTgt spid="92469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924698"/>
                                        </p:tgtEl>
                                        <p:attrNameLst>
                                          <p:attrName>style.visibility</p:attrName>
                                        </p:attrNameLst>
                                      </p:cBhvr>
                                      <p:to>
                                        <p:strVal val="visible"/>
                                      </p:to>
                                    </p:set>
                                    <p:animEffect transition="in" filter="wipe(left)">
                                      <p:cBhvr>
                                        <p:cTn id="49" dur="500"/>
                                        <p:tgtEl>
                                          <p:spTgt spid="92469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924699"/>
                                        </p:tgtEl>
                                        <p:attrNameLst>
                                          <p:attrName>style.visibility</p:attrName>
                                        </p:attrNameLst>
                                      </p:cBhvr>
                                      <p:to>
                                        <p:strVal val="visible"/>
                                      </p:to>
                                    </p:set>
                                    <p:animEffect transition="in" filter="wipe(left)">
                                      <p:cBhvr>
                                        <p:cTn id="54" dur="500"/>
                                        <p:tgtEl>
                                          <p:spTgt spid="92469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924700"/>
                                        </p:tgtEl>
                                        <p:attrNameLst>
                                          <p:attrName>style.visibility</p:attrName>
                                        </p:attrNameLst>
                                      </p:cBhvr>
                                      <p:to>
                                        <p:strVal val="visible"/>
                                      </p:to>
                                    </p:set>
                                    <p:animEffect transition="in" filter="wipe(left)">
                                      <p:cBhvr>
                                        <p:cTn id="59" dur="500"/>
                                        <p:tgtEl>
                                          <p:spTgt spid="924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5" grpId="0" autoUpdateAnimBg="0"/>
      <p:bldP spid="924677" grpId="0" autoUpdateAnimBg="0"/>
      <p:bldP spid="924678" grpId="0" autoUpdateAnimBg="0"/>
      <p:bldP spid="92469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fld id="{42819988-EC30-4DA3-A3B5-CA5728B193A8}" type="slidenum">
              <a:rPr lang="zh-CN" altLang="en-US"/>
              <a:pPr/>
              <a:t>10</a:t>
            </a:fld>
            <a:endParaRPr lang="zh-CN" altLang="en-US"/>
          </a:p>
        </p:txBody>
      </p:sp>
      <p:sp>
        <p:nvSpPr>
          <p:cNvPr id="944130" name="Rectangle 2"/>
          <p:cNvSpPr>
            <a:spLocks noGrp="1" noChangeArrowheads="1"/>
          </p:cNvSpPr>
          <p:nvPr>
            <p:ph type="title"/>
          </p:nvPr>
        </p:nvSpPr>
        <p:spPr>
          <a:xfrm>
            <a:off x="76200" y="152400"/>
            <a:ext cx="3429000" cy="609600"/>
          </a:xfrm>
        </p:spPr>
        <p:txBody>
          <a:bodyPr/>
          <a:lstStyle/>
          <a:p>
            <a:pPr algn="l"/>
            <a:r>
              <a:rPr lang="zh-CN" altLang="en-US" sz="3200" b="1">
                <a:solidFill>
                  <a:srgbClr val="0033CC"/>
                </a:solidFill>
                <a:latin typeface="黑体" panose="02010609060101010101" pitchFamily="49" charset="-122"/>
                <a:ea typeface="黑体" panose="02010609060101010101" pitchFamily="49" charset="-122"/>
              </a:rPr>
              <a:t>(二) 线性变换</a:t>
            </a:r>
          </a:p>
        </p:txBody>
      </p:sp>
      <p:graphicFrame>
        <p:nvGraphicFramePr>
          <p:cNvPr id="944148" name="Object 20"/>
          <p:cNvGraphicFramePr>
            <a:graphicFrameLocks noChangeAspect="1"/>
          </p:cNvGraphicFramePr>
          <p:nvPr/>
        </p:nvGraphicFramePr>
        <p:xfrm>
          <a:off x="2209800" y="1447800"/>
          <a:ext cx="3581400" cy="571500"/>
        </p:xfrm>
        <a:graphic>
          <a:graphicData uri="http://schemas.openxmlformats.org/presentationml/2006/ole">
            <mc:AlternateContent xmlns:mc="http://schemas.openxmlformats.org/markup-compatibility/2006">
              <mc:Choice xmlns:v="urn:schemas-microsoft-com:vml" Requires="v">
                <p:oleObj spid="_x0000_s944155" name="Document" r:id="rId3" imgW="1296000" imgH="228600" progId="Word.Document.8">
                  <p:embed/>
                </p:oleObj>
              </mc:Choice>
              <mc:Fallback>
                <p:oleObj name="Document" r:id="rId3" imgW="1296000" imgH="228600" progId="Word.Document.8">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447800"/>
                        <a:ext cx="3581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49" name="Object 21"/>
          <p:cNvGraphicFramePr>
            <a:graphicFrameLocks noChangeAspect="1"/>
          </p:cNvGraphicFramePr>
          <p:nvPr/>
        </p:nvGraphicFramePr>
        <p:xfrm>
          <a:off x="2209800" y="2667000"/>
          <a:ext cx="3429000" cy="1128713"/>
        </p:xfrm>
        <a:graphic>
          <a:graphicData uri="http://schemas.openxmlformats.org/presentationml/2006/ole">
            <mc:AlternateContent xmlns:mc="http://schemas.openxmlformats.org/markup-compatibility/2006">
              <mc:Choice xmlns:v="urn:schemas-microsoft-com:vml" Requires="v">
                <p:oleObj spid="_x0000_s944156" name="Equation" r:id="rId5" imgW="1422360" imgH="469800" progId="Equation.3">
                  <p:embed/>
                </p:oleObj>
              </mc:Choice>
              <mc:Fallback>
                <p:oleObj name="Equation" r:id="rId5" imgW="1422360" imgH="4698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2667000"/>
                        <a:ext cx="3429000" cy="1128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4150" name="Object 22"/>
          <p:cNvGraphicFramePr>
            <a:graphicFrameLocks noChangeAspect="1"/>
          </p:cNvGraphicFramePr>
          <p:nvPr/>
        </p:nvGraphicFramePr>
        <p:xfrm>
          <a:off x="304800" y="3886200"/>
          <a:ext cx="7243763" cy="554038"/>
        </p:xfrm>
        <a:graphic>
          <a:graphicData uri="http://schemas.openxmlformats.org/presentationml/2006/ole">
            <mc:AlternateContent xmlns:mc="http://schemas.openxmlformats.org/markup-compatibility/2006">
              <mc:Choice xmlns:v="urn:schemas-microsoft-com:vml" Requires="v">
                <p:oleObj spid="_x0000_s944157" name="Document" r:id="rId7" imgW="2955240" imgH="222840" progId="Word.Document.8">
                  <p:embed/>
                </p:oleObj>
              </mc:Choice>
              <mc:Fallback>
                <p:oleObj name="Document" r:id="rId7" imgW="2955240" imgH="222840" progId="Word.Document.8">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3886200"/>
                        <a:ext cx="7243763"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51" name="Object 23"/>
          <p:cNvGraphicFramePr>
            <a:graphicFrameLocks noChangeAspect="1"/>
          </p:cNvGraphicFramePr>
          <p:nvPr/>
        </p:nvGraphicFramePr>
        <p:xfrm>
          <a:off x="2590800" y="4495800"/>
          <a:ext cx="2743200" cy="555625"/>
        </p:xfrm>
        <a:graphic>
          <a:graphicData uri="http://schemas.openxmlformats.org/presentationml/2006/ole">
            <mc:AlternateContent xmlns:mc="http://schemas.openxmlformats.org/markup-compatibility/2006">
              <mc:Choice xmlns:v="urn:schemas-microsoft-com:vml" Requires="v">
                <p:oleObj spid="_x0000_s944158" name="Equation" r:id="rId9" imgW="1130040" imgH="228600" progId="Equation.3">
                  <p:embed/>
                </p:oleObj>
              </mc:Choice>
              <mc:Fallback>
                <p:oleObj name="Equation" r:id="rId9" imgW="1130040" imgH="228600"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4495800"/>
                        <a:ext cx="2743200"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4152" name="Object 24"/>
          <p:cNvGraphicFramePr>
            <a:graphicFrameLocks noChangeAspect="1"/>
          </p:cNvGraphicFramePr>
          <p:nvPr/>
        </p:nvGraphicFramePr>
        <p:xfrm>
          <a:off x="381000" y="5181600"/>
          <a:ext cx="7866063" cy="933450"/>
        </p:xfrm>
        <a:graphic>
          <a:graphicData uri="http://schemas.openxmlformats.org/presentationml/2006/ole">
            <mc:AlternateContent xmlns:mc="http://schemas.openxmlformats.org/markup-compatibility/2006">
              <mc:Choice xmlns:v="urn:schemas-microsoft-com:vml" Requires="v">
                <p:oleObj spid="_x0000_s944159" name="Document" r:id="rId11" imgW="3143160" imgH="376200" progId="Word.Document.8">
                  <p:embed/>
                </p:oleObj>
              </mc:Choice>
              <mc:Fallback>
                <p:oleObj name="Document" r:id="rId11" imgW="3143160" imgH="376200" progId="Word.Document.8">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5181600"/>
                        <a:ext cx="7866063"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4153" name="Text Box 25"/>
          <p:cNvSpPr txBox="1">
            <a:spLocks noChangeArrowheads="1"/>
          </p:cNvSpPr>
          <p:nvPr/>
        </p:nvSpPr>
        <p:spPr bwMode="auto">
          <a:xfrm>
            <a:off x="304800" y="914400"/>
            <a:ext cx="7162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在平面解析几何中，为了确定二次方程</a:t>
            </a:r>
            <a:r>
              <a:rPr lang="zh-CN" altLang="en-US"/>
              <a:t> </a:t>
            </a:r>
          </a:p>
        </p:txBody>
      </p:sp>
      <p:sp>
        <p:nvSpPr>
          <p:cNvPr id="944154" name="Text Box 26"/>
          <p:cNvSpPr txBox="1">
            <a:spLocks noChangeArrowheads="1"/>
          </p:cNvSpPr>
          <p:nvPr/>
        </p:nvSpPr>
        <p:spPr bwMode="auto">
          <a:xfrm>
            <a:off x="304800" y="2057400"/>
            <a:ext cx="701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所表示的曲线的性态，通常利用转轴公式：</a:t>
            </a:r>
            <a:r>
              <a:rPr lang="zh-CN" altLang="en-US"/>
              <a:t> </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30"/>
                                        </p:tgtEl>
                                        <p:attrNameLst>
                                          <p:attrName>style.visibility</p:attrName>
                                        </p:attrNameLst>
                                      </p:cBhvr>
                                      <p:to>
                                        <p:strVal val="visible"/>
                                      </p:to>
                                    </p:set>
                                    <p:animEffect transition="in" filter="wipe(left)">
                                      <p:cBhvr>
                                        <p:cTn id="7" dur="500"/>
                                        <p:tgtEl>
                                          <p:spTgt spid="944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4153"/>
                                        </p:tgtEl>
                                        <p:attrNameLst>
                                          <p:attrName>style.visibility</p:attrName>
                                        </p:attrNameLst>
                                      </p:cBhvr>
                                      <p:to>
                                        <p:strVal val="visible"/>
                                      </p:to>
                                    </p:set>
                                    <p:animEffect transition="in" filter="wipe(left)">
                                      <p:cBhvr>
                                        <p:cTn id="12" dur="500"/>
                                        <p:tgtEl>
                                          <p:spTgt spid="94415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944148"/>
                                        </p:tgtEl>
                                        <p:attrNameLst>
                                          <p:attrName>style.visibility</p:attrName>
                                        </p:attrNameLst>
                                      </p:cBhvr>
                                      <p:to>
                                        <p:strVal val="visible"/>
                                      </p:to>
                                    </p:set>
                                    <p:animEffect transition="in" filter="wipe(left)">
                                      <p:cBhvr>
                                        <p:cTn id="16" dur="500"/>
                                        <p:tgtEl>
                                          <p:spTgt spid="944148"/>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944154"/>
                                        </p:tgtEl>
                                        <p:attrNameLst>
                                          <p:attrName>style.visibility</p:attrName>
                                        </p:attrNameLst>
                                      </p:cBhvr>
                                      <p:to>
                                        <p:strVal val="visible"/>
                                      </p:to>
                                    </p:set>
                                    <p:animEffect transition="in" filter="wipe(left)">
                                      <p:cBhvr>
                                        <p:cTn id="20" dur="500"/>
                                        <p:tgtEl>
                                          <p:spTgt spid="94415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944149"/>
                                        </p:tgtEl>
                                        <p:attrNameLst>
                                          <p:attrName>style.visibility</p:attrName>
                                        </p:attrNameLst>
                                      </p:cBhvr>
                                      <p:to>
                                        <p:strVal val="visible"/>
                                      </p:to>
                                    </p:set>
                                    <p:animEffect transition="in" filter="wipe(left)">
                                      <p:cBhvr>
                                        <p:cTn id="25" dur="500"/>
                                        <p:tgtEl>
                                          <p:spTgt spid="94414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44150"/>
                                        </p:tgtEl>
                                        <p:attrNameLst>
                                          <p:attrName>style.visibility</p:attrName>
                                        </p:attrNameLst>
                                      </p:cBhvr>
                                      <p:to>
                                        <p:strVal val="visible"/>
                                      </p:to>
                                    </p:set>
                                    <p:animEffect transition="in" filter="wipe(left)">
                                      <p:cBhvr>
                                        <p:cTn id="30" dur="500"/>
                                        <p:tgtEl>
                                          <p:spTgt spid="94415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44151"/>
                                        </p:tgtEl>
                                        <p:attrNameLst>
                                          <p:attrName>style.visibility</p:attrName>
                                        </p:attrNameLst>
                                      </p:cBhvr>
                                      <p:to>
                                        <p:strVal val="visible"/>
                                      </p:to>
                                    </p:set>
                                    <p:animEffect transition="in" filter="wipe(left)">
                                      <p:cBhvr>
                                        <p:cTn id="35" dur="500"/>
                                        <p:tgtEl>
                                          <p:spTgt spid="9441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44152"/>
                                        </p:tgtEl>
                                        <p:attrNameLst>
                                          <p:attrName>style.visibility</p:attrName>
                                        </p:attrNameLst>
                                      </p:cBhvr>
                                      <p:to>
                                        <p:strVal val="visible"/>
                                      </p:to>
                                    </p:set>
                                    <p:animEffect transition="in" filter="wipe(left)">
                                      <p:cBhvr>
                                        <p:cTn id="40" dur="500"/>
                                        <p:tgtEl>
                                          <p:spTgt spid="944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0" grpId="0" autoUpdateAnimBg="0"/>
      <p:bldP spid="944153" grpId="0" autoUpdateAnimBg="0"/>
      <p:bldP spid="94415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4BACC0F9-5C83-4A9B-8B85-FBEF28A6854A}" type="slidenum">
              <a:rPr lang="zh-CN" altLang="en-US"/>
              <a:pPr/>
              <a:t>11</a:t>
            </a:fld>
            <a:endParaRPr lang="zh-CN" altLang="en-US"/>
          </a:p>
        </p:txBody>
      </p:sp>
      <p:sp>
        <p:nvSpPr>
          <p:cNvPr id="910339" name="Text Box 3"/>
          <p:cNvSpPr txBox="1">
            <a:spLocks noChangeArrowheads="1"/>
          </p:cNvSpPr>
          <p:nvPr/>
        </p:nvSpPr>
        <p:spPr bwMode="auto">
          <a:xfrm>
            <a:off x="228600" y="165100"/>
            <a:ext cx="2895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定义  </a:t>
            </a:r>
            <a:r>
              <a:rPr lang="zh-CN" altLang="en-US">
                <a:cs typeface="Times New Roman" panose="02020603050405020304" pitchFamily="18" charset="0"/>
              </a:rPr>
              <a:t>关系式</a:t>
            </a:r>
            <a:r>
              <a:rPr lang="zh-CN" altLang="en-US"/>
              <a:t> </a:t>
            </a:r>
          </a:p>
        </p:txBody>
      </p:sp>
      <p:graphicFrame>
        <p:nvGraphicFramePr>
          <p:cNvPr id="910340" name="Object 4"/>
          <p:cNvGraphicFramePr>
            <a:graphicFrameLocks noChangeAspect="1"/>
          </p:cNvGraphicFramePr>
          <p:nvPr/>
        </p:nvGraphicFramePr>
        <p:xfrm>
          <a:off x="1235075" y="657225"/>
          <a:ext cx="4997450" cy="2297113"/>
        </p:xfrm>
        <a:graphic>
          <a:graphicData uri="http://schemas.openxmlformats.org/presentationml/2006/ole">
            <mc:AlternateContent xmlns:mc="http://schemas.openxmlformats.org/markup-compatibility/2006">
              <mc:Choice xmlns:v="urn:schemas-microsoft-com:vml" Requires="v">
                <p:oleObj spid="_x0000_s910350" name="Equation" r:id="rId3" imgW="1968480" imgH="901440" progId="Equation.3">
                  <p:embed/>
                </p:oleObj>
              </mc:Choice>
              <mc:Fallback>
                <p:oleObj name="Equation" r:id="rId3" imgW="1968480" imgH="9014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5075" y="657225"/>
                        <a:ext cx="4997450" cy="229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0342" name="Object 6"/>
          <p:cNvGraphicFramePr>
            <a:graphicFrameLocks noChangeAspect="1"/>
          </p:cNvGraphicFramePr>
          <p:nvPr/>
        </p:nvGraphicFramePr>
        <p:xfrm>
          <a:off x="304800" y="2971800"/>
          <a:ext cx="8686800" cy="595313"/>
        </p:xfrm>
        <a:graphic>
          <a:graphicData uri="http://schemas.openxmlformats.org/presentationml/2006/ole">
            <mc:AlternateContent xmlns:mc="http://schemas.openxmlformats.org/markup-compatibility/2006">
              <mc:Choice xmlns:v="urn:schemas-microsoft-com:vml" Requires="v">
                <p:oleObj spid="_x0000_s910351" name="Document" r:id="rId5" imgW="3456360" imgH="228600" progId="Word.Document.8">
                  <p:embed/>
                </p:oleObj>
              </mc:Choice>
              <mc:Fallback>
                <p:oleObj name="Document" r:id="rId5" imgW="3456360" imgH="228600"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971800"/>
                        <a:ext cx="868680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0343" name="Text Box 7"/>
          <p:cNvSpPr txBox="1">
            <a:spLocks noChangeArrowheads="1"/>
          </p:cNvSpPr>
          <p:nvPr/>
        </p:nvSpPr>
        <p:spPr bwMode="auto">
          <a:xfrm>
            <a:off x="228600" y="35941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记</a:t>
            </a:r>
            <a:endParaRPr lang="zh-CN" altLang="en-US"/>
          </a:p>
        </p:txBody>
      </p:sp>
      <p:graphicFrame>
        <p:nvGraphicFramePr>
          <p:cNvPr id="910344" name="Object 8"/>
          <p:cNvGraphicFramePr>
            <a:graphicFrameLocks noChangeAspect="1"/>
          </p:cNvGraphicFramePr>
          <p:nvPr/>
        </p:nvGraphicFramePr>
        <p:xfrm>
          <a:off x="762000" y="3594100"/>
          <a:ext cx="1736725" cy="2251075"/>
        </p:xfrm>
        <a:graphic>
          <a:graphicData uri="http://schemas.openxmlformats.org/presentationml/2006/ole">
            <mc:AlternateContent xmlns:mc="http://schemas.openxmlformats.org/markup-compatibility/2006">
              <mc:Choice xmlns:v="urn:schemas-microsoft-com:vml" Requires="v">
                <p:oleObj spid="_x0000_s910352" name="Equation" r:id="rId7" imgW="723600" imgH="939600" progId="Equation.3">
                  <p:embed/>
                </p:oleObj>
              </mc:Choice>
              <mc:Fallback>
                <p:oleObj name="Equation" r:id="rId7" imgW="723600" imgH="939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3594100"/>
                        <a:ext cx="1736725" cy="225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0346" name="Object 10"/>
          <p:cNvGraphicFramePr>
            <a:graphicFrameLocks noChangeAspect="1"/>
          </p:cNvGraphicFramePr>
          <p:nvPr/>
        </p:nvGraphicFramePr>
        <p:xfrm>
          <a:off x="4495800" y="3581400"/>
          <a:ext cx="3962400" cy="2251075"/>
        </p:xfrm>
        <a:graphic>
          <a:graphicData uri="http://schemas.openxmlformats.org/presentationml/2006/ole">
            <mc:AlternateContent xmlns:mc="http://schemas.openxmlformats.org/markup-compatibility/2006">
              <mc:Choice xmlns:v="urn:schemas-microsoft-com:vml" Requires="v">
                <p:oleObj spid="_x0000_s910353" name="Equation" r:id="rId9" imgW="1650960" imgH="939600" progId="Equation.3">
                  <p:embed/>
                </p:oleObj>
              </mc:Choice>
              <mc:Fallback>
                <p:oleObj name="Equation" r:id="rId9" imgW="1650960" imgH="939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5800" y="3581400"/>
                        <a:ext cx="3962400" cy="225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0347" name="Object 11"/>
          <p:cNvGraphicFramePr>
            <a:graphicFrameLocks noChangeAspect="1"/>
          </p:cNvGraphicFramePr>
          <p:nvPr/>
        </p:nvGraphicFramePr>
        <p:xfrm>
          <a:off x="2667000" y="3632200"/>
          <a:ext cx="1644650" cy="2251075"/>
        </p:xfrm>
        <a:graphic>
          <a:graphicData uri="http://schemas.openxmlformats.org/presentationml/2006/ole">
            <mc:AlternateContent xmlns:mc="http://schemas.openxmlformats.org/markup-compatibility/2006">
              <mc:Choice xmlns:v="urn:schemas-microsoft-com:vml" Requires="v">
                <p:oleObj spid="_x0000_s910354" name="Equation" r:id="rId11" imgW="685800" imgH="939600" progId="Equation.3">
                  <p:embed/>
                </p:oleObj>
              </mc:Choice>
              <mc:Fallback>
                <p:oleObj name="Equation" r:id="rId11" imgW="685800" imgH="939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67000" y="3632200"/>
                        <a:ext cx="1644650" cy="225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0348" name="Text Box 12"/>
          <p:cNvSpPr txBox="1">
            <a:spLocks noChangeArrowheads="1"/>
          </p:cNvSpPr>
          <p:nvPr/>
        </p:nvSpPr>
        <p:spPr bwMode="auto">
          <a:xfrm>
            <a:off x="304800" y="5867400"/>
            <a:ext cx="6248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则上述线性</a:t>
            </a:r>
            <a:r>
              <a:rPr lang="zh-CN" altLang="en-US">
                <a:latin typeface="Times New Roman" panose="02020603050405020304" pitchFamily="18" charset="0"/>
              </a:rPr>
              <a:t>变</a:t>
            </a:r>
            <a:r>
              <a:rPr lang="zh-CN" altLang="en-US"/>
              <a:t>换可以写成矩阵形式：</a:t>
            </a:r>
          </a:p>
        </p:txBody>
      </p:sp>
      <p:graphicFrame>
        <p:nvGraphicFramePr>
          <p:cNvPr id="910349" name="Object 13"/>
          <p:cNvGraphicFramePr>
            <a:graphicFrameLocks noChangeAspect="1"/>
          </p:cNvGraphicFramePr>
          <p:nvPr/>
        </p:nvGraphicFramePr>
        <p:xfrm>
          <a:off x="6172200" y="5908675"/>
          <a:ext cx="1676400" cy="547688"/>
        </p:xfrm>
        <a:graphic>
          <a:graphicData uri="http://schemas.openxmlformats.org/presentationml/2006/ole">
            <mc:AlternateContent xmlns:mc="http://schemas.openxmlformats.org/markup-compatibility/2006">
              <mc:Choice xmlns:v="urn:schemas-microsoft-com:vml" Requires="v">
                <p:oleObj spid="_x0000_s910355" name="Equation" r:id="rId13" imgW="622080" imgH="203040" progId="Equation.3">
                  <p:embed/>
                </p:oleObj>
              </mc:Choice>
              <mc:Fallback>
                <p:oleObj name="Equation" r:id="rId13" imgW="622080" imgH="20304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5908675"/>
                        <a:ext cx="16764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10339"/>
                                        </p:tgtEl>
                                        <p:attrNameLst>
                                          <p:attrName>style.visibility</p:attrName>
                                        </p:attrNameLst>
                                      </p:cBhvr>
                                      <p:to>
                                        <p:strVal val="visible"/>
                                      </p:to>
                                    </p:set>
                                    <p:animEffect transition="in" filter="wipe(left)">
                                      <p:cBhvr>
                                        <p:cTn id="7" dur="500"/>
                                        <p:tgtEl>
                                          <p:spTgt spid="910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0340"/>
                                        </p:tgtEl>
                                        <p:attrNameLst>
                                          <p:attrName>style.visibility</p:attrName>
                                        </p:attrNameLst>
                                      </p:cBhvr>
                                      <p:to>
                                        <p:strVal val="visible"/>
                                      </p:to>
                                    </p:set>
                                    <p:animEffect transition="in" filter="wipe(left)">
                                      <p:cBhvr>
                                        <p:cTn id="12" dur="500"/>
                                        <p:tgtEl>
                                          <p:spTgt spid="910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0342"/>
                                        </p:tgtEl>
                                        <p:attrNameLst>
                                          <p:attrName>style.visibility</p:attrName>
                                        </p:attrNameLst>
                                      </p:cBhvr>
                                      <p:to>
                                        <p:strVal val="visible"/>
                                      </p:to>
                                    </p:set>
                                    <p:animEffect transition="in" filter="wipe(left)">
                                      <p:cBhvr>
                                        <p:cTn id="17" dur="500"/>
                                        <p:tgtEl>
                                          <p:spTgt spid="9103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0343"/>
                                        </p:tgtEl>
                                        <p:attrNameLst>
                                          <p:attrName>style.visibility</p:attrName>
                                        </p:attrNameLst>
                                      </p:cBhvr>
                                      <p:to>
                                        <p:strVal val="visible"/>
                                      </p:to>
                                    </p:set>
                                    <p:animEffect transition="in" filter="wipe(left)">
                                      <p:cBhvr>
                                        <p:cTn id="22" dur="500"/>
                                        <p:tgtEl>
                                          <p:spTgt spid="9103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0344"/>
                                        </p:tgtEl>
                                        <p:attrNameLst>
                                          <p:attrName>style.visibility</p:attrName>
                                        </p:attrNameLst>
                                      </p:cBhvr>
                                      <p:to>
                                        <p:strVal val="visible"/>
                                      </p:to>
                                    </p:set>
                                    <p:animEffect transition="in" filter="wipe(left)">
                                      <p:cBhvr>
                                        <p:cTn id="27" dur="500"/>
                                        <p:tgtEl>
                                          <p:spTgt spid="9103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10347"/>
                                        </p:tgtEl>
                                        <p:attrNameLst>
                                          <p:attrName>style.visibility</p:attrName>
                                        </p:attrNameLst>
                                      </p:cBhvr>
                                      <p:to>
                                        <p:strVal val="visible"/>
                                      </p:to>
                                    </p:set>
                                    <p:animEffect transition="in" filter="wipe(left)">
                                      <p:cBhvr>
                                        <p:cTn id="32" dur="500"/>
                                        <p:tgtEl>
                                          <p:spTgt spid="9103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10346"/>
                                        </p:tgtEl>
                                        <p:attrNameLst>
                                          <p:attrName>style.visibility</p:attrName>
                                        </p:attrNameLst>
                                      </p:cBhvr>
                                      <p:to>
                                        <p:strVal val="visible"/>
                                      </p:to>
                                    </p:set>
                                    <p:animEffect transition="in" filter="wipe(left)">
                                      <p:cBhvr>
                                        <p:cTn id="37" dur="500"/>
                                        <p:tgtEl>
                                          <p:spTgt spid="9103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10348"/>
                                        </p:tgtEl>
                                        <p:attrNameLst>
                                          <p:attrName>style.visibility</p:attrName>
                                        </p:attrNameLst>
                                      </p:cBhvr>
                                      <p:to>
                                        <p:strVal val="visible"/>
                                      </p:to>
                                    </p:set>
                                    <p:animEffect transition="in" filter="wipe(left)">
                                      <p:cBhvr>
                                        <p:cTn id="42" dur="500"/>
                                        <p:tgtEl>
                                          <p:spTgt spid="9103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10349"/>
                                        </p:tgtEl>
                                        <p:attrNameLst>
                                          <p:attrName>style.visibility</p:attrName>
                                        </p:attrNameLst>
                                      </p:cBhvr>
                                      <p:to>
                                        <p:strVal val="visible"/>
                                      </p:to>
                                    </p:set>
                                    <p:animEffect transition="in" filter="wipe(left)">
                                      <p:cBhvr>
                                        <p:cTn id="47" dur="500"/>
                                        <p:tgtEl>
                                          <p:spTgt spid="910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339" grpId="0" autoUpdateAnimBg="0"/>
      <p:bldP spid="910343" grpId="0" autoUpdateAnimBg="0"/>
      <p:bldP spid="91034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23320BAE-FF40-4496-8C46-8FF816920B02}" type="slidenum">
              <a:rPr lang="zh-CN" altLang="en-US"/>
              <a:pPr/>
              <a:t>12</a:t>
            </a:fld>
            <a:endParaRPr lang="zh-CN" altLang="en-US"/>
          </a:p>
        </p:txBody>
      </p:sp>
      <p:graphicFrame>
        <p:nvGraphicFramePr>
          <p:cNvPr id="911362" name="Object 2"/>
          <p:cNvGraphicFramePr>
            <a:graphicFrameLocks noChangeAspect="1"/>
          </p:cNvGraphicFramePr>
          <p:nvPr/>
        </p:nvGraphicFramePr>
        <p:xfrm>
          <a:off x="606425" y="200025"/>
          <a:ext cx="5189538" cy="2297113"/>
        </p:xfrm>
        <a:graphic>
          <a:graphicData uri="http://schemas.openxmlformats.org/presentationml/2006/ole">
            <mc:AlternateContent xmlns:mc="http://schemas.openxmlformats.org/markup-compatibility/2006">
              <mc:Choice xmlns:v="urn:schemas-microsoft-com:vml" Requires="v">
                <p:oleObj spid="_x0000_s911371" name="Equation" r:id="rId3" imgW="2044440" imgH="901440" progId="Equation.3">
                  <p:embed/>
                </p:oleObj>
              </mc:Choice>
              <mc:Fallback>
                <p:oleObj name="Equation" r:id="rId3" imgW="2044440" imgH="9014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 y="200025"/>
                        <a:ext cx="5189538" cy="229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363" name="Object 3"/>
          <p:cNvGraphicFramePr>
            <a:graphicFrameLocks noChangeAspect="1"/>
          </p:cNvGraphicFramePr>
          <p:nvPr/>
        </p:nvGraphicFramePr>
        <p:xfrm>
          <a:off x="6172200" y="1092200"/>
          <a:ext cx="1676400" cy="547688"/>
        </p:xfrm>
        <a:graphic>
          <a:graphicData uri="http://schemas.openxmlformats.org/presentationml/2006/ole">
            <mc:AlternateContent xmlns:mc="http://schemas.openxmlformats.org/markup-compatibility/2006">
              <mc:Choice xmlns:v="urn:schemas-microsoft-com:vml" Requires="v">
                <p:oleObj spid="_x0000_s911372" name="Equation" r:id="rId5" imgW="622080" imgH="203040" progId="Equation.3">
                  <p:embed/>
                </p:oleObj>
              </mc:Choice>
              <mc:Fallback>
                <p:oleObj name="Equation" r:id="rId5" imgW="622080" imgH="2030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1092200"/>
                        <a:ext cx="16764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364" name="Text Box 4"/>
          <p:cNvSpPr txBox="1">
            <a:spLocks noChangeArrowheads="1"/>
          </p:cNvSpPr>
          <p:nvPr/>
        </p:nvSpPr>
        <p:spPr bwMode="auto">
          <a:xfrm>
            <a:off x="304800" y="2616200"/>
            <a:ext cx="53340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sz="3000" i="1">
                <a:latin typeface="Times New Roman" panose="02020603050405020304" pitchFamily="18" charset="0"/>
                <a:cs typeface="Times New Roman" panose="02020603050405020304" pitchFamily="18" charset="0"/>
              </a:rPr>
              <a:t>C </a:t>
            </a:r>
            <a:r>
              <a:rPr lang="zh-CN" altLang="en-US">
                <a:cs typeface="Times New Roman" panose="02020603050405020304" pitchFamily="18" charset="0"/>
              </a:rPr>
              <a:t>称为</a:t>
            </a:r>
            <a:r>
              <a:rPr lang="zh-CN" altLang="en-US"/>
              <a:t>该</a:t>
            </a:r>
            <a:r>
              <a:rPr lang="zh-CN" altLang="en-US">
                <a:cs typeface="Times New Roman" panose="02020603050405020304" pitchFamily="18" charset="0"/>
              </a:rPr>
              <a:t>线性</a:t>
            </a:r>
            <a:r>
              <a:rPr lang="zh-CN" altLang="en-US">
                <a:latin typeface="Times New Roman" panose="02020603050405020304" pitchFamily="18" charset="0"/>
              </a:rPr>
              <a:t>变</a:t>
            </a:r>
            <a:r>
              <a:rPr lang="zh-CN" altLang="en-US">
                <a:cs typeface="Times New Roman" panose="02020603050405020304" pitchFamily="18" charset="0"/>
              </a:rPr>
              <a:t>换的</a:t>
            </a:r>
            <a:r>
              <a:rPr lang="zh-CN" altLang="en-US">
                <a:solidFill>
                  <a:srgbClr val="0033CC"/>
                </a:solidFill>
                <a:ea typeface="黑体" panose="02010609060101010101" pitchFamily="49" charset="-122"/>
              </a:rPr>
              <a:t>矩阵</a:t>
            </a:r>
            <a:r>
              <a:rPr lang="zh-CN" altLang="en-US">
                <a:cs typeface="Times New Roman" panose="02020603050405020304" pitchFamily="18" charset="0"/>
              </a:rPr>
              <a:t>。</a:t>
            </a:r>
            <a:r>
              <a:rPr lang="zh-CN" altLang="en-US"/>
              <a:t> </a:t>
            </a:r>
          </a:p>
        </p:txBody>
      </p:sp>
      <p:graphicFrame>
        <p:nvGraphicFramePr>
          <p:cNvPr id="911365" name="Object 5"/>
          <p:cNvGraphicFramePr>
            <a:graphicFrameLocks noChangeAspect="1"/>
          </p:cNvGraphicFramePr>
          <p:nvPr/>
        </p:nvGraphicFramePr>
        <p:xfrm>
          <a:off x="382588" y="3200400"/>
          <a:ext cx="8151812" cy="1119188"/>
        </p:xfrm>
        <a:graphic>
          <a:graphicData uri="http://schemas.openxmlformats.org/presentationml/2006/ole">
            <mc:AlternateContent xmlns:mc="http://schemas.openxmlformats.org/markup-compatibility/2006">
              <mc:Choice xmlns:v="urn:schemas-microsoft-com:vml" Requires="v">
                <p:oleObj spid="_x0000_s911373" name="Document" r:id="rId7" imgW="3083040" imgH="420840" progId="Word.Document.8">
                  <p:embed/>
                </p:oleObj>
              </mc:Choice>
              <mc:Fallback>
                <p:oleObj name="Document" r:id="rId7" imgW="3083040" imgH="420840" progId="Word.Document.8">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588" y="3200400"/>
                        <a:ext cx="8151812"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367" name="Text Box 7"/>
          <p:cNvSpPr txBox="1">
            <a:spLocks noChangeArrowheads="1"/>
          </p:cNvSpPr>
          <p:nvPr/>
        </p:nvSpPr>
        <p:spPr bwMode="auto">
          <a:xfrm>
            <a:off x="330200" y="4267200"/>
            <a:ext cx="81534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如果</a:t>
            </a:r>
            <a:r>
              <a:rPr lang="en-US" altLang="zh-CN" sz="3000" i="1">
                <a:latin typeface="Times New Roman" panose="02020603050405020304" pitchFamily="18" charset="0"/>
                <a:cs typeface="Times New Roman" panose="02020603050405020304" pitchFamily="18" charset="0"/>
              </a:rPr>
              <a:t>C </a:t>
            </a:r>
            <a:r>
              <a:rPr lang="zh-CN" altLang="en-US"/>
              <a:t>为正交矩阵，</a:t>
            </a:r>
            <a:r>
              <a:rPr lang="zh-CN" altLang="en-US">
                <a:cs typeface="Times New Roman" panose="02020603050405020304" pitchFamily="18" charset="0"/>
              </a:rPr>
              <a:t>则</a:t>
            </a:r>
            <a:r>
              <a:rPr lang="zh-CN" altLang="en-US"/>
              <a:t>此线性</a:t>
            </a:r>
            <a:r>
              <a:rPr lang="zh-CN" altLang="en-US">
                <a:latin typeface="Times New Roman" panose="02020603050405020304" pitchFamily="18" charset="0"/>
              </a:rPr>
              <a:t>变</a:t>
            </a:r>
            <a:r>
              <a:rPr lang="zh-CN" altLang="en-US"/>
              <a:t>换</a:t>
            </a:r>
            <a:r>
              <a:rPr lang="zh-CN" altLang="en-US">
                <a:cs typeface="Times New Roman" panose="02020603050405020304" pitchFamily="18" charset="0"/>
              </a:rPr>
              <a:t>称为</a:t>
            </a:r>
            <a:r>
              <a:rPr lang="zh-CN" altLang="en-US">
                <a:solidFill>
                  <a:srgbClr val="0033CC"/>
                </a:solidFill>
                <a:ea typeface="黑体" panose="02010609060101010101" pitchFamily="49" charset="-122"/>
              </a:rPr>
              <a:t>正交变换</a:t>
            </a:r>
            <a:r>
              <a:rPr lang="zh-CN" altLang="en-US">
                <a:cs typeface="Times New Roman" panose="02020603050405020304" pitchFamily="18" charset="0"/>
              </a:rPr>
              <a:t>。</a:t>
            </a:r>
            <a:r>
              <a:rPr lang="zh-CN" altLang="en-US"/>
              <a:t> </a:t>
            </a:r>
          </a:p>
        </p:txBody>
      </p:sp>
      <p:graphicFrame>
        <p:nvGraphicFramePr>
          <p:cNvPr id="911368" name="Object 8"/>
          <p:cNvGraphicFramePr>
            <a:graphicFrameLocks noChangeAspect="1"/>
          </p:cNvGraphicFramePr>
          <p:nvPr/>
        </p:nvGraphicFramePr>
        <p:xfrm>
          <a:off x="3810000" y="4849813"/>
          <a:ext cx="3429000" cy="1128712"/>
        </p:xfrm>
        <a:graphic>
          <a:graphicData uri="http://schemas.openxmlformats.org/presentationml/2006/ole">
            <mc:AlternateContent xmlns:mc="http://schemas.openxmlformats.org/markup-compatibility/2006">
              <mc:Choice xmlns:v="urn:schemas-microsoft-com:vml" Requires="v">
                <p:oleObj spid="_x0000_s911374" name="Equation" r:id="rId9" imgW="1422360" imgH="469800" progId="Equation.3">
                  <p:embed/>
                </p:oleObj>
              </mc:Choice>
              <mc:Fallback>
                <p:oleObj name="Equation" r:id="rId9" imgW="1422360" imgH="4698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4849813"/>
                        <a:ext cx="3429000" cy="1128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369" name="Text Box 9"/>
          <p:cNvSpPr txBox="1">
            <a:spLocks noChangeArrowheads="1"/>
          </p:cNvSpPr>
          <p:nvPr/>
        </p:nvSpPr>
        <p:spPr bwMode="auto">
          <a:xfrm>
            <a:off x="304800" y="5103813"/>
            <a:ext cx="3810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容易验证，转轴公式</a:t>
            </a:r>
          </a:p>
        </p:txBody>
      </p:sp>
      <p:sp>
        <p:nvSpPr>
          <p:cNvPr id="911370" name="Text Box 10"/>
          <p:cNvSpPr txBox="1">
            <a:spLocks noChangeArrowheads="1"/>
          </p:cNvSpPr>
          <p:nvPr/>
        </p:nvSpPr>
        <p:spPr bwMode="auto">
          <a:xfrm>
            <a:off x="304800" y="5902325"/>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是一个正交</a:t>
            </a:r>
            <a:r>
              <a:rPr lang="zh-CN" altLang="en-US">
                <a:latin typeface="Times New Roman" panose="02020603050405020304" pitchFamily="18" charset="0"/>
              </a:rPr>
              <a:t>变</a:t>
            </a:r>
            <a:r>
              <a:rPr lang="zh-CN" altLang="en-US"/>
              <a:t>换。</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64"/>
                                        </p:tgtEl>
                                        <p:attrNameLst>
                                          <p:attrName>style.visibility</p:attrName>
                                        </p:attrNameLst>
                                      </p:cBhvr>
                                      <p:to>
                                        <p:strVal val="visible"/>
                                      </p:to>
                                    </p:set>
                                    <p:animEffect transition="in" filter="wipe(left)">
                                      <p:cBhvr>
                                        <p:cTn id="7" dur="500"/>
                                        <p:tgtEl>
                                          <p:spTgt spid="911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365"/>
                                        </p:tgtEl>
                                        <p:attrNameLst>
                                          <p:attrName>style.visibility</p:attrName>
                                        </p:attrNameLst>
                                      </p:cBhvr>
                                      <p:to>
                                        <p:strVal val="visible"/>
                                      </p:to>
                                    </p:set>
                                    <p:animEffect transition="in" filter="wipe(left)">
                                      <p:cBhvr>
                                        <p:cTn id="12" dur="500"/>
                                        <p:tgtEl>
                                          <p:spTgt spid="9113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367"/>
                                        </p:tgtEl>
                                        <p:attrNameLst>
                                          <p:attrName>style.visibility</p:attrName>
                                        </p:attrNameLst>
                                      </p:cBhvr>
                                      <p:to>
                                        <p:strVal val="visible"/>
                                      </p:to>
                                    </p:set>
                                    <p:animEffect transition="in" filter="wipe(left)">
                                      <p:cBhvr>
                                        <p:cTn id="17" dur="500"/>
                                        <p:tgtEl>
                                          <p:spTgt spid="9113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369"/>
                                        </p:tgtEl>
                                        <p:attrNameLst>
                                          <p:attrName>style.visibility</p:attrName>
                                        </p:attrNameLst>
                                      </p:cBhvr>
                                      <p:to>
                                        <p:strVal val="visible"/>
                                      </p:to>
                                    </p:set>
                                    <p:animEffect transition="in" filter="wipe(left)">
                                      <p:cBhvr>
                                        <p:cTn id="22" dur="500"/>
                                        <p:tgtEl>
                                          <p:spTgt spid="9113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1368"/>
                                        </p:tgtEl>
                                        <p:attrNameLst>
                                          <p:attrName>style.visibility</p:attrName>
                                        </p:attrNameLst>
                                      </p:cBhvr>
                                      <p:to>
                                        <p:strVal val="visible"/>
                                      </p:to>
                                    </p:set>
                                    <p:animEffect transition="in" filter="wipe(left)">
                                      <p:cBhvr>
                                        <p:cTn id="27" dur="500"/>
                                        <p:tgtEl>
                                          <p:spTgt spid="911368"/>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11370"/>
                                        </p:tgtEl>
                                        <p:attrNameLst>
                                          <p:attrName>style.visibility</p:attrName>
                                        </p:attrNameLst>
                                      </p:cBhvr>
                                      <p:to>
                                        <p:strVal val="visible"/>
                                      </p:to>
                                    </p:set>
                                    <p:animEffect transition="in" filter="wipe(left)">
                                      <p:cBhvr>
                                        <p:cTn id="31" dur="500"/>
                                        <p:tgtEl>
                                          <p:spTgt spid="911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4" grpId="0" autoUpdateAnimBg="0"/>
      <p:bldP spid="911367" grpId="0" autoUpdateAnimBg="0"/>
      <p:bldP spid="911369" grpId="0" autoUpdateAnimBg="0"/>
      <p:bldP spid="91137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BFC94361-7487-453D-92E6-4568D3259816}" type="slidenum">
              <a:rPr lang="zh-CN" altLang="en-US"/>
              <a:pPr/>
              <a:t>13</a:t>
            </a:fld>
            <a:endParaRPr lang="zh-CN" altLang="en-US"/>
          </a:p>
        </p:txBody>
      </p:sp>
      <p:sp>
        <p:nvSpPr>
          <p:cNvPr id="1004546" name="Rectangle 2"/>
          <p:cNvSpPr>
            <a:spLocks noGrp="1" noChangeArrowheads="1"/>
          </p:cNvSpPr>
          <p:nvPr>
            <p:ph type="title"/>
          </p:nvPr>
        </p:nvSpPr>
        <p:spPr>
          <a:xfrm>
            <a:off x="76200" y="228600"/>
            <a:ext cx="4876800" cy="609600"/>
          </a:xfrm>
        </p:spPr>
        <p:txBody>
          <a:bodyPr/>
          <a:lstStyle/>
          <a:p>
            <a:pPr algn="l"/>
            <a:r>
              <a:rPr lang="zh-CN" altLang="en-US" sz="3200" b="1">
                <a:solidFill>
                  <a:srgbClr val="0033CC"/>
                </a:solidFill>
                <a:latin typeface="黑体" panose="02010609060101010101" pitchFamily="49" charset="-122"/>
                <a:ea typeface="黑体" panose="02010609060101010101" pitchFamily="49" charset="-122"/>
              </a:rPr>
              <a:t>(三) </a:t>
            </a:r>
            <a:r>
              <a:rPr lang="zh-CN" altLang="en-US" sz="3200" b="1">
                <a:solidFill>
                  <a:srgbClr val="0033CC"/>
                </a:solidFill>
                <a:latin typeface="宋体" panose="02010600030101010101" pitchFamily="2" charset="-122"/>
                <a:ea typeface="黑体" panose="02010609060101010101" pitchFamily="49" charset="-122"/>
              </a:rPr>
              <a:t>矩阵的合同关系</a:t>
            </a:r>
          </a:p>
        </p:txBody>
      </p:sp>
      <p:graphicFrame>
        <p:nvGraphicFramePr>
          <p:cNvPr id="1004554" name="Object 10"/>
          <p:cNvGraphicFramePr>
            <a:graphicFrameLocks noChangeAspect="1"/>
          </p:cNvGraphicFramePr>
          <p:nvPr/>
        </p:nvGraphicFramePr>
        <p:xfrm>
          <a:off x="533400" y="914400"/>
          <a:ext cx="7085013" cy="1139825"/>
        </p:xfrm>
        <a:graphic>
          <a:graphicData uri="http://schemas.openxmlformats.org/presentationml/2006/ole">
            <mc:AlternateContent xmlns:mc="http://schemas.openxmlformats.org/markup-compatibility/2006">
              <mc:Choice xmlns:v="urn:schemas-microsoft-com:vml" Requires="v">
                <p:oleObj spid="_x0000_s1004562" name="Document" r:id="rId3" imgW="2496960" imgH="424440" progId="Word.Document.8">
                  <p:embed/>
                </p:oleObj>
              </mc:Choice>
              <mc:Fallback>
                <p:oleObj name="Document" r:id="rId3" imgW="2496960" imgH="424440" progId="Word.Documen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400"/>
                        <a:ext cx="7085013"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555" name="Object 11"/>
          <p:cNvGraphicFramePr>
            <a:graphicFrameLocks noChangeAspect="1"/>
          </p:cNvGraphicFramePr>
          <p:nvPr/>
        </p:nvGraphicFramePr>
        <p:xfrm>
          <a:off x="608013" y="2136775"/>
          <a:ext cx="1295400" cy="498475"/>
        </p:xfrm>
        <a:graphic>
          <a:graphicData uri="http://schemas.openxmlformats.org/presentationml/2006/ole">
            <mc:AlternateContent xmlns:mc="http://schemas.openxmlformats.org/markup-compatibility/2006">
              <mc:Choice xmlns:v="urn:schemas-microsoft-com:vml" Requires="v">
                <p:oleObj spid="_x0000_s1004563" name="Equation" r:id="rId5" imgW="495000" imgH="190440" progId="Equation.3">
                  <p:embed/>
                </p:oleObj>
              </mc:Choice>
              <mc:Fallback>
                <p:oleObj name="Equation" r:id="rId5" imgW="495000" imgH="19044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013" y="2136775"/>
                        <a:ext cx="1295400"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556" name="Object 12"/>
          <p:cNvGraphicFramePr>
            <a:graphicFrameLocks noChangeAspect="1"/>
          </p:cNvGraphicFramePr>
          <p:nvPr/>
        </p:nvGraphicFramePr>
        <p:xfrm>
          <a:off x="1827213" y="2136775"/>
          <a:ext cx="2514600" cy="571500"/>
        </p:xfrm>
        <a:graphic>
          <a:graphicData uri="http://schemas.openxmlformats.org/presentationml/2006/ole">
            <mc:AlternateContent xmlns:mc="http://schemas.openxmlformats.org/markup-compatibility/2006">
              <mc:Choice xmlns:v="urn:schemas-microsoft-com:vml" Requires="v">
                <p:oleObj spid="_x0000_s1004564" name="Equation" r:id="rId7" imgW="1002960" imgH="228600" progId="Equation.3">
                  <p:embed/>
                </p:oleObj>
              </mc:Choice>
              <mc:Fallback>
                <p:oleObj name="Equation" r:id="rId7" imgW="1002960" imgH="2286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7213" y="2136775"/>
                        <a:ext cx="25146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557" name="Object 13"/>
          <p:cNvGraphicFramePr>
            <a:graphicFrameLocks noChangeAspect="1"/>
          </p:cNvGraphicFramePr>
          <p:nvPr/>
        </p:nvGraphicFramePr>
        <p:xfrm>
          <a:off x="4341813" y="2147888"/>
          <a:ext cx="2506662" cy="577850"/>
        </p:xfrm>
        <a:graphic>
          <a:graphicData uri="http://schemas.openxmlformats.org/presentationml/2006/ole">
            <mc:AlternateContent xmlns:mc="http://schemas.openxmlformats.org/markup-compatibility/2006">
              <mc:Choice xmlns:v="urn:schemas-microsoft-com:vml" Requires="v">
                <p:oleObj spid="_x0000_s1004565" name="Equation" r:id="rId9" imgW="990360" imgH="228600" progId="Equation.3">
                  <p:embed/>
                </p:oleObj>
              </mc:Choice>
              <mc:Fallback>
                <p:oleObj name="Equation" r:id="rId9" imgW="990360" imgH="2286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1813" y="2147888"/>
                        <a:ext cx="2506662"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558" name="Object 14"/>
          <p:cNvGraphicFramePr>
            <a:graphicFrameLocks noChangeAspect="1"/>
          </p:cNvGraphicFramePr>
          <p:nvPr/>
        </p:nvGraphicFramePr>
        <p:xfrm>
          <a:off x="227013" y="2822575"/>
          <a:ext cx="2819400" cy="582613"/>
        </p:xfrm>
        <a:graphic>
          <a:graphicData uri="http://schemas.openxmlformats.org/presentationml/2006/ole">
            <mc:AlternateContent xmlns:mc="http://schemas.openxmlformats.org/markup-compatibility/2006">
              <mc:Choice xmlns:v="urn:schemas-microsoft-com:vml" Requires="v">
                <p:oleObj spid="_x0000_s1004566" name="Equation" r:id="rId11" imgW="1104840" imgH="228600" progId="Equation.3">
                  <p:embed/>
                </p:oleObj>
              </mc:Choice>
              <mc:Fallback>
                <p:oleObj name="Equation" r:id="rId11" imgW="1104840" imgH="2286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013" y="2822575"/>
                        <a:ext cx="2819400"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559" name="Object 15"/>
          <p:cNvGraphicFramePr>
            <a:graphicFrameLocks noChangeAspect="1"/>
          </p:cNvGraphicFramePr>
          <p:nvPr/>
        </p:nvGraphicFramePr>
        <p:xfrm>
          <a:off x="6762750" y="2182813"/>
          <a:ext cx="1638300" cy="577850"/>
        </p:xfrm>
        <a:graphic>
          <a:graphicData uri="http://schemas.openxmlformats.org/presentationml/2006/ole">
            <mc:AlternateContent xmlns:mc="http://schemas.openxmlformats.org/markup-compatibility/2006">
              <mc:Choice xmlns:v="urn:schemas-microsoft-com:vml" Requires="v">
                <p:oleObj spid="_x0000_s1004567" name="Equation" r:id="rId13" imgW="647640" imgH="228600" progId="Equation.3">
                  <p:embed/>
                </p:oleObj>
              </mc:Choice>
              <mc:Fallback>
                <p:oleObj name="Equation" r:id="rId13" imgW="647640" imgH="2286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62750" y="2182813"/>
                        <a:ext cx="1638300"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560" name="Object 16"/>
          <p:cNvGraphicFramePr>
            <a:graphicFrameLocks noChangeAspect="1"/>
          </p:cNvGraphicFramePr>
          <p:nvPr/>
        </p:nvGraphicFramePr>
        <p:xfrm>
          <a:off x="303213" y="3355975"/>
          <a:ext cx="8610600" cy="1173163"/>
        </p:xfrm>
        <a:graphic>
          <a:graphicData uri="http://schemas.openxmlformats.org/presentationml/2006/ole">
            <mc:AlternateContent xmlns:mc="http://schemas.openxmlformats.org/markup-compatibility/2006">
              <mc:Choice xmlns:v="urn:schemas-microsoft-com:vml" Requires="v">
                <p:oleObj spid="_x0000_s1004568" name="Document" r:id="rId15" imgW="3323520" imgH="452520" progId="Word.Document.8">
                  <p:embed/>
                </p:oleObj>
              </mc:Choice>
              <mc:Fallback>
                <p:oleObj name="Document" r:id="rId15" imgW="3323520" imgH="452520" progId="Word.Document.8">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3213" y="3355975"/>
                        <a:ext cx="8610600" cy="117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4561" name="Text Box 17"/>
          <p:cNvSpPr txBox="1">
            <a:spLocks noChangeArrowheads="1"/>
          </p:cNvSpPr>
          <p:nvPr/>
        </p:nvSpPr>
        <p:spPr bwMode="auto">
          <a:xfrm>
            <a:off x="227013" y="4498975"/>
            <a:ext cx="83058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cs typeface="Times New Roman" panose="02020603050405020304" pitchFamily="18" charset="0"/>
              </a:rPr>
              <a:t>    由于</a:t>
            </a:r>
            <a:r>
              <a:rPr lang="zh-CN" altLang="en-US">
                <a:latin typeface="Times New Roman" panose="02020603050405020304" pitchFamily="18" charset="0"/>
              </a:rPr>
              <a:t> </a:t>
            </a:r>
            <a:r>
              <a:rPr lang="en-US" altLang="zh-CN" i="1">
                <a:latin typeface="Times New Roman" panose="02020603050405020304" pitchFamily="18" charset="0"/>
              </a:rPr>
              <a:t>C </a:t>
            </a:r>
            <a:r>
              <a:rPr lang="zh-CN" altLang="en-US">
                <a:latin typeface="Times New Roman" panose="02020603050405020304" pitchFamily="18" charset="0"/>
                <a:cs typeface="Times New Roman" panose="02020603050405020304" pitchFamily="18" charset="0"/>
              </a:rPr>
              <a:t>是可逆矩阵，所以</a:t>
            </a:r>
            <a:r>
              <a:rPr lang="zh-CN" altLang="en-US">
                <a:latin typeface="Times New Roman" panose="02020603050405020304" pitchFamily="18" charset="0"/>
              </a:rPr>
              <a:t>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和</a:t>
            </a:r>
            <a:r>
              <a:rPr lang="zh-CN" altLang="en-US">
                <a:latin typeface="Times New Roman" panose="02020603050405020304" pitchFamily="18" charset="0"/>
              </a:rPr>
              <a:t> </a:t>
            </a:r>
            <a:r>
              <a:rPr lang="en-US" altLang="zh-CN" i="1">
                <a:latin typeface="Times New Roman" panose="02020603050405020304" pitchFamily="18" charset="0"/>
              </a:rPr>
              <a:t>B </a:t>
            </a:r>
            <a:r>
              <a:rPr lang="zh-CN" altLang="en-US">
                <a:latin typeface="Times New Roman" panose="02020603050405020304" pitchFamily="18" charset="0"/>
                <a:cs typeface="Times New Roman" panose="02020603050405020304" pitchFamily="18" charset="0"/>
              </a:rPr>
              <a:t>秩相等</a:t>
            </a:r>
            <a:r>
              <a:rPr lang="zh-CN" altLang="en-US">
                <a:latin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从而两个二次型的秩相等。</a:t>
            </a:r>
            <a:r>
              <a:rPr lang="zh-CN" altLang="en-US">
                <a:latin typeface="Times New Roman" panose="02020603050405020304" pitchFamily="18" charset="0"/>
              </a:rPr>
              <a:t> </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4546"/>
                                        </p:tgtEl>
                                        <p:attrNameLst>
                                          <p:attrName>style.visibility</p:attrName>
                                        </p:attrNameLst>
                                      </p:cBhvr>
                                      <p:to>
                                        <p:strVal val="visible"/>
                                      </p:to>
                                    </p:set>
                                    <p:animEffect transition="in" filter="wipe(left)">
                                      <p:cBhvr>
                                        <p:cTn id="7" dur="500"/>
                                        <p:tgtEl>
                                          <p:spTgt spid="1004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4554"/>
                                        </p:tgtEl>
                                        <p:attrNameLst>
                                          <p:attrName>style.visibility</p:attrName>
                                        </p:attrNameLst>
                                      </p:cBhvr>
                                      <p:to>
                                        <p:strVal val="visible"/>
                                      </p:to>
                                    </p:set>
                                    <p:animEffect transition="in" filter="wipe(left)">
                                      <p:cBhvr>
                                        <p:cTn id="12" dur="500"/>
                                        <p:tgtEl>
                                          <p:spTgt spid="10045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04555"/>
                                        </p:tgtEl>
                                        <p:attrNameLst>
                                          <p:attrName>style.visibility</p:attrName>
                                        </p:attrNameLst>
                                      </p:cBhvr>
                                      <p:to>
                                        <p:strVal val="visible"/>
                                      </p:to>
                                    </p:set>
                                    <p:animEffect transition="in" filter="wipe(left)">
                                      <p:cBhvr>
                                        <p:cTn id="17" dur="500"/>
                                        <p:tgtEl>
                                          <p:spTgt spid="10045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04556"/>
                                        </p:tgtEl>
                                        <p:attrNameLst>
                                          <p:attrName>style.visibility</p:attrName>
                                        </p:attrNameLst>
                                      </p:cBhvr>
                                      <p:to>
                                        <p:strVal val="visible"/>
                                      </p:to>
                                    </p:set>
                                    <p:animEffect transition="in" filter="wipe(left)">
                                      <p:cBhvr>
                                        <p:cTn id="22" dur="500"/>
                                        <p:tgtEl>
                                          <p:spTgt spid="10045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04557"/>
                                        </p:tgtEl>
                                        <p:attrNameLst>
                                          <p:attrName>style.visibility</p:attrName>
                                        </p:attrNameLst>
                                      </p:cBhvr>
                                      <p:to>
                                        <p:strVal val="visible"/>
                                      </p:to>
                                    </p:set>
                                    <p:animEffect transition="in" filter="wipe(left)">
                                      <p:cBhvr>
                                        <p:cTn id="27" dur="500"/>
                                        <p:tgtEl>
                                          <p:spTgt spid="10045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04559"/>
                                        </p:tgtEl>
                                        <p:attrNameLst>
                                          <p:attrName>style.visibility</p:attrName>
                                        </p:attrNameLst>
                                      </p:cBhvr>
                                      <p:to>
                                        <p:strVal val="visible"/>
                                      </p:to>
                                    </p:set>
                                    <p:animEffect transition="in" filter="wipe(left)">
                                      <p:cBhvr>
                                        <p:cTn id="32" dur="500"/>
                                        <p:tgtEl>
                                          <p:spTgt spid="10045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04558"/>
                                        </p:tgtEl>
                                        <p:attrNameLst>
                                          <p:attrName>style.visibility</p:attrName>
                                        </p:attrNameLst>
                                      </p:cBhvr>
                                      <p:to>
                                        <p:strVal val="visible"/>
                                      </p:to>
                                    </p:set>
                                    <p:animEffect transition="in" filter="wipe(left)">
                                      <p:cBhvr>
                                        <p:cTn id="37" dur="500"/>
                                        <p:tgtEl>
                                          <p:spTgt spid="10045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04560"/>
                                        </p:tgtEl>
                                        <p:attrNameLst>
                                          <p:attrName>style.visibility</p:attrName>
                                        </p:attrNameLst>
                                      </p:cBhvr>
                                      <p:to>
                                        <p:strVal val="visible"/>
                                      </p:to>
                                    </p:set>
                                    <p:animEffect transition="in" filter="wipe(left)">
                                      <p:cBhvr>
                                        <p:cTn id="42" dur="500"/>
                                        <p:tgtEl>
                                          <p:spTgt spid="100456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04561"/>
                                        </p:tgtEl>
                                        <p:attrNameLst>
                                          <p:attrName>style.visibility</p:attrName>
                                        </p:attrNameLst>
                                      </p:cBhvr>
                                      <p:to>
                                        <p:strVal val="visible"/>
                                      </p:to>
                                    </p:set>
                                    <p:animEffect transition="in" filter="wipe(left)">
                                      <p:cBhvr>
                                        <p:cTn id="47" dur="500"/>
                                        <p:tgtEl>
                                          <p:spTgt spid="1004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6" grpId="0" autoUpdateAnimBg="0"/>
      <p:bldP spid="100456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灯片编号占位符 3"/>
          <p:cNvSpPr>
            <a:spLocks noGrp="1"/>
          </p:cNvSpPr>
          <p:nvPr>
            <p:ph type="sldNum" sz="quarter" idx="12"/>
          </p:nvPr>
        </p:nvSpPr>
        <p:spPr/>
        <p:txBody>
          <a:bodyPr/>
          <a:lstStyle/>
          <a:p>
            <a:fld id="{59D90DC7-4F44-4F85-8DF4-23285C0D8654}" type="slidenum">
              <a:rPr lang="zh-CN" altLang="en-US"/>
              <a:pPr/>
              <a:t>14</a:t>
            </a:fld>
            <a:endParaRPr lang="zh-CN" altLang="en-US"/>
          </a:p>
        </p:txBody>
      </p:sp>
      <p:grpSp>
        <p:nvGrpSpPr>
          <p:cNvPr id="942145" name="Group 65"/>
          <p:cNvGrpSpPr>
            <a:grpSpLocks/>
          </p:cNvGrpSpPr>
          <p:nvPr/>
        </p:nvGrpSpPr>
        <p:grpSpPr bwMode="auto">
          <a:xfrm>
            <a:off x="382588" y="231775"/>
            <a:ext cx="8609012" cy="1023938"/>
            <a:chOff x="241" y="146"/>
            <a:chExt cx="5423" cy="645"/>
          </a:xfrm>
        </p:grpSpPr>
        <p:graphicFrame>
          <p:nvGraphicFramePr>
            <p:cNvPr id="942083" name="Object 3"/>
            <p:cNvGraphicFramePr>
              <a:graphicFrameLocks noChangeAspect="1"/>
            </p:cNvGraphicFramePr>
            <p:nvPr/>
          </p:nvGraphicFramePr>
          <p:xfrm>
            <a:off x="241" y="146"/>
            <a:ext cx="5423" cy="645"/>
          </p:xfrm>
          <a:graphic>
            <a:graphicData uri="http://schemas.openxmlformats.org/presentationml/2006/ole">
              <mc:AlternateContent xmlns:mc="http://schemas.openxmlformats.org/markup-compatibility/2006">
                <mc:Choice xmlns:v="urn:schemas-microsoft-com:vml" Requires="v">
                  <p:oleObj spid="_x0000_s942146" name="Document" r:id="rId3" imgW="3542040" imgH="409680" progId="Word.Document.8">
                    <p:embed/>
                  </p:oleObj>
                </mc:Choice>
                <mc:Fallback>
                  <p:oleObj name="Document" r:id="rId3" imgW="3542040" imgH="40968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 y="146"/>
                          <a:ext cx="5423" cy="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2087" name="Group 7"/>
            <p:cNvGrpSpPr>
              <a:grpSpLocks/>
            </p:cNvGrpSpPr>
            <p:nvPr/>
          </p:nvGrpSpPr>
          <p:grpSpPr bwMode="auto">
            <a:xfrm>
              <a:off x="4491" y="576"/>
              <a:ext cx="303" cy="132"/>
              <a:chOff x="2625" y="1520"/>
              <a:chExt cx="351" cy="166"/>
            </a:xfrm>
          </p:grpSpPr>
          <p:graphicFrame>
            <p:nvGraphicFramePr>
              <p:cNvPr id="942084" name="Object 4"/>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47" name="Equation" r:id="rId5" imgW="152280" imgH="88560" progId="Equation.3">
                      <p:embed/>
                    </p:oleObj>
                  </mc:Choice>
                  <mc:Fallback>
                    <p:oleObj name="Equation" r:id="rId5" imgW="152280" imgH="8856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086" name="Line 6"/>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sp>
        <p:nvSpPr>
          <p:cNvPr id="942082" name="Text Box 2"/>
          <p:cNvSpPr txBox="1">
            <a:spLocks noChangeArrowheads="1"/>
          </p:cNvSpPr>
          <p:nvPr/>
        </p:nvSpPr>
        <p:spPr bwMode="auto">
          <a:xfrm>
            <a:off x="228600" y="161925"/>
            <a:ext cx="9906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定义</a:t>
            </a:r>
          </a:p>
        </p:txBody>
      </p:sp>
      <p:sp>
        <p:nvSpPr>
          <p:cNvPr id="942092" name="Text Box 12"/>
          <p:cNvSpPr txBox="1">
            <a:spLocks noChangeArrowheads="1"/>
          </p:cNvSpPr>
          <p:nvPr/>
        </p:nvSpPr>
        <p:spPr bwMode="auto">
          <a:xfrm>
            <a:off x="228600" y="1270000"/>
            <a:ext cx="86106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t>  </a:t>
            </a:r>
            <a:r>
              <a:rPr lang="zh-CN" altLang="en-US">
                <a:cs typeface="Times New Roman" panose="02020603050405020304" pitchFamily="18" charset="0"/>
              </a:rPr>
              <a:t>与矩阵的相似关系类似，矩阵之间的合同关系</a:t>
            </a:r>
            <a:r>
              <a:rPr lang="zh-CN" altLang="en-US"/>
              <a:t>也具有以下性质：</a:t>
            </a:r>
          </a:p>
        </p:txBody>
      </p:sp>
      <p:sp>
        <p:nvSpPr>
          <p:cNvPr id="942093" name="Text Box 13"/>
          <p:cNvSpPr txBox="1">
            <a:spLocks noChangeArrowheads="1"/>
          </p:cNvSpPr>
          <p:nvPr/>
        </p:nvSpPr>
        <p:spPr bwMode="auto">
          <a:xfrm>
            <a:off x="228600" y="2384425"/>
            <a:ext cx="21145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latin typeface="Times New Roman" panose="02020603050405020304" pitchFamily="18" charset="0"/>
              </a:rPr>
              <a:t>(1) 反身性：</a:t>
            </a:r>
          </a:p>
        </p:txBody>
      </p:sp>
      <p:sp>
        <p:nvSpPr>
          <p:cNvPr id="942095" name="Text Box 15"/>
          <p:cNvSpPr txBox="1">
            <a:spLocks noChangeArrowheads="1"/>
          </p:cNvSpPr>
          <p:nvPr/>
        </p:nvSpPr>
        <p:spPr bwMode="auto">
          <a:xfrm>
            <a:off x="225425" y="2968625"/>
            <a:ext cx="21145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latin typeface="Times New Roman" panose="02020603050405020304" pitchFamily="18" charset="0"/>
              </a:rPr>
              <a:t>(2) 对称性：</a:t>
            </a:r>
          </a:p>
        </p:txBody>
      </p:sp>
      <p:sp>
        <p:nvSpPr>
          <p:cNvPr id="942097" name="Text Box 17"/>
          <p:cNvSpPr txBox="1">
            <a:spLocks noChangeArrowheads="1"/>
          </p:cNvSpPr>
          <p:nvPr/>
        </p:nvSpPr>
        <p:spPr bwMode="auto">
          <a:xfrm>
            <a:off x="228600" y="3541713"/>
            <a:ext cx="21145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latin typeface="Times New Roman" panose="02020603050405020304" pitchFamily="18" charset="0"/>
              </a:rPr>
              <a:t>(3) 传递性：</a:t>
            </a:r>
          </a:p>
        </p:txBody>
      </p:sp>
      <p:grpSp>
        <p:nvGrpSpPr>
          <p:cNvPr id="942109" name="Group 29"/>
          <p:cNvGrpSpPr>
            <a:grpSpLocks/>
          </p:cNvGrpSpPr>
          <p:nvPr/>
        </p:nvGrpSpPr>
        <p:grpSpPr bwMode="auto">
          <a:xfrm>
            <a:off x="2206625" y="2374900"/>
            <a:ext cx="4391025" cy="519113"/>
            <a:chOff x="1390" y="1832"/>
            <a:chExt cx="2766" cy="327"/>
          </a:xfrm>
        </p:grpSpPr>
        <p:graphicFrame>
          <p:nvGraphicFramePr>
            <p:cNvPr id="942094" name="Object 14"/>
            <p:cNvGraphicFramePr>
              <a:graphicFrameLocks noChangeAspect="1"/>
            </p:cNvGraphicFramePr>
            <p:nvPr/>
          </p:nvGraphicFramePr>
          <p:xfrm>
            <a:off x="1390" y="1859"/>
            <a:ext cx="2766" cy="300"/>
          </p:xfrm>
          <a:graphic>
            <a:graphicData uri="http://schemas.openxmlformats.org/presentationml/2006/ole">
              <mc:AlternateContent xmlns:mc="http://schemas.openxmlformats.org/markup-compatibility/2006">
                <mc:Choice xmlns:v="urn:schemas-microsoft-com:vml" Requires="v">
                  <p:oleObj spid="_x0000_s942148" name="Document" r:id="rId7" imgW="1781280" imgH="191880" progId="Word.Document.8">
                    <p:embed/>
                  </p:oleObj>
                </mc:Choice>
                <mc:Fallback>
                  <p:oleObj name="Document" r:id="rId7" imgW="1781280" imgH="191880" progId="Word.Document.8">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0" y="1859"/>
                          <a:ext cx="276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2103" name="Group 23"/>
            <p:cNvGrpSpPr>
              <a:grpSpLocks/>
            </p:cNvGrpSpPr>
            <p:nvPr/>
          </p:nvGrpSpPr>
          <p:grpSpPr bwMode="auto">
            <a:xfrm>
              <a:off x="3280" y="1832"/>
              <a:ext cx="768" cy="327"/>
              <a:chOff x="720" y="3643"/>
              <a:chExt cx="768" cy="327"/>
            </a:xfrm>
          </p:grpSpPr>
          <p:sp>
            <p:nvSpPr>
              <p:cNvPr id="942099" name="Text Box 19"/>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     A</a:t>
                </a:r>
              </a:p>
            </p:txBody>
          </p:sp>
          <p:grpSp>
            <p:nvGrpSpPr>
              <p:cNvPr id="942100" name="Group 20"/>
              <p:cNvGrpSpPr>
                <a:grpSpLocks/>
              </p:cNvGrpSpPr>
              <p:nvPr/>
            </p:nvGrpSpPr>
            <p:grpSpPr bwMode="auto">
              <a:xfrm>
                <a:off x="913" y="3728"/>
                <a:ext cx="351" cy="166"/>
                <a:chOff x="2625" y="1520"/>
                <a:chExt cx="351" cy="166"/>
              </a:xfrm>
            </p:grpSpPr>
            <p:graphicFrame>
              <p:nvGraphicFramePr>
                <p:cNvPr id="942101" name="Object 21"/>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49" name="Equation" r:id="rId9" imgW="152280" imgH="88560" progId="Equation.3">
                        <p:embed/>
                      </p:oleObj>
                    </mc:Choice>
                    <mc:Fallback>
                      <p:oleObj name="Equation" r:id="rId9" imgW="152280" imgH="8856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02" name="Line 22"/>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grpSp>
        <p:nvGrpSpPr>
          <p:cNvPr id="942120" name="Group 40"/>
          <p:cNvGrpSpPr>
            <a:grpSpLocks/>
          </p:cNvGrpSpPr>
          <p:nvPr/>
        </p:nvGrpSpPr>
        <p:grpSpPr bwMode="auto">
          <a:xfrm>
            <a:off x="2206625" y="2960688"/>
            <a:ext cx="3733800" cy="531812"/>
            <a:chOff x="1399" y="2416"/>
            <a:chExt cx="2352" cy="335"/>
          </a:xfrm>
        </p:grpSpPr>
        <p:graphicFrame>
          <p:nvGraphicFramePr>
            <p:cNvPr id="942096" name="Object 16"/>
            <p:cNvGraphicFramePr>
              <a:graphicFrameLocks noChangeAspect="1"/>
            </p:cNvGraphicFramePr>
            <p:nvPr/>
          </p:nvGraphicFramePr>
          <p:xfrm>
            <a:off x="1399" y="2442"/>
            <a:ext cx="2352" cy="294"/>
          </p:xfrm>
          <a:graphic>
            <a:graphicData uri="http://schemas.openxmlformats.org/presentationml/2006/ole">
              <mc:AlternateContent xmlns:mc="http://schemas.openxmlformats.org/markup-compatibility/2006">
                <mc:Choice xmlns:v="urn:schemas-microsoft-com:vml" Requires="v">
                  <p:oleObj spid="_x0000_s942150" name="Document" r:id="rId10" imgW="1515600" imgH="181080" progId="Word.Document.8">
                    <p:embed/>
                  </p:oleObj>
                </mc:Choice>
                <mc:Fallback>
                  <p:oleObj name="Document" r:id="rId10" imgW="1515600" imgH="181080" progId="Word.Document.8">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99" y="2442"/>
                          <a:ext cx="2352"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2110" name="Group 30"/>
            <p:cNvGrpSpPr>
              <a:grpSpLocks/>
            </p:cNvGrpSpPr>
            <p:nvPr/>
          </p:nvGrpSpPr>
          <p:grpSpPr bwMode="auto">
            <a:xfrm>
              <a:off x="1584" y="2424"/>
              <a:ext cx="768" cy="327"/>
              <a:chOff x="720" y="3643"/>
              <a:chExt cx="768" cy="327"/>
            </a:xfrm>
          </p:grpSpPr>
          <p:sp>
            <p:nvSpPr>
              <p:cNvPr id="942111" name="Text Box 31"/>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     B</a:t>
                </a:r>
              </a:p>
            </p:txBody>
          </p:sp>
          <p:grpSp>
            <p:nvGrpSpPr>
              <p:cNvPr id="942112" name="Group 32"/>
              <p:cNvGrpSpPr>
                <a:grpSpLocks/>
              </p:cNvGrpSpPr>
              <p:nvPr/>
            </p:nvGrpSpPr>
            <p:grpSpPr bwMode="auto">
              <a:xfrm>
                <a:off x="913" y="3728"/>
                <a:ext cx="351" cy="166"/>
                <a:chOff x="2625" y="1520"/>
                <a:chExt cx="351" cy="166"/>
              </a:xfrm>
            </p:grpSpPr>
            <p:graphicFrame>
              <p:nvGraphicFramePr>
                <p:cNvPr id="942113" name="Object 33"/>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51" name="Equation" r:id="rId12" imgW="152280" imgH="88560" progId="Equation.3">
                        <p:embed/>
                      </p:oleObj>
                    </mc:Choice>
                    <mc:Fallback>
                      <p:oleObj name="Equation" r:id="rId12" imgW="152280" imgH="88560" progId="Equation.3">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14" name="Line 34"/>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nvGrpSpPr>
            <p:cNvPr id="942115" name="Group 35"/>
            <p:cNvGrpSpPr>
              <a:grpSpLocks/>
            </p:cNvGrpSpPr>
            <p:nvPr/>
          </p:nvGrpSpPr>
          <p:grpSpPr bwMode="auto">
            <a:xfrm>
              <a:off x="2872" y="2416"/>
              <a:ext cx="768" cy="327"/>
              <a:chOff x="720" y="3643"/>
              <a:chExt cx="768" cy="327"/>
            </a:xfrm>
          </p:grpSpPr>
          <p:sp>
            <p:nvSpPr>
              <p:cNvPr id="942116" name="Text Box 36"/>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B     A</a:t>
                </a:r>
              </a:p>
            </p:txBody>
          </p:sp>
          <p:grpSp>
            <p:nvGrpSpPr>
              <p:cNvPr id="942117" name="Group 37"/>
              <p:cNvGrpSpPr>
                <a:grpSpLocks/>
              </p:cNvGrpSpPr>
              <p:nvPr/>
            </p:nvGrpSpPr>
            <p:grpSpPr bwMode="auto">
              <a:xfrm>
                <a:off x="913" y="3728"/>
                <a:ext cx="351" cy="166"/>
                <a:chOff x="2625" y="1520"/>
                <a:chExt cx="351" cy="166"/>
              </a:xfrm>
            </p:grpSpPr>
            <p:graphicFrame>
              <p:nvGraphicFramePr>
                <p:cNvPr id="942118" name="Object 38"/>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52" name="Equation" r:id="rId13" imgW="152280" imgH="88560" progId="Equation.3">
                        <p:embed/>
                      </p:oleObj>
                    </mc:Choice>
                    <mc:Fallback>
                      <p:oleObj name="Equation" r:id="rId13" imgW="152280" imgH="88560"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19" name="Line 39"/>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grpSp>
        <p:nvGrpSpPr>
          <p:cNvPr id="942136" name="Group 56"/>
          <p:cNvGrpSpPr>
            <a:grpSpLocks/>
          </p:cNvGrpSpPr>
          <p:nvPr/>
        </p:nvGrpSpPr>
        <p:grpSpPr bwMode="auto">
          <a:xfrm>
            <a:off x="2206625" y="3568700"/>
            <a:ext cx="4919663" cy="519113"/>
            <a:chOff x="1437" y="2584"/>
            <a:chExt cx="3099" cy="327"/>
          </a:xfrm>
        </p:grpSpPr>
        <p:graphicFrame>
          <p:nvGraphicFramePr>
            <p:cNvPr id="942098" name="Object 18"/>
            <p:cNvGraphicFramePr>
              <a:graphicFrameLocks noChangeAspect="1"/>
            </p:cNvGraphicFramePr>
            <p:nvPr/>
          </p:nvGraphicFramePr>
          <p:xfrm>
            <a:off x="1437" y="2608"/>
            <a:ext cx="3075" cy="296"/>
          </p:xfrm>
          <a:graphic>
            <a:graphicData uri="http://schemas.openxmlformats.org/presentationml/2006/ole">
              <mc:AlternateContent xmlns:mc="http://schemas.openxmlformats.org/markup-compatibility/2006">
                <mc:Choice xmlns:v="urn:schemas-microsoft-com:vml" Requires="v">
                  <p:oleObj spid="_x0000_s942153" name="Document" r:id="rId14" imgW="2065680" imgH="190440" progId="Word.Document.8">
                    <p:embed/>
                  </p:oleObj>
                </mc:Choice>
                <mc:Fallback>
                  <p:oleObj name="Document" r:id="rId14" imgW="2065680" imgH="190440" progId="Word.Document.8">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37" y="2608"/>
                          <a:ext cx="3075"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2121" name="Group 41"/>
            <p:cNvGrpSpPr>
              <a:grpSpLocks/>
            </p:cNvGrpSpPr>
            <p:nvPr/>
          </p:nvGrpSpPr>
          <p:grpSpPr bwMode="auto">
            <a:xfrm>
              <a:off x="1656" y="2584"/>
              <a:ext cx="768" cy="327"/>
              <a:chOff x="720" y="3643"/>
              <a:chExt cx="768" cy="327"/>
            </a:xfrm>
          </p:grpSpPr>
          <p:sp>
            <p:nvSpPr>
              <p:cNvPr id="942122" name="Text Box 42"/>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     B</a:t>
                </a:r>
              </a:p>
            </p:txBody>
          </p:sp>
          <p:grpSp>
            <p:nvGrpSpPr>
              <p:cNvPr id="942123" name="Group 43"/>
              <p:cNvGrpSpPr>
                <a:grpSpLocks/>
              </p:cNvGrpSpPr>
              <p:nvPr/>
            </p:nvGrpSpPr>
            <p:grpSpPr bwMode="auto">
              <a:xfrm>
                <a:off x="913" y="3728"/>
                <a:ext cx="351" cy="166"/>
                <a:chOff x="2625" y="1520"/>
                <a:chExt cx="351" cy="166"/>
              </a:xfrm>
            </p:grpSpPr>
            <p:graphicFrame>
              <p:nvGraphicFramePr>
                <p:cNvPr id="942124" name="Object 44"/>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54" name="Equation" r:id="rId16" imgW="152280" imgH="88560" progId="Equation.3">
                        <p:embed/>
                      </p:oleObj>
                    </mc:Choice>
                    <mc:Fallback>
                      <p:oleObj name="Equation" r:id="rId16" imgW="152280" imgH="8856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25" name="Line 45"/>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nvGrpSpPr>
            <p:cNvPr id="942126" name="Group 46"/>
            <p:cNvGrpSpPr>
              <a:grpSpLocks/>
            </p:cNvGrpSpPr>
            <p:nvPr/>
          </p:nvGrpSpPr>
          <p:grpSpPr bwMode="auto">
            <a:xfrm>
              <a:off x="2640" y="2584"/>
              <a:ext cx="768" cy="327"/>
              <a:chOff x="720" y="3643"/>
              <a:chExt cx="768" cy="327"/>
            </a:xfrm>
          </p:grpSpPr>
          <p:sp>
            <p:nvSpPr>
              <p:cNvPr id="942127" name="Text Box 47"/>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B     C</a:t>
                </a:r>
              </a:p>
            </p:txBody>
          </p:sp>
          <p:grpSp>
            <p:nvGrpSpPr>
              <p:cNvPr id="942128" name="Group 48"/>
              <p:cNvGrpSpPr>
                <a:grpSpLocks/>
              </p:cNvGrpSpPr>
              <p:nvPr/>
            </p:nvGrpSpPr>
            <p:grpSpPr bwMode="auto">
              <a:xfrm>
                <a:off x="913" y="3728"/>
                <a:ext cx="351" cy="166"/>
                <a:chOff x="2625" y="1520"/>
                <a:chExt cx="351" cy="166"/>
              </a:xfrm>
            </p:grpSpPr>
            <p:graphicFrame>
              <p:nvGraphicFramePr>
                <p:cNvPr id="942129" name="Object 49"/>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55" name="Equation" r:id="rId17" imgW="152280" imgH="88560" progId="Equation.3">
                        <p:embed/>
                      </p:oleObj>
                    </mc:Choice>
                    <mc:Fallback>
                      <p:oleObj name="Equation" r:id="rId17" imgW="152280" imgH="88560" progId="Equation.3">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30" name="Line 50"/>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nvGrpSpPr>
            <p:cNvPr id="942131" name="Group 51"/>
            <p:cNvGrpSpPr>
              <a:grpSpLocks/>
            </p:cNvGrpSpPr>
            <p:nvPr/>
          </p:nvGrpSpPr>
          <p:grpSpPr bwMode="auto">
            <a:xfrm>
              <a:off x="3768" y="2584"/>
              <a:ext cx="768" cy="327"/>
              <a:chOff x="720" y="3643"/>
              <a:chExt cx="768" cy="327"/>
            </a:xfrm>
          </p:grpSpPr>
          <p:sp>
            <p:nvSpPr>
              <p:cNvPr id="942132" name="Text Box 52"/>
              <p:cNvSpPr txBox="1">
                <a:spLocks noChangeArrowheads="1"/>
              </p:cNvSpPr>
              <p:nvPr/>
            </p:nvSpPr>
            <p:spPr bwMode="auto">
              <a:xfrm>
                <a:off x="720" y="3643"/>
                <a:ext cx="7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A     C</a:t>
                </a:r>
              </a:p>
            </p:txBody>
          </p:sp>
          <p:grpSp>
            <p:nvGrpSpPr>
              <p:cNvPr id="942133" name="Group 53"/>
              <p:cNvGrpSpPr>
                <a:grpSpLocks/>
              </p:cNvGrpSpPr>
              <p:nvPr/>
            </p:nvGrpSpPr>
            <p:grpSpPr bwMode="auto">
              <a:xfrm>
                <a:off x="913" y="3728"/>
                <a:ext cx="351" cy="166"/>
                <a:chOff x="2625" y="1520"/>
                <a:chExt cx="351" cy="166"/>
              </a:xfrm>
            </p:grpSpPr>
            <p:graphicFrame>
              <p:nvGraphicFramePr>
                <p:cNvPr id="942134" name="Object 54"/>
                <p:cNvGraphicFramePr>
                  <a:graphicFrameLocks noChangeAspect="1"/>
                </p:cNvGraphicFramePr>
                <p:nvPr/>
              </p:nvGraphicFramePr>
              <p:xfrm>
                <a:off x="2625" y="1520"/>
                <a:ext cx="351" cy="166"/>
              </p:xfrm>
              <a:graphic>
                <a:graphicData uri="http://schemas.openxmlformats.org/presentationml/2006/ole">
                  <mc:AlternateContent xmlns:mc="http://schemas.openxmlformats.org/markup-compatibility/2006">
                    <mc:Choice xmlns:v="urn:schemas-microsoft-com:vml" Requires="v">
                      <p:oleObj spid="_x0000_s942156" name="Equation" r:id="rId18" imgW="152280" imgH="88560" progId="Equation.3">
                        <p:embed/>
                      </p:oleObj>
                    </mc:Choice>
                    <mc:Fallback>
                      <p:oleObj name="Equation" r:id="rId18" imgW="152280" imgH="88560" progId="Equation.3">
                        <p:embed/>
                        <p:pic>
                          <p:nvPicPr>
                            <p:cNvPr id="0" name="Object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 y="1520"/>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35" name="Line 55"/>
                <p:cNvSpPr>
                  <a:spLocks noChangeShapeType="1"/>
                </p:cNvSpPr>
                <p:nvPr/>
              </p:nvSpPr>
              <p:spPr bwMode="auto">
                <a:xfrm>
                  <a:off x="2688" y="1664"/>
                  <a:ext cx="19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pSp>
        </p:grpSp>
      </p:grpSp>
      <p:sp>
        <p:nvSpPr>
          <p:cNvPr id="942137" name="Text Box 57"/>
          <p:cNvSpPr txBox="1">
            <a:spLocks noChangeArrowheads="1"/>
          </p:cNvSpPr>
          <p:nvPr/>
        </p:nvSpPr>
        <p:spPr bwMode="auto">
          <a:xfrm>
            <a:off x="304800" y="4114800"/>
            <a:ext cx="1143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证明</a:t>
            </a:r>
          </a:p>
        </p:txBody>
      </p:sp>
      <p:sp>
        <p:nvSpPr>
          <p:cNvPr id="942138" name="Text Box 58"/>
          <p:cNvSpPr txBox="1">
            <a:spLocks noChangeArrowheads="1"/>
          </p:cNvSpPr>
          <p:nvPr/>
        </p:nvSpPr>
        <p:spPr bwMode="auto">
          <a:xfrm>
            <a:off x="1295400" y="4140200"/>
            <a:ext cx="4724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只证 (3)，其余留作练习。</a:t>
            </a:r>
          </a:p>
        </p:txBody>
      </p:sp>
      <p:graphicFrame>
        <p:nvGraphicFramePr>
          <p:cNvPr id="942139" name="Object 59"/>
          <p:cNvGraphicFramePr>
            <a:graphicFrameLocks noChangeAspect="1"/>
          </p:cNvGraphicFramePr>
          <p:nvPr/>
        </p:nvGraphicFramePr>
        <p:xfrm>
          <a:off x="609600" y="4724400"/>
          <a:ext cx="2133600" cy="563563"/>
        </p:xfrm>
        <a:graphic>
          <a:graphicData uri="http://schemas.openxmlformats.org/presentationml/2006/ole">
            <mc:AlternateContent xmlns:mc="http://schemas.openxmlformats.org/markup-compatibility/2006">
              <mc:Choice xmlns:v="urn:schemas-microsoft-com:vml" Requires="v">
                <p:oleObj spid="_x0000_s942157" name="Equation" r:id="rId19" imgW="850680" imgH="228600" progId="Equation.3">
                  <p:embed/>
                </p:oleObj>
              </mc:Choice>
              <mc:Fallback>
                <p:oleObj name="Equation" r:id="rId19" imgW="850680" imgH="228600" progId="Equation.3">
                  <p:embed/>
                  <p:pic>
                    <p:nvPicPr>
                      <p:cNvPr id="0" name="Object 5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9600" y="4724400"/>
                        <a:ext cx="2133600"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41" name="Object 61"/>
          <p:cNvGraphicFramePr>
            <a:graphicFrameLocks noChangeAspect="1"/>
          </p:cNvGraphicFramePr>
          <p:nvPr/>
        </p:nvGraphicFramePr>
        <p:xfrm>
          <a:off x="2743200" y="4724400"/>
          <a:ext cx="2133600" cy="565150"/>
        </p:xfrm>
        <a:graphic>
          <a:graphicData uri="http://schemas.openxmlformats.org/presentationml/2006/ole">
            <mc:AlternateContent xmlns:mc="http://schemas.openxmlformats.org/markup-compatibility/2006">
              <mc:Choice xmlns:v="urn:schemas-microsoft-com:vml" Requires="v">
                <p:oleObj spid="_x0000_s942158" name="Equation" r:id="rId21" imgW="850680" imgH="228600" progId="Equation.3">
                  <p:embed/>
                </p:oleObj>
              </mc:Choice>
              <mc:Fallback>
                <p:oleObj name="Equation" r:id="rId21" imgW="850680" imgH="228600" progId="Equation.3">
                  <p:embed/>
                  <p:pic>
                    <p:nvPicPr>
                      <p:cNvPr id="0" name="Object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43200" y="4724400"/>
                        <a:ext cx="2133600"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42" name="Object 62"/>
          <p:cNvGraphicFramePr>
            <a:graphicFrameLocks noChangeAspect="1"/>
          </p:cNvGraphicFramePr>
          <p:nvPr/>
        </p:nvGraphicFramePr>
        <p:xfrm>
          <a:off x="457200" y="5368925"/>
          <a:ext cx="3733800" cy="574675"/>
        </p:xfrm>
        <a:graphic>
          <a:graphicData uri="http://schemas.openxmlformats.org/presentationml/2006/ole">
            <mc:AlternateContent xmlns:mc="http://schemas.openxmlformats.org/markup-compatibility/2006">
              <mc:Choice xmlns:v="urn:schemas-microsoft-com:vml" Requires="v">
                <p:oleObj spid="_x0000_s942159" name="Equation" r:id="rId23" imgW="1460160" imgH="228600" progId="Equation.3">
                  <p:embed/>
                </p:oleObj>
              </mc:Choice>
              <mc:Fallback>
                <p:oleObj name="Equation" r:id="rId23" imgW="1460160" imgH="228600" progId="Equation.3">
                  <p:embed/>
                  <p:pic>
                    <p:nvPicPr>
                      <p:cNvPr id="0" name="Object 6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7200" y="5368925"/>
                        <a:ext cx="3733800"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43" name="Object 63"/>
          <p:cNvGraphicFramePr>
            <a:graphicFrameLocks noChangeAspect="1"/>
          </p:cNvGraphicFramePr>
          <p:nvPr/>
        </p:nvGraphicFramePr>
        <p:xfrm>
          <a:off x="4127500" y="5359400"/>
          <a:ext cx="3179763" cy="557213"/>
        </p:xfrm>
        <a:graphic>
          <a:graphicData uri="http://schemas.openxmlformats.org/presentationml/2006/ole">
            <mc:AlternateContent xmlns:mc="http://schemas.openxmlformats.org/markup-compatibility/2006">
              <mc:Choice xmlns:v="urn:schemas-microsoft-com:vml" Requires="v">
                <p:oleObj spid="_x0000_s942160" name="Equation" r:id="rId25" imgW="1282680" imgH="228600" progId="Equation.3">
                  <p:embed/>
                </p:oleObj>
              </mc:Choice>
              <mc:Fallback>
                <p:oleObj name="Equation" r:id="rId25" imgW="1282680" imgH="228600" progId="Equation.3">
                  <p:embed/>
                  <p:pic>
                    <p:nvPicPr>
                      <p:cNvPr id="0" name="Object 6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27500" y="5359400"/>
                        <a:ext cx="3179763"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44" name="Object 64"/>
          <p:cNvGraphicFramePr>
            <a:graphicFrameLocks noChangeAspect="1"/>
          </p:cNvGraphicFramePr>
          <p:nvPr/>
        </p:nvGraphicFramePr>
        <p:xfrm>
          <a:off x="609600" y="6019800"/>
          <a:ext cx="6019800" cy="557213"/>
        </p:xfrm>
        <a:graphic>
          <a:graphicData uri="http://schemas.openxmlformats.org/presentationml/2006/ole">
            <mc:AlternateContent xmlns:mc="http://schemas.openxmlformats.org/markup-compatibility/2006">
              <mc:Choice xmlns:v="urn:schemas-microsoft-com:vml" Requires="v">
                <p:oleObj spid="_x0000_s942161" name="Document" r:id="rId27" imgW="2413080" imgH="216000" progId="Word.Document.8">
                  <p:embed/>
                </p:oleObj>
              </mc:Choice>
              <mc:Fallback>
                <p:oleObj name="Document" r:id="rId27" imgW="2413080" imgH="216000" progId="Word.Document.8">
                  <p:embed/>
                  <p:pic>
                    <p:nvPicPr>
                      <p:cNvPr id="0" name="Object 6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9600" y="6019800"/>
                        <a:ext cx="60198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2082"/>
                                        </p:tgtEl>
                                        <p:attrNameLst>
                                          <p:attrName>style.visibility</p:attrName>
                                        </p:attrNameLst>
                                      </p:cBhvr>
                                      <p:to>
                                        <p:strVal val="visible"/>
                                      </p:to>
                                    </p:set>
                                    <p:animEffect transition="in" filter="wipe(left)">
                                      <p:cBhvr>
                                        <p:cTn id="7" dur="500"/>
                                        <p:tgtEl>
                                          <p:spTgt spid="94208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42145"/>
                                        </p:tgtEl>
                                        <p:attrNameLst>
                                          <p:attrName>style.visibility</p:attrName>
                                        </p:attrNameLst>
                                      </p:cBhvr>
                                      <p:to>
                                        <p:strVal val="visible"/>
                                      </p:to>
                                    </p:set>
                                    <p:animEffect transition="in" filter="wipe(left)">
                                      <p:cBhvr>
                                        <p:cTn id="11" dur="500"/>
                                        <p:tgtEl>
                                          <p:spTgt spid="9421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42092"/>
                                        </p:tgtEl>
                                        <p:attrNameLst>
                                          <p:attrName>style.visibility</p:attrName>
                                        </p:attrNameLst>
                                      </p:cBhvr>
                                      <p:to>
                                        <p:strVal val="visible"/>
                                      </p:to>
                                    </p:set>
                                    <p:animEffect transition="in" filter="wipe(left)">
                                      <p:cBhvr>
                                        <p:cTn id="16" dur="500"/>
                                        <p:tgtEl>
                                          <p:spTgt spid="94209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2093"/>
                                        </p:tgtEl>
                                        <p:attrNameLst>
                                          <p:attrName>style.visibility</p:attrName>
                                        </p:attrNameLst>
                                      </p:cBhvr>
                                      <p:to>
                                        <p:strVal val="visible"/>
                                      </p:to>
                                    </p:set>
                                    <p:animEffect transition="in" filter="wipe(left)">
                                      <p:cBhvr>
                                        <p:cTn id="21" dur="500"/>
                                        <p:tgtEl>
                                          <p:spTgt spid="94209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42109"/>
                                        </p:tgtEl>
                                        <p:attrNameLst>
                                          <p:attrName>style.visibility</p:attrName>
                                        </p:attrNameLst>
                                      </p:cBhvr>
                                      <p:to>
                                        <p:strVal val="visible"/>
                                      </p:to>
                                    </p:set>
                                    <p:animEffect transition="in" filter="wipe(left)">
                                      <p:cBhvr>
                                        <p:cTn id="26" dur="500"/>
                                        <p:tgtEl>
                                          <p:spTgt spid="9421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42095"/>
                                        </p:tgtEl>
                                        <p:attrNameLst>
                                          <p:attrName>style.visibility</p:attrName>
                                        </p:attrNameLst>
                                      </p:cBhvr>
                                      <p:to>
                                        <p:strVal val="visible"/>
                                      </p:to>
                                    </p:set>
                                    <p:animEffect transition="in" filter="wipe(left)">
                                      <p:cBhvr>
                                        <p:cTn id="31" dur="500"/>
                                        <p:tgtEl>
                                          <p:spTgt spid="94209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42120"/>
                                        </p:tgtEl>
                                        <p:attrNameLst>
                                          <p:attrName>style.visibility</p:attrName>
                                        </p:attrNameLst>
                                      </p:cBhvr>
                                      <p:to>
                                        <p:strVal val="visible"/>
                                      </p:to>
                                    </p:set>
                                    <p:animEffect transition="in" filter="wipe(left)">
                                      <p:cBhvr>
                                        <p:cTn id="36" dur="500"/>
                                        <p:tgtEl>
                                          <p:spTgt spid="94212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42097"/>
                                        </p:tgtEl>
                                        <p:attrNameLst>
                                          <p:attrName>style.visibility</p:attrName>
                                        </p:attrNameLst>
                                      </p:cBhvr>
                                      <p:to>
                                        <p:strVal val="visible"/>
                                      </p:to>
                                    </p:set>
                                    <p:animEffect transition="in" filter="wipe(left)">
                                      <p:cBhvr>
                                        <p:cTn id="41" dur="500"/>
                                        <p:tgtEl>
                                          <p:spTgt spid="94209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42136"/>
                                        </p:tgtEl>
                                        <p:attrNameLst>
                                          <p:attrName>style.visibility</p:attrName>
                                        </p:attrNameLst>
                                      </p:cBhvr>
                                      <p:to>
                                        <p:strVal val="visible"/>
                                      </p:to>
                                    </p:set>
                                    <p:animEffect transition="in" filter="wipe(left)">
                                      <p:cBhvr>
                                        <p:cTn id="46" dur="500"/>
                                        <p:tgtEl>
                                          <p:spTgt spid="94213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42137"/>
                                        </p:tgtEl>
                                        <p:attrNameLst>
                                          <p:attrName>style.visibility</p:attrName>
                                        </p:attrNameLst>
                                      </p:cBhvr>
                                      <p:to>
                                        <p:strVal val="visible"/>
                                      </p:to>
                                    </p:set>
                                    <p:animEffect transition="in" filter="wipe(left)">
                                      <p:cBhvr>
                                        <p:cTn id="51" dur="500"/>
                                        <p:tgtEl>
                                          <p:spTgt spid="94213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2138"/>
                                        </p:tgtEl>
                                        <p:attrNameLst>
                                          <p:attrName>style.visibility</p:attrName>
                                        </p:attrNameLst>
                                      </p:cBhvr>
                                      <p:to>
                                        <p:strVal val="visible"/>
                                      </p:to>
                                    </p:set>
                                    <p:animEffect transition="in" filter="wipe(left)">
                                      <p:cBhvr>
                                        <p:cTn id="56" dur="500"/>
                                        <p:tgtEl>
                                          <p:spTgt spid="94213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42139"/>
                                        </p:tgtEl>
                                        <p:attrNameLst>
                                          <p:attrName>style.visibility</p:attrName>
                                        </p:attrNameLst>
                                      </p:cBhvr>
                                      <p:to>
                                        <p:strVal val="visible"/>
                                      </p:to>
                                    </p:set>
                                    <p:animEffect transition="in" filter="wipe(left)">
                                      <p:cBhvr>
                                        <p:cTn id="61" dur="500"/>
                                        <p:tgtEl>
                                          <p:spTgt spid="94213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42141"/>
                                        </p:tgtEl>
                                        <p:attrNameLst>
                                          <p:attrName>style.visibility</p:attrName>
                                        </p:attrNameLst>
                                      </p:cBhvr>
                                      <p:to>
                                        <p:strVal val="visible"/>
                                      </p:to>
                                    </p:set>
                                    <p:animEffect transition="in" filter="wipe(left)">
                                      <p:cBhvr>
                                        <p:cTn id="66" dur="500"/>
                                        <p:tgtEl>
                                          <p:spTgt spid="94214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942142"/>
                                        </p:tgtEl>
                                        <p:attrNameLst>
                                          <p:attrName>style.visibility</p:attrName>
                                        </p:attrNameLst>
                                      </p:cBhvr>
                                      <p:to>
                                        <p:strVal val="visible"/>
                                      </p:to>
                                    </p:set>
                                    <p:animEffect transition="in" filter="wipe(left)">
                                      <p:cBhvr>
                                        <p:cTn id="71" dur="500"/>
                                        <p:tgtEl>
                                          <p:spTgt spid="94214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42143"/>
                                        </p:tgtEl>
                                        <p:attrNameLst>
                                          <p:attrName>style.visibility</p:attrName>
                                        </p:attrNameLst>
                                      </p:cBhvr>
                                      <p:to>
                                        <p:strVal val="visible"/>
                                      </p:to>
                                    </p:set>
                                    <p:animEffect transition="in" filter="wipe(left)">
                                      <p:cBhvr>
                                        <p:cTn id="76" dur="500"/>
                                        <p:tgtEl>
                                          <p:spTgt spid="94214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942144"/>
                                        </p:tgtEl>
                                        <p:attrNameLst>
                                          <p:attrName>style.visibility</p:attrName>
                                        </p:attrNameLst>
                                      </p:cBhvr>
                                      <p:to>
                                        <p:strVal val="visible"/>
                                      </p:to>
                                    </p:set>
                                    <p:animEffect transition="in" filter="wipe(left)">
                                      <p:cBhvr>
                                        <p:cTn id="81" dur="500"/>
                                        <p:tgtEl>
                                          <p:spTgt spid="942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082" grpId="0" autoUpdateAnimBg="0"/>
      <p:bldP spid="942092" grpId="0" autoUpdateAnimBg="0"/>
      <p:bldP spid="942093" grpId="0" autoUpdateAnimBg="0"/>
      <p:bldP spid="942095" grpId="0" autoUpdateAnimBg="0"/>
      <p:bldP spid="942097" grpId="0" autoUpdateAnimBg="0"/>
      <p:bldP spid="942137" grpId="0" autoUpdateAnimBg="0"/>
      <p:bldP spid="94213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17ABD27-3667-4167-BEBC-41CDC69C049F}" type="slidenum">
              <a:rPr lang="zh-CN" altLang="en-US"/>
              <a:pPr/>
              <a:t>15</a:t>
            </a:fld>
            <a:endParaRPr lang="zh-CN" altLang="en-US"/>
          </a:p>
        </p:txBody>
      </p:sp>
      <p:sp>
        <p:nvSpPr>
          <p:cNvPr id="1005570" name="Rectangle 2"/>
          <p:cNvSpPr>
            <a:spLocks noGrp="1" noChangeArrowheads="1"/>
          </p:cNvSpPr>
          <p:nvPr>
            <p:ph type="title"/>
          </p:nvPr>
        </p:nvSpPr>
        <p:spPr>
          <a:xfrm>
            <a:off x="381000" y="228600"/>
            <a:ext cx="8305800" cy="685800"/>
          </a:xfrm>
        </p:spPr>
        <p:txBody>
          <a:bodyPr/>
          <a:lstStyle/>
          <a:p>
            <a:r>
              <a:rPr lang="zh-CN" altLang="en-US" sz="3600" b="1">
                <a:solidFill>
                  <a:srgbClr val="008000"/>
                </a:solidFill>
                <a:latin typeface="黑体" panose="02010609060101010101" pitchFamily="49" charset="-122"/>
                <a:ea typeface="黑体" panose="02010609060101010101" pitchFamily="49" charset="-122"/>
              </a:rPr>
              <a:t>第二节  二次型与对称矩阵的标准型</a:t>
            </a:r>
          </a:p>
        </p:txBody>
      </p:sp>
      <p:graphicFrame>
        <p:nvGraphicFramePr>
          <p:cNvPr id="1005581" name="Object 13"/>
          <p:cNvGraphicFramePr>
            <a:graphicFrameLocks noChangeAspect="1"/>
          </p:cNvGraphicFramePr>
          <p:nvPr/>
        </p:nvGraphicFramePr>
        <p:xfrm>
          <a:off x="228600" y="1066800"/>
          <a:ext cx="8526463" cy="4019550"/>
        </p:xfrm>
        <a:graphic>
          <a:graphicData uri="http://schemas.openxmlformats.org/presentationml/2006/ole">
            <mc:AlternateContent xmlns:mc="http://schemas.openxmlformats.org/markup-compatibility/2006">
              <mc:Choice xmlns:v="urn:schemas-microsoft-com:vml" Requires="v">
                <p:oleObj spid="_x0000_s1026048" name="Document" r:id="rId3" imgW="3123720" imgH="1472400" progId="Word.Document.8">
                  <p:embed/>
                </p:oleObj>
              </mc:Choice>
              <mc:Fallback>
                <p:oleObj name="Document" r:id="rId3" imgW="3123720" imgH="1472400" progId="Word.Document.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066800"/>
                        <a:ext cx="8526463" cy="401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5570"/>
                                        </p:tgtEl>
                                        <p:attrNameLst>
                                          <p:attrName>style.visibility</p:attrName>
                                        </p:attrNameLst>
                                      </p:cBhvr>
                                      <p:to>
                                        <p:strVal val="visible"/>
                                      </p:to>
                                    </p:set>
                                    <p:animEffect transition="in" filter="wipe(left)">
                                      <p:cBhvr>
                                        <p:cTn id="7" dur="500"/>
                                        <p:tgtEl>
                                          <p:spTgt spid="10055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5581"/>
                                        </p:tgtEl>
                                        <p:attrNameLst>
                                          <p:attrName>style.visibility</p:attrName>
                                        </p:attrNameLst>
                                      </p:cBhvr>
                                      <p:to>
                                        <p:strVal val="visible"/>
                                      </p:to>
                                    </p:set>
                                    <p:animEffect transition="in" filter="wipe(left)">
                                      <p:cBhvr>
                                        <p:cTn id="12" dur="500"/>
                                        <p:tgtEl>
                                          <p:spTgt spid="1005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57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F118C16E-C54E-4932-B9F5-DD2A87C05E55}" type="slidenum">
              <a:rPr lang="zh-CN" altLang="en-US"/>
              <a:pPr/>
              <a:t>16</a:t>
            </a:fld>
            <a:endParaRPr lang="zh-CN" altLang="en-US"/>
          </a:p>
        </p:txBody>
      </p:sp>
      <p:sp>
        <p:nvSpPr>
          <p:cNvPr id="1006594" name="Rectangle 2"/>
          <p:cNvSpPr>
            <a:spLocks noGrp="1" noChangeArrowheads="1"/>
          </p:cNvSpPr>
          <p:nvPr>
            <p:ph type="title"/>
          </p:nvPr>
        </p:nvSpPr>
        <p:spPr>
          <a:xfrm>
            <a:off x="228600" y="228600"/>
            <a:ext cx="5029200" cy="609600"/>
          </a:xfrm>
        </p:spPr>
        <p:txBody>
          <a:bodyPr/>
          <a:lstStyle/>
          <a:p>
            <a:pPr algn="l"/>
            <a:r>
              <a:rPr lang="zh-CN" altLang="en-US" sz="3200" b="1">
                <a:solidFill>
                  <a:srgbClr val="0033CC"/>
                </a:solidFill>
                <a:latin typeface="黑体" panose="02010609060101010101" pitchFamily="49" charset="-122"/>
                <a:ea typeface="黑体" panose="02010609060101010101" pitchFamily="49" charset="-122"/>
              </a:rPr>
              <a:t>(一) 二次型的标准形</a:t>
            </a:r>
          </a:p>
        </p:txBody>
      </p:sp>
      <p:graphicFrame>
        <p:nvGraphicFramePr>
          <p:cNvPr id="1006602" name="Object 10"/>
          <p:cNvGraphicFramePr>
            <a:graphicFrameLocks noChangeAspect="1"/>
          </p:cNvGraphicFramePr>
          <p:nvPr/>
        </p:nvGraphicFramePr>
        <p:xfrm>
          <a:off x="381000" y="990600"/>
          <a:ext cx="7543800" cy="2598738"/>
        </p:xfrm>
        <a:graphic>
          <a:graphicData uri="http://schemas.openxmlformats.org/presentationml/2006/ole">
            <mc:AlternateContent xmlns:mc="http://schemas.openxmlformats.org/markup-compatibility/2006">
              <mc:Choice xmlns:v="urn:schemas-microsoft-com:vml" Requires="v">
                <p:oleObj spid="_x0000_s1006607" name="Document" r:id="rId3" imgW="2954160" imgH="1017720" progId="Word.Document.8">
                  <p:embed/>
                </p:oleObj>
              </mc:Choice>
              <mc:Fallback>
                <p:oleObj name="Document" r:id="rId3" imgW="2954160" imgH="1017720" progId="Word.Documen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90600"/>
                        <a:ext cx="7543800" cy="2598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6603" name="Text Box 11"/>
          <p:cNvSpPr txBox="1">
            <a:spLocks noChangeArrowheads="1"/>
          </p:cNvSpPr>
          <p:nvPr/>
        </p:nvSpPr>
        <p:spPr bwMode="auto">
          <a:xfrm>
            <a:off x="304800" y="933450"/>
            <a:ext cx="12954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定义</a:t>
            </a:r>
          </a:p>
        </p:txBody>
      </p:sp>
      <p:graphicFrame>
        <p:nvGraphicFramePr>
          <p:cNvPr id="1006604" name="Object 12"/>
          <p:cNvGraphicFramePr>
            <a:graphicFrameLocks noChangeAspect="1"/>
          </p:cNvGraphicFramePr>
          <p:nvPr/>
        </p:nvGraphicFramePr>
        <p:xfrm>
          <a:off x="301625" y="3681413"/>
          <a:ext cx="8537575" cy="1493837"/>
        </p:xfrm>
        <a:graphic>
          <a:graphicData uri="http://schemas.openxmlformats.org/presentationml/2006/ole">
            <mc:AlternateContent xmlns:mc="http://schemas.openxmlformats.org/markup-compatibility/2006">
              <mc:Choice xmlns:v="urn:schemas-microsoft-com:vml" Requires="v">
                <p:oleObj spid="_x0000_s1006608" name="Document" r:id="rId5" imgW="3279240" imgH="594000" progId="Word.Document.8">
                  <p:embed/>
                </p:oleObj>
              </mc:Choice>
              <mc:Fallback>
                <p:oleObj name="Document" r:id="rId5" imgW="3279240" imgH="594000" progId="Word.Document.8">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25" y="3681413"/>
                        <a:ext cx="8537575" cy="1493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6605" name="Text Box 13"/>
          <p:cNvSpPr txBox="1">
            <a:spLocks noChangeArrowheads="1"/>
          </p:cNvSpPr>
          <p:nvPr/>
        </p:nvSpPr>
        <p:spPr bwMode="auto">
          <a:xfrm>
            <a:off x="609600" y="5276850"/>
            <a:ext cx="647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下面介绍二次型化为标准形的方法。</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6594"/>
                                        </p:tgtEl>
                                        <p:attrNameLst>
                                          <p:attrName>style.visibility</p:attrName>
                                        </p:attrNameLst>
                                      </p:cBhvr>
                                      <p:to>
                                        <p:strVal val="visible"/>
                                      </p:to>
                                    </p:set>
                                    <p:animEffect transition="in" filter="wipe(left)">
                                      <p:cBhvr>
                                        <p:cTn id="7" dur="500"/>
                                        <p:tgtEl>
                                          <p:spTgt spid="10065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6603"/>
                                        </p:tgtEl>
                                        <p:attrNameLst>
                                          <p:attrName>style.visibility</p:attrName>
                                        </p:attrNameLst>
                                      </p:cBhvr>
                                      <p:to>
                                        <p:strVal val="visible"/>
                                      </p:to>
                                    </p:set>
                                    <p:animEffect transition="in" filter="wipe(left)">
                                      <p:cBhvr>
                                        <p:cTn id="12" dur="500"/>
                                        <p:tgtEl>
                                          <p:spTgt spid="100660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06602"/>
                                        </p:tgtEl>
                                        <p:attrNameLst>
                                          <p:attrName>style.visibility</p:attrName>
                                        </p:attrNameLst>
                                      </p:cBhvr>
                                      <p:to>
                                        <p:strVal val="visible"/>
                                      </p:to>
                                    </p:set>
                                    <p:animEffect transition="in" filter="wipe(left)">
                                      <p:cBhvr>
                                        <p:cTn id="16" dur="500"/>
                                        <p:tgtEl>
                                          <p:spTgt spid="100660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006604"/>
                                        </p:tgtEl>
                                        <p:attrNameLst>
                                          <p:attrName>style.visibility</p:attrName>
                                        </p:attrNameLst>
                                      </p:cBhvr>
                                      <p:to>
                                        <p:strVal val="visible"/>
                                      </p:to>
                                    </p:set>
                                    <p:animEffect transition="in" filter="wipe(left)">
                                      <p:cBhvr>
                                        <p:cTn id="21" dur="500"/>
                                        <p:tgtEl>
                                          <p:spTgt spid="100660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06605"/>
                                        </p:tgtEl>
                                        <p:attrNameLst>
                                          <p:attrName>style.visibility</p:attrName>
                                        </p:attrNameLst>
                                      </p:cBhvr>
                                      <p:to>
                                        <p:strVal val="visible"/>
                                      </p:to>
                                    </p:set>
                                    <p:animEffect transition="in" filter="wipe(left)">
                                      <p:cBhvr>
                                        <p:cTn id="26" dur="500"/>
                                        <p:tgtEl>
                                          <p:spTgt spid="1006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4" grpId="0" autoUpdateAnimBg="0"/>
      <p:bldP spid="1006603" grpId="0" autoUpdateAnimBg="0"/>
      <p:bldP spid="100660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3"/>
          <p:cNvSpPr>
            <a:spLocks noGrp="1"/>
          </p:cNvSpPr>
          <p:nvPr>
            <p:ph type="sldNum" sz="quarter" idx="12"/>
          </p:nvPr>
        </p:nvSpPr>
        <p:spPr/>
        <p:txBody>
          <a:bodyPr/>
          <a:lstStyle/>
          <a:p>
            <a:fld id="{87808B56-FDF7-462F-8EE5-0511ADF440C3}" type="slidenum">
              <a:rPr lang="zh-CN" altLang="en-US"/>
              <a:pPr/>
              <a:t>17</a:t>
            </a:fld>
            <a:endParaRPr lang="zh-CN" altLang="en-US"/>
          </a:p>
        </p:txBody>
      </p:sp>
      <p:sp>
        <p:nvSpPr>
          <p:cNvPr id="948226" name="Rectangle 2"/>
          <p:cNvSpPr>
            <a:spLocks noGrp="1" noChangeArrowheads="1"/>
          </p:cNvSpPr>
          <p:nvPr>
            <p:ph type="title" idx="4294967295"/>
          </p:nvPr>
        </p:nvSpPr>
        <p:spPr>
          <a:xfrm>
            <a:off x="228600" y="152400"/>
            <a:ext cx="8534400" cy="609600"/>
          </a:xfrm>
        </p:spPr>
        <p:txBody>
          <a:bodyPr/>
          <a:lstStyle/>
          <a:p>
            <a:pPr algn="l"/>
            <a:r>
              <a:rPr lang="zh-CN" altLang="en-US" sz="3200" b="1">
                <a:solidFill>
                  <a:srgbClr val="0033CC"/>
                </a:solidFill>
                <a:ea typeface="黑体" panose="02010609060101010101" pitchFamily="49" charset="-122"/>
              </a:rPr>
              <a:t>1</a:t>
            </a:r>
            <a:r>
              <a:rPr lang="zh-CN" altLang="en-US" sz="3200" b="1">
                <a:solidFill>
                  <a:srgbClr val="0033CC"/>
                </a:solidFill>
                <a:latin typeface="宋体" panose="02010600030101010101" pitchFamily="2" charset="-122"/>
                <a:ea typeface="黑体" panose="02010609060101010101" pitchFamily="49" charset="-122"/>
              </a:rPr>
              <a:t>、用拉格朗日配方法化二次型为标准形</a:t>
            </a:r>
          </a:p>
        </p:txBody>
      </p:sp>
      <p:graphicFrame>
        <p:nvGraphicFramePr>
          <p:cNvPr id="948227" name="Object 3"/>
          <p:cNvGraphicFramePr>
            <a:graphicFrameLocks noChangeAspect="1"/>
          </p:cNvGraphicFramePr>
          <p:nvPr/>
        </p:nvGraphicFramePr>
        <p:xfrm>
          <a:off x="1905000" y="3873500"/>
          <a:ext cx="2209800" cy="1890713"/>
        </p:xfrm>
        <a:graphic>
          <a:graphicData uri="http://schemas.openxmlformats.org/presentationml/2006/ole">
            <mc:AlternateContent xmlns:mc="http://schemas.openxmlformats.org/markup-compatibility/2006">
              <mc:Choice xmlns:v="urn:schemas-microsoft-com:vml" Requires="v">
                <p:oleObj spid="_x0000_s948239" name="Equation" r:id="rId3" imgW="876240" imgH="749160" progId="Equation.3">
                  <p:embed/>
                </p:oleObj>
              </mc:Choice>
              <mc:Fallback>
                <p:oleObj name="Equation" r:id="rId3" imgW="876240" imgH="74916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873500"/>
                        <a:ext cx="2209800" cy="189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8228" name="Object 4"/>
          <p:cNvGraphicFramePr>
            <a:graphicFrameLocks noChangeAspect="1"/>
          </p:cNvGraphicFramePr>
          <p:nvPr/>
        </p:nvGraphicFramePr>
        <p:xfrm>
          <a:off x="4708525" y="4572000"/>
          <a:ext cx="3765550" cy="538163"/>
        </p:xfrm>
        <a:graphic>
          <a:graphicData uri="http://schemas.openxmlformats.org/presentationml/2006/ole">
            <mc:AlternateContent xmlns:mc="http://schemas.openxmlformats.org/markup-compatibility/2006">
              <mc:Choice xmlns:v="urn:schemas-microsoft-com:vml" Requires="v">
                <p:oleObj spid="_x0000_s948240" name="Equation" r:id="rId5" imgW="1511280" imgH="215640" progId="Equation.3">
                  <p:embed/>
                </p:oleObj>
              </mc:Choice>
              <mc:Fallback>
                <p:oleObj name="Equation" r:id="rId5" imgW="1511280" imgH="21564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8525" y="4572000"/>
                        <a:ext cx="376555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8229" name="Text Box 5"/>
          <p:cNvSpPr txBox="1">
            <a:spLocks noChangeArrowheads="1"/>
          </p:cNvSpPr>
          <p:nvPr/>
        </p:nvSpPr>
        <p:spPr bwMode="auto">
          <a:xfrm>
            <a:off x="457200" y="742950"/>
            <a:ext cx="525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666633"/>
                </a:solidFill>
                <a:latin typeface="Times New Roman" panose="02020603050405020304" pitchFamily="18" charset="0"/>
                <a:ea typeface="黑体" panose="02010609060101010101" pitchFamily="49" charset="-122"/>
              </a:rPr>
              <a:t>拉格朗日配方法的基本步骤：</a:t>
            </a:r>
          </a:p>
        </p:txBody>
      </p:sp>
      <p:grpSp>
        <p:nvGrpSpPr>
          <p:cNvPr id="948230" name="Group 6"/>
          <p:cNvGrpSpPr>
            <a:grpSpLocks/>
          </p:cNvGrpSpPr>
          <p:nvPr/>
        </p:nvGrpSpPr>
        <p:grpSpPr bwMode="auto">
          <a:xfrm>
            <a:off x="546100" y="3016250"/>
            <a:ext cx="7589838" cy="946150"/>
            <a:chOff x="344" y="1980"/>
            <a:chExt cx="4781" cy="596"/>
          </a:xfrm>
        </p:grpSpPr>
        <p:sp>
          <p:nvSpPr>
            <p:cNvPr id="948231" name="Rectangle 7"/>
            <p:cNvSpPr>
              <a:spLocks noChangeArrowheads="1"/>
            </p:cNvSpPr>
            <p:nvPr/>
          </p:nvSpPr>
          <p:spPr bwMode="auto">
            <a:xfrm>
              <a:off x="344" y="1980"/>
              <a:ext cx="478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　　2.　若二次型中不含有平方项，但是            </a:t>
              </a:r>
            </a:p>
            <a:p>
              <a:r>
                <a:rPr lang="zh-CN" altLang="en-US">
                  <a:solidFill>
                    <a:srgbClr val="000000"/>
                  </a:solidFill>
                  <a:latin typeface="Times New Roman" panose="02020603050405020304" pitchFamily="18" charset="0"/>
                </a:rPr>
                <a:t>             则先作可逆线性</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a:t>
              </a:r>
            </a:p>
          </p:txBody>
        </p:sp>
        <p:graphicFrame>
          <p:nvGraphicFramePr>
            <p:cNvPr id="948232" name="Object 8"/>
            <p:cNvGraphicFramePr>
              <a:graphicFrameLocks noChangeAspect="1"/>
            </p:cNvGraphicFramePr>
            <p:nvPr/>
          </p:nvGraphicFramePr>
          <p:xfrm>
            <a:off x="4440" y="2000"/>
            <a:ext cx="648" cy="315"/>
          </p:xfrm>
          <a:graphic>
            <a:graphicData uri="http://schemas.openxmlformats.org/presentationml/2006/ole">
              <mc:AlternateContent xmlns:mc="http://schemas.openxmlformats.org/markup-compatibility/2006">
                <mc:Choice xmlns:v="urn:schemas-microsoft-com:vml" Requires="v">
                  <p:oleObj spid="_x0000_s948241" name="Equation" r:id="rId7" imgW="965160" imgH="469800" progId="Equation.3">
                    <p:embed/>
                  </p:oleObj>
                </mc:Choice>
                <mc:Fallback>
                  <p:oleObj name="Equation" r:id="rId7" imgW="965160" imgH="469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0" y="2000"/>
                          <a:ext cx="648"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8233" name="Object 9"/>
            <p:cNvGraphicFramePr>
              <a:graphicFrameLocks noChangeAspect="1"/>
            </p:cNvGraphicFramePr>
            <p:nvPr/>
          </p:nvGraphicFramePr>
          <p:xfrm>
            <a:off x="408" y="2292"/>
            <a:ext cx="696" cy="257"/>
          </p:xfrm>
          <a:graphic>
            <a:graphicData uri="http://schemas.openxmlformats.org/presentationml/2006/ole">
              <mc:AlternateContent xmlns:mc="http://schemas.openxmlformats.org/markup-compatibility/2006">
                <mc:Choice xmlns:v="urn:schemas-microsoft-com:vml" Requires="v">
                  <p:oleObj spid="_x0000_s948242" name="Equation" r:id="rId9" imgW="1066680" imgH="393480" progId="Equation.3">
                    <p:embed/>
                  </p:oleObj>
                </mc:Choice>
                <mc:Fallback>
                  <p:oleObj name="Equation" r:id="rId9" imgW="1066680" imgH="39348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 y="2292"/>
                          <a:ext cx="6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48234" name="Rectangle 10"/>
          <p:cNvSpPr>
            <a:spLocks noChangeArrowheads="1"/>
          </p:cNvSpPr>
          <p:nvPr/>
        </p:nvSpPr>
        <p:spPr bwMode="auto">
          <a:xfrm>
            <a:off x="457200" y="57150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化二次型为含有平方项的二次型，然后再按1中方法配方。</a:t>
            </a:r>
          </a:p>
        </p:txBody>
      </p:sp>
      <p:grpSp>
        <p:nvGrpSpPr>
          <p:cNvPr id="948235" name="Group 11"/>
          <p:cNvGrpSpPr>
            <a:grpSpLocks/>
          </p:cNvGrpSpPr>
          <p:nvPr/>
        </p:nvGrpSpPr>
        <p:grpSpPr bwMode="auto">
          <a:xfrm>
            <a:off x="533400" y="1238250"/>
            <a:ext cx="7685088" cy="1800225"/>
            <a:chOff x="336" y="924"/>
            <a:chExt cx="4841" cy="1134"/>
          </a:xfrm>
        </p:grpSpPr>
        <p:sp>
          <p:nvSpPr>
            <p:cNvPr id="948236" name="Text Box 12"/>
            <p:cNvSpPr txBox="1">
              <a:spLocks noChangeArrowheads="1"/>
            </p:cNvSpPr>
            <p:nvPr/>
          </p:nvSpPr>
          <p:spPr bwMode="auto">
            <a:xfrm>
              <a:off x="336" y="924"/>
              <a:ext cx="4841"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　　1.　若二次型含有     的平方项，则先把含有</a:t>
              </a:r>
            </a:p>
            <a:p>
              <a:r>
                <a:rPr lang="zh-CN" altLang="en-US">
                  <a:solidFill>
                    <a:srgbClr val="000000"/>
                  </a:solidFill>
                  <a:latin typeface="Times New Roman" panose="02020603050405020304" pitchFamily="18" charset="0"/>
                </a:rPr>
                <a:t>    的乘积项集中，然后配方，再对其余的变量同</a:t>
              </a:r>
            </a:p>
            <a:p>
              <a:r>
                <a:rPr lang="zh-CN" altLang="en-US">
                  <a:solidFill>
                    <a:srgbClr val="000000"/>
                  </a:solidFill>
                  <a:latin typeface="Times New Roman" panose="02020603050405020304" pitchFamily="18" charset="0"/>
                </a:rPr>
                <a:t>样进行，直到都配成平方项为止，经过非退化线</a:t>
              </a:r>
            </a:p>
            <a:p>
              <a:r>
                <a:rPr lang="zh-CN" altLang="en-US">
                  <a:solidFill>
                    <a:srgbClr val="000000"/>
                  </a:solidFill>
                  <a:latin typeface="Times New Roman" panose="02020603050405020304" pitchFamily="18" charset="0"/>
                </a:rPr>
                <a:t>性</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换，就得到标准形; </a:t>
              </a:r>
            </a:p>
          </p:txBody>
        </p:sp>
        <p:graphicFrame>
          <p:nvGraphicFramePr>
            <p:cNvPr id="948237" name="Object 13"/>
            <p:cNvGraphicFramePr>
              <a:graphicFrameLocks noChangeAspect="1"/>
            </p:cNvGraphicFramePr>
            <p:nvPr/>
          </p:nvGraphicFramePr>
          <p:xfrm>
            <a:off x="2604" y="924"/>
            <a:ext cx="249" cy="324"/>
          </p:xfrm>
          <a:graphic>
            <a:graphicData uri="http://schemas.openxmlformats.org/presentationml/2006/ole">
              <mc:AlternateContent xmlns:mc="http://schemas.openxmlformats.org/markup-compatibility/2006">
                <mc:Choice xmlns:v="urn:schemas-microsoft-com:vml" Requires="v">
                  <p:oleObj spid="_x0000_s948243" name="Equation" r:id="rId11" imgW="330120" imgH="431640" progId="Equation.3">
                    <p:embed/>
                  </p:oleObj>
                </mc:Choice>
                <mc:Fallback>
                  <p:oleObj name="Equation" r:id="rId11" imgW="330120" imgH="43164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04" y="924"/>
                          <a:ext cx="249"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8238" name="Object 14"/>
            <p:cNvGraphicFramePr>
              <a:graphicFrameLocks noChangeAspect="1"/>
            </p:cNvGraphicFramePr>
            <p:nvPr/>
          </p:nvGraphicFramePr>
          <p:xfrm>
            <a:off x="368" y="1184"/>
            <a:ext cx="249" cy="324"/>
          </p:xfrm>
          <a:graphic>
            <a:graphicData uri="http://schemas.openxmlformats.org/presentationml/2006/ole">
              <mc:AlternateContent xmlns:mc="http://schemas.openxmlformats.org/markup-compatibility/2006">
                <mc:Choice xmlns:v="urn:schemas-microsoft-com:vml" Requires="v">
                  <p:oleObj spid="_x0000_s948244" name="Equation" r:id="rId13" imgW="330120" imgH="431640" progId="Equation.3">
                    <p:embed/>
                  </p:oleObj>
                </mc:Choice>
                <mc:Fallback>
                  <p:oleObj name="Equation" r:id="rId13" imgW="330120" imgH="43164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 y="1184"/>
                          <a:ext cx="249"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8226"/>
                                        </p:tgtEl>
                                        <p:attrNameLst>
                                          <p:attrName>style.visibility</p:attrName>
                                        </p:attrNameLst>
                                      </p:cBhvr>
                                      <p:to>
                                        <p:strVal val="visible"/>
                                      </p:to>
                                    </p:set>
                                    <p:animEffect transition="in" filter="wipe(left)">
                                      <p:cBhvr>
                                        <p:cTn id="7" dur="500"/>
                                        <p:tgtEl>
                                          <p:spTgt spid="948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8229"/>
                                        </p:tgtEl>
                                        <p:attrNameLst>
                                          <p:attrName>style.visibility</p:attrName>
                                        </p:attrNameLst>
                                      </p:cBhvr>
                                      <p:to>
                                        <p:strVal val="visible"/>
                                      </p:to>
                                    </p:set>
                                    <p:animEffect transition="in" filter="wipe(left)">
                                      <p:cBhvr>
                                        <p:cTn id="12" dur="500"/>
                                        <p:tgtEl>
                                          <p:spTgt spid="9482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8235"/>
                                        </p:tgtEl>
                                        <p:attrNameLst>
                                          <p:attrName>style.visibility</p:attrName>
                                        </p:attrNameLst>
                                      </p:cBhvr>
                                      <p:to>
                                        <p:strVal val="visible"/>
                                      </p:to>
                                    </p:set>
                                    <p:animEffect transition="in" filter="wipe(left)">
                                      <p:cBhvr>
                                        <p:cTn id="17" dur="500"/>
                                        <p:tgtEl>
                                          <p:spTgt spid="9482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48230"/>
                                        </p:tgtEl>
                                        <p:attrNameLst>
                                          <p:attrName>style.visibility</p:attrName>
                                        </p:attrNameLst>
                                      </p:cBhvr>
                                      <p:to>
                                        <p:strVal val="visible"/>
                                      </p:to>
                                    </p:set>
                                    <p:animEffect transition="in" filter="wipe(left)">
                                      <p:cBhvr>
                                        <p:cTn id="22" dur="500"/>
                                        <p:tgtEl>
                                          <p:spTgt spid="9482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48227"/>
                                        </p:tgtEl>
                                        <p:attrNameLst>
                                          <p:attrName>style.visibility</p:attrName>
                                        </p:attrNameLst>
                                      </p:cBhvr>
                                      <p:to>
                                        <p:strVal val="visible"/>
                                      </p:to>
                                    </p:set>
                                    <p:animEffect transition="in" filter="wipe(left)">
                                      <p:cBhvr>
                                        <p:cTn id="27" dur="500"/>
                                        <p:tgtEl>
                                          <p:spTgt spid="9482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48228"/>
                                        </p:tgtEl>
                                        <p:attrNameLst>
                                          <p:attrName>style.visibility</p:attrName>
                                        </p:attrNameLst>
                                      </p:cBhvr>
                                      <p:to>
                                        <p:strVal val="visible"/>
                                      </p:to>
                                    </p:set>
                                    <p:animEffect transition="in" filter="wipe(left)">
                                      <p:cBhvr>
                                        <p:cTn id="32" dur="500"/>
                                        <p:tgtEl>
                                          <p:spTgt spid="9482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8234"/>
                                        </p:tgtEl>
                                        <p:attrNameLst>
                                          <p:attrName>style.visibility</p:attrName>
                                        </p:attrNameLst>
                                      </p:cBhvr>
                                      <p:to>
                                        <p:strVal val="visible"/>
                                      </p:to>
                                    </p:set>
                                    <p:animEffect transition="in" filter="wipe(left)">
                                      <p:cBhvr>
                                        <p:cTn id="37" dur="500"/>
                                        <p:tgtEl>
                                          <p:spTgt spid="948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26" grpId="0" autoUpdateAnimBg="0"/>
      <p:bldP spid="948229" grpId="0" autoUpdateAnimBg="0"/>
      <p:bldP spid="94823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p:cNvSpPr>
            <a:spLocks noGrp="1"/>
          </p:cNvSpPr>
          <p:nvPr>
            <p:ph type="sldNum" sz="quarter" idx="12"/>
          </p:nvPr>
        </p:nvSpPr>
        <p:spPr/>
        <p:txBody>
          <a:bodyPr/>
          <a:lstStyle/>
          <a:p>
            <a:fld id="{C933DEB4-66EF-4DF8-896D-1A7FEA95406B}" type="slidenum">
              <a:rPr lang="zh-CN" altLang="en-US"/>
              <a:pPr/>
              <a:t>18</a:t>
            </a:fld>
            <a:endParaRPr lang="zh-CN" altLang="en-US"/>
          </a:p>
        </p:txBody>
      </p:sp>
      <p:sp>
        <p:nvSpPr>
          <p:cNvPr id="949251" name="Text Box 3"/>
          <p:cNvSpPr txBox="1">
            <a:spLocks noChangeArrowheads="1"/>
          </p:cNvSpPr>
          <p:nvPr/>
        </p:nvSpPr>
        <p:spPr bwMode="auto">
          <a:xfrm>
            <a:off x="228600" y="254000"/>
            <a:ext cx="4800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例1  </a:t>
            </a:r>
            <a:r>
              <a:rPr lang="zh-CN" altLang="en-US"/>
              <a:t>用配方法化</a:t>
            </a:r>
            <a:r>
              <a:rPr lang="zh-CN" altLang="en-US">
                <a:cs typeface="Times New Roman" panose="02020603050405020304" pitchFamily="18" charset="0"/>
              </a:rPr>
              <a:t>二次型</a:t>
            </a:r>
            <a:r>
              <a:rPr lang="zh-CN" altLang="en-US"/>
              <a:t> </a:t>
            </a:r>
          </a:p>
        </p:txBody>
      </p:sp>
      <p:sp>
        <p:nvSpPr>
          <p:cNvPr id="949252" name="Text Box 4"/>
          <p:cNvSpPr txBox="1">
            <a:spLocks noChangeArrowheads="1"/>
          </p:cNvSpPr>
          <p:nvPr/>
        </p:nvSpPr>
        <p:spPr bwMode="auto">
          <a:xfrm>
            <a:off x="228600" y="2359025"/>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949253" name="Object 5"/>
          <p:cNvGraphicFramePr>
            <a:graphicFrameLocks noChangeAspect="1"/>
          </p:cNvGraphicFramePr>
          <p:nvPr/>
        </p:nvGraphicFramePr>
        <p:xfrm>
          <a:off x="914400" y="800100"/>
          <a:ext cx="7010400" cy="604838"/>
        </p:xfrm>
        <a:graphic>
          <a:graphicData uri="http://schemas.openxmlformats.org/presentationml/2006/ole">
            <mc:AlternateContent xmlns:mc="http://schemas.openxmlformats.org/markup-compatibility/2006">
              <mc:Choice xmlns:v="urn:schemas-microsoft-com:vml" Requires="v">
                <p:oleObj spid="_x0000_s949272" name="Equation" r:id="rId3" imgW="2768400" imgH="241200" progId="Equation.3">
                  <p:embed/>
                </p:oleObj>
              </mc:Choice>
              <mc:Fallback>
                <p:oleObj name="Equation" r:id="rId3" imgW="276840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800100"/>
                        <a:ext cx="70104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9254" name="Text Box 6"/>
          <p:cNvSpPr txBox="1">
            <a:spLocks noChangeArrowheads="1"/>
          </p:cNvSpPr>
          <p:nvPr/>
        </p:nvSpPr>
        <p:spPr bwMode="auto">
          <a:xfrm>
            <a:off x="228600" y="1371600"/>
            <a:ext cx="6934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为标准形，并写出对应的可逆线性</a:t>
            </a:r>
            <a:r>
              <a:rPr lang="zh-CN" altLang="en-US">
                <a:latin typeface="Times New Roman" panose="02020603050405020304" pitchFamily="18" charset="0"/>
              </a:rPr>
              <a:t>变</a:t>
            </a:r>
            <a:r>
              <a:rPr lang="zh-CN" altLang="en-US"/>
              <a:t>换。</a:t>
            </a:r>
          </a:p>
        </p:txBody>
      </p:sp>
      <p:graphicFrame>
        <p:nvGraphicFramePr>
          <p:cNvPr id="949255" name="Object 7"/>
          <p:cNvGraphicFramePr>
            <a:graphicFrameLocks noChangeAspect="1"/>
          </p:cNvGraphicFramePr>
          <p:nvPr/>
        </p:nvGraphicFramePr>
        <p:xfrm>
          <a:off x="1066800" y="2346325"/>
          <a:ext cx="6934200" cy="600075"/>
        </p:xfrm>
        <a:graphic>
          <a:graphicData uri="http://schemas.openxmlformats.org/presentationml/2006/ole">
            <mc:AlternateContent xmlns:mc="http://schemas.openxmlformats.org/markup-compatibility/2006">
              <mc:Choice xmlns:v="urn:schemas-microsoft-com:vml" Requires="v">
                <p:oleObj spid="_x0000_s949273" name="Equation" r:id="rId5" imgW="2768400" imgH="241200" progId="Equation.3">
                  <p:embed/>
                </p:oleObj>
              </mc:Choice>
              <mc:Fallback>
                <p:oleObj name="Equation" r:id="rId5" imgW="2768400" imgH="241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346325"/>
                        <a:ext cx="693420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9256" name="Object 8"/>
          <p:cNvGraphicFramePr>
            <a:graphicFrameLocks noChangeAspect="1"/>
          </p:cNvGraphicFramePr>
          <p:nvPr/>
        </p:nvGraphicFramePr>
        <p:xfrm>
          <a:off x="685800" y="3121025"/>
          <a:ext cx="3352800" cy="595313"/>
        </p:xfrm>
        <a:graphic>
          <a:graphicData uri="http://schemas.openxmlformats.org/presentationml/2006/ole">
            <mc:AlternateContent xmlns:mc="http://schemas.openxmlformats.org/markup-compatibility/2006">
              <mc:Choice xmlns:v="urn:schemas-microsoft-com:vml" Requires="v">
                <p:oleObj spid="_x0000_s949274" name="Equation" r:id="rId7" imgW="1346040" imgH="241200" progId="Equation.3">
                  <p:embed/>
                </p:oleObj>
              </mc:Choice>
              <mc:Fallback>
                <p:oleObj name="Equation" r:id="rId7" imgW="1346040" imgH="241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121025"/>
                        <a:ext cx="335280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9257" name="Object 9"/>
          <p:cNvGraphicFramePr>
            <a:graphicFrameLocks noChangeAspect="1"/>
          </p:cNvGraphicFramePr>
          <p:nvPr/>
        </p:nvGraphicFramePr>
        <p:xfrm>
          <a:off x="3962400" y="3130550"/>
          <a:ext cx="3276600" cy="609600"/>
        </p:xfrm>
        <a:graphic>
          <a:graphicData uri="http://schemas.openxmlformats.org/presentationml/2006/ole">
            <mc:AlternateContent xmlns:mc="http://schemas.openxmlformats.org/markup-compatibility/2006">
              <mc:Choice xmlns:v="urn:schemas-microsoft-com:vml" Requires="v">
                <p:oleObj spid="_x0000_s949275" name="Equation" r:id="rId9" imgW="1282680" imgH="241200" progId="Equation.3">
                  <p:embed/>
                </p:oleObj>
              </mc:Choice>
              <mc:Fallback>
                <p:oleObj name="Equation" r:id="rId9" imgW="1282680" imgH="241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130550"/>
                        <a:ext cx="3276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9258" name="Group 10"/>
          <p:cNvGrpSpPr>
            <a:grpSpLocks/>
          </p:cNvGrpSpPr>
          <p:nvPr/>
        </p:nvGrpSpPr>
        <p:grpSpPr bwMode="auto">
          <a:xfrm>
            <a:off x="5105400" y="1825625"/>
            <a:ext cx="2971800" cy="609600"/>
            <a:chOff x="3312" y="1296"/>
            <a:chExt cx="1872" cy="384"/>
          </a:xfrm>
        </p:grpSpPr>
        <p:sp>
          <p:nvSpPr>
            <p:cNvPr id="949259" name="AutoShape 11"/>
            <p:cNvSpPr>
              <a:spLocks noChangeArrowheads="1"/>
            </p:cNvSpPr>
            <p:nvPr/>
          </p:nvSpPr>
          <p:spPr bwMode="auto">
            <a:xfrm>
              <a:off x="3312" y="1296"/>
              <a:ext cx="1872" cy="384"/>
            </a:xfrm>
            <a:prstGeom prst="wedgeEllipseCallout">
              <a:avLst>
                <a:gd name="adj1" fmla="val -117949"/>
                <a:gd name="adj2" fmla="val 179167"/>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Times New Roman" panose="02020603050405020304" pitchFamily="18" charset="0"/>
              </a:endParaRPr>
            </a:p>
          </p:txBody>
        </p:sp>
        <p:graphicFrame>
          <p:nvGraphicFramePr>
            <p:cNvPr id="949260" name="Object 12"/>
            <p:cNvGraphicFramePr>
              <a:graphicFrameLocks noChangeAspect="1"/>
            </p:cNvGraphicFramePr>
            <p:nvPr/>
          </p:nvGraphicFramePr>
          <p:xfrm>
            <a:off x="3528" y="1344"/>
            <a:ext cx="1488" cy="320"/>
          </p:xfrm>
          <a:graphic>
            <a:graphicData uri="http://schemas.openxmlformats.org/presentationml/2006/ole">
              <mc:AlternateContent xmlns:mc="http://schemas.openxmlformats.org/markup-compatibility/2006">
                <mc:Choice xmlns:v="urn:schemas-microsoft-com:vml" Requires="v">
                  <p:oleObj spid="_x0000_s949276" name="Equation" r:id="rId11" imgW="1002960" imgH="215640" progId="Equation.3">
                    <p:embed/>
                  </p:oleObj>
                </mc:Choice>
                <mc:Fallback>
                  <p:oleObj name="Equation" r:id="rId11" imgW="1002960" imgH="21564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8" y="1344"/>
                          <a:ext cx="1488"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49261" name="Group 13"/>
          <p:cNvGrpSpPr>
            <a:grpSpLocks/>
          </p:cNvGrpSpPr>
          <p:nvPr/>
        </p:nvGrpSpPr>
        <p:grpSpPr bwMode="auto">
          <a:xfrm>
            <a:off x="1778000" y="1889125"/>
            <a:ext cx="3017838" cy="957263"/>
            <a:chOff x="1308" y="2217"/>
            <a:chExt cx="1901" cy="603"/>
          </a:xfrm>
        </p:grpSpPr>
        <p:sp>
          <p:nvSpPr>
            <p:cNvPr id="949262" name="AutoShape 14"/>
            <p:cNvSpPr>
              <a:spLocks noChangeArrowheads="1"/>
            </p:cNvSpPr>
            <p:nvPr/>
          </p:nvSpPr>
          <p:spPr bwMode="auto">
            <a:xfrm flipH="1" flipV="1">
              <a:off x="1308" y="2520"/>
              <a:ext cx="288" cy="300"/>
            </a:xfrm>
            <a:prstGeom prst="wedgeRectCallout">
              <a:avLst>
                <a:gd name="adj1" fmla="val -178819"/>
                <a:gd name="adj2" fmla="val 81333"/>
              </a:avLst>
            </a:prstGeom>
            <a:noFill/>
            <a:ln w="38100">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pPr algn="ctr"/>
              <a:endParaRPr lang="zh-CN" altLang="en-US">
                <a:latin typeface="Times New Roman" panose="02020603050405020304" pitchFamily="18" charset="0"/>
              </a:endParaRPr>
            </a:p>
          </p:txBody>
        </p:sp>
        <p:sp>
          <p:nvSpPr>
            <p:cNvPr id="949263" name="Text Box 15"/>
            <p:cNvSpPr txBox="1">
              <a:spLocks noChangeArrowheads="1"/>
            </p:cNvSpPr>
            <p:nvPr/>
          </p:nvSpPr>
          <p:spPr bwMode="auto">
            <a:xfrm>
              <a:off x="1944" y="2217"/>
              <a:ext cx="1265" cy="351"/>
            </a:xfrm>
            <a:prstGeom prst="rect">
              <a:avLst/>
            </a:prstGeom>
            <a:noFill/>
            <a:ln w="38100">
              <a:solidFill>
                <a:srgbClr val="CC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含有平方项</a:t>
              </a:r>
            </a:p>
          </p:txBody>
        </p:sp>
      </p:grpSp>
      <p:graphicFrame>
        <p:nvGraphicFramePr>
          <p:cNvPr id="949264" name="Object 16"/>
          <p:cNvGraphicFramePr>
            <a:graphicFrameLocks noChangeAspect="1"/>
          </p:cNvGraphicFramePr>
          <p:nvPr/>
        </p:nvGraphicFramePr>
        <p:xfrm>
          <a:off x="685800" y="3895725"/>
          <a:ext cx="2209800" cy="596900"/>
        </p:xfrm>
        <a:graphic>
          <a:graphicData uri="http://schemas.openxmlformats.org/presentationml/2006/ole">
            <mc:AlternateContent xmlns:mc="http://schemas.openxmlformats.org/markup-compatibility/2006">
              <mc:Choice xmlns:v="urn:schemas-microsoft-com:vml" Requires="v">
                <p:oleObj spid="_x0000_s949277" name="Equation" r:id="rId13" imgW="1066680" imgH="241200" progId="Equation.3">
                  <p:embed/>
                </p:oleObj>
              </mc:Choice>
              <mc:Fallback>
                <p:oleObj name="Equation" r:id="rId13" imgW="1066680" imgH="2412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 y="3895725"/>
                        <a:ext cx="22098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9265" name="Object 17"/>
          <p:cNvGraphicFramePr>
            <a:graphicFrameLocks noChangeAspect="1"/>
          </p:cNvGraphicFramePr>
          <p:nvPr/>
        </p:nvGraphicFramePr>
        <p:xfrm>
          <a:off x="5181600" y="3948113"/>
          <a:ext cx="2576513" cy="579437"/>
        </p:xfrm>
        <a:graphic>
          <a:graphicData uri="http://schemas.openxmlformats.org/presentationml/2006/ole">
            <mc:AlternateContent xmlns:mc="http://schemas.openxmlformats.org/markup-compatibility/2006">
              <mc:Choice xmlns:v="urn:schemas-microsoft-com:vml" Requires="v">
                <p:oleObj spid="_x0000_s949278" name="Equation" r:id="rId15" imgW="1282680" imgH="241200" progId="Equation.3">
                  <p:embed/>
                </p:oleObj>
              </mc:Choice>
              <mc:Fallback>
                <p:oleObj name="Equation" r:id="rId15" imgW="1282680" imgH="241200"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81600" y="3948113"/>
                        <a:ext cx="25765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9266" name="Object 18"/>
          <p:cNvGraphicFramePr>
            <a:graphicFrameLocks noChangeAspect="1"/>
          </p:cNvGraphicFramePr>
          <p:nvPr/>
        </p:nvGraphicFramePr>
        <p:xfrm>
          <a:off x="2819400" y="3922713"/>
          <a:ext cx="2319338" cy="590550"/>
        </p:xfrm>
        <a:graphic>
          <a:graphicData uri="http://schemas.openxmlformats.org/presentationml/2006/ole">
            <mc:AlternateContent xmlns:mc="http://schemas.openxmlformats.org/markup-compatibility/2006">
              <mc:Choice xmlns:v="urn:schemas-microsoft-com:vml" Requires="v">
                <p:oleObj spid="_x0000_s949279" name="Equation" r:id="rId17" imgW="1130040" imgH="241200" progId="Equation.3">
                  <p:embed/>
                </p:oleObj>
              </mc:Choice>
              <mc:Fallback>
                <p:oleObj name="Equation" r:id="rId17" imgW="1130040" imgH="24120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19400" y="3922713"/>
                        <a:ext cx="2319338"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9267" name="Group 19"/>
          <p:cNvGrpSpPr>
            <a:grpSpLocks/>
          </p:cNvGrpSpPr>
          <p:nvPr/>
        </p:nvGrpSpPr>
        <p:grpSpPr bwMode="auto">
          <a:xfrm>
            <a:off x="2743200" y="3922713"/>
            <a:ext cx="5613400" cy="1182687"/>
            <a:chOff x="1824" y="2528"/>
            <a:chExt cx="3536" cy="745"/>
          </a:xfrm>
        </p:grpSpPr>
        <p:sp>
          <p:nvSpPr>
            <p:cNvPr id="949268" name="AutoShape 20"/>
            <p:cNvSpPr>
              <a:spLocks noChangeArrowheads="1"/>
            </p:cNvSpPr>
            <p:nvPr/>
          </p:nvSpPr>
          <p:spPr bwMode="auto">
            <a:xfrm flipH="1" flipV="1">
              <a:off x="1824" y="2528"/>
              <a:ext cx="1536" cy="360"/>
            </a:xfrm>
            <a:prstGeom prst="wedgeRoundRectCallout">
              <a:avLst>
                <a:gd name="adj1" fmla="val -79167"/>
                <a:gd name="adj2" fmla="val -60278"/>
                <a:gd name="adj3" fmla="val 16667"/>
              </a:avLst>
            </a:prstGeom>
            <a:noFill/>
            <a:ln w="3810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pPr algn="ctr"/>
              <a:endParaRPr lang="zh-CN" altLang="en-US">
                <a:latin typeface="Times New Roman" panose="02020603050405020304" pitchFamily="18" charset="0"/>
              </a:endParaRPr>
            </a:p>
          </p:txBody>
        </p:sp>
        <p:sp>
          <p:nvSpPr>
            <p:cNvPr id="949269" name="Text Box 21"/>
            <p:cNvSpPr txBox="1">
              <a:spLocks noChangeArrowheads="1"/>
            </p:cNvSpPr>
            <p:nvPr/>
          </p:nvSpPr>
          <p:spPr bwMode="auto">
            <a:xfrm>
              <a:off x="2976" y="2928"/>
              <a:ext cx="2384" cy="345"/>
            </a:xfrm>
            <a:prstGeom prst="rect">
              <a:avLst/>
            </a:prstGeom>
            <a:noFill/>
            <a:ln w="2857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336600"/>
                  </a:solidFill>
                  <a:latin typeface="Times New Roman" panose="02020603050405020304" pitchFamily="18" charset="0"/>
                </a:rPr>
                <a:t>去掉配方后多出来的项</a:t>
              </a:r>
            </a:p>
          </p:txBody>
        </p:sp>
      </p:grpSp>
      <p:graphicFrame>
        <p:nvGraphicFramePr>
          <p:cNvPr id="949270" name="Object 22"/>
          <p:cNvGraphicFramePr>
            <a:graphicFrameLocks noChangeAspect="1"/>
          </p:cNvGraphicFramePr>
          <p:nvPr/>
        </p:nvGraphicFramePr>
        <p:xfrm>
          <a:off x="685800" y="4633913"/>
          <a:ext cx="4648200" cy="593725"/>
        </p:xfrm>
        <a:graphic>
          <a:graphicData uri="http://schemas.openxmlformats.org/presentationml/2006/ole">
            <mc:AlternateContent xmlns:mc="http://schemas.openxmlformats.org/markup-compatibility/2006">
              <mc:Choice xmlns:v="urn:schemas-microsoft-com:vml" Requires="v">
                <p:oleObj spid="_x0000_s949280" name="Equation" r:id="rId19" imgW="2260440" imgH="241200" progId="Equation.3">
                  <p:embed/>
                </p:oleObj>
              </mc:Choice>
              <mc:Fallback>
                <p:oleObj name="Equation" r:id="rId19" imgW="2260440" imgH="241200" progId="Equation.3">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5800" y="4633913"/>
                        <a:ext cx="464820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9271" name="Object 23"/>
          <p:cNvGraphicFramePr>
            <a:graphicFrameLocks noChangeAspect="1"/>
          </p:cNvGraphicFramePr>
          <p:nvPr/>
        </p:nvGraphicFramePr>
        <p:xfrm>
          <a:off x="685800" y="5395913"/>
          <a:ext cx="4114800" cy="596900"/>
        </p:xfrm>
        <a:graphic>
          <a:graphicData uri="http://schemas.openxmlformats.org/presentationml/2006/ole">
            <mc:AlternateContent xmlns:mc="http://schemas.openxmlformats.org/markup-compatibility/2006">
              <mc:Choice xmlns:v="urn:schemas-microsoft-com:vml" Requires="v">
                <p:oleObj spid="_x0000_s949281" name="Equation" r:id="rId21" imgW="1993680" imgH="241200" progId="Equation.3">
                  <p:embed/>
                </p:oleObj>
              </mc:Choice>
              <mc:Fallback>
                <p:oleObj name="Equation" r:id="rId21" imgW="1993680" imgH="241200" progId="Equation.3">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5800" y="5395913"/>
                        <a:ext cx="41148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9251"/>
                                        </p:tgtEl>
                                        <p:attrNameLst>
                                          <p:attrName>style.visibility</p:attrName>
                                        </p:attrNameLst>
                                      </p:cBhvr>
                                      <p:to>
                                        <p:strVal val="visible"/>
                                      </p:to>
                                    </p:set>
                                    <p:animEffect transition="in" filter="wipe(left)">
                                      <p:cBhvr>
                                        <p:cTn id="7" dur="500"/>
                                        <p:tgtEl>
                                          <p:spTgt spid="94925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49253"/>
                                        </p:tgtEl>
                                        <p:attrNameLst>
                                          <p:attrName>style.visibility</p:attrName>
                                        </p:attrNameLst>
                                      </p:cBhvr>
                                      <p:to>
                                        <p:strVal val="visible"/>
                                      </p:to>
                                    </p:set>
                                    <p:animEffect transition="in" filter="wipe(left)">
                                      <p:cBhvr>
                                        <p:cTn id="11" dur="500"/>
                                        <p:tgtEl>
                                          <p:spTgt spid="94925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49254"/>
                                        </p:tgtEl>
                                        <p:attrNameLst>
                                          <p:attrName>style.visibility</p:attrName>
                                        </p:attrNameLst>
                                      </p:cBhvr>
                                      <p:to>
                                        <p:strVal val="visible"/>
                                      </p:to>
                                    </p:set>
                                    <p:animEffect transition="in" filter="wipe(left)">
                                      <p:cBhvr>
                                        <p:cTn id="15" dur="500"/>
                                        <p:tgtEl>
                                          <p:spTgt spid="94925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49252"/>
                                        </p:tgtEl>
                                        <p:attrNameLst>
                                          <p:attrName>style.visibility</p:attrName>
                                        </p:attrNameLst>
                                      </p:cBhvr>
                                      <p:to>
                                        <p:strVal val="visible"/>
                                      </p:to>
                                    </p:set>
                                    <p:animEffect transition="in" filter="wipe(left)">
                                      <p:cBhvr>
                                        <p:cTn id="20" dur="500"/>
                                        <p:tgtEl>
                                          <p:spTgt spid="9492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949255"/>
                                        </p:tgtEl>
                                        <p:attrNameLst>
                                          <p:attrName>style.visibility</p:attrName>
                                        </p:attrNameLst>
                                      </p:cBhvr>
                                      <p:to>
                                        <p:strVal val="visible"/>
                                      </p:to>
                                    </p:set>
                                    <p:animEffect transition="in" filter="wipe(left)">
                                      <p:cBhvr>
                                        <p:cTn id="25" dur="500"/>
                                        <p:tgtEl>
                                          <p:spTgt spid="94925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49261"/>
                                        </p:tgtEl>
                                        <p:attrNameLst>
                                          <p:attrName>style.visibility</p:attrName>
                                        </p:attrNameLst>
                                      </p:cBhvr>
                                      <p:to>
                                        <p:strVal val="visible"/>
                                      </p:to>
                                    </p:set>
                                    <p:animEffect transition="in" filter="wipe(left)">
                                      <p:cBhvr>
                                        <p:cTn id="30" dur="500"/>
                                        <p:tgtEl>
                                          <p:spTgt spid="949261"/>
                                        </p:tgtEl>
                                      </p:cBhvr>
                                    </p:animEffect>
                                  </p:childTnLst>
                                  <p:subTnLst>
                                    <p:set>
                                      <p:cBhvr override="childStyle">
                                        <p:cTn dur="1" fill="hold" display="0" masterRel="nextClick" afterEffect="1"/>
                                        <p:tgtEl>
                                          <p:spTgt spid="949261"/>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49256"/>
                                        </p:tgtEl>
                                        <p:attrNameLst>
                                          <p:attrName>style.visibility</p:attrName>
                                        </p:attrNameLst>
                                      </p:cBhvr>
                                      <p:to>
                                        <p:strVal val="visible"/>
                                      </p:to>
                                    </p:set>
                                    <p:animEffect transition="in" filter="wipe(left)">
                                      <p:cBhvr>
                                        <p:cTn id="35" dur="500"/>
                                        <p:tgtEl>
                                          <p:spTgt spid="949256"/>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949257"/>
                                        </p:tgtEl>
                                        <p:attrNameLst>
                                          <p:attrName>style.visibility</p:attrName>
                                        </p:attrNameLst>
                                      </p:cBhvr>
                                      <p:to>
                                        <p:strVal val="visible"/>
                                      </p:to>
                                    </p:set>
                                    <p:animEffect transition="in" filter="wipe(left)">
                                      <p:cBhvr>
                                        <p:cTn id="39" dur="500"/>
                                        <p:tgtEl>
                                          <p:spTgt spid="94925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nodeType="clickEffect">
                                  <p:stCondLst>
                                    <p:cond delay="0"/>
                                  </p:stCondLst>
                                  <p:childTnLst>
                                    <p:set>
                                      <p:cBhvr>
                                        <p:cTn id="43" dur="1" fill="hold">
                                          <p:stCondLst>
                                            <p:cond delay="0"/>
                                          </p:stCondLst>
                                        </p:cTn>
                                        <p:tgtEl>
                                          <p:spTgt spid="949258"/>
                                        </p:tgtEl>
                                        <p:attrNameLst>
                                          <p:attrName>style.visibility</p:attrName>
                                        </p:attrNameLst>
                                      </p:cBhvr>
                                      <p:to>
                                        <p:strVal val="visible"/>
                                      </p:to>
                                    </p:set>
                                    <p:animEffect transition="in" filter="wipe(right)">
                                      <p:cBhvr>
                                        <p:cTn id="44" dur="500"/>
                                        <p:tgtEl>
                                          <p:spTgt spid="949258"/>
                                        </p:tgtEl>
                                      </p:cBhvr>
                                    </p:animEffect>
                                  </p:childTnLst>
                                  <p:subTnLst>
                                    <p:set>
                                      <p:cBhvr override="childStyle">
                                        <p:cTn dur="1" fill="hold" display="0" masterRel="nextClick" afterEffect="1"/>
                                        <p:tgtEl>
                                          <p:spTgt spid="949258"/>
                                        </p:tgtEl>
                                        <p:attrNameLst>
                                          <p:attrName>style.visibility</p:attrName>
                                        </p:attrNameLst>
                                      </p:cBhvr>
                                      <p:to>
                                        <p:strVal val="hidden"/>
                                      </p:to>
                                    </p:set>
                                  </p:sub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949264"/>
                                        </p:tgtEl>
                                        <p:attrNameLst>
                                          <p:attrName>style.visibility</p:attrName>
                                        </p:attrNameLst>
                                      </p:cBhvr>
                                      <p:to>
                                        <p:strVal val="visible"/>
                                      </p:to>
                                    </p:set>
                                    <p:animEffect transition="in" filter="wipe(left)">
                                      <p:cBhvr>
                                        <p:cTn id="49" dur="500"/>
                                        <p:tgtEl>
                                          <p:spTgt spid="94926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949266"/>
                                        </p:tgtEl>
                                        <p:attrNameLst>
                                          <p:attrName>style.visibility</p:attrName>
                                        </p:attrNameLst>
                                      </p:cBhvr>
                                      <p:to>
                                        <p:strVal val="visible"/>
                                      </p:to>
                                    </p:set>
                                    <p:animEffect transition="in" filter="wipe(left)">
                                      <p:cBhvr>
                                        <p:cTn id="54" dur="500"/>
                                        <p:tgtEl>
                                          <p:spTgt spid="94926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949267"/>
                                        </p:tgtEl>
                                        <p:attrNameLst>
                                          <p:attrName>style.visibility</p:attrName>
                                        </p:attrNameLst>
                                      </p:cBhvr>
                                      <p:to>
                                        <p:strVal val="visible"/>
                                      </p:to>
                                    </p:set>
                                    <p:animEffect transition="in" filter="wipe(left)">
                                      <p:cBhvr>
                                        <p:cTn id="59" dur="500"/>
                                        <p:tgtEl>
                                          <p:spTgt spid="949267"/>
                                        </p:tgtEl>
                                      </p:cBhvr>
                                    </p:animEffect>
                                  </p:childTnLst>
                                  <p:subTnLst>
                                    <p:set>
                                      <p:cBhvr override="childStyle">
                                        <p:cTn dur="1" fill="hold" display="0" masterRel="nextClick" afterEffect="1"/>
                                        <p:tgtEl>
                                          <p:spTgt spid="949267"/>
                                        </p:tgtEl>
                                        <p:attrNameLst>
                                          <p:attrName>style.visibility</p:attrName>
                                        </p:attrNameLst>
                                      </p:cBhvr>
                                      <p:to>
                                        <p:strVal val="hidden"/>
                                      </p:to>
                                    </p:set>
                                  </p:sub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49265"/>
                                        </p:tgtEl>
                                        <p:attrNameLst>
                                          <p:attrName>style.visibility</p:attrName>
                                        </p:attrNameLst>
                                      </p:cBhvr>
                                      <p:to>
                                        <p:strVal val="visible"/>
                                      </p:to>
                                    </p:set>
                                    <p:animEffect transition="in" filter="wipe(left)">
                                      <p:cBhvr>
                                        <p:cTn id="64" dur="500"/>
                                        <p:tgtEl>
                                          <p:spTgt spid="94926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49270"/>
                                        </p:tgtEl>
                                        <p:attrNameLst>
                                          <p:attrName>style.visibility</p:attrName>
                                        </p:attrNameLst>
                                      </p:cBhvr>
                                      <p:to>
                                        <p:strVal val="visible"/>
                                      </p:to>
                                    </p:set>
                                    <p:animEffect transition="in" filter="wipe(left)">
                                      <p:cBhvr>
                                        <p:cTn id="69" dur="500"/>
                                        <p:tgtEl>
                                          <p:spTgt spid="94927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49271"/>
                                        </p:tgtEl>
                                        <p:attrNameLst>
                                          <p:attrName>style.visibility</p:attrName>
                                        </p:attrNameLst>
                                      </p:cBhvr>
                                      <p:to>
                                        <p:strVal val="visible"/>
                                      </p:to>
                                    </p:set>
                                    <p:animEffect transition="in" filter="wipe(left)">
                                      <p:cBhvr>
                                        <p:cTn id="74" dur="500"/>
                                        <p:tgtEl>
                                          <p:spTgt spid="949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1" grpId="0" autoUpdateAnimBg="0"/>
      <p:bldP spid="949252" grpId="0" autoUpdateAnimBg="0"/>
      <p:bldP spid="94925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A351AA50-908F-4845-BD4A-414F45B00066}" type="slidenum">
              <a:rPr lang="zh-CN" altLang="en-US"/>
              <a:pPr/>
              <a:t>19</a:t>
            </a:fld>
            <a:endParaRPr lang="zh-CN" altLang="en-US"/>
          </a:p>
        </p:txBody>
      </p:sp>
      <p:graphicFrame>
        <p:nvGraphicFramePr>
          <p:cNvPr id="950274" name="Object 2"/>
          <p:cNvGraphicFramePr>
            <a:graphicFrameLocks noChangeAspect="1"/>
          </p:cNvGraphicFramePr>
          <p:nvPr/>
        </p:nvGraphicFramePr>
        <p:xfrm>
          <a:off x="838200" y="152400"/>
          <a:ext cx="4495800" cy="606425"/>
        </p:xfrm>
        <a:graphic>
          <a:graphicData uri="http://schemas.openxmlformats.org/presentationml/2006/ole">
            <mc:AlternateContent xmlns:mc="http://schemas.openxmlformats.org/markup-compatibility/2006">
              <mc:Choice xmlns:v="urn:schemas-microsoft-com:vml" Requires="v">
                <p:oleObj spid="_x0000_s950283" name="Equation" r:id="rId3" imgW="2145960" imgH="241200" progId="Equation.3">
                  <p:embed/>
                </p:oleObj>
              </mc:Choice>
              <mc:Fallback>
                <p:oleObj name="Equation" r:id="rId3" imgW="2145960" imgH="24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52400"/>
                        <a:ext cx="44958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75" name="Object 3"/>
          <p:cNvGraphicFramePr>
            <a:graphicFrameLocks noChangeAspect="1"/>
          </p:cNvGraphicFramePr>
          <p:nvPr/>
        </p:nvGraphicFramePr>
        <p:xfrm>
          <a:off x="457200" y="762000"/>
          <a:ext cx="3581400" cy="1743075"/>
        </p:xfrm>
        <a:graphic>
          <a:graphicData uri="http://schemas.openxmlformats.org/presentationml/2006/ole">
            <mc:AlternateContent xmlns:mc="http://schemas.openxmlformats.org/markup-compatibility/2006">
              <mc:Choice xmlns:v="urn:schemas-microsoft-com:vml" Requires="v">
                <p:oleObj spid="_x0000_s950284" name="Equation" r:id="rId5" imgW="1460160" imgH="711000" progId="Equation.3">
                  <p:embed/>
                </p:oleObj>
              </mc:Choice>
              <mc:Fallback>
                <p:oleObj name="Equation" r:id="rId5" imgW="1460160" imgH="711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762000"/>
                        <a:ext cx="3581400" cy="174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76" name="Object 4"/>
          <p:cNvGraphicFramePr>
            <a:graphicFrameLocks noChangeAspect="1"/>
          </p:cNvGraphicFramePr>
          <p:nvPr/>
        </p:nvGraphicFramePr>
        <p:xfrm>
          <a:off x="4191000" y="762000"/>
          <a:ext cx="3276600" cy="1731963"/>
        </p:xfrm>
        <a:graphic>
          <a:graphicData uri="http://schemas.openxmlformats.org/presentationml/2006/ole">
            <mc:AlternateContent xmlns:mc="http://schemas.openxmlformats.org/markup-compatibility/2006">
              <mc:Choice xmlns:v="urn:schemas-microsoft-com:vml" Requires="v">
                <p:oleObj spid="_x0000_s950285" name="Equation" r:id="rId7" imgW="1346040" imgH="711000" progId="Equation.3">
                  <p:embed/>
                </p:oleObj>
              </mc:Choice>
              <mc:Fallback>
                <p:oleObj name="Equation" r:id="rId7" imgW="1346040" imgH="711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762000"/>
                        <a:ext cx="3276600" cy="173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77" name="Object 5"/>
          <p:cNvGraphicFramePr>
            <a:graphicFrameLocks noChangeAspect="1"/>
          </p:cNvGraphicFramePr>
          <p:nvPr/>
        </p:nvGraphicFramePr>
        <p:xfrm>
          <a:off x="762000" y="2514600"/>
          <a:ext cx="4724400" cy="1717675"/>
        </p:xfrm>
        <a:graphic>
          <a:graphicData uri="http://schemas.openxmlformats.org/presentationml/2006/ole">
            <mc:AlternateContent xmlns:mc="http://schemas.openxmlformats.org/markup-compatibility/2006">
              <mc:Choice xmlns:v="urn:schemas-microsoft-com:vml" Requires="v">
                <p:oleObj spid="_x0000_s950286" name="Equation" r:id="rId9" imgW="1955520" imgH="711000" progId="Equation.3">
                  <p:embed/>
                </p:oleObj>
              </mc:Choice>
              <mc:Fallback>
                <p:oleObj name="Equation" r:id="rId9" imgW="1955520" imgH="711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 y="2514600"/>
                        <a:ext cx="4724400" cy="171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278" name="Text Box 6"/>
          <p:cNvSpPr txBox="1">
            <a:spLocks noChangeArrowheads="1"/>
          </p:cNvSpPr>
          <p:nvPr/>
        </p:nvSpPr>
        <p:spPr bwMode="auto">
          <a:xfrm>
            <a:off x="381000" y="4356100"/>
            <a:ext cx="205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标准形为</a:t>
            </a:r>
          </a:p>
        </p:txBody>
      </p:sp>
      <p:graphicFrame>
        <p:nvGraphicFramePr>
          <p:cNvPr id="950279" name="Object 7"/>
          <p:cNvGraphicFramePr>
            <a:graphicFrameLocks noChangeAspect="1"/>
          </p:cNvGraphicFramePr>
          <p:nvPr/>
        </p:nvGraphicFramePr>
        <p:xfrm>
          <a:off x="2133600" y="4318000"/>
          <a:ext cx="2133600" cy="574675"/>
        </p:xfrm>
        <a:graphic>
          <a:graphicData uri="http://schemas.openxmlformats.org/presentationml/2006/ole">
            <mc:AlternateContent xmlns:mc="http://schemas.openxmlformats.org/markup-compatibility/2006">
              <mc:Choice xmlns:v="urn:schemas-microsoft-com:vml" Requires="v">
                <p:oleObj spid="_x0000_s950287" name="Equation" r:id="rId11" imgW="850680" imgH="228600" progId="Equation.3">
                  <p:embed/>
                </p:oleObj>
              </mc:Choice>
              <mc:Fallback>
                <p:oleObj name="Equation" r:id="rId11" imgW="85068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4318000"/>
                        <a:ext cx="21336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280" name="Rectangle 8"/>
          <p:cNvSpPr>
            <a:spLocks noChangeArrowheads="1"/>
          </p:cNvSpPr>
          <p:nvPr/>
        </p:nvSpPr>
        <p:spPr bwMode="auto">
          <a:xfrm>
            <a:off x="381000" y="54102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所用</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换矩阵为</a:t>
            </a:r>
          </a:p>
        </p:txBody>
      </p:sp>
      <p:graphicFrame>
        <p:nvGraphicFramePr>
          <p:cNvPr id="950281" name="Object 9"/>
          <p:cNvGraphicFramePr>
            <a:graphicFrameLocks noChangeAspect="1"/>
          </p:cNvGraphicFramePr>
          <p:nvPr/>
        </p:nvGraphicFramePr>
        <p:xfrm>
          <a:off x="3124200" y="4876800"/>
          <a:ext cx="3048000" cy="1692275"/>
        </p:xfrm>
        <a:graphic>
          <a:graphicData uri="http://schemas.openxmlformats.org/presentationml/2006/ole">
            <mc:AlternateContent xmlns:mc="http://schemas.openxmlformats.org/markup-compatibility/2006">
              <mc:Choice xmlns:v="urn:schemas-microsoft-com:vml" Requires="v">
                <p:oleObj spid="_x0000_s950288" name="Equation" r:id="rId13" imgW="1257120" imgH="698400" progId="Equation.3">
                  <p:embed/>
                </p:oleObj>
              </mc:Choice>
              <mc:Fallback>
                <p:oleObj name="Equation" r:id="rId13" imgW="1257120" imgH="6984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4200" y="4876800"/>
                        <a:ext cx="30480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82" name="Object 10"/>
          <p:cNvGraphicFramePr>
            <a:graphicFrameLocks noChangeAspect="1"/>
          </p:cNvGraphicFramePr>
          <p:nvPr/>
        </p:nvGraphicFramePr>
        <p:xfrm>
          <a:off x="6370638" y="5456238"/>
          <a:ext cx="2041525" cy="485775"/>
        </p:xfrm>
        <a:graphic>
          <a:graphicData uri="http://schemas.openxmlformats.org/presentationml/2006/ole">
            <mc:AlternateContent xmlns:mc="http://schemas.openxmlformats.org/markup-compatibility/2006">
              <mc:Choice xmlns:v="urn:schemas-microsoft-com:vml" Requires="v">
                <p:oleObj spid="_x0000_s950289" name="Equation" r:id="rId15" imgW="850680" imgH="203040" progId="Equation.3">
                  <p:embed/>
                </p:oleObj>
              </mc:Choice>
              <mc:Fallback>
                <p:oleObj name="Equation" r:id="rId15" imgW="850680" imgH="20304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70638" y="5456238"/>
                        <a:ext cx="204152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0275"/>
                                        </p:tgtEl>
                                        <p:attrNameLst>
                                          <p:attrName>style.visibility</p:attrName>
                                        </p:attrNameLst>
                                      </p:cBhvr>
                                      <p:to>
                                        <p:strVal val="visible"/>
                                      </p:to>
                                    </p:set>
                                    <p:animEffect transition="in" filter="wipe(left)">
                                      <p:cBhvr>
                                        <p:cTn id="7" dur="500"/>
                                        <p:tgtEl>
                                          <p:spTgt spid="950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0276"/>
                                        </p:tgtEl>
                                        <p:attrNameLst>
                                          <p:attrName>style.visibility</p:attrName>
                                        </p:attrNameLst>
                                      </p:cBhvr>
                                      <p:to>
                                        <p:strVal val="visible"/>
                                      </p:to>
                                    </p:set>
                                    <p:animEffect transition="in" filter="wipe(left)">
                                      <p:cBhvr>
                                        <p:cTn id="12" dur="500"/>
                                        <p:tgtEl>
                                          <p:spTgt spid="9502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0277"/>
                                        </p:tgtEl>
                                        <p:attrNameLst>
                                          <p:attrName>style.visibility</p:attrName>
                                        </p:attrNameLst>
                                      </p:cBhvr>
                                      <p:to>
                                        <p:strVal val="visible"/>
                                      </p:to>
                                    </p:set>
                                    <p:animEffect transition="in" filter="wipe(left)">
                                      <p:cBhvr>
                                        <p:cTn id="17" dur="500"/>
                                        <p:tgtEl>
                                          <p:spTgt spid="9502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0278"/>
                                        </p:tgtEl>
                                        <p:attrNameLst>
                                          <p:attrName>style.visibility</p:attrName>
                                        </p:attrNameLst>
                                      </p:cBhvr>
                                      <p:to>
                                        <p:strVal val="visible"/>
                                      </p:to>
                                    </p:set>
                                    <p:animEffect transition="in" filter="wipe(left)">
                                      <p:cBhvr>
                                        <p:cTn id="22" dur="500"/>
                                        <p:tgtEl>
                                          <p:spTgt spid="9502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0279"/>
                                        </p:tgtEl>
                                        <p:attrNameLst>
                                          <p:attrName>style.visibility</p:attrName>
                                        </p:attrNameLst>
                                      </p:cBhvr>
                                      <p:to>
                                        <p:strVal val="visible"/>
                                      </p:to>
                                    </p:set>
                                    <p:animEffect transition="in" filter="wipe(left)">
                                      <p:cBhvr>
                                        <p:cTn id="27" dur="500"/>
                                        <p:tgtEl>
                                          <p:spTgt spid="9502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0280"/>
                                        </p:tgtEl>
                                        <p:attrNameLst>
                                          <p:attrName>style.visibility</p:attrName>
                                        </p:attrNameLst>
                                      </p:cBhvr>
                                      <p:to>
                                        <p:strVal val="visible"/>
                                      </p:to>
                                    </p:set>
                                    <p:animEffect transition="in" filter="wipe(left)">
                                      <p:cBhvr>
                                        <p:cTn id="32" dur="500"/>
                                        <p:tgtEl>
                                          <p:spTgt spid="9502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0281"/>
                                        </p:tgtEl>
                                        <p:attrNameLst>
                                          <p:attrName>style.visibility</p:attrName>
                                        </p:attrNameLst>
                                      </p:cBhvr>
                                      <p:to>
                                        <p:strVal val="visible"/>
                                      </p:to>
                                    </p:set>
                                    <p:animEffect transition="in" filter="wipe(left)">
                                      <p:cBhvr>
                                        <p:cTn id="37" dur="500"/>
                                        <p:tgtEl>
                                          <p:spTgt spid="9502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50282"/>
                                        </p:tgtEl>
                                        <p:attrNameLst>
                                          <p:attrName>style.visibility</p:attrName>
                                        </p:attrNameLst>
                                      </p:cBhvr>
                                      <p:to>
                                        <p:strVal val="visible"/>
                                      </p:to>
                                    </p:set>
                                    <p:animEffect transition="in" filter="wipe(left)">
                                      <p:cBhvr>
                                        <p:cTn id="42" dur="500"/>
                                        <p:tgtEl>
                                          <p:spTgt spid="950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78" grpId="0" autoUpdateAnimBg="0"/>
      <p:bldP spid="95028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5FF34430-286F-4F53-87E5-58E3DD43E542}" type="slidenum">
              <a:rPr lang="zh-CN" altLang="en-US"/>
              <a:pPr/>
              <a:t>20</a:t>
            </a:fld>
            <a:endParaRPr lang="zh-CN" altLang="en-US"/>
          </a:p>
        </p:txBody>
      </p:sp>
      <p:sp>
        <p:nvSpPr>
          <p:cNvPr id="951299" name="Text Box 3"/>
          <p:cNvSpPr txBox="1">
            <a:spLocks noChangeArrowheads="1"/>
          </p:cNvSpPr>
          <p:nvPr/>
        </p:nvSpPr>
        <p:spPr bwMode="auto">
          <a:xfrm>
            <a:off x="457200" y="344488"/>
            <a:ext cx="4876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例2  </a:t>
            </a:r>
            <a:r>
              <a:rPr lang="zh-CN" altLang="en-US"/>
              <a:t>用配方法化</a:t>
            </a:r>
            <a:r>
              <a:rPr lang="zh-CN" altLang="en-US">
                <a:cs typeface="Times New Roman" panose="02020603050405020304" pitchFamily="18" charset="0"/>
              </a:rPr>
              <a:t>二次型</a:t>
            </a:r>
          </a:p>
        </p:txBody>
      </p:sp>
      <p:sp>
        <p:nvSpPr>
          <p:cNvPr id="951300" name="Text Box 4"/>
          <p:cNvSpPr txBox="1">
            <a:spLocks noChangeArrowheads="1"/>
          </p:cNvSpPr>
          <p:nvPr/>
        </p:nvSpPr>
        <p:spPr bwMode="auto">
          <a:xfrm>
            <a:off x="457200" y="22098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sp>
        <p:nvSpPr>
          <p:cNvPr id="951301" name="Text Box 5"/>
          <p:cNvSpPr txBox="1">
            <a:spLocks noChangeArrowheads="1"/>
          </p:cNvSpPr>
          <p:nvPr/>
        </p:nvSpPr>
        <p:spPr bwMode="auto">
          <a:xfrm>
            <a:off x="381000" y="1462088"/>
            <a:ext cx="69342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为标准形，并写出对应的可逆线性</a:t>
            </a:r>
            <a:r>
              <a:rPr lang="zh-CN" altLang="en-US">
                <a:latin typeface="Times New Roman" panose="02020603050405020304" pitchFamily="18" charset="0"/>
              </a:rPr>
              <a:t>变</a:t>
            </a:r>
            <a:r>
              <a:rPr lang="zh-CN" altLang="en-US"/>
              <a:t>换。</a:t>
            </a:r>
          </a:p>
        </p:txBody>
      </p:sp>
      <p:graphicFrame>
        <p:nvGraphicFramePr>
          <p:cNvPr id="951302" name="Object 6"/>
          <p:cNvGraphicFramePr>
            <a:graphicFrameLocks noChangeAspect="1"/>
          </p:cNvGraphicFramePr>
          <p:nvPr/>
        </p:nvGraphicFramePr>
        <p:xfrm>
          <a:off x="1447800" y="915988"/>
          <a:ext cx="4360863" cy="557212"/>
        </p:xfrm>
        <a:graphic>
          <a:graphicData uri="http://schemas.openxmlformats.org/presentationml/2006/ole">
            <mc:AlternateContent xmlns:mc="http://schemas.openxmlformats.org/markup-compatibility/2006">
              <mc:Choice xmlns:v="urn:schemas-microsoft-com:vml" Requires="v">
                <p:oleObj spid="_x0000_s951308" name="Equation" r:id="rId3" imgW="1701720" imgH="228600" progId="Equation.3">
                  <p:embed/>
                </p:oleObj>
              </mc:Choice>
              <mc:Fallback>
                <p:oleObj name="Equation" r:id="rId3" imgW="170172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915988"/>
                        <a:ext cx="4360863"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1303" name="Text Box 7"/>
          <p:cNvSpPr txBox="1">
            <a:spLocks noChangeArrowheads="1"/>
          </p:cNvSpPr>
          <p:nvPr/>
        </p:nvSpPr>
        <p:spPr bwMode="auto">
          <a:xfrm>
            <a:off x="1219200" y="2209800"/>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所给二次型中无平方项，所以先作线性</a:t>
            </a:r>
            <a:r>
              <a:rPr lang="zh-CN" altLang="en-US">
                <a:latin typeface="Times New Roman" panose="02020603050405020304" pitchFamily="18" charset="0"/>
              </a:rPr>
              <a:t>替</a:t>
            </a:r>
            <a:r>
              <a:rPr lang="zh-CN" altLang="en-US">
                <a:solidFill>
                  <a:srgbClr val="000000"/>
                </a:solidFill>
                <a:latin typeface="Times New Roman" panose="02020603050405020304" pitchFamily="18" charset="0"/>
              </a:rPr>
              <a:t>换</a:t>
            </a:r>
          </a:p>
        </p:txBody>
      </p:sp>
      <p:graphicFrame>
        <p:nvGraphicFramePr>
          <p:cNvPr id="951304" name="Object 8"/>
          <p:cNvGraphicFramePr>
            <a:graphicFrameLocks noChangeAspect="1"/>
          </p:cNvGraphicFramePr>
          <p:nvPr/>
        </p:nvGraphicFramePr>
        <p:xfrm>
          <a:off x="1066800" y="2819400"/>
          <a:ext cx="2438400" cy="1797050"/>
        </p:xfrm>
        <a:graphic>
          <a:graphicData uri="http://schemas.openxmlformats.org/presentationml/2006/ole">
            <mc:AlternateContent xmlns:mc="http://schemas.openxmlformats.org/markup-compatibility/2006">
              <mc:Choice xmlns:v="urn:schemas-microsoft-com:vml" Requires="v">
                <p:oleObj spid="_x0000_s951309" name="Equation" r:id="rId5" imgW="965160" imgH="711000" progId="Equation.3">
                  <p:embed/>
                </p:oleObj>
              </mc:Choice>
              <mc:Fallback>
                <p:oleObj name="Equation" r:id="rId5" imgW="965160" imgH="7110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819400"/>
                        <a:ext cx="2438400" cy="179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1305" name="Object 9"/>
          <p:cNvGraphicFramePr>
            <a:graphicFrameLocks noChangeAspect="1"/>
          </p:cNvGraphicFramePr>
          <p:nvPr/>
        </p:nvGraphicFramePr>
        <p:xfrm>
          <a:off x="3810000" y="2895600"/>
          <a:ext cx="4495800" cy="1700213"/>
        </p:xfrm>
        <a:graphic>
          <a:graphicData uri="http://schemas.openxmlformats.org/presentationml/2006/ole">
            <mc:AlternateContent xmlns:mc="http://schemas.openxmlformats.org/markup-compatibility/2006">
              <mc:Choice xmlns:v="urn:schemas-microsoft-com:vml" Requires="v">
                <p:oleObj spid="_x0000_s951310" name="Equation" r:id="rId7" imgW="1879560" imgH="711000" progId="Equation.3">
                  <p:embed/>
                </p:oleObj>
              </mc:Choice>
              <mc:Fallback>
                <p:oleObj name="Equation" r:id="rId7" imgW="1879560" imgH="7110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2895600"/>
                        <a:ext cx="4495800" cy="170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1306" name="Text Box 10"/>
          <p:cNvSpPr txBox="1">
            <a:spLocks noChangeArrowheads="1"/>
          </p:cNvSpPr>
          <p:nvPr/>
        </p:nvSpPr>
        <p:spPr bwMode="auto">
          <a:xfrm>
            <a:off x="609600" y="4724400"/>
            <a:ext cx="266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原二次型化为</a:t>
            </a:r>
          </a:p>
        </p:txBody>
      </p:sp>
      <p:graphicFrame>
        <p:nvGraphicFramePr>
          <p:cNvPr id="951307" name="Object 11"/>
          <p:cNvGraphicFramePr>
            <a:graphicFrameLocks noChangeAspect="1"/>
          </p:cNvGraphicFramePr>
          <p:nvPr/>
        </p:nvGraphicFramePr>
        <p:xfrm>
          <a:off x="1862138" y="5334000"/>
          <a:ext cx="4808537" cy="603250"/>
        </p:xfrm>
        <a:graphic>
          <a:graphicData uri="http://schemas.openxmlformats.org/presentationml/2006/ole">
            <mc:AlternateContent xmlns:mc="http://schemas.openxmlformats.org/markup-compatibility/2006">
              <mc:Choice xmlns:v="urn:schemas-microsoft-com:vml" Requires="v">
                <p:oleObj spid="_x0000_s951311" name="Equation" r:id="rId9" imgW="1930320" imgH="241200" progId="Equation.3">
                  <p:embed/>
                </p:oleObj>
              </mc:Choice>
              <mc:Fallback>
                <p:oleObj name="Equation" r:id="rId9" imgW="1930320" imgH="2412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2138" y="5334000"/>
                        <a:ext cx="4808537"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1299"/>
                                        </p:tgtEl>
                                        <p:attrNameLst>
                                          <p:attrName>style.visibility</p:attrName>
                                        </p:attrNameLst>
                                      </p:cBhvr>
                                      <p:to>
                                        <p:strVal val="visible"/>
                                      </p:to>
                                    </p:set>
                                    <p:animEffect transition="in" filter="wipe(left)">
                                      <p:cBhvr>
                                        <p:cTn id="7" dur="500"/>
                                        <p:tgtEl>
                                          <p:spTgt spid="95129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51302"/>
                                        </p:tgtEl>
                                        <p:attrNameLst>
                                          <p:attrName>style.visibility</p:attrName>
                                        </p:attrNameLst>
                                      </p:cBhvr>
                                      <p:to>
                                        <p:strVal val="visible"/>
                                      </p:to>
                                    </p:set>
                                    <p:animEffect transition="in" filter="wipe(left)">
                                      <p:cBhvr>
                                        <p:cTn id="11" dur="500"/>
                                        <p:tgtEl>
                                          <p:spTgt spid="951302"/>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51301"/>
                                        </p:tgtEl>
                                        <p:attrNameLst>
                                          <p:attrName>style.visibility</p:attrName>
                                        </p:attrNameLst>
                                      </p:cBhvr>
                                      <p:to>
                                        <p:strVal val="visible"/>
                                      </p:to>
                                    </p:set>
                                    <p:animEffect transition="in" filter="wipe(left)">
                                      <p:cBhvr>
                                        <p:cTn id="15" dur="500"/>
                                        <p:tgtEl>
                                          <p:spTgt spid="95130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51300"/>
                                        </p:tgtEl>
                                        <p:attrNameLst>
                                          <p:attrName>style.visibility</p:attrName>
                                        </p:attrNameLst>
                                      </p:cBhvr>
                                      <p:to>
                                        <p:strVal val="visible"/>
                                      </p:to>
                                    </p:set>
                                    <p:animEffect transition="in" filter="wipe(left)">
                                      <p:cBhvr>
                                        <p:cTn id="20" dur="500"/>
                                        <p:tgtEl>
                                          <p:spTgt spid="95130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51303"/>
                                        </p:tgtEl>
                                        <p:attrNameLst>
                                          <p:attrName>style.visibility</p:attrName>
                                        </p:attrNameLst>
                                      </p:cBhvr>
                                      <p:to>
                                        <p:strVal val="visible"/>
                                      </p:to>
                                    </p:set>
                                    <p:animEffect transition="in" filter="wipe(left)">
                                      <p:cBhvr>
                                        <p:cTn id="25" dur="500"/>
                                        <p:tgtEl>
                                          <p:spTgt spid="95130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51304"/>
                                        </p:tgtEl>
                                        <p:attrNameLst>
                                          <p:attrName>style.visibility</p:attrName>
                                        </p:attrNameLst>
                                      </p:cBhvr>
                                      <p:to>
                                        <p:strVal val="visible"/>
                                      </p:to>
                                    </p:set>
                                    <p:animEffect transition="in" filter="wipe(left)">
                                      <p:cBhvr>
                                        <p:cTn id="30" dur="500"/>
                                        <p:tgtEl>
                                          <p:spTgt spid="9513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51305"/>
                                        </p:tgtEl>
                                        <p:attrNameLst>
                                          <p:attrName>style.visibility</p:attrName>
                                        </p:attrNameLst>
                                      </p:cBhvr>
                                      <p:to>
                                        <p:strVal val="visible"/>
                                      </p:to>
                                    </p:set>
                                    <p:animEffect transition="in" filter="wipe(left)">
                                      <p:cBhvr>
                                        <p:cTn id="35" dur="500"/>
                                        <p:tgtEl>
                                          <p:spTgt spid="95130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51306"/>
                                        </p:tgtEl>
                                        <p:attrNameLst>
                                          <p:attrName>style.visibility</p:attrName>
                                        </p:attrNameLst>
                                      </p:cBhvr>
                                      <p:to>
                                        <p:strVal val="visible"/>
                                      </p:to>
                                    </p:set>
                                    <p:animEffect transition="in" filter="wipe(left)">
                                      <p:cBhvr>
                                        <p:cTn id="40" dur="500"/>
                                        <p:tgtEl>
                                          <p:spTgt spid="9513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51307"/>
                                        </p:tgtEl>
                                        <p:attrNameLst>
                                          <p:attrName>style.visibility</p:attrName>
                                        </p:attrNameLst>
                                      </p:cBhvr>
                                      <p:to>
                                        <p:strVal val="visible"/>
                                      </p:to>
                                    </p:set>
                                    <p:animEffect transition="in" filter="wipe(left)">
                                      <p:cBhvr>
                                        <p:cTn id="45" dur="500"/>
                                        <p:tgtEl>
                                          <p:spTgt spid="95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1299" grpId="0" autoUpdateAnimBg="0"/>
      <p:bldP spid="951300" grpId="0" autoUpdateAnimBg="0"/>
      <p:bldP spid="951301" grpId="0" autoUpdateAnimBg="0"/>
      <p:bldP spid="951303" grpId="0" autoUpdateAnimBg="0"/>
      <p:bldP spid="95130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78813346-42C2-4DDC-B0FF-51490F411FBD}" type="slidenum">
              <a:rPr lang="zh-CN" altLang="en-US"/>
              <a:pPr/>
              <a:t>21</a:t>
            </a:fld>
            <a:endParaRPr lang="zh-CN" altLang="en-US"/>
          </a:p>
        </p:txBody>
      </p:sp>
      <p:graphicFrame>
        <p:nvGraphicFramePr>
          <p:cNvPr id="952322" name="Object 2"/>
          <p:cNvGraphicFramePr>
            <a:graphicFrameLocks noChangeAspect="1"/>
          </p:cNvGraphicFramePr>
          <p:nvPr/>
        </p:nvGraphicFramePr>
        <p:xfrm>
          <a:off x="950913" y="381000"/>
          <a:ext cx="4879975" cy="612775"/>
        </p:xfrm>
        <a:graphic>
          <a:graphicData uri="http://schemas.openxmlformats.org/presentationml/2006/ole">
            <mc:AlternateContent xmlns:mc="http://schemas.openxmlformats.org/markup-compatibility/2006">
              <mc:Choice xmlns:v="urn:schemas-microsoft-com:vml" Requires="v">
                <p:oleObj spid="_x0000_s952330" name="Equation" r:id="rId3" imgW="1930320" imgH="241200" progId="Equation.3">
                  <p:embed/>
                </p:oleObj>
              </mc:Choice>
              <mc:Fallback>
                <p:oleObj name="Equation" r:id="rId3" imgW="1930320" imgH="24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913" y="381000"/>
                        <a:ext cx="487997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23" name="Rectangle 3"/>
          <p:cNvSpPr>
            <a:spLocks noChangeArrowheads="1"/>
          </p:cNvSpPr>
          <p:nvPr/>
        </p:nvSpPr>
        <p:spPr bwMode="auto">
          <a:xfrm>
            <a:off x="304800" y="1066800"/>
            <a:ext cx="19669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000000"/>
                </a:solidFill>
                <a:latin typeface="Times New Roman" panose="02020603050405020304" pitchFamily="18" charset="0"/>
              </a:rPr>
              <a:t>再配方，得</a:t>
            </a:r>
          </a:p>
        </p:txBody>
      </p:sp>
      <p:graphicFrame>
        <p:nvGraphicFramePr>
          <p:cNvPr id="952324" name="Object 4"/>
          <p:cNvGraphicFramePr>
            <a:graphicFrameLocks noChangeAspect="1"/>
          </p:cNvGraphicFramePr>
          <p:nvPr/>
        </p:nvGraphicFramePr>
        <p:xfrm>
          <a:off x="838200" y="1676400"/>
          <a:ext cx="5715000" cy="584200"/>
        </p:xfrm>
        <a:graphic>
          <a:graphicData uri="http://schemas.openxmlformats.org/presentationml/2006/ole">
            <mc:AlternateContent xmlns:mc="http://schemas.openxmlformats.org/markup-compatibility/2006">
              <mc:Choice xmlns:v="urn:schemas-microsoft-com:vml" Requires="v">
                <p:oleObj spid="_x0000_s952331" name="Equation" r:id="rId5" imgW="2361960" imgH="241200" progId="Equation.3">
                  <p:embed/>
                </p:oleObj>
              </mc:Choice>
              <mc:Fallback>
                <p:oleObj name="Equation" r:id="rId5" imgW="2361960" imgH="24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1676400"/>
                        <a:ext cx="57150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25" name="Object 5"/>
          <p:cNvGraphicFramePr>
            <a:graphicFrameLocks noChangeAspect="1"/>
          </p:cNvGraphicFramePr>
          <p:nvPr/>
        </p:nvGraphicFramePr>
        <p:xfrm>
          <a:off x="381000" y="2395538"/>
          <a:ext cx="2792413" cy="1795462"/>
        </p:xfrm>
        <a:graphic>
          <a:graphicData uri="http://schemas.openxmlformats.org/presentationml/2006/ole">
            <mc:AlternateContent xmlns:mc="http://schemas.openxmlformats.org/markup-compatibility/2006">
              <mc:Choice xmlns:v="urn:schemas-microsoft-com:vml" Requires="v">
                <p:oleObj spid="_x0000_s952332" name="Equation" r:id="rId7" imgW="1193760" imgH="711000" progId="Equation.3">
                  <p:embed/>
                </p:oleObj>
              </mc:Choice>
              <mc:Fallback>
                <p:oleObj name="Equation" r:id="rId7" imgW="1193760" imgH="7110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395538"/>
                        <a:ext cx="2792413" cy="179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26" name="Object 6"/>
          <p:cNvGraphicFramePr>
            <a:graphicFrameLocks noChangeAspect="1"/>
          </p:cNvGraphicFramePr>
          <p:nvPr/>
        </p:nvGraphicFramePr>
        <p:xfrm>
          <a:off x="3517900" y="2433638"/>
          <a:ext cx="2959100" cy="1798637"/>
        </p:xfrm>
        <a:graphic>
          <a:graphicData uri="http://schemas.openxmlformats.org/presentationml/2006/ole">
            <mc:AlternateContent xmlns:mc="http://schemas.openxmlformats.org/markup-compatibility/2006">
              <mc:Choice xmlns:v="urn:schemas-microsoft-com:vml" Requires="v">
                <p:oleObj spid="_x0000_s952333" name="Equation" r:id="rId9" imgW="1282680" imgH="711000" progId="Equation.3">
                  <p:embed/>
                </p:oleObj>
              </mc:Choice>
              <mc:Fallback>
                <p:oleObj name="Equation" r:id="rId9" imgW="1282680" imgH="711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7900" y="2433638"/>
                        <a:ext cx="2959100" cy="179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27" name="Object 7"/>
          <p:cNvGraphicFramePr>
            <a:graphicFrameLocks noChangeAspect="1"/>
          </p:cNvGraphicFramePr>
          <p:nvPr/>
        </p:nvGraphicFramePr>
        <p:xfrm>
          <a:off x="5257800" y="5029200"/>
          <a:ext cx="3276600" cy="598488"/>
        </p:xfrm>
        <a:graphic>
          <a:graphicData uri="http://schemas.openxmlformats.org/presentationml/2006/ole">
            <mc:AlternateContent xmlns:mc="http://schemas.openxmlformats.org/markup-compatibility/2006">
              <mc:Choice xmlns:v="urn:schemas-microsoft-com:vml" Requires="v">
                <p:oleObj spid="_x0000_s952334" name="Equation" r:id="rId11" imgW="1320480" imgH="241200" progId="Equation.3">
                  <p:embed/>
                </p:oleObj>
              </mc:Choice>
              <mc:Fallback>
                <p:oleObj name="Equation" r:id="rId11" imgW="1320480" imgH="241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7800" y="5029200"/>
                        <a:ext cx="3276600"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28" name="Object 8"/>
          <p:cNvGraphicFramePr>
            <a:graphicFrameLocks noChangeAspect="1"/>
          </p:cNvGraphicFramePr>
          <p:nvPr/>
        </p:nvGraphicFramePr>
        <p:xfrm>
          <a:off x="381000" y="4343400"/>
          <a:ext cx="4419600" cy="1744663"/>
        </p:xfrm>
        <a:graphic>
          <a:graphicData uri="http://schemas.openxmlformats.org/presentationml/2006/ole">
            <mc:AlternateContent xmlns:mc="http://schemas.openxmlformats.org/markup-compatibility/2006">
              <mc:Choice xmlns:v="urn:schemas-microsoft-com:vml" Requires="v">
                <p:oleObj spid="_x0000_s952335" name="Equation" r:id="rId13" imgW="1790640" imgH="711000" progId="Equation.3">
                  <p:embed/>
                </p:oleObj>
              </mc:Choice>
              <mc:Fallback>
                <p:oleObj name="Equation" r:id="rId13" imgW="1790640" imgH="7110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4343400"/>
                        <a:ext cx="4419600" cy="174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29" name="Text Box 9"/>
          <p:cNvSpPr txBox="1">
            <a:spLocks noChangeArrowheads="1"/>
          </p:cNvSpPr>
          <p:nvPr/>
        </p:nvSpPr>
        <p:spPr bwMode="auto">
          <a:xfrm>
            <a:off x="5257800" y="4343400"/>
            <a:ext cx="205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标准形为</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23"/>
                                        </p:tgtEl>
                                        <p:attrNameLst>
                                          <p:attrName>style.visibility</p:attrName>
                                        </p:attrNameLst>
                                      </p:cBhvr>
                                      <p:to>
                                        <p:strVal val="visible"/>
                                      </p:to>
                                    </p:set>
                                    <p:animEffect transition="in" filter="wipe(left)">
                                      <p:cBhvr>
                                        <p:cTn id="7" dur="500"/>
                                        <p:tgtEl>
                                          <p:spTgt spid="952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2324"/>
                                        </p:tgtEl>
                                        <p:attrNameLst>
                                          <p:attrName>style.visibility</p:attrName>
                                        </p:attrNameLst>
                                      </p:cBhvr>
                                      <p:to>
                                        <p:strVal val="visible"/>
                                      </p:to>
                                    </p:set>
                                    <p:animEffect transition="in" filter="wipe(left)">
                                      <p:cBhvr>
                                        <p:cTn id="12" dur="500"/>
                                        <p:tgtEl>
                                          <p:spTgt spid="9523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2325"/>
                                        </p:tgtEl>
                                        <p:attrNameLst>
                                          <p:attrName>style.visibility</p:attrName>
                                        </p:attrNameLst>
                                      </p:cBhvr>
                                      <p:to>
                                        <p:strVal val="visible"/>
                                      </p:to>
                                    </p:set>
                                    <p:animEffect transition="in" filter="wipe(left)">
                                      <p:cBhvr>
                                        <p:cTn id="17" dur="500"/>
                                        <p:tgtEl>
                                          <p:spTgt spid="9523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2326"/>
                                        </p:tgtEl>
                                        <p:attrNameLst>
                                          <p:attrName>style.visibility</p:attrName>
                                        </p:attrNameLst>
                                      </p:cBhvr>
                                      <p:to>
                                        <p:strVal val="visible"/>
                                      </p:to>
                                    </p:set>
                                    <p:animEffect transition="in" filter="wipe(left)">
                                      <p:cBhvr>
                                        <p:cTn id="22" dur="500"/>
                                        <p:tgtEl>
                                          <p:spTgt spid="952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2328"/>
                                        </p:tgtEl>
                                        <p:attrNameLst>
                                          <p:attrName>style.visibility</p:attrName>
                                        </p:attrNameLst>
                                      </p:cBhvr>
                                      <p:to>
                                        <p:strVal val="visible"/>
                                      </p:to>
                                    </p:set>
                                    <p:animEffect transition="in" filter="wipe(left)">
                                      <p:cBhvr>
                                        <p:cTn id="27" dur="500"/>
                                        <p:tgtEl>
                                          <p:spTgt spid="9523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2329"/>
                                        </p:tgtEl>
                                        <p:attrNameLst>
                                          <p:attrName>style.visibility</p:attrName>
                                        </p:attrNameLst>
                                      </p:cBhvr>
                                      <p:to>
                                        <p:strVal val="visible"/>
                                      </p:to>
                                    </p:set>
                                    <p:animEffect transition="in" filter="wipe(left)">
                                      <p:cBhvr>
                                        <p:cTn id="32" dur="500"/>
                                        <p:tgtEl>
                                          <p:spTgt spid="952329"/>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952327"/>
                                        </p:tgtEl>
                                        <p:attrNameLst>
                                          <p:attrName>style.visibility</p:attrName>
                                        </p:attrNameLst>
                                      </p:cBhvr>
                                      <p:to>
                                        <p:strVal val="visible"/>
                                      </p:to>
                                    </p:set>
                                    <p:animEffect transition="in" filter="wipe(left)">
                                      <p:cBhvr>
                                        <p:cTn id="36" dur="500"/>
                                        <p:tgtEl>
                                          <p:spTgt spid="952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3" grpId="0" autoUpdateAnimBg="0"/>
      <p:bldP spid="95232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C5FD4A15-23A1-4670-975E-BF55EF7FA101}" type="slidenum">
              <a:rPr lang="zh-CN" altLang="en-US"/>
              <a:pPr/>
              <a:t>22</a:t>
            </a:fld>
            <a:endParaRPr lang="zh-CN" altLang="en-US"/>
          </a:p>
        </p:txBody>
      </p:sp>
      <p:graphicFrame>
        <p:nvGraphicFramePr>
          <p:cNvPr id="953346" name="Object 2"/>
          <p:cNvGraphicFramePr>
            <a:graphicFrameLocks noChangeAspect="1"/>
          </p:cNvGraphicFramePr>
          <p:nvPr/>
        </p:nvGraphicFramePr>
        <p:xfrm>
          <a:off x="228600" y="2971800"/>
          <a:ext cx="4114800" cy="1628775"/>
        </p:xfrm>
        <a:graphic>
          <a:graphicData uri="http://schemas.openxmlformats.org/presentationml/2006/ole">
            <mc:AlternateContent xmlns:mc="http://schemas.openxmlformats.org/markup-compatibility/2006">
              <mc:Choice xmlns:v="urn:schemas-microsoft-com:vml" Requires="v">
                <p:oleObj spid="_x0000_s953358" name="Equation" r:id="rId3" imgW="1765080" imgH="698400" progId="Equation.3">
                  <p:embed/>
                </p:oleObj>
              </mc:Choice>
              <mc:Fallback>
                <p:oleObj name="Equation" r:id="rId3" imgW="1765080" imgH="698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971800"/>
                        <a:ext cx="4114800"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3347" name="Object 3"/>
          <p:cNvGraphicFramePr>
            <a:graphicFrameLocks noChangeAspect="1"/>
          </p:cNvGraphicFramePr>
          <p:nvPr/>
        </p:nvGraphicFramePr>
        <p:xfrm>
          <a:off x="4321175" y="2928938"/>
          <a:ext cx="2667000" cy="1687512"/>
        </p:xfrm>
        <a:graphic>
          <a:graphicData uri="http://schemas.openxmlformats.org/presentationml/2006/ole">
            <mc:AlternateContent xmlns:mc="http://schemas.openxmlformats.org/markup-compatibility/2006">
              <mc:Choice xmlns:v="urn:schemas-microsoft-com:vml" Requires="v">
                <p:oleObj spid="_x0000_s953359" name="Equation" r:id="rId5" imgW="1104840" imgH="698400" progId="Equation.3">
                  <p:embed/>
                </p:oleObj>
              </mc:Choice>
              <mc:Fallback>
                <p:oleObj name="Equation" r:id="rId5" imgW="1104840" imgH="698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175" y="2928938"/>
                        <a:ext cx="2667000" cy="168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3348" name="Object 4"/>
          <p:cNvGraphicFramePr>
            <a:graphicFrameLocks noChangeAspect="1"/>
          </p:cNvGraphicFramePr>
          <p:nvPr/>
        </p:nvGraphicFramePr>
        <p:xfrm>
          <a:off x="6934200" y="3549650"/>
          <a:ext cx="2217738" cy="473075"/>
        </p:xfrm>
        <a:graphic>
          <a:graphicData uri="http://schemas.openxmlformats.org/presentationml/2006/ole">
            <mc:AlternateContent xmlns:mc="http://schemas.openxmlformats.org/markup-compatibility/2006">
              <mc:Choice xmlns:v="urn:schemas-microsoft-com:vml" Requires="v">
                <p:oleObj spid="_x0000_s953360" name="Equation" r:id="rId7" imgW="952200" imgH="203040" progId="Equation.3">
                  <p:embed/>
                </p:oleObj>
              </mc:Choice>
              <mc:Fallback>
                <p:oleObj name="Equation" r:id="rId7" imgW="952200" imgH="20304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34200" y="3549650"/>
                        <a:ext cx="2217738"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3349" name="Rectangle 5"/>
          <p:cNvSpPr>
            <a:spLocks noChangeArrowheads="1"/>
          </p:cNvSpPr>
          <p:nvPr/>
        </p:nvSpPr>
        <p:spPr bwMode="auto">
          <a:xfrm>
            <a:off x="152400" y="22098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所用</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换矩阵为</a:t>
            </a:r>
          </a:p>
        </p:txBody>
      </p:sp>
      <p:graphicFrame>
        <p:nvGraphicFramePr>
          <p:cNvPr id="953350" name="Object 6"/>
          <p:cNvGraphicFramePr>
            <a:graphicFrameLocks noChangeAspect="1"/>
          </p:cNvGraphicFramePr>
          <p:nvPr/>
        </p:nvGraphicFramePr>
        <p:xfrm>
          <a:off x="427038" y="228600"/>
          <a:ext cx="3992562" cy="1706563"/>
        </p:xfrm>
        <a:graphic>
          <a:graphicData uri="http://schemas.openxmlformats.org/presentationml/2006/ole">
            <mc:AlternateContent xmlns:mc="http://schemas.openxmlformats.org/markup-compatibility/2006">
              <mc:Choice xmlns:v="urn:schemas-microsoft-com:vml" Requires="v">
                <p:oleObj spid="_x0000_s953361" name="Equation" r:id="rId9" imgW="1714320" imgH="711000" progId="Equation.3">
                  <p:embed/>
                </p:oleObj>
              </mc:Choice>
              <mc:Fallback>
                <p:oleObj name="Equation" r:id="rId9" imgW="1714320" imgH="711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038" y="228600"/>
                        <a:ext cx="3992562" cy="17065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3351" name="Object 7"/>
          <p:cNvGraphicFramePr>
            <a:graphicFrameLocks noChangeAspect="1"/>
          </p:cNvGraphicFramePr>
          <p:nvPr/>
        </p:nvGraphicFramePr>
        <p:xfrm>
          <a:off x="4648200" y="215900"/>
          <a:ext cx="3505200" cy="1731963"/>
        </p:xfrm>
        <a:graphic>
          <a:graphicData uri="http://schemas.openxmlformats.org/presentationml/2006/ole">
            <mc:AlternateContent xmlns:mc="http://schemas.openxmlformats.org/markup-compatibility/2006">
              <mc:Choice xmlns:v="urn:schemas-microsoft-com:vml" Requires="v">
                <p:oleObj spid="_x0000_s953362" name="Equation" r:id="rId11" imgW="1523880" imgH="711000" progId="Equation.3">
                  <p:embed/>
                </p:oleObj>
              </mc:Choice>
              <mc:Fallback>
                <p:oleObj name="Equation" r:id="rId11" imgW="1523880" imgH="7110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8200" y="215900"/>
                        <a:ext cx="3505200" cy="173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3352" name="Text Box 8"/>
          <p:cNvSpPr txBox="1">
            <a:spLocks noChangeArrowheads="1"/>
          </p:cNvSpPr>
          <p:nvPr/>
        </p:nvSpPr>
        <p:spPr bwMode="auto">
          <a:xfrm>
            <a:off x="228600" y="5289550"/>
            <a:ext cx="3505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对应的线性</a:t>
            </a:r>
            <a:r>
              <a:rPr lang="zh-CN" altLang="en-US">
                <a:latin typeface="Times New Roman" panose="02020603050405020304" pitchFamily="18" charset="0"/>
              </a:rPr>
              <a:t>变</a:t>
            </a:r>
            <a:r>
              <a:rPr lang="zh-CN" altLang="en-US"/>
              <a:t>换为</a:t>
            </a:r>
          </a:p>
        </p:txBody>
      </p:sp>
      <p:graphicFrame>
        <p:nvGraphicFramePr>
          <p:cNvPr id="953353" name="Object 9"/>
          <p:cNvGraphicFramePr>
            <a:graphicFrameLocks noChangeAspect="1"/>
          </p:cNvGraphicFramePr>
          <p:nvPr/>
        </p:nvGraphicFramePr>
        <p:xfrm>
          <a:off x="3519488" y="4718050"/>
          <a:ext cx="3109912" cy="1797050"/>
        </p:xfrm>
        <a:graphic>
          <a:graphicData uri="http://schemas.openxmlformats.org/presentationml/2006/ole">
            <mc:AlternateContent xmlns:mc="http://schemas.openxmlformats.org/markup-compatibility/2006">
              <mc:Choice xmlns:v="urn:schemas-microsoft-com:vml" Requires="v">
                <p:oleObj spid="_x0000_s953363" name="Equation" r:id="rId13" imgW="1231560" imgH="711000" progId="Equation.3">
                  <p:embed/>
                </p:oleObj>
              </mc:Choice>
              <mc:Fallback>
                <p:oleObj name="Equation" r:id="rId13" imgW="1231560" imgH="7110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19488" y="4718050"/>
                        <a:ext cx="3109912" cy="179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3354" name="Line 10"/>
          <p:cNvSpPr>
            <a:spLocks noChangeShapeType="1"/>
          </p:cNvSpPr>
          <p:nvPr/>
        </p:nvSpPr>
        <p:spPr bwMode="auto">
          <a:xfrm>
            <a:off x="152400" y="1981200"/>
            <a:ext cx="8610600" cy="0"/>
          </a:xfrm>
          <a:prstGeom prst="line">
            <a:avLst/>
          </a:prstGeom>
          <a:noFill/>
          <a:ln w="317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aphicFrame>
        <p:nvGraphicFramePr>
          <p:cNvPr id="953355" name="Object 11"/>
          <p:cNvGraphicFramePr>
            <a:graphicFrameLocks noChangeAspect="1"/>
          </p:cNvGraphicFramePr>
          <p:nvPr/>
        </p:nvGraphicFramePr>
        <p:xfrm>
          <a:off x="3276600" y="2247900"/>
          <a:ext cx="1371600" cy="525463"/>
        </p:xfrm>
        <a:graphic>
          <a:graphicData uri="http://schemas.openxmlformats.org/presentationml/2006/ole">
            <mc:AlternateContent xmlns:mc="http://schemas.openxmlformats.org/markup-compatibility/2006">
              <mc:Choice xmlns:v="urn:schemas-microsoft-com:vml" Requires="v">
                <p:oleObj spid="_x0000_s953364" name="Equation" r:id="rId15" imgW="596880" imgH="215640" progId="Equation.3">
                  <p:embed/>
                </p:oleObj>
              </mc:Choice>
              <mc:Fallback>
                <p:oleObj name="Equation" r:id="rId15" imgW="596880" imgH="21564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76600" y="2247900"/>
                        <a:ext cx="13716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3356" name="Object 12"/>
          <p:cNvGraphicFramePr>
            <a:graphicFrameLocks noChangeAspect="1"/>
          </p:cNvGraphicFramePr>
          <p:nvPr/>
        </p:nvGraphicFramePr>
        <p:xfrm>
          <a:off x="4572000" y="2247900"/>
          <a:ext cx="1635125" cy="525463"/>
        </p:xfrm>
        <a:graphic>
          <a:graphicData uri="http://schemas.openxmlformats.org/presentationml/2006/ole">
            <mc:AlternateContent xmlns:mc="http://schemas.openxmlformats.org/markup-compatibility/2006">
              <mc:Choice xmlns:v="urn:schemas-microsoft-com:vml" Requires="v">
                <p:oleObj spid="_x0000_s953365" name="Equation" r:id="rId17" imgW="711000" imgH="215640" progId="Equation.3">
                  <p:embed/>
                </p:oleObj>
              </mc:Choice>
              <mc:Fallback>
                <p:oleObj name="Equation" r:id="rId17" imgW="711000" imgH="21564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2000" y="2247900"/>
                        <a:ext cx="163512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3357" name="Object 13"/>
          <p:cNvGraphicFramePr>
            <a:graphicFrameLocks noChangeAspect="1"/>
          </p:cNvGraphicFramePr>
          <p:nvPr/>
        </p:nvGraphicFramePr>
        <p:xfrm>
          <a:off x="6170613" y="2247900"/>
          <a:ext cx="1665287" cy="525463"/>
        </p:xfrm>
        <a:graphic>
          <a:graphicData uri="http://schemas.openxmlformats.org/presentationml/2006/ole">
            <mc:AlternateContent xmlns:mc="http://schemas.openxmlformats.org/markup-compatibility/2006">
              <mc:Choice xmlns:v="urn:schemas-microsoft-com:vml" Requires="v">
                <p:oleObj spid="_x0000_s953366" name="Equation" r:id="rId19" imgW="723600" imgH="215640" progId="Equation.3">
                  <p:embed/>
                </p:oleObj>
              </mc:Choice>
              <mc:Fallback>
                <p:oleObj name="Equation" r:id="rId19" imgW="723600" imgH="21564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70613" y="2247900"/>
                        <a:ext cx="1665287"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3349"/>
                                        </p:tgtEl>
                                        <p:attrNameLst>
                                          <p:attrName>style.visibility</p:attrName>
                                        </p:attrNameLst>
                                      </p:cBhvr>
                                      <p:to>
                                        <p:strVal val="visible"/>
                                      </p:to>
                                    </p:set>
                                    <p:animEffect transition="in" filter="wipe(left)">
                                      <p:cBhvr>
                                        <p:cTn id="7" dur="500"/>
                                        <p:tgtEl>
                                          <p:spTgt spid="953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3355"/>
                                        </p:tgtEl>
                                        <p:attrNameLst>
                                          <p:attrName>style.visibility</p:attrName>
                                        </p:attrNameLst>
                                      </p:cBhvr>
                                      <p:to>
                                        <p:strVal val="visible"/>
                                      </p:to>
                                    </p:set>
                                    <p:animEffect transition="in" filter="wipe(left)">
                                      <p:cBhvr>
                                        <p:cTn id="12" dur="500"/>
                                        <p:tgtEl>
                                          <p:spTgt spid="9533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3356"/>
                                        </p:tgtEl>
                                        <p:attrNameLst>
                                          <p:attrName>style.visibility</p:attrName>
                                        </p:attrNameLst>
                                      </p:cBhvr>
                                      <p:to>
                                        <p:strVal val="visible"/>
                                      </p:to>
                                    </p:set>
                                    <p:animEffect transition="in" filter="wipe(left)">
                                      <p:cBhvr>
                                        <p:cTn id="17" dur="500"/>
                                        <p:tgtEl>
                                          <p:spTgt spid="9533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3357"/>
                                        </p:tgtEl>
                                        <p:attrNameLst>
                                          <p:attrName>style.visibility</p:attrName>
                                        </p:attrNameLst>
                                      </p:cBhvr>
                                      <p:to>
                                        <p:strVal val="visible"/>
                                      </p:to>
                                    </p:set>
                                    <p:animEffect transition="in" filter="wipe(left)">
                                      <p:cBhvr>
                                        <p:cTn id="22" dur="500"/>
                                        <p:tgtEl>
                                          <p:spTgt spid="9533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3346"/>
                                        </p:tgtEl>
                                        <p:attrNameLst>
                                          <p:attrName>style.visibility</p:attrName>
                                        </p:attrNameLst>
                                      </p:cBhvr>
                                      <p:to>
                                        <p:strVal val="visible"/>
                                      </p:to>
                                    </p:set>
                                    <p:animEffect transition="in" filter="wipe(left)">
                                      <p:cBhvr>
                                        <p:cTn id="27" dur="500"/>
                                        <p:tgtEl>
                                          <p:spTgt spid="9533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3347"/>
                                        </p:tgtEl>
                                        <p:attrNameLst>
                                          <p:attrName>style.visibility</p:attrName>
                                        </p:attrNameLst>
                                      </p:cBhvr>
                                      <p:to>
                                        <p:strVal val="visible"/>
                                      </p:to>
                                    </p:set>
                                    <p:animEffect transition="in" filter="wipe(left)">
                                      <p:cBhvr>
                                        <p:cTn id="32" dur="500"/>
                                        <p:tgtEl>
                                          <p:spTgt spid="9533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3348"/>
                                        </p:tgtEl>
                                        <p:attrNameLst>
                                          <p:attrName>style.visibility</p:attrName>
                                        </p:attrNameLst>
                                      </p:cBhvr>
                                      <p:to>
                                        <p:strVal val="visible"/>
                                      </p:to>
                                    </p:set>
                                    <p:animEffect transition="in" filter="wipe(left)">
                                      <p:cBhvr>
                                        <p:cTn id="37" dur="500"/>
                                        <p:tgtEl>
                                          <p:spTgt spid="9533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53352"/>
                                        </p:tgtEl>
                                        <p:attrNameLst>
                                          <p:attrName>style.visibility</p:attrName>
                                        </p:attrNameLst>
                                      </p:cBhvr>
                                      <p:to>
                                        <p:strVal val="visible"/>
                                      </p:to>
                                    </p:set>
                                    <p:animEffect transition="in" filter="wipe(left)">
                                      <p:cBhvr>
                                        <p:cTn id="42" dur="500"/>
                                        <p:tgtEl>
                                          <p:spTgt spid="9533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53353"/>
                                        </p:tgtEl>
                                        <p:attrNameLst>
                                          <p:attrName>style.visibility</p:attrName>
                                        </p:attrNameLst>
                                      </p:cBhvr>
                                      <p:to>
                                        <p:strVal val="visible"/>
                                      </p:to>
                                    </p:set>
                                    <p:animEffect transition="in" filter="wipe(left)">
                                      <p:cBhvr>
                                        <p:cTn id="47" dur="500"/>
                                        <p:tgtEl>
                                          <p:spTgt spid="953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49" grpId="0" autoUpdateAnimBg="0"/>
      <p:bldP spid="95335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19DD171A-6E95-447F-BB04-3468E2746D14}" type="slidenum">
              <a:rPr lang="zh-CN" altLang="en-US"/>
              <a:pPr/>
              <a:t>23</a:t>
            </a:fld>
            <a:endParaRPr lang="zh-CN" altLang="en-US"/>
          </a:p>
        </p:txBody>
      </p:sp>
      <p:sp>
        <p:nvSpPr>
          <p:cNvPr id="1007618" name="Text Box 2"/>
          <p:cNvSpPr txBox="1">
            <a:spLocks noChangeArrowheads="1"/>
          </p:cNvSpPr>
          <p:nvPr/>
        </p:nvSpPr>
        <p:spPr bwMode="auto">
          <a:xfrm>
            <a:off x="228600" y="254000"/>
            <a:ext cx="4800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练习  </a:t>
            </a:r>
            <a:r>
              <a:rPr lang="zh-CN" altLang="en-US"/>
              <a:t>用配方法化</a:t>
            </a:r>
            <a:r>
              <a:rPr lang="zh-CN" altLang="en-US">
                <a:cs typeface="Times New Roman" panose="02020603050405020304" pitchFamily="18" charset="0"/>
              </a:rPr>
              <a:t>二次型</a:t>
            </a:r>
            <a:r>
              <a:rPr lang="zh-CN" altLang="en-US"/>
              <a:t> </a:t>
            </a:r>
          </a:p>
        </p:txBody>
      </p:sp>
      <p:sp>
        <p:nvSpPr>
          <p:cNvPr id="1007619" name="Text Box 3"/>
          <p:cNvSpPr txBox="1">
            <a:spLocks noChangeArrowheads="1"/>
          </p:cNvSpPr>
          <p:nvPr/>
        </p:nvSpPr>
        <p:spPr bwMode="auto">
          <a:xfrm>
            <a:off x="228600" y="19939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1007620" name="Object 4"/>
          <p:cNvGraphicFramePr>
            <a:graphicFrameLocks noChangeAspect="1"/>
          </p:cNvGraphicFramePr>
          <p:nvPr/>
        </p:nvGraphicFramePr>
        <p:xfrm>
          <a:off x="1009650" y="800100"/>
          <a:ext cx="6818313" cy="604838"/>
        </p:xfrm>
        <a:graphic>
          <a:graphicData uri="http://schemas.openxmlformats.org/presentationml/2006/ole">
            <mc:AlternateContent xmlns:mc="http://schemas.openxmlformats.org/markup-compatibility/2006">
              <mc:Choice xmlns:v="urn:schemas-microsoft-com:vml" Requires="v">
                <p:oleObj spid="_x0000_s1007642" name="Equation" r:id="rId3" imgW="2692080" imgH="241200" progId="Equation.3">
                  <p:embed/>
                </p:oleObj>
              </mc:Choice>
              <mc:Fallback>
                <p:oleObj name="Equation" r:id="rId3" imgW="2692080" imgH="24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50" y="800100"/>
                        <a:ext cx="6818313"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7621" name="Text Box 5"/>
          <p:cNvSpPr txBox="1">
            <a:spLocks noChangeArrowheads="1"/>
          </p:cNvSpPr>
          <p:nvPr/>
        </p:nvSpPr>
        <p:spPr bwMode="auto">
          <a:xfrm>
            <a:off x="228600" y="1371600"/>
            <a:ext cx="6934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为标准形，并写出对应的可逆线性</a:t>
            </a:r>
            <a:r>
              <a:rPr lang="zh-CN" altLang="en-US">
                <a:latin typeface="Times New Roman" panose="02020603050405020304" pitchFamily="18" charset="0"/>
              </a:rPr>
              <a:t>变</a:t>
            </a:r>
            <a:r>
              <a:rPr lang="zh-CN" altLang="en-US"/>
              <a:t>换。</a:t>
            </a:r>
          </a:p>
        </p:txBody>
      </p:sp>
      <p:graphicFrame>
        <p:nvGraphicFramePr>
          <p:cNvPr id="1007622" name="Object 6"/>
          <p:cNvGraphicFramePr>
            <a:graphicFrameLocks noChangeAspect="1"/>
          </p:cNvGraphicFramePr>
          <p:nvPr/>
        </p:nvGraphicFramePr>
        <p:xfrm>
          <a:off x="914400" y="1981200"/>
          <a:ext cx="6742113" cy="600075"/>
        </p:xfrm>
        <a:graphic>
          <a:graphicData uri="http://schemas.openxmlformats.org/presentationml/2006/ole">
            <mc:AlternateContent xmlns:mc="http://schemas.openxmlformats.org/markup-compatibility/2006">
              <mc:Choice xmlns:v="urn:schemas-microsoft-com:vml" Requires="v">
                <p:oleObj spid="_x0000_s1007643" name="Equation" r:id="rId5" imgW="2692080" imgH="241200" progId="Equation.3">
                  <p:embed/>
                </p:oleObj>
              </mc:Choice>
              <mc:Fallback>
                <p:oleObj name="Equation" r:id="rId5" imgW="2692080" imgH="24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981200"/>
                        <a:ext cx="6742113"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23" name="Object 7"/>
          <p:cNvGraphicFramePr>
            <a:graphicFrameLocks noChangeAspect="1"/>
          </p:cNvGraphicFramePr>
          <p:nvPr/>
        </p:nvGraphicFramePr>
        <p:xfrm>
          <a:off x="304800" y="2667000"/>
          <a:ext cx="3352800" cy="595313"/>
        </p:xfrm>
        <a:graphic>
          <a:graphicData uri="http://schemas.openxmlformats.org/presentationml/2006/ole">
            <mc:AlternateContent xmlns:mc="http://schemas.openxmlformats.org/markup-compatibility/2006">
              <mc:Choice xmlns:v="urn:schemas-microsoft-com:vml" Requires="v">
                <p:oleObj spid="_x0000_s1007644" name="Equation" r:id="rId7" imgW="1346040" imgH="241200" progId="Equation.3">
                  <p:embed/>
                </p:oleObj>
              </mc:Choice>
              <mc:Fallback>
                <p:oleObj name="Equation" r:id="rId7" imgW="1346040" imgH="241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2667000"/>
                        <a:ext cx="335280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24" name="Object 8"/>
          <p:cNvGraphicFramePr>
            <a:graphicFrameLocks noChangeAspect="1"/>
          </p:cNvGraphicFramePr>
          <p:nvPr/>
        </p:nvGraphicFramePr>
        <p:xfrm>
          <a:off x="3581400" y="2667000"/>
          <a:ext cx="1979613" cy="609600"/>
        </p:xfrm>
        <a:graphic>
          <a:graphicData uri="http://schemas.openxmlformats.org/presentationml/2006/ole">
            <mc:AlternateContent xmlns:mc="http://schemas.openxmlformats.org/markup-compatibility/2006">
              <mc:Choice xmlns:v="urn:schemas-microsoft-com:vml" Requires="v">
                <p:oleObj spid="_x0000_s1007645" name="Equation" r:id="rId9" imgW="774360" imgH="241200" progId="Equation.3">
                  <p:embed/>
                </p:oleObj>
              </mc:Choice>
              <mc:Fallback>
                <p:oleObj name="Equation" r:id="rId9" imgW="774360" imgH="2412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2667000"/>
                        <a:ext cx="19796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31" name="Object 15"/>
          <p:cNvGraphicFramePr>
            <a:graphicFrameLocks noChangeAspect="1"/>
          </p:cNvGraphicFramePr>
          <p:nvPr/>
        </p:nvGraphicFramePr>
        <p:xfrm>
          <a:off x="304800" y="3822700"/>
          <a:ext cx="2209800" cy="596900"/>
        </p:xfrm>
        <a:graphic>
          <a:graphicData uri="http://schemas.openxmlformats.org/presentationml/2006/ole">
            <mc:AlternateContent xmlns:mc="http://schemas.openxmlformats.org/markup-compatibility/2006">
              <mc:Choice xmlns:v="urn:schemas-microsoft-com:vml" Requires="v">
                <p:oleObj spid="_x0000_s1007646" name="Equation" r:id="rId11" imgW="1066680" imgH="241200" progId="Equation.3">
                  <p:embed/>
                </p:oleObj>
              </mc:Choice>
              <mc:Fallback>
                <p:oleObj name="Equation" r:id="rId11" imgW="1066680" imgH="2412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3822700"/>
                        <a:ext cx="22098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37" name="Object 21"/>
          <p:cNvGraphicFramePr>
            <a:graphicFrameLocks noChangeAspect="1"/>
          </p:cNvGraphicFramePr>
          <p:nvPr/>
        </p:nvGraphicFramePr>
        <p:xfrm>
          <a:off x="2514600" y="3841750"/>
          <a:ext cx="1828800" cy="593725"/>
        </p:xfrm>
        <a:graphic>
          <a:graphicData uri="http://schemas.openxmlformats.org/presentationml/2006/ole">
            <mc:AlternateContent xmlns:mc="http://schemas.openxmlformats.org/markup-compatibility/2006">
              <mc:Choice xmlns:v="urn:schemas-microsoft-com:vml" Requires="v">
                <p:oleObj spid="_x0000_s1007647" name="Equation" r:id="rId13" imgW="825480" imgH="241200" progId="Equation.3">
                  <p:embed/>
                </p:oleObj>
              </mc:Choice>
              <mc:Fallback>
                <p:oleObj name="Equation" r:id="rId13" imgW="825480" imgH="241200"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4600" y="3841750"/>
                        <a:ext cx="182880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38" name="Object 22"/>
          <p:cNvGraphicFramePr>
            <a:graphicFrameLocks noChangeAspect="1"/>
          </p:cNvGraphicFramePr>
          <p:nvPr/>
        </p:nvGraphicFramePr>
        <p:xfrm>
          <a:off x="315913" y="4584700"/>
          <a:ext cx="4541837" cy="596900"/>
        </p:xfrm>
        <a:graphic>
          <a:graphicData uri="http://schemas.openxmlformats.org/presentationml/2006/ole">
            <mc:AlternateContent xmlns:mc="http://schemas.openxmlformats.org/markup-compatibility/2006">
              <mc:Choice xmlns:v="urn:schemas-microsoft-com:vml" Requires="v">
                <p:oleObj spid="_x0000_s1007648" name="Equation" r:id="rId15" imgW="2209680" imgH="241200" progId="Equation.3">
                  <p:embed/>
                </p:oleObj>
              </mc:Choice>
              <mc:Fallback>
                <p:oleObj name="Equation" r:id="rId15" imgW="2209680" imgH="24120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5913" y="4584700"/>
                        <a:ext cx="4541837"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39" name="Object 23"/>
          <p:cNvGraphicFramePr>
            <a:graphicFrameLocks noChangeAspect="1"/>
          </p:cNvGraphicFramePr>
          <p:nvPr/>
        </p:nvGraphicFramePr>
        <p:xfrm>
          <a:off x="3906838" y="3308350"/>
          <a:ext cx="3082925" cy="609600"/>
        </p:xfrm>
        <a:graphic>
          <a:graphicData uri="http://schemas.openxmlformats.org/presentationml/2006/ole">
            <mc:AlternateContent xmlns:mc="http://schemas.openxmlformats.org/markup-compatibility/2006">
              <mc:Choice xmlns:v="urn:schemas-microsoft-com:vml" Requires="v">
                <p:oleObj spid="_x0000_s1007649" name="Equation" r:id="rId17" imgW="1206360" imgH="241200" progId="Equation.3">
                  <p:embed/>
                </p:oleObj>
              </mc:Choice>
              <mc:Fallback>
                <p:oleObj name="Equation" r:id="rId17" imgW="1206360" imgH="24120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06838" y="3308350"/>
                        <a:ext cx="30829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7640" name="Object 24"/>
          <p:cNvGraphicFramePr>
            <a:graphicFrameLocks noChangeAspect="1"/>
          </p:cNvGraphicFramePr>
          <p:nvPr/>
        </p:nvGraphicFramePr>
        <p:xfrm>
          <a:off x="5486400" y="2686050"/>
          <a:ext cx="1979613" cy="609600"/>
        </p:xfrm>
        <a:graphic>
          <a:graphicData uri="http://schemas.openxmlformats.org/presentationml/2006/ole">
            <mc:AlternateContent xmlns:mc="http://schemas.openxmlformats.org/markup-compatibility/2006">
              <mc:Choice xmlns:v="urn:schemas-microsoft-com:vml" Requires="v">
                <p:oleObj spid="_x0000_s1007650" name="Equation" r:id="rId19" imgW="774360" imgH="241200" progId="Equation.3">
                  <p:embed/>
                </p:oleObj>
              </mc:Choice>
              <mc:Fallback>
                <p:oleObj name="Equation" r:id="rId19" imgW="774360" imgH="241200"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86400" y="2686050"/>
                        <a:ext cx="19796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7618"/>
                                        </p:tgtEl>
                                        <p:attrNameLst>
                                          <p:attrName>style.visibility</p:attrName>
                                        </p:attrNameLst>
                                      </p:cBhvr>
                                      <p:to>
                                        <p:strVal val="visible"/>
                                      </p:to>
                                    </p:set>
                                    <p:animEffect transition="in" filter="wipe(left)">
                                      <p:cBhvr>
                                        <p:cTn id="7" dur="500"/>
                                        <p:tgtEl>
                                          <p:spTgt spid="100761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07620"/>
                                        </p:tgtEl>
                                        <p:attrNameLst>
                                          <p:attrName>style.visibility</p:attrName>
                                        </p:attrNameLst>
                                      </p:cBhvr>
                                      <p:to>
                                        <p:strVal val="visible"/>
                                      </p:to>
                                    </p:set>
                                    <p:animEffect transition="in" filter="wipe(left)">
                                      <p:cBhvr>
                                        <p:cTn id="11" dur="500"/>
                                        <p:tgtEl>
                                          <p:spTgt spid="1007620"/>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07621"/>
                                        </p:tgtEl>
                                        <p:attrNameLst>
                                          <p:attrName>style.visibility</p:attrName>
                                        </p:attrNameLst>
                                      </p:cBhvr>
                                      <p:to>
                                        <p:strVal val="visible"/>
                                      </p:to>
                                    </p:set>
                                    <p:animEffect transition="in" filter="wipe(left)">
                                      <p:cBhvr>
                                        <p:cTn id="15" dur="500"/>
                                        <p:tgtEl>
                                          <p:spTgt spid="100762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07619"/>
                                        </p:tgtEl>
                                        <p:attrNameLst>
                                          <p:attrName>style.visibility</p:attrName>
                                        </p:attrNameLst>
                                      </p:cBhvr>
                                      <p:to>
                                        <p:strVal val="visible"/>
                                      </p:to>
                                    </p:set>
                                    <p:animEffect transition="in" filter="wipe(left)">
                                      <p:cBhvr>
                                        <p:cTn id="20" dur="500"/>
                                        <p:tgtEl>
                                          <p:spTgt spid="10076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07622"/>
                                        </p:tgtEl>
                                        <p:attrNameLst>
                                          <p:attrName>style.visibility</p:attrName>
                                        </p:attrNameLst>
                                      </p:cBhvr>
                                      <p:to>
                                        <p:strVal val="visible"/>
                                      </p:to>
                                    </p:set>
                                    <p:animEffect transition="in" filter="wipe(left)">
                                      <p:cBhvr>
                                        <p:cTn id="25" dur="500"/>
                                        <p:tgtEl>
                                          <p:spTgt spid="10076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07623"/>
                                        </p:tgtEl>
                                        <p:attrNameLst>
                                          <p:attrName>style.visibility</p:attrName>
                                        </p:attrNameLst>
                                      </p:cBhvr>
                                      <p:to>
                                        <p:strVal val="visible"/>
                                      </p:to>
                                    </p:set>
                                    <p:animEffect transition="in" filter="wipe(left)">
                                      <p:cBhvr>
                                        <p:cTn id="30" dur="500"/>
                                        <p:tgtEl>
                                          <p:spTgt spid="10076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07624"/>
                                        </p:tgtEl>
                                        <p:attrNameLst>
                                          <p:attrName>style.visibility</p:attrName>
                                        </p:attrNameLst>
                                      </p:cBhvr>
                                      <p:to>
                                        <p:strVal val="visible"/>
                                      </p:to>
                                    </p:set>
                                    <p:animEffect transition="in" filter="wipe(left)">
                                      <p:cBhvr>
                                        <p:cTn id="35" dur="500"/>
                                        <p:tgtEl>
                                          <p:spTgt spid="10076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07640"/>
                                        </p:tgtEl>
                                        <p:attrNameLst>
                                          <p:attrName>style.visibility</p:attrName>
                                        </p:attrNameLst>
                                      </p:cBhvr>
                                      <p:to>
                                        <p:strVal val="visible"/>
                                      </p:to>
                                    </p:set>
                                    <p:animEffect transition="in" filter="wipe(left)">
                                      <p:cBhvr>
                                        <p:cTn id="40" dur="500"/>
                                        <p:tgtEl>
                                          <p:spTgt spid="100764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007639"/>
                                        </p:tgtEl>
                                        <p:attrNameLst>
                                          <p:attrName>style.visibility</p:attrName>
                                        </p:attrNameLst>
                                      </p:cBhvr>
                                      <p:to>
                                        <p:strVal val="visible"/>
                                      </p:to>
                                    </p:set>
                                    <p:animEffect transition="in" filter="wipe(left)">
                                      <p:cBhvr>
                                        <p:cTn id="45" dur="500"/>
                                        <p:tgtEl>
                                          <p:spTgt spid="10076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007631"/>
                                        </p:tgtEl>
                                        <p:attrNameLst>
                                          <p:attrName>style.visibility</p:attrName>
                                        </p:attrNameLst>
                                      </p:cBhvr>
                                      <p:to>
                                        <p:strVal val="visible"/>
                                      </p:to>
                                    </p:set>
                                    <p:animEffect transition="in" filter="wipe(left)">
                                      <p:cBhvr>
                                        <p:cTn id="50" dur="500"/>
                                        <p:tgtEl>
                                          <p:spTgt spid="100763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007637"/>
                                        </p:tgtEl>
                                        <p:attrNameLst>
                                          <p:attrName>style.visibility</p:attrName>
                                        </p:attrNameLst>
                                      </p:cBhvr>
                                      <p:to>
                                        <p:strVal val="visible"/>
                                      </p:to>
                                    </p:set>
                                    <p:animEffect transition="in" filter="wipe(left)">
                                      <p:cBhvr>
                                        <p:cTn id="55" dur="500"/>
                                        <p:tgtEl>
                                          <p:spTgt spid="100763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007638"/>
                                        </p:tgtEl>
                                        <p:attrNameLst>
                                          <p:attrName>style.visibility</p:attrName>
                                        </p:attrNameLst>
                                      </p:cBhvr>
                                      <p:to>
                                        <p:strVal val="visible"/>
                                      </p:to>
                                    </p:set>
                                    <p:animEffect transition="in" filter="wipe(left)">
                                      <p:cBhvr>
                                        <p:cTn id="60" dur="500"/>
                                        <p:tgtEl>
                                          <p:spTgt spid="1007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18" grpId="0" autoUpdateAnimBg="0"/>
      <p:bldP spid="1007619" grpId="0" autoUpdateAnimBg="0"/>
      <p:bldP spid="100762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0E8D6C7B-FC04-4973-915C-A9C953AEE8E9}" type="slidenum">
              <a:rPr lang="zh-CN" altLang="en-US"/>
              <a:pPr/>
              <a:t>24</a:t>
            </a:fld>
            <a:endParaRPr lang="zh-CN" altLang="en-US"/>
          </a:p>
        </p:txBody>
      </p:sp>
      <p:graphicFrame>
        <p:nvGraphicFramePr>
          <p:cNvPr id="1008642" name="Object 2"/>
          <p:cNvGraphicFramePr>
            <a:graphicFrameLocks noChangeAspect="1"/>
          </p:cNvGraphicFramePr>
          <p:nvPr/>
        </p:nvGraphicFramePr>
        <p:xfrm>
          <a:off x="771525" y="152400"/>
          <a:ext cx="4791075" cy="606425"/>
        </p:xfrm>
        <a:graphic>
          <a:graphicData uri="http://schemas.openxmlformats.org/presentationml/2006/ole">
            <mc:AlternateContent xmlns:mc="http://schemas.openxmlformats.org/markup-compatibility/2006">
              <mc:Choice xmlns:v="urn:schemas-microsoft-com:vml" Requires="v">
                <p:oleObj spid="_x0000_s1008652" name="Equation" r:id="rId3" imgW="2209680" imgH="241200" progId="Equation.3">
                  <p:embed/>
                </p:oleObj>
              </mc:Choice>
              <mc:Fallback>
                <p:oleObj name="Equation" r:id="rId3" imgW="2209680" imgH="24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 y="152400"/>
                        <a:ext cx="4791075"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8643" name="Object 3"/>
          <p:cNvGraphicFramePr>
            <a:graphicFrameLocks noChangeAspect="1"/>
          </p:cNvGraphicFramePr>
          <p:nvPr/>
        </p:nvGraphicFramePr>
        <p:xfrm>
          <a:off x="457200" y="762000"/>
          <a:ext cx="3581400" cy="1743075"/>
        </p:xfrm>
        <a:graphic>
          <a:graphicData uri="http://schemas.openxmlformats.org/presentationml/2006/ole">
            <mc:AlternateContent xmlns:mc="http://schemas.openxmlformats.org/markup-compatibility/2006">
              <mc:Choice xmlns:v="urn:schemas-microsoft-com:vml" Requires="v">
                <p:oleObj spid="_x0000_s1008653" name="Equation" r:id="rId5" imgW="1460160" imgH="711000" progId="Equation.3">
                  <p:embed/>
                </p:oleObj>
              </mc:Choice>
              <mc:Fallback>
                <p:oleObj name="Equation" r:id="rId5" imgW="1460160" imgH="711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762000"/>
                        <a:ext cx="3581400" cy="174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8644" name="Object 4"/>
          <p:cNvGraphicFramePr>
            <a:graphicFrameLocks noChangeAspect="1"/>
          </p:cNvGraphicFramePr>
          <p:nvPr/>
        </p:nvGraphicFramePr>
        <p:xfrm>
          <a:off x="4205288" y="762000"/>
          <a:ext cx="3246437" cy="1731963"/>
        </p:xfrm>
        <a:graphic>
          <a:graphicData uri="http://schemas.openxmlformats.org/presentationml/2006/ole">
            <mc:AlternateContent xmlns:mc="http://schemas.openxmlformats.org/markup-compatibility/2006">
              <mc:Choice xmlns:v="urn:schemas-microsoft-com:vml" Requires="v">
                <p:oleObj spid="_x0000_s1008654" name="Equation" r:id="rId7" imgW="1333440" imgH="711000" progId="Equation.3">
                  <p:embed/>
                </p:oleObj>
              </mc:Choice>
              <mc:Fallback>
                <p:oleObj name="Equation" r:id="rId7" imgW="1333440" imgH="711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5288" y="762000"/>
                        <a:ext cx="3246437" cy="173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8645" name="Object 5"/>
          <p:cNvGraphicFramePr>
            <a:graphicFrameLocks noChangeAspect="1"/>
          </p:cNvGraphicFramePr>
          <p:nvPr/>
        </p:nvGraphicFramePr>
        <p:xfrm>
          <a:off x="776288" y="2514600"/>
          <a:ext cx="4694237" cy="1717675"/>
        </p:xfrm>
        <a:graphic>
          <a:graphicData uri="http://schemas.openxmlformats.org/presentationml/2006/ole">
            <mc:AlternateContent xmlns:mc="http://schemas.openxmlformats.org/markup-compatibility/2006">
              <mc:Choice xmlns:v="urn:schemas-microsoft-com:vml" Requires="v">
                <p:oleObj spid="_x0000_s1008655" name="Equation" r:id="rId9" imgW="1942920" imgH="711000" progId="Equation.3">
                  <p:embed/>
                </p:oleObj>
              </mc:Choice>
              <mc:Fallback>
                <p:oleObj name="Equation" r:id="rId9" imgW="1942920" imgH="711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6288" y="2514600"/>
                        <a:ext cx="4694237" cy="171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8646" name="Text Box 6"/>
          <p:cNvSpPr txBox="1">
            <a:spLocks noChangeArrowheads="1"/>
          </p:cNvSpPr>
          <p:nvPr/>
        </p:nvSpPr>
        <p:spPr bwMode="auto">
          <a:xfrm>
            <a:off x="381000" y="4308475"/>
            <a:ext cx="205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标准形为</a:t>
            </a:r>
          </a:p>
        </p:txBody>
      </p:sp>
      <p:graphicFrame>
        <p:nvGraphicFramePr>
          <p:cNvPr id="1008647" name="Object 7"/>
          <p:cNvGraphicFramePr>
            <a:graphicFrameLocks noChangeAspect="1"/>
          </p:cNvGraphicFramePr>
          <p:nvPr/>
        </p:nvGraphicFramePr>
        <p:xfrm>
          <a:off x="1933575" y="4276725"/>
          <a:ext cx="2867025" cy="606425"/>
        </p:xfrm>
        <a:graphic>
          <a:graphicData uri="http://schemas.openxmlformats.org/presentationml/2006/ole">
            <mc:AlternateContent xmlns:mc="http://schemas.openxmlformats.org/markup-compatibility/2006">
              <mc:Choice xmlns:v="urn:schemas-microsoft-com:vml" Requires="v">
                <p:oleObj spid="_x0000_s1008656" name="Equation" r:id="rId11" imgW="1143000" imgH="241200" progId="Equation.3">
                  <p:embed/>
                </p:oleObj>
              </mc:Choice>
              <mc:Fallback>
                <p:oleObj name="Equation" r:id="rId11" imgW="1143000" imgH="241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33575" y="4276725"/>
                        <a:ext cx="2867025"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8648" name="Rectangle 8"/>
          <p:cNvSpPr>
            <a:spLocks noChangeArrowheads="1"/>
          </p:cNvSpPr>
          <p:nvPr/>
        </p:nvSpPr>
        <p:spPr bwMode="auto">
          <a:xfrm>
            <a:off x="381000" y="54102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所用</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换矩阵为</a:t>
            </a:r>
          </a:p>
        </p:txBody>
      </p:sp>
      <p:graphicFrame>
        <p:nvGraphicFramePr>
          <p:cNvPr id="1008649" name="Object 9"/>
          <p:cNvGraphicFramePr>
            <a:graphicFrameLocks noChangeAspect="1"/>
          </p:cNvGraphicFramePr>
          <p:nvPr/>
        </p:nvGraphicFramePr>
        <p:xfrm>
          <a:off x="3138488" y="4876800"/>
          <a:ext cx="3017837" cy="1692275"/>
        </p:xfrm>
        <a:graphic>
          <a:graphicData uri="http://schemas.openxmlformats.org/presentationml/2006/ole">
            <mc:AlternateContent xmlns:mc="http://schemas.openxmlformats.org/markup-compatibility/2006">
              <mc:Choice xmlns:v="urn:schemas-microsoft-com:vml" Requires="v">
                <p:oleObj spid="_x0000_s1008657" name="Equation" r:id="rId13" imgW="1244520" imgH="698400" progId="Equation.3">
                  <p:embed/>
                </p:oleObj>
              </mc:Choice>
              <mc:Fallback>
                <p:oleObj name="Equation" r:id="rId13" imgW="1244520" imgH="6984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8488" y="4876800"/>
                        <a:ext cx="3017837"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8650" name="Object 10"/>
          <p:cNvGraphicFramePr>
            <a:graphicFrameLocks noChangeAspect="1"/>
          </p:cNvGraphicFramePr>
          <p:nvPr/>
        </p:nvGraphicFramePr>
        <p:xfrm>
          <a:off x="6370638" y="5456238"/>
          <a:ext cx="2041525" cy="485775"/>
        </p:xfrm>
        <a:graphic>
          <a:graphicData uri="http://schemas.openxmlformats.org/presentationml/2006/ole">
            <mc:AlternateContent xmlns:mc="http://schemas.openxmlformats.org/markup-compatibility/2006">
              <mc:Choice xmlns:v="urn:schemas-microsoft-com:vml" Requires="v">
                <p:oleObj spid="_x0000_s1008658" name="Equation" r:id="rId15" imgW="850680" imgH="203040" progId="Equation.3">
                  <p:embed/>
                </p:oleObj>
              </mc:Choice>
              <mc:Fallback>
                <p:oleObj name="Equation" r:id="rId15" imgW="850680" imgH="20304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70638" y="5456238"/>
                        <a:ext cx="204152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08643"/>
                                        </p:tgtEl>
                                        <p:attrNameLst>
                                          <p:attrName>style.visibility</p:attrName>
                                        </p:attrNameLst>
                                      </p:cBhvr>
                                      <p:to>
                                        <p:strVal val="visible"/>
                                      </p:to>
                                    </p:set>
                                    <p:animEffect transition="in" filter="wipe(left)">
                                      <p:cBhvr>
                                        <p:cTn id="7" dur="500"/>
                                        <p:tgtEl>
                                          <p:spTgt spid="10086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8644"/>
                                        </p:tgtEl>
                                        <p:attrNameLst>
                                          <p:attrName>style.visibility</p:attrName>
                                        </p:attrNameLst>
                                      </p:cBhvr>
                                      <p:to>
                                        <p:strVal val="visible"/>
                                      </p:to>
                                    </p:set>
                                    <p:animEffect transition="in" filter="wipe(left)">
                                      <p:cBhvr>
                                        <p:cTn id="12" dur="500"/>
                                        <p:tgtEl>
                                          <p:spTgt spid="10086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08645"/>
                                        </p:tgtEl>
                                        <p:attrNameLst>
                                          <p:attrName>style.visibility</p:attrName>
                                        </p:attrNameLst>
                                      </p:cBhvr>
                                      <p:to>
                                        <p:strVal val="visible"/>
                                      </p:to>
                                    </p:set>
                                    <p:animEffect transition="in" filter="wipe(left)">
                                      <p:cBhvr>
                                        <p:cTn id="17" dur="500"/>
                                        <p:tgtEl>
                                          <p:spTgt spid="10086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8646"/>
                                        </p:tgtEl>
                                        <p:attrNameLst>
                                          <p:attrName>style.visibility</p:attrName>
                                        </p:attrNameLst>
                                      </p:cBhvr>
                                      <p:to>
                                        <p:strVal val="visible"/>
                                      </p:to>
                                    </p:set>
                                    <p:animEffect transition="in" filter="wipe(left)">
                                      <p:cBhvr>
                                        <p:cTn id="22" dur="500"/>
                                        <p:tgtEl>
                                          <p:spTgt spid="10086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08647"/>
                                        </p:tgtEl>
                                        <p:attrNameLst>
                                          <p:attrName>style.visibility</p:attrName>
                                        </p:attrNameLst>
                                      </p:cBhvr>
                                      <p:to>
                                        <p:strVal val="visible"/>
                                      </p:to>
                                    </p:set>
                                    <p:animEffect transition="in" filter="wipe(left)">
                                      <p:cBhvr>
                                        <p:cTn id="27" dur="500"/>
                                        <p:tgtEl>
                                          <p:spTgt spid="10086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08648"/>
                                        </p:tgtEl>
                                        <p:attrNameLst>
                                          <p:attrName>style.visibility</p:attrName>
                                        </p:attrNameLst>
                                      </p:cBhvr>
                                      <p:to>
                                        <p:strVal val="visible"/>
                                      </p:to>
                                    </p:set>
                                    <p:animEffect transition="in" filter="wipe(left)">
                                      <p:cBhvr>
                                        <p:cTn id="32" dur="500"/>
                                        <p:tgtEl>
                                          <p:spTgt spid="10086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08649"/>
                                        </p:tgtEl>
                                        <p:attrNameLst>
                                          <p:attrName>style.visibility</p:attrName>
                                        </p:attrNameLst>
                                      </p:cBhvr>
                                      <p:to>
                                        <p:strVal val="visible"/>
                                      </p:to>
                                    </p:set>
                                    <p:animEffect transition="in" filter="wipe(left)">
                                      <p:cBhvr>
                                        <p:cTn id="37" dur="500"/>
                                        <p:tgtEl>
                                          <p:spTgt spid="10086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08650"/>
                                        </p:tgtEl>
                                        <p:attrNameLst>
                                          <p:attrName>style.visibility</p:attrName>
                                        </p:attrNameLst>
                                      </p:cBhvr>
                                      <p:to>
                                        <p:strVal val="visible"/>
                                      </p:to>
                                    </p:set>
                                    <p:animEffect transition="in" filter="wipe(left)">
                                      <p:cBhvr>
                                        <p:cTn id="42" dur="500"/>
                                        <p:tgtEl>
                                          <p:spTgt spid="1008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6" grpId="0" autoUpdateAnimBg="0"/>
      <p:bldP spid="100864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p>
            <a:fld id="{A9A2603B-821E-4131-AE98-DB8D49FDF138}" type="slidenum">
              <a:rPr lang="zh-CN" altLang="en-US"/>
              <a:pPr/>
              <a:t>25</a:t>
            </a:fld>
            <a:endParaRPr lang="zh-CN" altLang="en-US"/>
          </a:p>
        </p:txBody>
      </p:sp>
      <p:sp>
        <p:nvSpPr>
          <p:cNvPr id="1010692" name="Text Box 4"/>
          <p:cNvSpPr txBox="1">
            <a:spLocks noChangeArrowheads="1"/>
          </p:cNvSpPr>
          <p:nvPr/>
        </p:nvSpPr>
        <p:spPr bwMode="auto">
          <a:xfrm>
            <a:off x="381000" y="1524000"/>
            <a:ext cx="6934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为标准形，并写出对应的可逆线性</a:t>
            </a:r>
            <a:r>
              <a:rPr lang="zh-CN" altLang="en-US">
                <a:latin typeface="Times New Roman" panose="02020603050405020304" pitchFamily="18" charset="0"/>
              </a:rPr>
              <a:t>变</a:t>
            </a:r>
            <a:r>
              <a:rPr lang="zh-CN" altLang="en-US"/>
              <a:t>换。</a:t>
            </a:r>
          </a:p>
        </p:txBody>
      </p:sp>
      <p:graphicFrame>
        <p:nvGraphicFramePr>
          <p:cNvPr id="1010693" name="Object 5"/>
          <p:cNvGraphicFramePr>
            <a:graphicFrameLocks noChangeAspect="1"/>
          </p:cNvGraphicFramePr>
          <p:nvPr/>
        </p:nvGraphicFramePr>
        <p:xfrm>
          <a:off x="1905000" y="914400"/>
          <a:ext cx="3775075" cy="557213"/>
        </p:xfrm>
        <a:graphic>
          <a:graphicData uri="http://schemas.openxmlformats.org/presentationml/2006/ole">
            <mc:AlternateContent xmlns:mc="http://schemas.openxmlformats.org/markup-compatibility/2006">
              <mc:Choice xmlns:v="urn:schemas-microsoft-com:vml" Requires="v">
                <p:oleObj spid="_x0000_s1010700" name="Equation" r:id="rId3" imgW="1473120" imgH="228600" progId="Equation.3">
                  <p:embed/>
                </p:oleObj>
              </mc:Choice>
              <mc:Fallback>
                <p:oleObj name="Equation" r:id="rId3" imgW="147312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914400"/>
                        <a:ext cx="3775075"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0694" name="Text Box 6"/>
          <p:cNvSpPr txBox="1">
            <a:spLocks noChangeArrowheads="1"/>
          </p:cNvSpPr>
          <p:nvPr/>
        </p:nvSpPr>
        <p:spPr bwMode="auto">
          <a:xfrm>
            <a:off x="381000" y="22098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sp>
        <p:nvSpPr>
          <p:cNvPr id="1010695" name="Text Box 7"/>
          <p:cNvSpPr txBox="1">
            <a:spLocks noChangeArrowheads="1"/>
          </p:cNvSpPr>
          <p:nvPr/>
        </p:nvSpPr>
        <p:spPr bwMode="auto">
          <a:xfrm>
            <a:off x="990600" y="2209800"/>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所给二次型中无平方项，所以先作线性</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a:t>
            </a:r>
          </a:p>
        </p:txBody>
      </p:sp>
      <p:graphicFrame>
        <p:nvGraphicFramePr>
          <p:cNvPr id="1010696" name="Object 8"/>
          <p:cNvGraphicFramePr>
            <a:graphicFrameLocks noChangeAspect="1"/>
          </p:cNvGraphicFramePr>
          <p:nvPr/>
        </p:nvGraphicFramePr>
        <p:xfrm>
          <a:off x="990600" y="2895600"/>
          <a:ext cx="2743200" cy="1765300"/>
        </p:xfrm>
        <a:graphic>
          <a:graphicData uri="http://schemas.openxmlformats.org/presentationml/2006/ole">
            <mc:AlternateContent xmlns:mc="http://schemas.openxmlformats.org/markup-compatibility/2006">
              <mc:Choice xmlns:v="urn:schemas-microsoft-com:vml" Requires="v">
                <p:oleObj spid="_x0000_s1010701" name="Equation" r:id="rId5" imgW="1104840" imgH="711000" progId="Equation.3">
                  <p:embed/>
                </p:oleObj>
              </mc:Choice>
              <mc:Fallback>
                <p:oleObj name="Equation" r:id="rId5" imgW="1104840" imgH="7110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895600"/>
                        <a:ext cx="2743200"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0697" name="Object 9"/>
          <p:cNvGraphicFramePr>
            <a:graphicFrameLocks noChangeAspect="1"/>
          </p:cNvGraphicFramePr>
          <p:nvPr/>
        </p:nvGraphicFramePr>
        <p:xfrm>
          <a:off x="3581400" y="3352800"/>
          <a:ext cx="4572000" cy="608013"/>
        </p:xfrm>
        <a:graphic>
          <a:graphicData uri="http://schemas.openxmlformats.org/presentationml/2006/ole">
            <mc:AlternateContent xmlns:mc="http://schemas.openxmlformats.org/markup-compatibility/2006">
              <mc:Choice xmlns:v="urn:schemas-microsoft-com:vml" Requires="v">
                <p:oleObj spid="_x0000_s1010702" name="Equation" r:id="rId7" imgW="1815840" imgH="241200" progId="Equation.3">
                  <p:embed/>
                </p:oleObj>
              </mc:Choice>
              <mc:Fallback>
                <p:oleObj name="Equation" r:id="rId7" imgW="1815840" imgH="241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352800"/>
                        <a:ext cx="45720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0699" name="Text Box 11"/>
          <p:cNvSpPr txBox="1">
            <a:spLocks noChangeArrowheads="1"/>
          </p:cNvSpPr>
          <p:nvPr/>
        </p:nvSpPr>
        <p:spPr bwMode="auto">
          <a:xfrm>
            <a:off x="381000" y="254000"/>
            <a:ext cx="4800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练习  </a:t>
            </a:r>
            <a:r>
              <a:rPr lang="zh-CN" altLang="en-US"/>
              <a:t>用配方法化</a:t>
            </a:r>
            <a:r>
              <a:rPr lang="zh-CN" altLang="en-US">
                <a:cs typeface="Times New Roman" panose="02020603050405020304" pitchFamily="18" charset="0"/>
              </a:rPr>
              <a:t>二次型</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0699"/>
                                        </p:tgtEl>
                                        <p:attrNameLst>
                                          <p:attrName>style.visibility</p:attrName>
                                        </p:attrNameLst>
                                      </p:cBhvr>
                                      <p:to>
                                        <p:strVal val="visible"/>
                                      </p:to>
                                    </p:set>
                                    <p:animEffect transition="in" filter="wipe(left)">
                                      <p:cBhvr>
                                        <p:cTn id="7" dur="500"/>
                                        <p:tgtEl>
                                          <p:spTgt spid="101069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10693"/>
                                        </p:tgtEl>
                                        <p:attrNameLst>
                                          <p:attrName>style.visibility</p:attrName>
                                        </p:attrNameLst>
                                      </p:cBhvr>
                                      <p:to>
                                        <p:strVal val="visible"/>
                                      </p:to>
                                    </p:set>
                                    <p:animEffect transition="in" filter="wipe(left)">
                                      <p:cBhvr>
                                        <p:cTn id="11" dur="500"/>
                                        <p:tgtEl>
                                          <p:spTgt spid="101069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10692"/>
                                        </p:tgtEl>
                                        <p:attrNameLst>
                                          <p:attrName>style.visibility</p:attrName>
                                        </p:attrNameLst>
                                      </p:cBhvr>
                                      <p:to>
                                        <p:strVal val="visible"/>
                                      </p:to>
                                    </p:set>
                                    <p:animEffect transition="in" filter="wipe(left)">
                                      <p:cBhvr>
                                        <p:cTn id="15" dur="500"/>
                                        <p:tgtEl>
                                          <p:spTgt spid="101069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10694"/>
                                        </p:tgtEl>
                                        <p:attrNameLst>
                                          <p:attrName>style.visibility</p:attrName>
                                        </p:attrNameLst>
                                      </p:cBhvr>
                                      <p:to>
                                        <p:strVal val="visible"/>
                                      </p:to>
                                    </p:set>
                                    <p:animEffect transition="in" filter="wipe(left)">
                                      <p:cBhvr>
                                        <p:cTn id="20" dur="500"/>
                                        <p:tgtEl>
                                          <p:spTgt spid="10106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10695"/>
                                        </p:tgtEl>
                                        <p:attrNameLst>
                                          <p:attrName>style.visibility</p:attrName>
                                        </p:attrNameLst>
                                      </p:cBhvr>
                                      <p:to>
                                        <p:strVal val="visible"/>
                                      </p:to>
                                    </p:set>
                                    <p:animEffect transition="in" filter="wipe(left)">
                                      <p:cBhvr>
                                        <p:cTn id="25" dur="500"/>
                                        <p:tgtEl>
                                          <p:spTgt spid="101069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10696"/>
                                        </p:tgtEl>
                                        <p:attrNameLst>
                                          <p:attrName>style.visibility</p:attrName>
                                        </p:attrNameLst>
                                      </p:cBhvr>
                                      <p:to>
                                        <p:strVal val="visible"/>
                                      </p:to>
                                    </p:set>
                                    <p:animEffect transition="in" filter="wipe(left)">
                                      <p:cBhvr>
                                        <p:cTn id="30" dur="500"/>
                                        <p:tgtEl>
                                          <p:spTgt spid="101069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10697"/>
                                        </p:tgtEl>
                                        <p:attrNameLst>
                                          <p:attrName>style.visibility</p:attrName>
                                        </p:attrNameLst>
                                      </p:cBhvr>
                                      <p:to>
                                        <p:strVal val="visible"/>
                                      </p:to>
                                    </p:set>
                                    <p:animEffect transition="in" filter="wipe(left)">
                                      <p:cBhvr>
                                        <p:cTn id="35" dur="500"/>
                                        <p:tgtEl>
                                          <p:spTgt spid="1010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692" grpId="0" autoUpdateAnimBg="0"/>
      <p:bldP spid="1010694" grpId="0" autoUpdateAnimBg="0"/>
      <p:bldP spid="1010695" grpId="0" autoUpdateAnimBg="0"/>
      <p:bldP spid="101069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p>
            <a:fld id="{2F7162B9-5F3C-4523-9525-ACBF0751D60B}" type="slidenum">
              <a:rPr lang="zh-CN" altLang="en-US"/>
              <a:pPr/>
              <a:t>26</a:t>
            </a:fld>
            <a:endParaRPr lang="zh-CN" altLang="en-US"/>
          </a:p>
        </p:txBody>
      </p:sp>
      <p:graphicFrame>
        <p:nvGraphicFramePr>
          <p:cNvPr id="1011714" name="Object 2"/>
          <p:cNvGraphicFramePr>
            <a:graphicFrameLocks noChangeAspect="1"/>
          </p:cNvGraphicFramePr>
          <p:nvPr/>
        </p:nvGraphicFramePr>
        <p:xfrm>
          <a:off x="609600" y="2057400"/>
          <a:ext cx="3048000" cy="1724025"/>
        </p:xfrm>
        <a:graphic>
          <a:graphicData uri="http://schemas.openxmlformats.org/presentationml/2006/ole">
            <mc:AlternateContent xmlns:mc="http://schemas.openxmlformats.org/markup-compatibility/2006">
              <mc:Choice xmlns:v="urn:schemas-microsoft-com:vml" Requires="v">
                <p:oleObj spid="_x0000_s1011721" name="Equation" r:id="rId3" imgW="1257120" imgH="711000" progId="Equation.3">
                  <p:embed/>
                </p:oleObj>
              </mc:Choice>
              <mc:Fallback>
                <p:oleObj name="Equation" r:id="rId3" imgW="1257120" imgH="711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057400"/>
                        <a:ext cx="3048000" cy="172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1715" name="Object 3"/>
          <p:cNvGraphicFramePr>
            <a:graphicFrameLocks noChangeAspect="1"/>
          </p:cNvGraphicFramePr>
          <p:nvPr/>
        </p:nvGraphicFramePr>
        <p:xfrm>
          <a:off x="990600" y="228600"/>
          <a:ext cx="2743200" cy="1765300"/>
        </p:xfrm>
        <a:graphic>
          <a:graphicData uri="http://schemas.openxmlformats.org/presentationml/2006/ole">
            <mc:AlternateContent xmlns:mc="http://schemas.openxmlformats.org/markup-compatibility/2006">
              <mc:Choice xmlns:v="urn:schemas-microsoft-com:vml" Requires="v">
                <p:oleObj spid="_x0000_s1011722" name="Equation" r:id="rId5" imgW="1104840" imgH="711000" progId="Equation.3">
                  <p:embed/>
                </p:oleObj>
              </mc:Choice>
              <mc:Fallback>
                <p:oleObj name="Equation" r:id="rId5" imgW="1104840" imgH="711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28600"/>
                        <a:ext cx="2743200"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1716" name="Object 4"/>
          <p:cNvGraphicFramePr>
            <a:graphicFrameLocks noChangeAspect="1"/>
          </p:cNvGraphicFramePr>
          <p:nvPr/>
        </p:nvGraphicFramePr>
        <p:xfrm>
          <a:off x="3581400" y="889000"/>
          <a:ext cx="4343400" cy="577850"/>
        </p:xfrm>
        <a:graphic>
          <a:graphicData uri="http://schemas.openxmlformats.org/presentationml/2006/ole">
            <mc:AlternateContent xmlns:mc="http://schemas.openxmlformats.org/markup-compatibility/2006">
              <mc:Choice xmlns:v="urn:schemas-microsoft-com:vml" Requires="v">
                <p:oleObj spid="_x0000_s1011723" name="Equation" r:id="rId7" imgW="1815840" imgH="241200" progId="Equation.3">
                  <p:embed/>
                </p:oleObj>
              </mc:Choice>
              <mc:Fallback>
                <p:oleObj name="Equation" r:id="rId7" imgW="1815840" imgH="241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889000"/>
                        <a:ext cx="434340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1717" name="Object 5"/>
          <p:cNvGraphicFramePr>
            <a:graphicFrameLocks noChangeAspect="1"/>
          </p:cNvGraphicFramePr>
          <p:nvPr/>
        </p:nvGraphicFramePr>
        <p:xfrm>
          <a:off x="3889375" y="2057400"/>
          <a:ext cx="2811463" cy="1789113"/>
        </p:xfrm>
        <a:graphic>
          <a:graphicData uri="http://schemas.openxmlformats.org/presentationml/2006/ole">
            <mc:AlternateContent xmlns:mc="http://schemas.openxmlformats.org/markup-compatibility/2006">
              <mc:Choice xmlns:v="urn:schemas-microsoft-com:vml" Requires="v">
                <p:oleObj spid="_x0000_s1011724" name="Equation" r:id="rId9" imgW="1117440" imgH="711000" progId="Equation.3">
                  <p:embed/>
                </p:oleObj>
              </mc:Choice>
              <mc:Fallback>
                <p:oleObj name="Equation" r:id="rId9" imgW="1117440" imgH="711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9375" y="2057400"/>
                        <a:ext cx="2811463" cy="178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1718" name="Object 6"/>
          <p:cNvGraphicFramePr>
            <a:graphicFrameLocks noChangeAspect="1"/>
          </p:cNvGraphicFramePr>
          <p:nvPr/>
        </p:nvGraphicFramePr>
        <p:xfrm>
          <a:off x="533400" y="4038600"/>
          <a:ext cx="4572000" cy="596900"/>
        </p:xfrm>
        <a:graphic>
          <a:graphicData uri="http://schemas.openxmlformats.org/presentationml/2006/ole">
            <mc:AlternateContent xmlns:mc="http://schemas.openxmlformats.org/markup-compatibility/2006">
              <mc:Choice xmlns:v="urn:schemas-microsoft-com:vml" Requires="v">
                <p:oleObj spid="_x0000_s1011725" name="Equation" r:id="rId11" imgW="1841400" imgH="241200" progId="Equation.3">
                  <p:embed/>
                </p:oleObj>
              </mc:Choice>
              <mc:Fallback>
                <p:oleObj name="Equation" r:id="rId11" imgW="1841400" imgH="2412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4038600"/>
                        <a:ext cx="45720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1719" name="Object 7"/>
          <p:cNvGraphicFramePr>
            <a:graphicFrameLocks noChangeAspect="1"/>
          </p:cNvGraphicFramePr>
          <p:nvPr/>
        </p:nvGraphicFramePr>
        <p:xfrm>
          <a:off x="4038600" y="4800600"/>
          <a:ext cx="2743200" cy="1668463"/>
        </p:xfrm>
        <a:graphic>
          <a:graphicData uri="http://schemas.openxmlformats.org/presentationml/2006/ole">
            <mc:AlternateContent xmlns:mc="http://schemas.openxmlformats.org/markup-compatibility/2006">
              <mc:Choice xmlns:v="urn:schemas-microsoft-com:vml" Requires="v">
                <p:oleObj spid="_x0000_s1011726" name="Equation" r:id="rId13" imgW="1168200" imgH="711000" progId="Equation.3">
                  <p:embed/>
                </p:oleObj>
              </mc:Choice>
              <mc:Fallback>
                <p:oleObj name="Equation" r:id="rId13" imgW="1168200" imgH="7110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4800600"/>
                        <a:ext cx="2743200" cy="166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1720" name="Text Box 8"/>
          <p:cNvSpPr txBox="1">
            <a:spLocks noChangeArrowheads="1"/>
          </p:cNvSpPr>
          <p:nvPr/>
        </p:nvSpPr>
        <p:spPr bwMode="auto">
          <a:xfrm>
            <a:off x="457200" y="5357813"/>
            <a:ext cx="4191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所用可逆线性</a:t>
            </a:r>
            <a:r>
              <a:rPr lang="zh-CN" altLang="en-US">
                <a:latin typeface="Times New Roman" panose="02020603050405020304" pitchFamily="18" charset="0"/>
              </a:rPr>
              <a:t>替</a:t>
            </a:r>
            <a:r>
              <a:rPr lang="zh-CN" altLang="en-US"/>
              <a:t>换为</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11714"/>
                                        </p:tgtEl>
                                        <p:attrNameLst>
                                          <p:attrName>style.visibility</p:attrName>
                                        </p:attrNameLst>
                                      </p:cBhvr>
                                      <p:to>
                                        <p:strVal val="visible"/>
                                      </p:to>
                                    </p:set>
                                    <p:animEffect transition="in" filter="wipe(left)">
                                      <p:cBhvr>
                                        <p:cTn id="7" dur="500"/>
                                        <p:tgtEl>
                                          <p:spTgt spid="10117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1717"/>
                                        </p:tgtEl>
                                        <p:attrNameLst>
                                          <p:attrName>style.visibility</p:attrName>
                                        </p:attrNameLst>
                                      </p:cBhvr>
                                      <p:to>
                                        <p:strVal val="visible"/>
                                      </p:to>
                                    </p:set>
                                    <p:animEffect transition="in" filter="wipe(left)">
                                      <p:cBhvr>
                                        <p:cTn id="12" dur="500"/>
                                        <p:tgtEl>
                                          <p:spTgt spid="1011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11718"/>
                                        </p:tgtEl>
                                        <p:attrNameLst>
                                          <p:attrName>style.visibility</p:attrName>
                                        </p:attrNameLst>
                                      </p:cBhvr>
                                      <p:to>
                                        <p:strVal val="visible"/>
                                      </p:to>
                                    </p:set>
                                    <p:animEffect transition="in" filter="wipe(left)">
                                      <p:cBhvr>
                                        <p:cTn id="17" dur="500"/>
                                        <p:tgtEl>
                                          <p:spTgt spid="10117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11720"/>
                                        </p:tgtEl>
                                        <p:attrNameLst>
                                          <p:attrName>style.visibility</p:attrName>
                                        </p:attrNameLst>
                                      </p:cBhvr>
                                      <p:to>
                                        <p:strVal val="visible"/>
                                      </p:to>
                                    </p:set>
                                    <p:animEffect transition="in" filter="wipe(left)">
                                      <p:cBhvr>
                                        <p:cTn id="22" dur="500"/>
                                        <p:tgtEl>
                                          <p:spTgt spid="10117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11719"/>
                                        </p:tgtEl>
                                        <p:attrNameLst>
                                          <p:attrName>style.visibility</p:attrName>
                                        </p:attrNameLst>
                                      </p:cBhvr>
                                      <p:to>
                                        <p:strVal val="visible"/>
                                      </p:to>
                                    </p:set>
                                    <p:animEffect transition="in" filter="wipe(left)">
                                      <p:cBhvr>
                                        <p:cTn id="27" dur="500"/>
                                        <p:tgtEl>
                                          <p:spTgt spid="1011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72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fld id="{7D09A0A0-7F5D-4F61-AAE8-9E4077430F24}" type="slidenum">
              <a:rPr lang="zh-CN" altLang="en-US"/>
              <a:pPr/>
              <a:t>27</a:t>
            </a:fld>
            <a:endParaRPr lang="zh-CN" altLang="en-US"/>
          </a:p>
        </p:txBody>
      </p:sp>
      <p:sp>
        <p:nvSpPr>
          <p:cNvPr id="1009666" name="Rectangle 2"/>
          <p:cNvSpPr>
            <a:spLocks noGrp="1" noChangeArrowheads="1"/>
          </p:cNvSpPr>
          <p:nvPr>
            <p:ph type="title"/>
          </p:nvPr>
        </p:nvSpPr>
        <p:spPr>
          <a:xfrm>
            <a:off x="76200" y="228600"/>
            <a:ext cx="8001000" cy="609600"/>
          </a:xfrm>
        </p:spPr>
        <p:txBody>
          <a:bodyPr/>
          <a:lstStyle/>
          <a:p>
            <a:pPr algn="l"/>
            <a:r>
              <a:rPr lang="zh-CN" altLang="en-US" sz="3200" b="1">
                <a:solidFill>
                  <a:srgbClr val="0033CC"/>
                </a:solidFill>
                <a:latin typeface="黑体" panose="02010609060101010101" pitchFamily="49" charset="-122"/>
                <a:ea typeface="黑体" panose="02010609060101010101" pitchFamily="49" charset="-122"/>
              </a:rPr>
              <a:t>(二) </a:t>
            </a:r>
            <a:r>
              <a:rPr lang="zh-CN" altLang="en-US" sz="3200" b="1">
                <a:solidFill>
                  <a:srgbClr val="0033CC"/>
                </a:solidFill>
                <a:latin typeface="宋体" panose="02010600030101010101" pitchFamily="2" charset="-122"/>
                <a:ea typeface="黑体" panose="02010609060101010101" pitchFamily="49" charset="-122"/>
              </a:rPr>
              <a:t>用正交变换法化二次型为标准形</a:t>
            </a:r>
          </a:p>
        </p:txBody>
      </p:sp>
      <p:graphicFrame>
        <p:nvGraphicFramePr>
          <p:cNvPr id="1009674" name="Object 10"/>
          <p:cNvGraphicFramePr>
            <a:graphicFrameLocks noChangeAspect="1"/>
          </p:cNvGraphicFramePr>
          <p:nvPr/>
        </p:nvGraphicFramePr>
        <p:xfrm>
          <a:off x="381000" y="1066800"/>
          <a:ext cx="7772400" cy="1249363"/>
        </p:xfrm>
        <a:graphic>
          <a:graphicData uri="http://schemas.openxmlformats.org/presentationml/2006/ole">
            <mc:AlternateContent xmlns:mc="http://schemas.openxmlformats.org/markup-compatibility/2006">
              <mc:Choice xmlns:v="urn:schemas-microsoft-com:vml" Requires="v">
                <p:oleObj spid="_x0000_s1027072" name="Document" r:id="rId3" imgW="3043080" imgH="471960" progId="Word.Document.8">
                  <p:embed/>
                </p:oleObj>
              </mc:Choice>
              <mc:Fallback>
                <p:oleObj name="Document" r:id="rId3" imgW="3043080" imgH="471960" progId="Word.Documen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66800"/>
                        <a:ext cx="7772400" cy="1249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9675" name="Text Box 11"/>
          <p:cNvSpPr txBox="1">
            <a:spLocks noChangeArrowheads="1"/>
          </p:cNvSpPr>
          <p:nvPr/>
        </p:nvSpPr>
        <p:spPr bwMode="auto">
          <a:xfrm>
            <a:off x="304800" y="4433888"/>
            <a:ext cx="8382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定理  </a:t>
            </a:r>
            <a:r>
              <a:rPr lang="zh-CN" altLang="en-US"/>
              <a:t>任何二次型都可以通过正交</a:t>
            </a:r>
            <a:r>
              <a:rPr lang="zh-CN" altLang="en-US">
                <a:latin typeface="Times New Roman" panose="02020603050405020304" pitchFamily="18" charset="0"/>
              </a:rPr>
              <a:t>替</a:t>
            </a:r>
            <a:r>
              <a:rPr lang="zh-CN" altLang="en-US"/>
              <a:t>换化为标准形。</a:t>
            </a:r>
          </a:p>
        </p:txBody>
      </p:sp>
      <p:graphicFrame>
        <p:nvGraphicFramePr>
          <p:cNvPr id="1009676" name="Object 12"/>
          <p:cNvGraphicFramePr>
            <a:graphicFrameLocks noChangeAspect="1"/>
          </p:cNvGraphicFramePr>
          <p:nvPr/>
        </p:nvGraphicFramePr>
        <p:xfrm>
          <a:off x="304800" y="2362200"/>
          <a:ext cx="5334000" cy="631825"/>
        </p:xfrm>
        <a:graphic>
          <a:graphicData uri="http://schemas.openxmlformats.org/presentationml/2006/ole">
            <mc:AlternateContent xmlns:mc="http://schemas.openxmlformats.org/markup-compatibility/2006">
              <mc:Choice xmlns:v="urn:schemas-microsoft-com:vml" Requires="v">
                <p:oleObj spid="_x0000_s1027073" name="Document" r:id="rId5" imgW="2052360" imgH="246960" progId="Word.Document.8">
                  <p:embed/>
                </p:oleObj>
              </mc:Choice>
              <mc:Fallback>
                <p:oleObj name="Document" r:id="rId5" imgW="2052360" imgH="246960" progId="Word.Document.8">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362200"/>
                        <a:ext cx="5334000"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9677" name="Text Box 13"/>
          <p:cNvSpPr txBox="1">
            <a:spLocks noChangeArrowheads="1"/>
          </p:cNvSpPr>
          <p:nvPr/>
        </p:nvSpPr>
        <p:spPr bwMode="auto">
          <a:xfrm>
            <a:off x="4800600" y="1676400"/>
            <a:ext cx="3733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而由正交阵性质可知，</a:t>
            </a:r>
            <a:r>
              <a:rPr lang="zh-CN" altLang="en-US"/>
              <a:t> </a:t>
            </a:r>
          </a:p>
        </p:txBody>
      </p:sp>
      <p:graphicFrame>
        <p:nvGraphicFramePr>
          <p:cNvPr id="1009678" name="Object 14"/>
          <p:cNvGraphicFramePr>
            <a:graphicFrameLocks noChangeAspect="1"/>
          </p:cNvGraphicFramePr>
          <p:nvPr/>
        </p:nvGraphicFramePr>
        <p:xfrm>
          <a:off x="381000" y="2997200"/>
          <a:ext cx="7467600" cy="620713"/>
        </p:xfrm>
        <a:graphic>
          <a:graphicData uri="http://schemas.openxmlformats.org/presentationml/2006/ole">
            <mc:AlternateContent xmlns:mc="http://schemas.openxmlformats.org/markup-compatibility/2006">
              <mc:Choice xmlns:v="urn:schemas-microsoft-com:vml" Requires="v">
                <p:oleObj spid="_x0000_s1027074" name="Document" r:id="rId7" imgW="2757960" imgH="225360" progId="Word.Document.8">
                  <p:embed/>
                </p:oleObj>
              </mc:Choice>
              <mc:Fallback>
                <p:oleObj name="Document" r:id="rId7" imgW="2757960" imgH="225360" progId="Word.Document.8">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997200"/>
                        <a:ext cx="74676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9679" name="Object 15"/>
          <p:cNvGraphicFramePr>
            <a:graphicFrameLocks noChangeAspect="1"/>
          </p:cNvGraphicFramePr>
          <p:nvPr/>
        </p:nvGraphicFramePr>
        <p:xfrm>
          <a:off x="461963" y="3732213"/>
          <a:ext cx="7996237" cy="563562"/>
        </p:xfrm>
        <a:graphic>
          <a:graphicData uri="http://schemas.openxmlformats.org/presentationml/2006/ole">
            <mc:AlternateContent xmlns:mc="http://schemas.openxmlformats.org/markup-compatibility/2006">
              <mc:Choice xmlns:v="urn:schemas-microsoft-com:vml" Requires="v">
                <p:oleObj spid="_x0000_s1027075" name="Document" r:id="rId9" imgW="3179520" imgH="224640" progId="Word.Document.8">
                  <p:embed/>
                </p:oleObj>
              </mc:Choice>
              <mc:Fallback>
                <p:oleObj name="Document" r:id="rId9" imgW="3179520" imgH="224640" progId="Word.Document.8">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1963" y="3732213"/>
                        <a:ext cx="7996237"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9680" name="Text Box 16"/>
          <p:cNvSpPr txBox="1">
            <a:spLocks noChangeArrowheads="1"/>
          </p:cNvSpPr>
          <p:nvPr/>
        </p:nvSpPr>
        <p:spPr bwMode="auto">
          <a:xfrm>
            <a:off x="5562600" y="2324100"/>
            <a:ext cx="2971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因此这样的正交</a:t>
            </a:r>
            <a:r>
              <a:rPr lang="zh-CN" altLang="en-US"/>
              <a:t> </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9666"/>
                                        </p:tgtEl>
                                        <p:attrNameLst>
                                          <p:attrName>style.visibility</p:attrName>
                                        </p:attrNameLst>
                                      </p:cBhvr>
                                      <p:to>
                                        <p:strVal val="visible"/>
                                      </p:to>
                                    </p:set>
                                    <p:animEffect transition="in" filter="wipe(left)">
                                      <p:cBhvr>
                                        <p:cTn id="7" dur="500"/>
                                        <p:tgtEl>
                                          <p:spTgt spid="10096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9674"/>
                                        </p:tgtEl>
                                        <p:attrNameLst>
                                          <p:attrName>style.visibility</p:attrName>
                                        </p:attrNameLst>
                                      </p:cBhvr>
                                      <p:to>
                                        <p:strVal val="visible"/>
                                      </p:to>
                                    </p:set>
                                    <p:animEffect transition="in" filter="wipe(left)">
                                      <p:cBhvr>
                                        <p:cTn id="12" dur="500"/>
                                        <p:tgtEl>
                                          <p:spTgt spid="10096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9677"/>
                                        </p:tgtEl>
                                        <p:attrNameLst>
                                          <p:attrName>style.visibility</p:attrName>
                                        </p:attrNameLst>
                                      </p:cBhvr>
                                      <p:to>
                                        <p:strVal val="visible"/>
                                      </p:to>
                                    </p:set>
                                    <p:animEffect transition="in" filter="wipe(left)">
                                      <p:cBhvr>
                                        <p:cTn id="17" dur="500"/>
                                        <p:tgtEl>
                                          <p:spTgt spid="10096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09676"/>
                                        </p:tgtEl>
                                        <p:attrNameLst>
                                          <p:attrName>style.visibility</p:attrName>
                                        </p:attrNameLst>
                                      </p:cBhvr>
                                      <p:to>
                                        <p:strVal val="visible"/>
                                      </p:to>
                                    </p:set>
                                    <p:animEffect transition="in" filter="wipe(left)">
                                      <p:cBhvr>
                                        <p:cTn id="22" dur="500"/>
                                        <p:tgtEl>
                                          <p:spTgt spid="10096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09680"/>
                                        </p:tgtEl>
                                        <p:attrNameLst>
                                          <p:attrName>style.visibility</p:attrName>
                                        </p:attrNameLst>
                                      </p:cBhvr>
                                      <p:to>
                                        <p:strVal val="visible"/>
                                      </p:to>
                                    </p:set>
                                    <p:animEffect transition="in" filter="wipe(left)">
                                      <p:cBhvr>
                                        <p:cTn id="27" dur="500"/>
                                        <p:tgtEl>
                                          <p:spTgt spid="1009680"/>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1009678"/>
                                        </p:tgtEl>
                                        <p:attrNameLst>
                                          <p:attrName>style.visibility</p:attrName>
                                        </p:attrNameLst>
                                      </p:cBhvr>
                                      <p:to>
                                        <p:strVal val="visible"/>
                                      </p:to>
                                    </p:set>
                                    <p:animEffect transition="in" filter="wipe(left)">
                                      <p:cBhvr>
                                        <p:cTn id="31" dur="500"/>
                                        <p:tgtEl>
                                          <p:spTgt spid="100967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09679"/>
                                        </p:tgtEl>
                                        <p:attrNameLst>
                                          <p:attrName>style.visibility</p:attrName>
                                        </p:attrNameLst>
                                      </p:cBhvr>
                                      <p:to>
                                        <p:strVal val="visible"/>
                                      </p:to>
                                    </p:set>
                                    <p:animEffect transition="in" filter="wipe(left)">
                                      <p:cBhvr>
                                        <p:cTn id="36" dur="500"/>
                                        <p:tgtEl>
                                          <p:spTgt spid="100967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09675"/>
                                        </p:tgtEl>
                                        <p:attrNameLst>
                                          <p:attrName>style.visibility</p:attrName>
                                        </p:attrNameLst>
                                      </p:cBhvr>
                                      <p:to>
                                        <p:strVal val="visible"/>
                                      </p:to>
                                    </p:set>
                                    <p:animEffect transition="in" filter="wipe(left)">
                                      <p:cBhvr>
                                        <p:cTn id="41" dur="500"/>
                                        <p:tgtEl>
                                          <p:spTgt spid="1009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66" grpId="0" autoUpdateAnimBg="0"/>
      <p:bldP spid="1009675" grpId="0" autoUpdateAnimBg="0"/>
      <p:bldP spid="1009677" grpId="0" autoUpdateAnimBg="0"/>
      <p:bldP spid="100968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270AD528-8F60-456F-B731-4ABC1C664A65}" type="slidenum">
              <a:rPr lang="zh-CN" altLang="en-US"/>
              <a:pPr/>
              <a:t>28</a:t>
            </a:fld>
            <a:endParaRPr lang="zh-CN" altLang="en-US"/>
          </a:p>
        </p:txBody>
      </p:sp>
      <p:graphicFrame>
        <p:nvGraphicFramePr>
          <p:cNvPr id="955394" name="Object 2"/>
          <p:cNvGraphicFramePr>
            <a:graphicFrameLocks noChangeAspect="1"/>
          </p:cNvGraphicFramePr>
          <p:nvPr/>
        </p:nvGraphicFramePr>
        <p:xfrm>
          <a:off x="390525" y="1066800"/>
          <a:ext cx="7677150" cy="565150"/>
        </p:xfrm>
        <a:graphic>
          <a:graphicData uri="http://schemas.openxmlformats.org/presentationml/2006/ole">
            <mc:AlternateContent xmlns:mc="http://schemas.openxmlformats.org/markup-compatibility/2006">
              <mc:Choice xmlns:v="urn:schemas-microsoft-com:vml" Requires="v">
                <p:oleObj spid="_x0000_s955401" name="Equation" r:id="rId3" imgW="3073320" imgH="228600" progId="Equation.3">
                  <p:embed/>
                </p:oleObj>
              </mc:Choice>
              <mc:Fallback>
                <p:oleObj name="Equation" r:id="rId3" imgW="307332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25" y="1066800"/>
                        <a:ext cx="767715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5395" name="Object 3"/>
          <p:cNvGraphicFramePr>
            <a:graphicFrameLocks noChangeAspect="1"/>
          </p:cNvGraphicFramePr>
          <p:nvPr/>
        </p:nvGraphicFramePr>
        <p:xfrm>
          <a:off x="381000" y="1905000"/>
          <a:ext cx="5867400" cy="552450"/>
        </p:xfrm>
        <a:graphic>
          <a:graphicData uri="http://schemas.openxmlformats.org/presentationml/2006/ole">
            <mc:AlternateContent xmlns:mc="http://schemas.openxmlformats.org/markup-compatibility/2006">
              <mc:Choice xmlns:v="urn:schemas-microsoft-com:vml" Requires="v">
                <p:oleObj spid="_x0000_s955402" name="Equation" r:id="rId5" imgW="2425680" imgH="228600" progId="Equation.3">
                  <p:embed/>
                </p:oleObj>
              </mc:Choice>
              <mc:Fallback>
                <p:oleObj name="Equation" r:id="rId5" imgW="242568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905000"/>
                        <a:ext cx="586740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5396" name="Object 4"/>
          <p:cNvGraphicFramePr>
            <a:graphicFrameLocks noChangeAspect="1"/>
          </p:cNvGraphicFramePr>
          <p:nvPr/>
        </p:nvGraphicFramePr>
        <p:xfrm>
          <a:off x="381000" y="2667000"/>
          <a:ext cx="7315200" cy="544513"/>
        </p:xfrm>
        <a:graphic>
          <a:graphicData uri="http://schemas.openxmlformats.org/presentationml/2006/ole">
            <mc:AlternateContent xmlns:mc="http://schemas.openxmlformats.org/markup-compatibility/2006">
              <mc:Choice xmlns:v="urn:schemas-microsoft-com:vml" Requires="v">
                <p:oleObj spid="_x0000_s955403" name="Equation" r:id="rId7" imgW="3047760" imgH="228600" progId="Equation.3">
                  <p:embed/>
                </p:oleObj>
              </mc:Choice>
              <mc:Fallback>
                <p:oleObj name="Equation" r:id="rId7" imgW="304776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667000"/>
                        <a:ext cx="731520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5397" name="Object 5"/>
          <p:cNvGraphicFramePr>
            <a:graphicFrameLocks noChangeAspect="1"/>
          </p:cNvGraphicFramePr>
          <p:nvPr/>
        </p:nvGraphicFramePr>
        <p:xfrm>
          <a:off x="381000" y="3352800"/>
          <a:ext cx="7620000" cy="1138238"/>
        </p:xfrm>
        <a:graphic>
          <a:graphicData uri="http://schemas.openxmlformats.org/presentationml/2006/ole">
            <mc:AlternateContent xmlns:mc="http://schemas.openxmlformats.org/markup-compatibility/2006">
              <mc:Choice xmlns:v="urn:schemas-microsoft-com:vml" Requires="v">
                <p:oleObj spid="_x0000_s955404" name="Equation" r:id="rId9" imgW="2946240" imgH="469800" progId="Equation.3">
                  <p:embed/>
                </p:oleObj>
              </mc:Choice>
              <mc:Fallback>
                <p:oleObj name="Equation" r:id="rId9" imgW="2946240" imgH="469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3352800"/>
                        <a:ext cx="76200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5398" name="Object 6"/>
          <p:cNvGraphicFramePr>
            <a:graphicFrameLocks noChangeAspect="1"/>
          </p:cNvGraphicFramePr>
          <p:nvPr/>
        </p:nvGraphicFramePr>
        <p:xfrm>
          <a:off x="381000" y="4648200"/>
          <a:ext cx="6532563" cy="522288"/>
        </p:xfrm>
        <a:graphic>
          <a:graphicData uri="http://schemas.openxmlformats.org/presentationml/2006/ole">
            <mc:AlternateContent xmlns:mc="http://schemas.openxmlformats.org/markup-compatibility/2006">
              <mc:Choice xmlns:v="urn:schemas-microsoft-com:vml" Requires="v">
                <p:oleObj spid="_x0000_s955405" name="Equation" r:id="rId11" imgW="2514600" imgH="215640" progId="Equation.3">
                  <p:embed/>
                </p:oleObj>
              </mc:Choice>
              <mc:Fallback>
                <p:oleObj name="Equation" r:id="rId11" imgW="2514600" imgH="21564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4648200"/>
                        <a:ext cx="6532563"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5399" name="Rectangle 7"/>
          <p:cNvSpPr>
            <a:spLocks noGrp="1" noChangeArrowheads="1"/>
          </p:cNvSpPr>
          <p:nvPr>
            <p:ph type="title" idx="4294967295"/>
          </p:nvPr>
        </p:nvSpPr>
        <p:spPr>
          <a:xfrm>
            <a:off x="228600" y="228600"/>
            <a:ext cx="7772400" cy="609600"/>
          </a:xfrm>
        </p:spPr>
        <p:txBody>
          <a:bodyPr/>
          <a:lstStyle/>
          <a:p>
            <a:pPr algn="l"/>
            <a:r>
              <a:rPr lang="zh-CN" altLang="en-US" sz="2800" b="1">
                <a:solidFill>
                  <a:srgbClr val="666633"/>
                </a:solidFill>
                <a:ea typeface="黑体" panose="02010609060101010101" pitchFamily="49" charset="-122"/>
              </a:rPr>
              <a:t>用正交变换化二次型为标准形的具体步骤：</a:t>
            </a:r>
          </a:p>
        </p:txBody>
      </p:sp>
      <p:graphicFrame>
        <p:nvGraphicFramePr>
          <p:cNvPr id="955400" name="Object 8"/>
          <p:cNvGraphicFramePr>
            <a:graphicFrameLocks noChangeAspect="1"/>
          </p:cNvGraphicFramePr>
          <p:nvPr/>
        </p:nvGraphicFramePr>
        <p:xfrm>
          <a:off x="1981200" y="5334000"/>
          <a:ext cx="3429000" cy="588963"/>
        </p:xfrm>
        <a:graphic>
          <a:graphicData uri="http://schemas.openxmlformats.org/presentationml/2006/ole">
            <mc:AlternateContent xmlns:mc="http://schemas.openxmlformats.org/markup-compatibility/2006">
              <mc:Choice xmlns:v="urn:schemas-microsoft-com:vml" Requires="v">
                <p:oleObj spid="_x0000_s955406" name="Equation" r:id="rId13" imgW="1307880" imgH="241200" progId="Equation.3">
                  <p:embed/>
                </p:oleObj>
              </mc:Choice>
              <mc:Fallback>
                <p:oleObj name="Equation" r:id="rId13" imgW="1307880" imgH="2412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81200" y="5334000"/>
                        <a:ext cx="34290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5399"/>
                                        </p:tgtEl>
                                        <p:attrNameLst>
                                          <p:attrName>style.visibility</p:attrName>
                                        </p:attrNameLst>
                                      </p:cBhvr>
                                      <p:to>
                                        <p:strVal val="visible"/>
                                      </p:to>
                                    </p:set>
                                    <p:animEffect transition="in" filter="wipe(left)">
                                      <p:cBhvr>
                                        <p:cTn id="7" dur="500"/>
                                        <p:tgtEl>
                                          <p:spTgt spid="9553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5394"/>
                                        </p:tgtEl>
                                        <p:attrNameLst>
                                          <p:attrName>style.visibility</p:attrName>
                                        </p:attrNameLst>
                                      </p:cBhvr>
                                      <p:to>
                                        <p:strVal val="visible"/>
                                      </p:to>
                                    </p:set>
                                    <p:animEffect transition="in" filter="wipe(left)">
                                      <p:cBhvr>
                                        <p:cTn id="12" dur="500"/>
                                        <p:tgtEl>
                                          <p:spTgt spid="9553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5395"/>
                                        </p:tgtEl>
                                        <p:attrNameLst>
                                          <p:attrName>style.visibility</p:attrName>
                                        </p:attrNameLst>
                                      </p:cBhvr>
                                      <p:to>
                                        <p:strVal val="visible"/>
                                      </p:to>
                                    </p:set>
                                    <p:animEffect transition="in" filter="wipe(left)">
                                      <p:cBhvr>
                                        <p:cTn id="17" dur="500"/>
                                        <p:tgtEl>
                                          <p:spTgt spid="9553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5396"/>
                                        </p:tgtEl>
                                        <p:attrNameLst>
                                          <p:attrName>style.visibility</p:attrName>
                                        </p:attrNameLst>
                                      </p:cBhvr>
                                      <p:to>
                                        <p:strVal val="visible"/>
                                      </p:to>
                                    </p:set>
                                    <p:animEffect transition="in" filter="wipe(left)">
                                      <p:cBhvr>
                                        <p:cTn id="22" dur="500"/>
                                        <p:tgtEl>
                                          <p:spTgt spid="9553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5397"/>
                                        </p:tgtEl>
                                        <p:attrNameLst>
                                          <p:attrName>style.visibility</p:attrName>
                                        </p:attrNameLst>
                                      </p:cBhvr>
                                      <p:to>
                                        <p:strVal val="visible"/>
                                      </p:to>
                                    </p:set>
                                    <p:animEffect transition="in" filter="wipe(left)">
                                      <p:cBhvr>
                                        <p:cTn id="27" dur="500"/>
                                        <p:tgtEl>
                                          <p:spTgt spid="9553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5398"/>
                                        </p:tgtEl>
                                        <p:attrNameLst>
                                          <p:attrName>style.visibility</p:attrName>
                                        </p:attrNameLst>
                                      </p:cBhvr>
                                      <p:to>
                                        <p:strVal val="visible"/>
                                      </p:to>
                                    </p:set>
                                    <p:animEffect transition="in" filter="wipe(left)">
                                      <p:cBhvr>
                                        <p:cTn id="32" dur="500"/>
                                        <p:tgtEl>
                                          <p:spTgt spid="955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5400"/>
                                        </p:tgtEl>
                                        <p:attrNameLst>
                                          <p:attrName>style.visibility</p:attrName>
                                        </p:attrNameLst>
                                      </p:cBhvr>
                                      <p:to>
                                        <p:strVal val="visible"/>
                                      </p:to>
                                    </p:set>
                                    <p:animEffect transition="in" filter="wipe(left)">
                                      <p:cBhvr>
                                        <p:cTn id="37" dur="500"/>
                                        <p:tgtEl>
                                          <p:spTgt spid="955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fld id="{DFFF367F-50D1-4168-A9D9-DAF805F5142E}" type="slidenum">
              <a:rPr lang="zh-CN" altLang="en-US"/>
              <a:pPr/>
              <a:t>29</a:t>
            </a:fld>
            <a:endParaRPr lang="zh-CN" altLang="en-US"/>
          </a:p>
        </p:txBody>
      </p:sp>
      <p:sp>
        <p:nvSpPr>
          <p:cNvPr id="956419" name="Text Box 3"/>
          <p:cNvSpPr txBox="1">
            <a:spLocks noChangeArrowheads="1"/>
          </p:cNvSpPr>
          <p:nvPr/>
        </p:nvSpPr>
        <p:spPr bwMode="auto">
          <a:xfrm>
            <a:off x="381000" y="254000"/>
            <a:ext cx="5410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例3  </a:t>
            </a:r>
            <a:r>
              <a:rPr lang="zh-CN" altLang="en-US"/>
              <a:t>用正交</a:t>
            </a:r>
            <a:r>
              <a:rPr lang="zh-CN" altLang="en-US">
                <a:latin typeface="Times New Roman" panose="02020603050405020304" pitchFamily="18" charset="0"/>
              </a:rPr>
              <a:t>变</a:t>
            </a:r>
            <a:r>
              <a:rPr lang="zh-CN" altLang="en-US"/>
              <a:t>换将</a:t>
            </a:r>
            <a:r>
              <a:rPr lang="zh-CN" altLang="en-US">
                <a:cs typeface="Times New Roman" panose="02020603050405020304" pitchFamily="18" charset="0"/>
              </a:rPr>
              <a:t>二次型</a:t>
            </a:r>
            <a:r>
              <a:rPr lang="zh-CN" altLang="en-US"/>
              <a:t> </a:t>
            </a:r>
          </a:p>
        </p:txBody>
      </p:sp>
      <p:sp>
        <p:nvSpPr>
          <p:cNvPr id="956420" name="Text Box 4"/>
          <p:cNvSpPr txBox="1">
            <a:spLocks noChangeArrowheads="1"/>
          </p:cNvSpPr>
          <p:nvPr/>
        </p:nvSpPr>
        <p:spPr bwMode="auto">
          <a:xfrm>
            <a:off x="381000" y="19812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sp>
        <p:nvSpPr>
          <p:cNvPr id="956421" name="Text Box 5"/>
          <p:cNvSpPr txBox="1">
            <a:spLocks noChangeArrowheads="1"/>
          </p:cNvSpPr>
          <p:nvPr/>
        </p:nvSpPr>
        <p:spPr bwMode="auto">
          <a:xfrm>
            <a:off x="304800" y="1371600"/>
            <a:ext cx="6324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化为标准形，并求所作的正交</a:t>
            </a:r>
            <a:r>
              <a:rPr lang="zh-CN" altLang="en-US">
                <a:latin typeface="Times New Roman" panose="02020603050405020304" pitchFamily="18" charset="0"/>
              </a:rPr>
              <a:t>变</a:t>
            </a:r>
            <a:r>
              <a:rPr lang="zh-CN" altLang="en-US"/>
              <a:t>换。</a:t>
            </a:r>
          </a:p>
        </p:txBody>
      </p:sp>
      <p:graphicFrame>
        <p:nvGraphicFramePr>
          <p:cNvPr id="956422" name="Object 6"/>
          <p:cNvGraphicFramePr>
            <a:graphicFrameLocks noChangeAspect="1"/>
          </p:cNvGraphicFramePr>
          <p:nvPr/>
        </p:nvGraphicFramePr>
        <p:xfrm>
          <a:off x="457200" y="798513"/>
          <a:ext cx="7875588" cy="588962"/>
        </p:xfrm>
        <a:graphic>
          <a:graphicData uri="http://schemas.openxmlformats.org/presentationml/2006/ole">
            <mc:AlternateContent xmlns:mc="http://schemas.openxmlformats.org/markup-compatibility/2006">
              <mc:Choice xmlns:v="urn:schemas-microsoft-com:vml" Requires="v">
                <p:oleObj spid="_x0000_s956430" name="Equation" r:id="rId3" imgW="3073320" imgH="241200" progId="Equation.3">
                  <p:embed/>
                </p:oleObj>
              </mc:Choice>
              <mc:Fallback>
                <p:oleObj name="Equation" r:id="rId3" imgW="3073320" imgH="241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798513"/>
                        <a:ext cx="7875588"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6423" name="Text Box 7"/>
          <p:cNvSpPr txBox="1">
            <a:spLocks noChangeArrowheads="1"/>
          </p:cNvSpPr>
          <p:nvPr/>
        </p:nvSpPr>
        <p:spPr bwMode="auto">
          <a:xfrm>
            <a:off x="1143000" y="198120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二次型的矩阵</a:t>
            </a:r>
          </a:p>
        </p:txBody>
      </p:sp>
      <p:graphicFrame>
        <p:nvGraphicFramePr>
          <p:cNvPr id="956424" name="Object 8"/>
          <p:cNvGraphicFramePr>
            <a:graphicFrameLocks noChangeAspect="1"/>
          </p:cNvGraphicFramePr>
          <p:nvPr/>
        </p:nvGraphicFramePr>
        <p:xfrm>
          <a:off x="1447800" y="2590800"/>
          <a:ext cx="3048000" cy="1611313"/>
        </p:xfrm>
        <a:graphic>
          <a:graphicData uri="http://schemas.openxmlformats.org/presentationml/2006/ole">
            <mc:AlternateContent xmlns:mc="http://schemas.openxmlformats.org/markup-compatibility/2006">
              <mc:Choice xmlns:v="urn:schemas-microsoft-com:vml" Requires="v">
                <p:oleObj spid="_x0000_s956431" name="Equation" r:id="rId5" imgW="1320480" imgH="698400" progId="Equation.3">
                  <p:embed/>
                </p:oleObj>
              </mc:Choice>
              <mc:Fallback>
                <p:oleObj name="Equation" r:id="rId5" imgW="1320480" imgH="698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590800"/>
                        <a:ext cx="3048000" cy="161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6425" name="Object 9"/>
          <p:cNvGraphicFramePr>
            <a:graphicFrameLocks noChangeAspect="1"/>
          </p:cNvGraphicFramePr>
          <p:nvPr/>
        </p:nvGraphicFramePr>
        <p:xfrm>
          <a:off x="5486400" y="4876800"/>
          <a:ext cx="2667000" cy="536575"/>
        </p:xfrm>
        <a:graphic>
          <a:graphicData uri="http://schemas.openxmlformats.org/presentationml/2006/ole">
            <mc:AlternateContent xmlns:mc="http://schemas.openxmlformats.org/markup-compatibility/2006">
              <mc:Choice xmlns:v="urn:schemas-microsoft-com:vml" Requires="v">
                <p:oleObj spid="_x0000_s956432" name="Equation" r:id="rId7" imgW="1206360" imgH="228600" progId="Equation.3">
                  <p:embed/>
                </p:oleObj>
              </mc:Choice>
              <mc:Fallback>
                <p:oleObj name="Equation" r:id="rId7" imgW="120636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4876800"/>
                        <a:ext cx="26670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6426" name="Object 10"/>
          <p:cNvGraphicFramePr>
            <a:graphicFrameLocks noChangeAspect="1"/>
          </p:cNvGraphicFramePr>
          <p:nvPr/>
        </p:nvGraphicFramePr>
        <p:xfrm>
          <a:off x="457200" y="4333875"/>
          <a:ext cx="5029200" cy="1646238"/>
        </p:xfrm>
        <a:graphic>
          <a:graphicData uri="http://schemas.openxmlformats.org/presentationml/2006/ole">
            <mc:AlternateContent xmlns:mc="http://schemas.openxmlformats.org/markup-compatibility/2006">
              <mc:Choice xmlns:v="urn:schemas-microsoft-com:vml" Requires="v">
                <p:oleObj spid="_x0000_s956433" name="Equation" r:id="rId9" imgW="2222280" imgH="698400" progId="Equation.3">
                  <p:embed/>
                </p:oleObj>
              </mc:Choice>
              <mc:Fallback>
                <p:oleObj name="Equation" r:id="rId9" imgW="2222280" imgH="6984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4333875"/>
                        <a:ext cx="5029200" cy="164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56427" name="Group 11"/>
          <p:cNvGrpSpPr>
            <a:grpSpLocks/>
          </p:cNvGrpSpPr>
          <p:nvPr/>
        </p:nvGrpSpPr>
        <p:grpSpPr bwMode="auto">
          <a:xfrm>
            <a:off x="7162800" y="3581400"/>
            <a:ext cx="1219200" cy="539750"/>
            <a:chOff x="4560" y="2112"/>
            <a:chExt cx="768" cy="340"/>
          </a:xfrm>
        </p:grpSpPr>
        <p:graphicFrame>
          <p:nvGraphicFramePr>
            <p:cNvPr id="956428" name="Object 12"/>
            <p:cNvGraphicFramePr>
              <a:graphicFrameLocks noChangeAspect="1"/>
            </p:cNvGraphicFramePr>
            <p:nvPr/>
          </p:nvGraphicFramePr>
          <p:xfrm>
            <a:off x="4656" y="2112"/>
            <a:ext cx="584" cy="340"/>
          </p:xfrm>
          <a:graphic>
            <a:graphicData uri="http://schemas.openxmlformats.org/presentationml/2006/ole">
              <mc:AlternateContent xmlns:mc="http://schemas.openxmlformats.org/markup-compatibility/2006">
                <mc:Choice xmlns:v="urn:schemas-microsoft-com:vml" Requires="v">
                  <p:oleObj spid="_x0000_s956434" name="Equation" r:id="rId11" imgW="393480" imgH="228600" progId="Equation.3">
                    <p:embed/>
                  </p:oleObj>
                </mc:Choice>
                <mc:Fallback>
                  <p:oleObj name="Equation" r:id="rId11" imgW="39348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6" y="2112"/>
                          <a:ext cx="584"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6429" name="AutoShape 13"/>
            <p:cNvSpPr>
              <a:spLocks noChangeArrowheads="1"/>
            </p:cNvSpPr>
            <p:nvPr/>
          </p:nvSpPr>
          <p:spPr bwMode="auto">
            <a:xfrm>
              <a:off x="4560" y="2112"/>
              <a:ext cx="768" cy="336"/>
            </a:xfrm>
            <a:prstGeom prst="wedgeRectCallout">
              <a:avLst>
                <a:gd name="adj1" fmla="val -207815"/>
                <a:gd name="adj2" fmla="val 241069"/>
              </a:avLst>
            </a:prstGeom>
            <a:noFill/>
            <a:ln w="31750">
              <a:solidFill>
                <a:srgbClr val="0033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algn="ctr"/>
              <a:endParaRPr lang="zh-CN" altLang="en-US"/>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6419"/>
                                        </p:tgtEl>
                                        <p:attrNameLst>
                                          <p:attrName>style.visibility</p:attrName>
                                        </p:attrNameLst>
                                      </p:cBhvr>
                                      <p:to>
                                        <p:strVal val="visible"/>
                                      </p:to>
                                    </p:set>
                                    <p:animEffect transition="in" filter="wipe(left)">
                                      <p:cBhvr>
                                        <p:cTn id="7" dur="500"/>
                                        <p:tgtEl>
                                          <p:spTgt spid="95641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56422"/>
                                        </p:tgtEl>
                                        <p:attrNameLst>
                                          <p:attrName>style.visibility</p:attrName>
                                        </p:attrNameLst>
                                      </p:cBhvr>
                                      <p:to>
                                        <p:strVal val="visible"/>
                                      </p:to>
                                    </p:set>
                                    <p:animEffect transition="in" filter="wipe(left)">
                                      <p:cBhvr>
                                        <p:cTn id="11" dur="500"/>
                                        <p:tgtEl>
                                          <p:spTgt spid="956422"/>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56421"/>
                                        </p:tgtEl>
                                        <p:attrNameLst>
                                          <p:attrName>style.visibility</p:attrName>
                                        </p:attrNameLst>
                                      </p:cBhvr>
                                      <p:to>
                                        <p:strVal val="visible"/>
                                      </p:to>
                                    </p:set>
                                    <p:animEffect transition="in" filter="wipe(left)">
                                      <p:cBhvr>
                                        <p:cTn id="15" dur="500"/>
                                        <p:tgtEl>
                                          <p:spTgt spid="95642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56420"/>
                                        </p:tgtEl>
                                        <p:attrNameLst>
                                          <p:attrName>style.visibility</p:attrName>
                                        </p:attrNameLst>
                                      </p:cBhvr>
                                      <p:to>
                                        <p:strVal val="visible"/>
                                      </p:to>
                                    </p:set>
                                    <p:animEffect transition="in" filter="wipe(left)">
                                      <p:cBhvr>
                                        <p:cTn id="20" dur="500"/>
                                        <p:tgtEl>
                                          <p:spTgt spid="9564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56423"/>
                                        </p:tgtEl>
                                        <p:attrNameLst>
                                          <p:attrName>style.visibility</p:attrName>
                                        </p:attrNameLst>
                                      </p:cBhvr>
                                      <p:to>
                                        <p:strVal val="visible"/>
                                      </p:to>
                                    </p:set>
                                    <p:animEffect transition="in" filter="wipe(left)">
                                      <p:cBhvr>
                                        <p:cTn id="25" dur="500"/>
                                        <p:tgtEl>
                                          <p:spTgt spid="95642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56424"/>
                                        </p:tgtEl>
                                        <p:attrNameLst>
                                          <p:attrName>style.visibility</p:attrName>
                                        </p:attrNameLst>
                                      </p:cBhvr>
                                      <p:to>
                                        <p:strVal val="visible"/>
                                      </p:to>
                                    </p:set>
                                    <p:animEffect transition="in" filter="wipe(left)">
                                      <p:cBhvr>
                                        <p:cTn id="30" dur="500"/>
                                        <p:tgtEl>
                                          <p:spTgt spid="95642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56426"/>
                                        </p:tgtEl>
                                        <p:attrNameLst>
                                          <p:attrName>style.visibility</p:attrName>
                                        </p:attrNameLst>
                                      </p:cBhvr>
                                      <p:to>
                                        <p:strVal val="visible"/>
                                      </p:to>
                                    </p:set>
                                    <p:animEffect transition="in" filter="wipe(left)">
                                      <p:cBhvr>
                                        <p:cTn id="35" dur="500"/>
                                        <p:tgtEl>
                                          <p:spTgt spid="9564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956427"/>
                                        </p:tgtEl>
                                        <p:attrNameLst>
                                          <p:attrName>style.visibility</p:attrName>
                                        </p:attrNameLst>
                                      </p:cBhvr>
                                      <p:to>
                                        <p:strVal val="visible"/>
                                      </p:to>
                                    </p:set>
                                    <p:animEffect transition="in" filter="wipe(right)">
                                      <p:cBhvr>
                                        <p:cTn id="40" dur="500"/>
                                        <p:tgtEl>
                                          <p:spTgt spid="956427"/>
                                        </p:tgtEl>
                                      </p:cBhvr>
                                    </p:animEffect>
                                  </p:childTnLst>
                                  <p:subTnLst>
                                    <p:set>
                                      <p:cBhvr override="childStyle">
                                        <p:cTn dur="1" fill="hold" display="0" masterRel="nextClick" afterEffect="1"/>
                                        <p:tgtEl>
                                          <p:spTgt spid="956427"/>
                                        </p:tgtEl>
                                        <p:attrNameLst>
                                          <p:attrName>style.visibility</p:attrName>
                                        </p:attrNameLst>
                                      </p:cBhvr>
                                      <p:to>
                                        <p:strVal val="hidden"/>
                                      </p:to>
                                    </p:set>
                                  </p:sub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56425"/>
                                        </p:tgtEl>
                                        <p:attrNameLst>
                                          <p:attrName>style.visibility</p:attrName>
                                        </p:attrNameLst>
                                      </p:cBhvr>
                                      <p:to>
                                        <p:strVal val="visible"/>
                                      </p:to>
                                    </p:set>
                                    <p:animEffect transition="in" filter="wipe(left)">
                                      <p:cBhvr>
                                        <p:cTn id="45" dur="500"/>
                                        <p:tgtEl>
                                          <p:spTgt spid="956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9" grpId="0" autoUpdateAnimBg="0"/>
      <p:bldP spid="956420" grpId="0" autoUpdateAnimBg="0"/>
      <p:bldP spid="956421" grpId="0" autoUpdateAnimBg="0"/>
      <p:bldP spid="95642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fld id="{549B9876-8D1C-45BE-837C-90B13FF38408}" type="slidenum">
              <a:rPr lang="zh-CN" altLang="en-US"/>
              <a:pPr/>
              <a:t>30</a:t>
            </a:fld>
            <a:endParaRPr lang="zh-CN" altLang="en-US"/>
          </a:p>
        </p:txBody>
      </p:sp>
      <p:graphicFrame>
        <p:nvGraphicFramePr>
          <p:cNvPr id="957442" name="Object 2"/>
          <p:cNvGraphicFramePr>
            <a:graphicFrameLocks noChangeAspect="1"/>
          </p:cNvGraphicFramePr>
          <p:nvPr/>
        </p:nvGraphicFramePr>
        <p:xfrm>
          <a:off x="304800" y="152400"/>
          <a:ext cx="5105400" cy="1671638"/>
        </p:xfrm>
        <a:graphic>
          <a:graphicData uri="http://schemas.openxmlformats.org/presentationml/2006/ole">
            <mc:AlternateContent xmlns:mc="http://schemas.openxmlformats.org/markup-compatibility/2006">
              <mc:Choice xmlns:v="urn:schemas-microsoft-com:vml" Requires="v">
                <p:oleObj spid="_x0000_s957453" name="Equation" r:id="rId3" imgW="2222280" imgH="698400" progId="Equation.3">
                  <p:embed/>
                </p:oleObj>
              </mc:Choice>
              <mc:Fallback>
                <p:oleObj name="Equation" r:id="rId3" imgW="2222280" imgH="698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52400"/>
                        <a:ext cx="5105400" cy="167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3" name="Object 3"/>
          <p:cNvGraphicFramePr>
            <a:graphicFrameLocks noChangeAspect="1"/>
          </p:cNvGraphicFramePr>
          <p:nvPr/>
        </p:nvGraphicFramePr>
        <p:xfrm>
          <a:off x="5334000" y="714375"/>
          <a:ext cx="2819400" cy="538163"/>
        </p:xfrm>
        <a:graphic>
          <a:graphicData uri="http://schemas.openxmlformats.org/presentationml/2006/ole">
            <mc:AlternateContent xmlns:mc="http://schemas.openxmlformats.org/markup-compatibility/2006">
              <mc:Choice xmlns:v="urn:schemas-microsoft-com:vml" Requires="v">
                <p:oleObj spid="_x0000_s957454" name="Equation" r:id="rId5" imgW="1206360" imgH="228600" progId="Equation.3">
                  <p:embed/>
                </p:oleObj>
              </mc:Choice>
              <mc:Fallback>
                <p:oleObj name="Equation" r:id="rId5" imgW="120636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714375"/>
                        <a:ext cx="281940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4" name="Object 4"/>
          <p:cNvGraphicFramePr>
            <a:graphicFrameLocks noChangeAspect="1"/>
          </p:cNvGraphicFramePr>
          <p:nvPr/>
        </p:nvGraphicFramePr>
        <p:xfrm>
          <a:off x="228600" y="2514600"/>
          <a:ext cx="1295400" cy="525463"/>
        </p:xfrm>
        <a:graphic>
          <a:graphicData uri="http://schemas.openxmlformats.org/presentationml/2006/ole">
            <mc:AlternateContent xmlns:mc="http://schemas.openxmlformats.org/markup-compatibility/2006">
              <mc:Choice xmlns:v="urn:schemas-microsoft-com:vml" Requires="v">
                <p:oleObj spid="_x0000_s957455" name="Equation" r:id="rId7" imgW="533160" imgH="215640" progId="Equation.3">
                  <p:embed/>
                </p:oleObj>
              </mc:Choice>
              <mc:Fallback>
                <p:oleObj name="Equation" r:id="rId7" imgW="533160" imgH="21564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2514600"/>
                        <a:ext cx="12954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5" name="Object 5"/>
          <p:cNvGraphicFramePr>
            <a:graphicFrameLocks noChangeAspect="1"/>
          </p:cNvGraphicFramePr>
          <p:nvPr/>
        </p:nvGraphicFramePr>
        <p:xfrm>
          <a:off x="1447800" y="1985963"/>
          <a:ext cx="3429000" cy="1620837"/>
        </p:xfrm>
        <a:graphic>
          <a:graphicData uri="http://schemas.openxmlformats.org/presentationml/2006/ole">
            <mc:AlternateContent xmlns:mc="http://schemas.openxmlformats.org/markup-compatibility/2006">
              <mc:Choice xmlns:v="urn:schemas-microsoft-com:vml" Requires="v">
                <p:oleObj spid="_x0000_s957456" name="Equation" r:id="rId9" imgW="1650960" imgH="698400" progId="Equation.3">
                  <p:embed/>
                </p:oleObj>
              </mc:Choice>
              <mc:Fallback>
                <p:oleObj name="Equation" r:id="rId9" imgW="1650960" imgH="6984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1985963"/>
                        <a:ext cx="3429000" cy="162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6" name="Object 6"/>
          <p:cNvGraphicFramePr>
            <a:graphicFrameLocks noChangeAspect="1"/>
          </p:cNvGraphicFramePr>
          <p:nvPr/>
        </p:nvGraphicFramePr>
        <p:xfrm>
          <a:off x="7315200" y="1905000"/>
          <a:ext cx="1504950" cy="1676400"/>
        </p:xfrm>
        <a:graphic>
          <a:graphicData uri="http://schemas.openxmlformats.org/presentationml/2006/ole">
            <mc:AlternateContent xmlns:mc="http://schemas.openxmlformats.org/markup-compatibility/2006">
              <mc:Choice xmlns:v="urn:schemas-microsoft-com:vml" Requires="v">
                <p:oleObj spid="_x0000_s957457" name="Equation" r:id="rId11" imgW="647640" imgH="698400" progId="Equation.3">
                  <p:embed/>
                </p:oleObj>
              </mc:Choice>
              <mc:Fallback>
                <p:oleObj name="Equation" r:id="rId11" imgW="647640" imgH="6984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5200" y="1905000"/>
                        <a:ext cx="150495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7" name="Object 7"/>
          <p:cNvGraphicFramePr>
            <a:graphicFrameLocks noChangeAspect="1"/>
          </p:cNvGraphicFramePr>
          <p:nvPr/>
        </p:nvGraphicFramePr>
        <p:xfrm>
          <a:off x="4800600" y="1982788"/>
          <a:ext cx="2362200" cy="1614487"/>
        </p:xfrm>
        <a:graphic>
          <a:graphicData uri="http://schemas.openxmlformats.org/presentationml/2006/ole">
            <mc:AlternateContent xmlns:mc="http://schemas.openxmlformats.org/markup-compatibility/2006">
              <mc:Choice xmlns:v="urn:schemas-microsoft-com:vml" Requires="v">
                <p:oleObj spid="_x0000_s957458" name="Equation" r:id="rId13" imgW="1180800" imgH="698400" progId="Equation.3">
                  <p:embed/>
                </p:oleObj>
              </mc:Choice>
              <mc:Fallback>
                <p:oleObj name="Equation" r:id="rId13" imgW="1180800" imgH="6984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0600" y="1982788"/>
                        <a:ext cx="2362200" cy="161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8" name="Object 8"/>
          <p:cNvGraphicFramePr>
            <a:graphicFrameLocks noChangeAspect="1"/>
          </p:cNvGraphicFramePr>
          <p:nvPr/>
        </p:nvGraphicFramePr>
        <p:xfrm>
          <a:off x="228600" y="4244975"/>
          <a:ext cx="1600200" cy="565150"/>
        </p:xfrm>
        <a:graphic>
          <a:graphicData uri="http://schemas.openxmlformats.org/presentationml/2006/ole">
            <mc:AlternateContent xmlns:mc="http://schemas.openxmlformats.org/markup-compatibility/2006">
              <mc:Choice xmlns:v="urn:schemas-microsoft-com:vml" Requires="v">
                <p:oleObj spid="_x0000_s957459" name="Equation" r:id="rId15" imgW="685800" imgH="241200" progId="Equation.3">
                  <p:embed/>
                </p:oleObj>
              </mc:Choice>
              <mc:Fallback>
                <p:oleObj name="Equation" r:id="rId15" imgW="685800" imgH="2412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 y="4244975"/>
                        <a:ext cx="16002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49" name="Object 9"/>
          <p:cNvGraphicFramePr>
            <a:graphicFrameLocks noChangeAspect="1"/>
          </p:cNvGraphicFramePr>
          <p:nvPr/>
        </p:nvGraphicFramePr>
        <p:xfrm>
          <a:off x="1905000" y="3657600"/>
          <a:ext cx="3505200" cy="1692275"/>
        </p:xfrm>
        <a:graphic>
          <a:graphicData uri="http://schemas.openxmlformats.org/presentationml/2006/ole">
            <mc:AlternateContent xmlns:mc="http://schemas.openxmlformats.org/markup-compatibility/2006">
              <mc:Choice xmlns:v="urn:schemas-microsoft-com:vml" Requires="v">
                <p:oleObj spid="_x0000_s957460" name="Equation" r:id="rId17" imgW="1384200" imgH="698400" progId="Equation.3">
                  <p:embed/>
                </p:oleObj>
              </mc:Choice>
              <mc:Fallback>
                <p:oleObj name="Equation" r:id="rId17" imgW="1384200" imgH="6984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5000" y="3657600"/>
                        <a:ext cx="35052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50" name="Object 10"/>
          <p:cNvGraphicFramePr>
            <a:graphicFrameLocks noChangeAspect="1"/>
          </p:cNvGraphicFramePr>
          <p:nvPr/>
        </p:nvGraphicFramePr>
        <p:xfrm>
          <a:off x="5419725" y="3679825"/>
          <a:ext cx="2330450" cy="1643063"/>
        </p:xfrm>
        <a:graphic>
          <a:graphicData uri="http://schemas.openxmlformats.org/presentationml/2006/ole">
            <mc:AlternateContent xmlns:mc="http://schemas.openxmlformats.org/markup-compatibility/2006">
              <mc:Choice xmlns:v="urn:schemas-microsoft-com:vml" Requires="v">
                <p:oleObj spid="_x0000_s957461" name="Equation" r:id="rId19" imgW="965160" imgH="698400" progId="Equation.3">
                  <p:embed/>
                </p:oleObj>
              </mc:Choice>
              <mc:Fallback>
                <p:oleObj name="Equation" r:id="rId19" imgW="965160" imgH="6984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19725" y="3679825"/>
                        <a:ext cx="2330450" cy="164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51" name="Object 11"/>
          <p:cNvGraphicFramePr>
            <a:graphicFrameLocks noChangeAspect="1"/>
          </p:cNvGraphicFramePr>
          <p:nvPr/>
        </p:nvGraphicFramePr>
        <p:xfrm>
          <a:off x="304800" y="5029200"/>
          <a:ext cx="1524000" cy="1524000"/>
        </p:xfrm>
        <a:graphic>
          <a:graphicData uri="http://schemas.openxmlformats.org/presentationml/2006/ole">
            <mc:AlternateContent xmlns:mc="http://schemas.openxmlformats.org/markup-compatibility/2006">
              <mc:Choice xmlns:v="urn:schemas-microsoft-com:vml" Requires="v">
                <p:oleObj spid="_x0000_s957462" name="Equation" r:id="rId21" imgW="774360" imgH="698400" progId="Equation.3">
                  <p:embed/>
                </p:oleObj>
              </mc:Choice>
              <mc:Fallback>
                <p:oleObj name="Equation" r:id="rId21" imgW="774360" imgH="6984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4800" y="5029200"/>
                        <a:ext cx="15240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7452" name="Object 12"/>
          <p:cNvGraphicFramePr>
            <a:graphicFrameLocks noChangeAspect="1"/>
          </p:cNvGraphicFramePr>
          <p:nvPr/>
        </p:nvGraphicFramePr>
        <p:xfrm>
          <a:off x="1916113" y="5030788"/>
          <a:ext cx="1828800" cy="1547812"/>
        </p:xfrm>
        <a:graphic>
          <a:graphicData uri="http://schemas.openxmlformats.org/presentationml/2006/ole">
            <mc:AlternateContent xmlns:mc="http://schemas.openxmlformats.org/markup-compatibility/2006">
              <mc:Choice xmlns:v="urn:schemas-microsoft-com:vml" Requires="v">
                <p:oleObj spid="_x0000_s957463" name="Equation" r:id="rId23" imgW="774360" imgH="698400" progId="Equation.3">
                  <p:embed/>
                </p:oleObj>
              </mc:Choice>
              <mc:Fallback>
                <p:oleObj name="Equation" r:id="rId23" imgW="774360" imgH="6984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16113" y="5030788"/>
                        <a:ext cx="1828800" cy="1547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7444"/>
                                        </p:tgtEl>
                                        <p:attrNameLst>
                                          <p:attrName>style.visibility</p:attrName>
                                        </p:attrNameLst>
                                      </p:cBhvr>
                                      <p:to>
                                        <p:strVal val="visible"/>
                                      </p:to>
                                    </p:set>
                                    <p:animEffect transition="in" filter="wipe(left)">
                                      <p:cBhvr>
                                        <p:cTn id="7" dur="500"/>
                                        <p:tgtEl>
                                          <p:spTgt spid="9574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7445"/>
                                        </p:tgtEl>
                                        <p:attrNameLst>
                                          <p:attrName>style.visibility</p:attrName>
                                        </p:attrNameLst>
                                      </p:cBhvr>
                                      <p:to>
                                        <p:strVal val="visible"/>
                                      </p:to>
                                    </p:set>
                                    <p:animEffect transition="in" filter="wipe(left)">
                                      <p:cBhvr>
                                        <p:cTn id="12" dur="500"/>
                                        <p:tgtEl>
                                          <p:spTgt spid="9574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7447"/>
                                        </p:tgtEl>
                                        <p:attrNameLst>
                                          <p:attrName>style.visibility</p:attrName>
                                        </p:attrNameLst>
                                      </p:cBhvr>
                                      <p:to>
                                        <p:strVal val="visible"/>
                                      </p:to>
                                    </p:set>
                                    <p:animEffect transition="in" filter="wipe(left)">
                                      <p:cBhvr>
                                        <p:cTn id="17" dur="500"/>
                                        <p:tgtEl>
                                          <p:spTgt spid="9574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7446"/>
                                        </p:tgtEl>
                                        <p:attrNameLst>
                                          <p:attrName>style.visibility</p:attrName>
                                        </p:attrNameLst>
                                      </p:cBhvr>
                                      <p:to>
                                        <p:strVal val="visible"/>
                                      </p:to>
                                    </p:set>
                                    <p:animEffect transition="in" filter="wipe(left)">
                                      <p:cBhvr>
                                        <p:cTn id="22" dur="500"/>
                                        <p:tgtEl>
                                          <p:spTgt spid="9574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7448"/>
                                        </p:tgtEl>
                                        <p:attrNameLst>
                                          <p:attrName>style.visibility</p:attrName>
                                        </p:attrNameLst>
                                      </p:cBhvr>
                                      <p:to>
                                        <p:strVal val="visible"/>
                                      </p:to>
                                    </p:set>
                                    <p:animEffect transition="in" filter="wipe(left)">
                                      <p:cBhvr>
                                        <p:cTn id="27" dur="500"/>
                                        <p:tgtEl>
                                          <p:spTgt spid="9574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7449"/>
                                        </p:tgtEl>
                                        <p:attrNameLst>
                                          <p:attrName>style.visibility</p:attrName>
                                        </p:attrNameLst>
                                      </p:cBhvr>
                                      <p:to>
                                        <p:strVal val="visible"/>
                                      </p:to>
                                    </p:set>
                                    <p:animEffect transition="in" filter="wipe(left)">
                                      <p:cBhvr>
                                        <p:cTn id="32" dur="500"/>
                                        <p:tgtEl>
                                          <p:spTgt spid="9574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7450"/>
                                        </p:tgtEl>
                                        <p:attrNameLst>
                                          <p:attrName>style.visibility</p:attrName>
                                        </p:attrNameLst>
                                      </p:cBhvr>
                                      <p:to>
                                        <p:strVal val="visible"/>
                                      </p:to>
                                    </p:set>
                                    <p:animEffect transition="in" filter="wipe(left)">
                                      <p:cBhvr>
                                        <p:cTn id="37" dur="500"/>
                                        <p:tgtEl>
                                          <p:spTgt spid="9574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57451"/>
                                        </p:tgtEl>
                                        <p:attrNameLst>
                                          <p:attrName>style.visibility</p:attrName>
                                        </p:attrNameLst>
                                      </p:cBhvr>
                                      <p:to>
                                        <p:strVal val="visible"/>
                                      </p:to>
                                    </p:set>
                                    <p:animEffect transition="in" filter="wipe(left)">
                                      <p:cBhvr>
                                        <p:cTn id="42" dur="500"/>
                                        <p:tgtEl>
                                          <p:spTgt spid="9574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57452"/>
                                        </p:tgtEl>
                                        <p:attrNameLst>
                                          <p:attrName>style.visibility</p:attrName>
                                        </p:attrNameLst>
                                      </p:cBhvr>
                                      <p:to>
                                        <p:strVal val="visible"/>
                                      </p:to>
                                    </p:set>
                                    <p:animEffect transition="in" filter="wipe(left)">
                                      <p:cBhvr>
                                        <p:cTn id="47" dur="500"/>
                                        <p:tgtEl>
                                          <p:spTgt spid="957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B7BCBDD1-EA37-40E5-9306-C83CC68F5BB3}" type="slidenum">
              <a:rPr lang="zh-CN" altLang="en-US"/>
              <a:pPr/>
              <a:t>31</a:t>
            </a:fld>
            <a:endParaRPr lang="zh-CN" altLang="en-US"/>
          </a:p>
        </p:txBody>
      </p:sp>
      <p:graphicFrame>
        <p:nvGraphicFramePr>
          <p:cNvPr id="958466" name="Object 2"/>
          <p:cNvGraphicFramePr>
            <a:graphicFrameLocks noChangeAspect="1"/>
          </p:cNvGraphicFramePr>
          <p:nvPr/>
        </p:nvGraphicFramePr>
        <p:xfrm>
          <a:off x="609600" y="322263"/>
          <a:ext cx="1657350" cy="1676400"/>
        </p:xfrm>
        <a:graphic>
          <a:graphicData uri="http://schemas.openxmlformats.org/presentationml/2006/ole">
            <mc:AlternateContent xmlns:mc="http://schemas.openxmlformats.org/markup-compatibility/2006">
              <mc:Choice xmlns:v="urn:schemas-microsoft-com:vml" Requires="v">
                <p:oleObj spid="_x0000_s1028096" name="Equation" r:id="rId3" imgW="647640" imgH="698400" progId="Equation.3">
                  <p:embed/>
                </p:oleObj>
              </mc:Choice>
              <mc:Fallback>
                <p:oleObj name="Equation" r:id="rId3" imgW="647640" imgH="698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22263"/>
                        <a:ext cx="165735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67" name="Object 3"/>
          <p:cNvGraphicFramePr>
            <a:graphicFrameLocks noChangeAspect="1"/>
          </p:cNvGraphicFramePr>
          <p:nvPr/>
        </p:nvGraphicFramePr>
        <p:xfrm>
          <a:off x="2413000" y="334963"/>
          <a:ext cx="1676400" cy="1676400"/>
        </p:xfrm>
        <a:graphic>
          <a:graphicData uri="http://schemas.openxmlformats.org/presentationml/2006/ole">
            <mc:AlternateContent xmlns:mc="http://schemas.openxmlformats.org/markup-compatibility/2006">
              <mc:Choice xmlns:v="urn:schemas-microsoft-com:vml" Requires="v">
                <p:oleObj spid="_x0000_s1028097" name="Equation" r:id="rId5" imgW="774360" imgH="698400" progId="Equation.3">
                  <p:embed/>
                </p:oleObj>
              </mc:Choice>
              <mc:Fallback>
                <p:oleObj name="Equation" r:id="rId5" imgW="774360" imgH="698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3000" y="334963"/>
                        <a:ext cx="16764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68" name="Object 4"/>
          <p:cNvGraphicFramePr>
            <a:graphicFrameLocks noChangeAspect="1"/>
          </p:cNvGraphicFramePr>
          <p:nvPr/>
        </p:nvGraphicFramePr>
        <p:xfrm>
          <a:off x="4191000" y="322263"/>
          <a:ext cx="1981200" cy="1676400"/>
        </p:xfrm>
        <a:graphic>
          <a:graphicData uri="http://schemas.openxmlformats.org/presentationml/2006/ole">
            <mc:AlternateContent xmlns:mc="http://schemas.openxmlformats.org/markup-compatibility/2006">
              <mc:Choice xmlns:v="urn:schemas-microsoft-com:vml" Requires="v">
                <p:oleObj spid="_x0000_s1028098" name="Equation" r:id="rId7" imgW="774360" imgH="698400" progId="Equation.3">
                  <p:embed/>
                </p:oleObj>
              </mc:Choice>
              <mc:Fallback>
                <p:oleObj name="Equation" r:id="rId7" imgW="774360" imgH="6984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322263"/>
                        <a:ext cx="19812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69" name="Object 5"/>
          <p:cNvGraphicFramePr>
            <a:graphicFrameLocks noChangeAspect="1"/>
          </p:cNvGraphicFramePr>
          <p:nvPr/>
        </p:nvGraphicFramePr>
        <p:xfrm>
          <a:off x="1981200" y="2100263"/>
          <a:ext cx="3443288" cy="1676400"/>
        </p:xfrm>
        <a:graphic>
          <a:graphicData uri="http://schemas.openxmlformats.org/presentationml/2006/ole">
            <mc:AlternateContent xmlns:mc="http://schemas.openxmlformats.org/markup-compatibility/2006">
              <mc:Choice xmlns:v="urn:schemas-microsoft-com:vml" Requires="v">
                <p:oleObj spid="_x0000_s1028099" name="Equation" r:id="rId9" imgW="1346040" imgH="698400" progId="Equation.3">
                  <p:embed/>
                </p:oleObj>
              </mc:Choice>
              <mc:Fallback>
                <p:oleObj name="Equation" r:id="rId9" imgW="1346040" imgH="6984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2100263"/>
                        <a:ext cx="3443288"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70" name="Object 6"/>
          <p:cNvGraphicFramePr>
            <a:graphicFrameLocks noChangeAspect="1"/>
          </p:cNvGraphicFramePr>
          <p:nvPr/>
        </p:nvGraphicFramePr>
        <p:xfrm>
          <a:off x="4073525" y="2519363"/>
          <a:ext cx="346075" cy="450850"/>
        </p:xfrm>
        <a:graphic>
          <a:graphicData uri="http://schemas.openxmlformats.org/presentationml/2006/ole">
            <mc:AlternateContent xmlns:mc="http://schemas.openxmlformats.org/markup-compatibility/2006">
              <mc:Choice xmlns:v="urn:schemas-microsoft-com:vml" Requires="v">
                <p:oleObj spid="_x0000_s1028100" name="Equation" r:id="rId11" imgW="126720" imgH="164880" progId="Equation.3">
                  <p:embed/>
                </p:oleObj>
              </mc:Choice>
              <mc:Fallback>
                <p:oleObj name="Equation" r:id="rId11" imgW="126720" imgH="16488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73525" y="2519363"/>
                        <a:ext cx="34607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71" name="Object 7"/>
          <p:cNvGraphicFramePr>
            <a:graphicFrameLocks noChangeAspect="1"/>
          </p:cNvGraphicFramePr>
          <p:nvPr/>
        </p:nvGraphicFramePr>
        <p:xfrm>
          <a:off x="4089400" y="2959100"/>
          <a:ext cx="346075" cy="485775"/>
        </p:xfrm>
        <a:graphic>
          <a:graphicData uri="http://schemas.openxmlformats.org/presentationml/2006/ole">
            <mc:AlternateContent xmlns:mc="http://schemas.openxmlformats.org/markup-compatibility/2006">
              <mc:Choice xmlns:v="urn:schemas-microsoft-com:vml" Requires="v">
                <p:oleObj spid="_x0000_s1028101" name="Equation" r:id="rId13" imgW="126720" imgH="177480" progId="Equation.3">
                  <p:embed/>
                </p:oleObj>
              </mc:Choice>
              <mc:Fallback>
                <p:oleObj name="Equation" r:id="rId13" imgW="126720" imgH="17748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9400" y="2959100"/>
                        <a:ext cx="34607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72" name="Object 8"/>
          <p:cNvGraphicFramePr>
            <a:graphicFrameLocks noChangeAspect="1"/>
          </p:cNvGraphicFramePr>
          <p:nvPr/>
        </p:nvGraphicFramePr>
        <p:xfrm>
          <a:off x="5397500" y="2087563"/>
          <a:ext cx="1787525" cy="1676400"/>
        </p:xfrm>
        <a:graphic>
          <a:graphicData uri="http://schemas.openxmlformats.org/presentationml/2006/ole">
            <mc:AlternateContent xmlns:mc="http://schemas.openxmlformats.org/markup-compatibility/2006">
              <mc:Choice xmlns:v="urn:schemas-microsoft-com:vml" Requires="v">
                <p:oleObj spid="_x0000_s1028102" name="Equation" r:id="rId15" imgW="698400" imgH="698400" progId="Equation.3">
                  <p:embed/>
                </p:oleObj>
              </mc:Choice>
              <mc:Fallback>
                <p:oleObj name="Equation" r:id="rId15" imgW="698400" imgH="6984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97500" y="2087563"/>
                        <a:ext cx="1787525"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8473" name="Object 9"/>
          <p:cNvGraphicFramePr>
            <a:graphicFrameLocks noChangeAspect="1"/>
          </p:cNvGraphicFramePr>
          <p:nvPr/>
        </p:nvGraphicFramePr>
        <p:xfrm>
          <a:off x="1447800" y="4538663"/>
          <a:ext cx="4876800" cy="1824037"/>
        </p:xfrm>
        <a:graphic>
          <a:graphicData uri="http://schemas.openxmlformats.org/presentationml/2006/ole">
            <mc:AlternateContent xmlns:mc="http://schemas.openxmlformats.org/markup-compatibility/2006">
              <mc:Choice xmlns:v="urn:schemas-microsoft-com:vml" Requires="v">
                <p:oleObj spid="_x0000_s1028103" name="Equation" r:id="rId17" imgW="1942920" imgH="761760" progId="Equation.3">
                  <p:embed/>
                </p:oleObj>
              </mc:Choice>
              <mc:Fallback>
                <p:oleObj name="Equation" r:id="rId17" imgW="1942920" imgH="76176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47800" y="4538663"/>
                        <a:ext cx="4876800" cy="182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8474" name="Text Box 10"/>
          <p:cNvSpPr txBox="1">
            <a:spLocks noChangeArrowheads="1"/>
          </p:cNvSpPr>
          <p:nvPr/>
        </p:nvSpPr>
        <p:spPr bwMode="auto">
          <a:xfrm>
            <a:off x="381000" y="3886200"/>
            <a:ext cx="8153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再单位化，合在一起，即得所求正交</a:t>
            </a:r>
            <a:r>
              <a:rPr lang="zh-CN" altLang="en-US">
                <a:latin typeface="Times New Roman" panose="02020603050405020304" pitchFamily="18" charset="0"/>
              </a:rPr>
              <a:t>替</a:t>
            </a:r>
            <a:r>
              <a:rPr lang="zh-CN" altLang="en-US"/>
              <a:t>换的矩阵</a:t>
            </a:r>
          </a:p>
        </p:txBody>
      </p:sp>
      <p:sp>
        <p:nvSpPr>
          <p:cNvPr id="958475" name="Text Box 11"/>
          <p:cNvSpPr txBox="1">
            <a:spLocks noChangeArrowheads="1"/>
          </p:cNvSpPr>
          <p:nvPr/>
        </p:nvSpPr>
        <p:spPr bwMode="auto">
          <a:xfrm>
            <a:off x="381000" y="2667000"/>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正交化，</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8475"/>
                                        </p:tgtEl>
                                        <p:attrNameLst>
                                          <p:attrName>style.visibility</p:attrName>
                                        </p:attrNameLst>
                                      </p:cBhvr>
                                      <p:to>
                                        <p:strVal val="visible"/>
                                      </p:to>
                                    </p:set>
                                    <p:animEffect transition="in" filter="wipe(left)">
                                      <p:cBhvr>
                                        <p:cTn id="7" dur="500"/>
                                        <p:tgtEl>
                                          <p:spTgt spid="958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8469"/>
                                        </p:tgtEl>
                                        <p:attrNameLst>
                                          <p:attrName>style.visibility</p:attrName>
                                        </p:attrNameLst>
                                      </p:cBhvr>
                                      <p:to>
                                        <p:strVal val="visible"/>
                                      </p:to>
                                    </p:set>
                                    <p:animEffect transition="in" filter="wipe(left)">
                                      <p:cBhvr>
                                        <p:cTn id="12" dur="500"/>
                                        <p:tgtEl>
                                          <p:spTgt spid="9584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8470"/>
                                        </p:tgtEl>
                                        <p:attrNameLst>
                                          <p:attrName>style.visibility</p:attrName>
                                        </p:attrNameLst>
                                      </p:cBhvr>
                                      <p:to>
                                        <p:strVal val="visible"/>
                                      </p:to>
                                    </p:set>
                                    <p:animEffect transition="in" filter="wipe(left)">
                                      <p:cBhvr>
                                        <p:cTn id="17" dur="500"/>
                                        <p:tgtEl>
                                          <p:spTgt spid="958470"/>
                                        </p:tgtEl>
                                      </p:cBhvr>
                                    </p:animEffect>
                                  </p:childTnLst>
                                  <p:subTnLst>
                                    <p:animClr clrSpc="rgb" dir="cw">
                                      <p:cBhvr override="childStyle">
                                        <p:cTn dur="1" fill="hold" display="0" masterRel="nextClick" afterEffect="1"/>
                                        <p:tgtEl>
                                          <p:spTgt spid="958470"/>
                                        </p:tgtEl>
                                        <p:attrNameLst>
                                          <p:attrName>ppt_c</p:attrName>
                                        </p:attrNameLst>
                                      </p:cBhvr>
                                      <p:to>
                                        <a:srgbClr val="00000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8471"/>
                                        </p:tgtEl>
                                        <p:attrNameLst>
                                          <p:attrName>style.visibility</p:attrName>
                                        </p:attrNameLst>
                                      </p:cBhvr>
                                      <p:to>
                                        <p:strVal val="visible"/>
                                      </p:to>
                                    </p:set>
                                    <p:animEffect transition="in" filter="wipe(left)">
                                      <p:cBhvr>
                                        <p:cTn id="22" dur="500"/>
                                        <p:tgtEl>
                                          <p:spTgt spid="958471"/>
                                        </p:tgtEl>
                                      </p:cBhvr>
                                    </p:animEffect>
                                  </p:childTnLst>
                                  <p:subTnLst>
                                    <p:animClr clrSpc="rgb" dir="cw">
                                      <p:cBhvr override="childStyle">
                                        <p:cTn dur="1" fill="hold" display="0" masterRel="nextClick" afterEffect="1"/>
                                        <p:tgtEl>
                                          <p:spTgt spid="958471"/>
                                        </p:tgtEl>
                                        <p:attrNameLst>
                                          <p:attrName>ppt_c</p:attrName>
                                        </p:attrNameLst>
                                      </p:cBhvr>
                                      <p:to>
                                        <a:srgbClr val="00000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8472"/>
                                        </p:tgtEl>
                                        <p:attrNameLst>
                                          <p:attrName>style.visibility</p:attrName>
                                        </p:attrNameLst>
                                      </p:cBhvr>
                                      <p:to>
                                        <p:strVal val="visible"/>
                                      </p:to>
                                    </p:set>
                                    <p:animEffect transition="in" filter="wipe(left)">
                                      <p:cBhvr>
                                        <p:cTn id="27" dur="500"/>
                                        <p:tgtEl>
                                          <p:spTgt spid="9584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8474"/>
                                        </p:tgtEl>
                                        <p:attrNameLst>
                                          <p:attrName>style.visibility</p:attrName>
                                        </p:attrNameLst>
                                      </p:cBhvr>
                                      <p:to>
                                        <p:strVal val="visible"/>
                                      </p:to>
                                    </p:set>
                                    <p:animEffect transition="in" filter="wipe(left)">
                                      <p:cBhvr>
                                        <p:cTn id="32" dur="500"/>
                                        <p:tgtEl>
                                          <p:spTgt spid="9584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8473"/>
                                        </p:tgtEl>
                                        <p:attrNameLst>
                                          <p:attrName>style.visibility</p:attrName>
                                        </p:attrNameLst>
                                      </p:cBhvr>
                                      <p:to>
                                        <p:strVal val="visible"/>
                                      </p:to>
                                    </p:set>
                                    <p:animEffect transition="in" filter="wipe(left)">
                                      <p:cBhvr>
                                        <p:cTn id="37" dur="500"/>
                                        <p:tgtEl>
                                          <p:spTgt spid="95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74" grpId="0" autoUpdateAnimBg="0"/>
      <p:bldP spid="95847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BFE3FACE-E37D-4C00-B039-0A83A84C6AA0}" type="slidenum">
              <a:rPr lang="zh-CN" altLang="en-US"/>
              <a:pPr/>
              <a:t>32</a:t>
            </a:fld>
            <a:endParaRPr lang="zh-CN" altLang="en-US"/>
          </a:p>
        </p:txBody>
      </p:sp>
      <p:sp>
        <p:nvSpPr>
          <p:cNvPr id="959490" name="Text Box 2"/>
          <p:cNvSpPr txBox="1">
            <a:spLocks noChangeArrowheads="1"/>
          </p:cNvSpPr>
          <p:nvPr/>
        </p:nvSpPr>
        <p:spPr bwMode="auto">
          <a:xfrm>
            <a:off x="381000" y="2667000"/>
            <a:ext cx="3581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于是所求正交</a:t>
            </a:r>
            <a:r>
              <a:rPr lang="zh-CN" altLang="en-US">
                <a:latin typeface="Times New Roman" panose="02020603050405020304" pitchFamily="18" charset="0"/>
              </a:rPr>
              <a:t>替</a:t>
            </a:r>
            <a:r>
              <a:rPr lang="zh-CN" altLang="en-US">
                <a:solidFill>
                  <a:srgbClr val="000000"/>
                </a:solidFill>
                <a:latin typeface="Times New Roman" panose="02020603050405020304" pitchFamily="18" charset="0"/>
              </a:rPr>
              <a:t>换为</a:t>
            </a:r>
          </a:p>
        </p:txBody>
      </p:sp>
      <p:graphicFrame>
        <p:nvGraphicFramePr>
          <p:cNvPr id="959491" name="Object 3"/>
          <p:cNvGraphicFramePr>
            <a:graphicFrameLocks noChangeAspect="1"/>
          </p:cNvGraphicFramePr>
          <p:nvPr/>
        </p:nvGraphicFramePr>
        <p:xfrm>
          <a:off x="3717925" y="2728913"/>
          <a:ext cx="1555750" cy="496887"/>
        </p:xfrm>
        <a:graphic>
          <a:graphicData uri="http://schemas.openxmlformats.org/presentationml/2006/ole">
            <mc:AlternateContent xmlns:mc="http://schemas.openxmlformats.org/markup-compatibility/2006">
              <mc:Choice xmlns:v="urn:schemas-microsoft-com:vml" Requires="v">
                <p:oleObj spid="_x0000_s1029120" name="Equation" r:id="rId3" imgW="634680" imgH="203040" progId="Equation.3">
                  <p:embed/>
                </p:oleObj>
              </mc:Choice>
              <mc:Fallback>
                <p:oleObj name="Equation" r:id="rId3" imgW="634680" imgH="2030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7925" y="2728913"/>
                        <a:ext cx="15557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9492" name="Object 4"/>
          <p:cNvGraphicFramePr>
            <a:graphicFrameLocks noChangeAspect="1"/>
          </p:cNvGraphicFramePr>
          <p:nvPr/>
        </p:nvGraphicFramePr>
        <p:xfrm>
          <a:off x="2057400" y="3451225"/>
          <a:ext cx="3575050" cy="571500"/>
        </p:xfrm>
        <a:graphic>
          <a:graphicData uri="http://schemas.openxmlformats.org/presentationml/2006/ole">
            <mc:AlternateContent xmlns:mc="http://schemas.openxmlformats.org/markup-compatibility/2006">
              <mc:Choice xmlns:v="urn:schemas-microsoft-com:vml" Requires="v">
                <p:oleObj spid="_x0000_s1029121" name="Equation" r:id="rId5" imgW="1511280" imgH="241200" progId="Equation.3">
                  <p:embed/>
                </p:oleObj>
              </mc:Choice>
              <mc:Fallback>
                <p:oleObj name="Equation" r:id="rId5" imgW="1511280" imgH="24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3451225"/>
                        <a:ext cx="35750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9493" name="Text Box 5"/>
          <p:cNvSpPr txBox="1">
            <a:spLocks noChangeArrowheads="1"/>
          </p:cNvSpPr>
          <p:nvPr/>
        </p:nvSpPr>
        <p:spPr bwMode="auto">
          <a:xfrm>
            <a:off x="387350" y="3429000"/>
            <a:ext cx="1905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标准形为</a:t>
            </a:r>
          </a:p>
        </p:txBody>
      </p:sp>
      <p:graphicFrame>
        <p:nvGraphicFramePr>
          <p:cNvPr id="959494" name="Object 6"/>
          <p:cNvGraphicFramePr>
            <a:graphicFrameLocks noChangeAspect="1"/>
          </p:cNvGraphicFramePr>
          <p:nvPr/>
        </p:nvGraphicFramePr>
        <p:xfrm>
          <a:off x="457200" y="304800"/>
          <a:ext cx="4876800" cy="1824038"/>
        </p:xfrm>
        <a:graphic>
          <a:graphicData uri="http://schemas.openxmlformats.org/presentationml/2006/ole">
            <mc:AlternateContent xmlns:mc="http://schemas.openxmlformats.org/markup-compatibility/2006">
              <mc:Choice xmlns:v="urn:schemas-microsoft-com:vml" Requires="v">
                <p:oleObj spid="_x0000_s1029122" name="Equation" r:id="rId7" imgW="1942920" imgH="761760" progId="Equation.3">
                  <p:embed/>
                </p:oleObj>
              </mc:Choice>
              <mc:Fallback>
                <p:oleObj name="Equation" r:id="rId7" imgW="1942920" imgH="76176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304800"/>
                        <a:ext cx="4876800" cy="182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9495" name="Line 7"/>
          <p:cNvSpPr>
            <a:spLocks noChangeShapeType="1"/>
          </p:cNvSpPr>
          <p:nvPr/>
        </p:nvSpPr>
        <p:spPr bwMode="auto">
          <a:xfrm>
            <a:off x="152400" y="2362200"/>
            <a:ext cx="8839200" cy="0"/>
          </a:xfrm>
          <a:prstGeom prst="line">
            <a:avLst/>
          </a:prstGeom>
          <a:noFill/>
          <a:ln w="317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graphicFrame>
        <p:nvGraphicFramePr>
          <p:cNvPr id="959496" name="Object 8"/>
          <p:cNvGraphicFramePr>
            <a:graphicFrameLocks noChangeAspect="1"/>
          </p:cNvGraphicFramePr>
          <p:nvPr/>
        </p:nvGraphicFramePr>
        <p:xfrm>
          <a:off x="5638800" y="968375"/>
          <a:ext cx="1219200" cy="495300"/>
        </p:xfrm>
        <a:graphic>
          <a:graphicData uri="http://schemas.openxmlformats.org/presentationml/2006/ole">
            <mc:AlternateContent xmlns:mc="http://schemas.openxmlformats.org/markup-compatibility/2006">
              <mc:Choice xmlns:v="urn:schemas-microsoft-com:vml" Requires="v">
                <p:oleObj spid="_x0000_s1029123" name="Equation" r:id="rId9" imgW="533160" imgH="215640" progId="Equation.3">
                  <p:embed/>
                </p:oleObj>
              </mc:Choice>
              <mc:Fallback>
                <p:oleObj name="Equation" r:id="rId9" imgW="533160" imgH="21564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968375"/>
                        <a:ext cx="12192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9497" name="Object 9"/>
          <p:cNvGraphicFramePr>
            <a:graphicFrameLocks noChangeAspect="1"/>
          </p:cNvGraphicFramePr>
          <p:nvPr/>
        </p:nvGraphicFramePr>
        <p:xfrm>
          <a:off x="7010400" y="969963"/>
          <a:ext cx="1536700" cy="541337"/>
        </p:xfrm>
        <a:graphic>
          <a:graphicData uri="http://schemas.openxmlformats.org/presentationml/2006/ole">
            <mc:AlternateContent xmlns:mc="http://schemas.openxmlformats.org/markup-compatibility/2006">
              <mc:Choice xmlns:v="urn:schemas-microsoft-com:vml" Requires="v">
                <p:oleObj spid="_x0000_s1029124" name="Equation" r:id="rId11" imgW="685800" imgH="241200" progId="Equation.3">
                  <p:embed/>
                </p:oleObj>
              </mc:Choice>
              <mc:Fallback>
                <p:oleObj name="Equation" r:id="rId11" imgW="685800" imgH="2412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0400" y="969963"/>
                        <a:ext cx="153670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959490"/>
                                        </p:tgtEl>
                                        <p:attrNameLst>
                                          <p:attrName>style.visibility</p:attrName>
                                        </p:attrNameLst>
                                      </p:cBhvr>
                                      <p:to>
                                        <p:strVal val="visible"/>
                                      </p:to>
                                    </p:set>
                                    <p:animEffect transition="in" filter="wipe(left)">
                                      <p:cBhvr>
                                        <p:cTn id="7" dur="75"/>
                                        <p:tgtEl>
                                          <p:spTgt spid="959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9491"/>
                                        </p:tgtEl>
                                        <p:attrNameLst>
                                          <p:attrName>style.visibility</p:attrName>
                                        </p:attrNameLst>
                                      </p:cBhvr>
                                      <p:to>
                                        <p:strVal val="visible"/>
                                      </p:to>
                                    </p:set>
                                    <p:animEffect transition="in" filter="wipe(left)">
                                      <p:cBhvr>
                                        <p:cTn id="12" dur="500"/>
                                        <p:tgtEl>
                                          <p:spTgt spid="959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9493"/>
                                        </p:tgtEl>
                                        <p:attrNameLst>
                                          <p:attrName>style.visibility</p:attrName>
                                        </p:attrNameLst>
                                      </p:cBhvr>
                                      <p:to>
                                        <p:strVal val="visible"/>
                                      </p:to>
                                    </p:set>
                                    <p:animEffect transition="in" filter="wipe(left)">
                                      <p:cBhvr>
                                        <p:cTn id="17" dur="500"/>
                                        <p:tgtEl>
                                          <p:spTgt spid="9594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9492"/>
                                        </p:tgtEl>
                                        <p:attrNameLst>
                                          <p:attrName>style.visibility</p:attrName>
                                        </p:attrNameLst>
                                      </p:cBhvr>
                                      <p:to>
                                        <p:strVal val="visible"/>
                                      </p:to>
                                    </p:set>
                                    <p:animEffect transition="in" filter="wipe(left)">
                                      <p:cBhvr>
                                        <p:cTn id="22" dur="500"/>
                                        <p:tgtEl>
                                          <p:spTgt spid="95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0" grpId="0" autoUpdateAnimBg="0"/>
      <p:bldP spid="95949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52965F84-88C9-4AA2-B8FE-05554B5A0C61}" type="slidenum">
              <a:rPr lang="zh-CN" altLang="en-US"/>
              <a:pPr/>
              <a:t>33</a:t>
            </a:fld>
            <a:endParaRPr lang="zh-CN" altLang="en-US"/>
          </a:p>
        </p:txBody>
      </p:sp>
      <p:sp>
        <p:nvSpPr>
          <p:cNvPr id="960515" name="Text Box 3"/>
          <p:cNvSpPr txBox="1">
            <a:spLocks noChangeArrowheads="1"/>
          </p:cNvSpPr>
          <p:nvPr/>
        </p:nvSpPr>
        <p:spPr bwMode="auto">
          <a:xfrm>
            <a:off x="304800" y="254000"/>
            <a:ext cx="5334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例4  </a:t>
            </a:r>
            <a:r>
              <a:rPr lang="zh-CN" altLang="en-US"/>
              <a:t>用正交</a:t>
            </a:r>
            <a:r>
              <a:rPr lang="zh-CN" altLang="en-US">
                <a:latin typeface="Times New Roman" panose="02020603050405020304" pitchFamily="18" charset="0"/>
              </a:rPr>
              <a:t>变</a:t>
            </a:r>
            <a:r>
              <a:rPr lang="zh-CN" altLang="en-US"/>
              <a:t>换将</a:t>
            </a:r>
            <a:r>
              <a:rPr lang="zh-CN" altLang="en-US">
                <a:cs typeface="Times New Roman" panose="02020603050405020304" pitchFamily="18" charset="0"/>
              </a:rPr>
              <a:t>二次型</a:t>
            </a:r>
            <a:r>
              <a:rPr lang="zh-CN" altLang="en-US"/>
              <a:t> </a:t>
            </a:r>
          </a:p>
        </p:txBody>
      </p:sp>
      <p:sp>
        <p:nvSpPr>
          <p:cNvPr id="960516" name="Text Box 4"/>
          <p:cNvSpPr txBox="1">
            <a:spLocks noChangeArrowheads="1"/>
          </p:cNvSpPr>
          <p:nvPr/>
        </p:nvSpPr>
        <p:spPr bwMode="auto">
          <a:xfrm>
            <a:off x="304800" y="20574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sp>
        <p:nvSpPr>
          <p:cNvPr id="960517" name="Text Box 5"/>
          <p:cNvSpPr txBox="1">
            <a:spLocks noChangeArrowheads="1"/>
          </p:cNvSpPr>
          <p:nvPr/>
        </p:nvSpPr>
        <p:spPr bwMode="auto">
          <a:xfrm>
            <a:off x="304800" y="1462088"/>
            <a:ext cx="6324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化为标准形，并求所作的正交变换。</a:t>
            </a:r>
          </a:p>
        </p:txBody>
      </p:sp>
      <p:graphicFrame>
        <p:nvGraphicFramePr>
          <p:cNvPr id="960518" name="Object 6"/>
          <p:cNvGraphicFramePr>
            <a:graphicFrameLocks noChangeAspect="1"/>
          </p:cNvGraphicFramePr>
          <p:nvPr/>
        </p:nvGraphicFramePr>
        <p:xfrm>
          <a:off x="381000" y="866775"/>
          <a:ext cx="8229600" cy="558800"/>
        </p:xfrm>
        <a:graphic>
          <a:graphicData uri="http://schemas.openxmlformats.org/presentationml/2006/ole">
            <mc:AlternateContent xmlns:mc="http://schemas.openxmlformats.org/markup-compatibility/2006">
              <mc:Choice xmlns:v="urn:schemas-microsoft-com:vml" Requires="v">
                <p:oleObj spid="_x0000_s1030144" name="Equation" r:id="rId3" imgW="3288960" imgH="228600" progId="Equation.3">
                  <p:embed/>
                </p:oleObj>
              </mc:Choice>
              <mc:Fallback>
                <p:oleObj name="Equation" r:id="rId3" imgW="328896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866775"/>
                        <a:ext cx="82296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0519" name="Text Box 7"/>
          <p:cNvSpPr txBox="1">
            <a:spLocks noChangeArrowheads="1"/>
          </p:cNvSpPr>
          <p:nvPr/>
        </p:nvSpPr>
        <p:spPr bwMode="auto">
          <a:xfrm>
            <a:off x="914400" y="2057400"/>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二次型的矩阵</a:t>
            </a:r>
          </a:p>
        </p:txBody>
      </p:sp>
      <p:graphicFrame>
        <p:nvGraphicFramePr>
          <p:cNvPr id="960520" name="Object 8"/>
          <p:cNvGraphicFramePr>
            <a:graphicFrameLocks noChangeAspect="1"/>
          </p:cNvGraphicFramePr>
          <p:nvPr/>
        </p:nvGraphicFramePr>
        <p:xfrm>
          <a:off x="2971800" y="2147888"/>
          <a:ext cx="3581400" cy="2074862"/>
        </p:xfrm>
        <a:graphic>
          <a:graphicData uri="http://schemas.openxmlformats.org/presentationml/2006/ole">
            <mc:AlternateContent xmlns:mc="http://schemas.openxmlformats.org/markup-compatibility/2006">
              <mc:Choice xmlns:v="urn:schemas-microsoft-com:vml" Requires="v">
                <p:oleObj spid="_x0000_s1030145" name="Equation" r:id="rId5" imgW="1600200" imgH="927000" progId="Equation.3">
                  <p:embed/>
                </p:oleObj>
              </mc:Choice>
              <mc:Fallback>
                <p:oleObj name="Equation" r:id="rId5" imgW="1600200" imgH="9270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147888"/>
                        <a:ext cx="3581400" cy="207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0521" name="Object 9"/>
          <p:cNvGraphicFramePr>
            <a:graphicFrameLocks noChangeAspect="1"/>
          </p:cNvGraphicFramePr>
          <p:nvPr/>
        </p:nvGraphicFramePr>
        <p:xfrm>
          <a:off x="331788" y="4216400"/>
          <a:ext cx="4405312" cy="2203450"/>
        </p:xfrm>
        <a:graphic>
          <a:graphicData uri="http://schemas.openxmlformats.org/presentationml/2006/ole">
            <mc:AlternateContent xmlns:mc="http://schemas.openxmlformats.org/markup-compatibility/2006">
              <mc:Choice xmlns:v="urn:schemas-microsoft-com:vml" Requires="v">
                <p:oleObj spid="_x0000_s1030146" name="Equation" r:id="rId7" imgW="1930320" imgH="927000" progId="Equation.3">
                  <p:embed/>
                </p:oleObj>
              </mc:Choice>
              <mc:Fallback>
                <p:oleObj name="Equation" r:id="rId7" imgW="1930320" imgH="9270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788" y="4216400"/>
                        <a:ext cx="4405312" cy="220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0522" name="Object 10"/>
          <p:cNvGraphicFramePr>
            <a:graphicFrameLocks noChangeAspect="1"/>
          </p:cNvGraphicFramePr>
          <p:nvPr/>
        </p:nvGraphicFramePr>
        <p:xfrm>
          <a:off x="4737100" y="4183063"/>
          <a:ext cx="3797300" cy="2238375"/>
        </p:xfrm>
        <a:graphic>
          <a:graphicData uri="http://schemas.openxmlformats.org/presentationml/2006/ole">
            <mc:AlternateContent xmlns:mc="http://schemas.openxmlformats.org/markup-compatibility/2006">
              <mc:Choice xmlns:v="urn:schemas-microsoft-com:vml" Requires="v">
                <p:oleObj spid="_x0000_s1030147" name="Equation" r:id="rId9" imgW="1638000" imgH="927000" progId="Equation.3">
                  <p:embed/>
                </p:oleObj>
              </mc:Choice>
              <mc:Fallback>
                <p:oleObj name="Equation" r:id="rId9" imgW="1638000" imgH="9270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37100" y="4183063"/>
                        <a:ext cx="3797300" cy="223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0523" name="Text Box 11"/>
          <p:cNvSpPr txBox="1">
            <a:spLocks noChangeArrowheads="1"/>
          </p:cNvSpPr>
          <p:nvPr/>
        </p:nvSpPr>
        <p:spPr bwMode="auto">
          <a:xfrm>
            <a:off x="6934200" y="2971800"/>
            <a:ext cx="1828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gn="ctr">
              <a:spcBef>
                <a:spcPct val="50000"/>
              </a:spcBef>
            </a:pPr>
            <a:r>
              <a:rPr lang="zh-CN" altLang="en-US">
                <a:solidFill>
                  <a:srgbClr val="0033CC"/>
                </a:solidFill>
                <a:latin typeface="黑体" panose="02010609060101010101" pitchFamily="49" charset="-122"/>
                <a:ea typeface="黑体" panose="02010609060101010101" pitchFamily="49" charset="-122"/>
              </a:rPr>
              <a:t>全加法</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0515"/>
                                        </p:tgtEl>
                                        <p:attrNameLst>
                                          <p:attrName>style.visibility</p:attrName>
                                        </p:attrNameLst>
                                      </p:cBhvr>
                                      <p:to>
                                        <p:strVal val="visible"/>
                                      </p:to>
                                    </p:set>
                                    <p:animEffect transition="in" filter="wipe(left)">
                                      <p:cBhvr>
                                        <p:cTn id="7" dur="500"/>
                                        <p:tgtEl>
                                          <p:spTgt spid="9605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60518"/>
                                        </p:tgtEl>
                                        <p:attrNameLst>
                                          <p:attrName>style.visibility</p:attrName>
                                        </p:attrNameLst>
                                      </p:cBhvr>
                                      <p:to>
                                        <p:strVal val="visible"/>
                                      </p:to>
                                    </p:set>
                                    <p:animEffect transition="in" filter="wipe(left)">
                                      <p:cBhvr>
                                        <p:cTn id="11" dur="500"/>
                                        <p:tgtEl>
                                          <p:spTgt spid="960518"/>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60517"/>
                                        </p:tgtEl>
                                        <p:attrNameLst>
                                          <p:attrName>style.visibility</p:attrName>
                                        </p:attrNameLst>
                                      </p:cBhvr>
                                      <p:to>
                                        <p:strVal val="visible"/>
                                      </p:to>
                                    </p:set>
                                    <p:animEffect transition="in" filter="wipe(left)">
                                      <p:cBhvr>
                                        <p:cTn id="15" dur="500"/>
                                        <p:tgtEl>
                                          <p:spTgt spid="9605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60516"/>
                                        </p:tgtEl>
                                        <p:attrNameLst>
                                          <p:attrName>style.visibility</p:attrName>
                                        </p:attrNameLst>
                                      </p:cBhvr>
                                      <p:to>
                                        <p:strVal val="visible"/>
                                      </p:to>
                                    </p:set>
                                    <p:animEffect transition="in" filter="wipe(left)">
                                      <p:cBhvr>
                                        <p:cTn id="20" dur="500"/>
                                        <p:tgtEl>
                                          <p:spTgt spid="9605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60519"/>
                                        </p:tgtEl>
                                        <p:attrNameLst>
                                          <p:attrName>style.visibility</p:attrName>
                                        </p:attrNameLst>
                                      </p:cBhvr>
                                      <p:to>
                                        <p:strVal val="visible"/>
                                      </p:to>
                                    </p:set>
                                    <p:animEffect transition="in" filter="wipe(left)">
                                      <p:cBhvr>
                                        <p:cTn id="25" dur="500"/>
                                        <p:tgtEl>
                                          <p:spTgt spid="9605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60520"/>
                                        </p:tgtEl>
                                        <p:attrNameLst>
                                          <p:attrName>style.visibility</p:attrName>
                                        </p:attrNameLst>
                                      </p:cBhvr>
                                      <p:to>
                                        <p:strVal val="visible"/>
                                      </p:to>
                                    </p:set>
                                    <p:animEffect transition="in" filter="wipe(left)">
                                      <p:cBhvr>
                                        <p:cTn id="30" dur="500"/>
                                        <p:tgtEl>
                                          <p:spTgt spid="9605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60521"/>
                                        </p:tgtEl>
                                        <p:attrNameLst>
                                          <p:attrName>style.visibility</p:attrName>
                                        </p:attrNameLst>
                                      </p:cBhvr>
                                      <p:to>
                                        <p:strVal val="visible"/>
                                      </p:to>
                                    </p:set>
                                    <p:animEffect transition="in" filter="wipe(left)">
                                      <p:cBhvr>
                                        <p:cTn id="35" dur="500"/>
                                        <p:tgtEl>
                                          <p:spTgt spid="96052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60523"/>
                                        </p:tgtEl>
                                        <p:attrNameLst>
                                          <p:attrName>style.visibility</p:attrName>
                                        </p:attrNameLst>
                                      </p:cBhvr>
                                      <p:to>
                                        <p:strVal val="visible"/>
                                      </p:to>
                                    </p:set>
                                    <p:animEffect transition="in" filter="wipe(left)">
                                      <p:cBhvr>
                                        <p:cTn id="40" dur="500"/>
                                        <p:tgtEl>
                                          <p:spTgt spid="9605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60522"/>
                                        </p:tgtEl>
                                        <p:attrNameLst>
                                          <p:attrName>style.visibility</p:attrName>
                                        </p:attrNameLst>
                                      </p:cBhvr>
                                      <p:to>
                                        <p:strVal val="visible"/>
                                      </p:to>
                                    </p:set>
                                    <p:animEffect transition="in" filter="wipe(left)">
                                      <p:cBhvr>
                                        <p:cTn id="45" dur="500"/>
                                        <p:tgtEl>
                                          <p:spTgt spid="960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5" grpId="0" autoUpdateAnimBg="0"/>
      <p:bldP spid="960516" grpId="0" autoUpdateAnimBg="0"/>
      <p:bldP spid="960517" grpId="0" autoUpdateAnimBg="0"/>
      <p:bldP spid="960519" grpId="0" autoUpdateAnimBg="0"/>
      <p:bldP spid="96052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03813E89-D41E-49AE-8283-8C094046DC05}" type="slidenum">
              <a:rPr lang="zh-CN" altLang="en-US"/>
              <a:pPr/>
              <a:t>34</a:t>
            </a:fld>
            <a:endParaRPr lang="zh-CN" altLang="en-US"/>
          </a:p>
        </p:txBody>
      </p:sp>
      <p:graphicFrame>
        <p:nvGraphicFramePr>
          <p:cNvPr id="961538" name="Object 2"/>
          <p:cNvGraphicFramePr>
            <a:graphicFrameLocks noChangeAspect="1"/>
          </p:cNvGraphicFramePr>
          <p:nvPr/>
        </p:nvGraphicFramePr>
        <p:xfrm>
          <a:off x="228600" y="228600"/>
          <a:ext cx="3989388" cy="2351088"/>
        </p:xfrm>
        <a:graphic>
          <a:graphicData uri="http://schemas.openxmlformats.org/presentationml/2006/ole">
            <mc:AlternateContent xmlns:mc="http://schemas.openxmlformats.org/markup-compatibility/2006">
              <mc:Choice xmlns:v="urn:schemas-microsoft-com:vml" Requires="v">
                <p:oleObj spid="_x0000_s1031168" name="Equation" r:id="rId3" imgW="1638000" imgH="927000" progId="Equation.3">
                  <p:embed/>
                </p:oleObj>
              </mc:Choice>
              <mc:Fallback>
                <p:oleObj name="Equation" r:id="rId3" imgW="1638000" imgH="927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28600"/>
                        <a:ext cx="3989388" cy="235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1539" name="Object 3"/>
          <p:cNvGraphicFramePr>
            <a:graphicFrameLocks noChangeAspect="1"/>
          </p:cNvGraphicFramePr>
          <p:nvPr/>
        </p:nvGraphicFramePr>
        <p:xfrm>
          <a:off x="381000" y="2819400"/>
          <a:ext cx="3200400" cy="1047750"/>
        </p:xfrm>
        <a:graphic>
          <a:graphicData uri="http://schemas.openxmlformats.org/presentationml/2006/ole">
            <mc:AlternateContent xmlns:mc="http://schemas.openxmlformats.org/markup-compatibility/2006">
              <mc:Choice xmlns:v="urn:schemas-microsoft-com:vml" Requires="v">
                <p:oleObj spid="_x0000_s1031169" name="Equation" r:id="rId5" imgW="1434960" imgH="469800" progId="Equation.3">
                  <p:embed/>
                </p:oleObj>
              </mc:Choice>
              <mc:Fallback>
                <p:oleObj name="Equation" r:id="rId5" imgW="1434960" imgH="469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2819400"/>
                        <a:ext cx="3200400"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1540" name="Object 4"/>
          <p:cNvGraphicFramePr>
            <a:graphicFrameLocks noChangeAspect="1"/>
          </p:cNvGraphicFramePr>
          <p:nvPr/>
        </p:nvGraphicFramePr>
        <p:xfrm>
          <a:off x="3505200" y="3009900"/>
          <a:ext cx="2895600" cy="585788"/>
        </p:xfrm>
        <a:graphic>
          <a:graphicData uri="http://schemas.openxmlformats.org/presentationml/2006/ole">
            <mc:AlternateContent xmlns:mc="http://schemas.openxmlformats.org/markup-compatibility/2006">
              <mc:Choice xmlns:v="urn:schemas-microsoft-com:vml" Requires="v">
                <p:oleObj spid="_x0000_s1031170" name="Equation" r:id="rId7" imgW="1130040" imgH="228600" progId="Equation.3">
                  <p:embed/>
                </p:oleObj>
              </mc:Choice>
              <mc:Fallback>
                <p:oleObj name="Equation" r:id="rId7" imgW="113004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3009900"/>
                        <a:ext cx="289560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1541" name="Object 5"/>
          <p:cNvGraphicFramePr>
            <a:graphicFrameLocks noChangeAspect="1"/>
          </p:cNvGraphicFramePr>
          <p:nvPr/>
        </p:nvGraphicFramePr>
        <p:xfrm>
          <a:off x="381000" y="4762500"/>
          <a:ext cx="1371600" cy="517525"/>
        </p:xfrm>
        <a:graphic>
          <a:graphicData uri="http://schemas.openxmlformats.org/presentationml/2006/ole">
            <mc:AlternateContent xmlns:mc="http://schemas.openxmlformats.org/markup-compatibility/2006">
              <mc:Choice xmlns:v="urn:schemas-microsoft-com:vml" Requires="v">
                <p:oleObj spid="_x0000_s1031171" name="Equation" r:id="rId9" imgW="571320" imgH="215640" progId="Equation.3">
                  <p:embed/>
                </p:oleObj>
              </mc:Choice>
              <mc:Fallback>
                <p:oleObj name="Equation" r:id="rId9" imgW="571320" imgH="21564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4762500"/>
                        <a:ext cx="1371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1542" name="Object 6"/>
          <p:cNvGraphicFramePr>
            <a:graphicFrameLocks noChangeAspect="1"/>
          </p:cNvGraphicFramePr>
          <p:nvPr/>
        </p:nvGraphicFramePr>
        <p:xfrm>
          <a:off x="4191000" y="228600"/>
          <a:ext cx="4800600" cy="2295525"/>
        </p:xfrm>
        <a:graphic>
          <a:graphicData uri="http://schemas.openxmlformats.org/presentationml/2006/ole">
            <mc:AlternateContent xmlns:mc="http://schemas.openxmlformats.org/markup-compatibility/2006">
              <mc:Choice xmlns:v="urn:schemas-microsoft-com:vml" Requires="v">
                <p:oleObj spid="_x0000_s1031172" name="Equation" r:id="rId11" imgW="2019240" imgH="927000" progId="Equation.3">
                  <p:embed/>
                </p:oleObj>
              </mc:Choice>
              <mc:Fallback>
                <p:oleObj name="Equation" r:id="rId11" imgW="2019240" imgH="927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000" y="228600"/>
                        <a:ext cx="4800600" cy="229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1543" name="Object 7"/>
          <p:cNvGraphicFramePr>
            <a:graphicFrameLocks noChangeAspect="1"/>
          </p:cNvGraphicFramePr>
          <p:nvPr/>
        </p:nvGraphicFramePr>
        <p:xfrm>
          <a:off x="1905000" y="3919538"/>
          <a:ext cx="4876800" cy="2233612"/>
        </p:xfrm>
        <a:graphic>
          <a:graphicData uri="http://schemas.openxmlformats.org/presentationml/2006/ole">
            <mc:AlternateContent xmlns:mc="http://schemas.openxmlformats.org/markup-compatibility/2006">
              <mc:Choice xmlns:v="urn:schemas-microsoft-com:vml" Requires="v">
                <p:oleObj spid="_x0000_s1031173" name="Equation" r:id="rId13" imgW="2108160" imgH="927000" progId="Equation.3">
                  <p:embed/>
                </p:oleObj>
              </mc:Choice>
              <mc:Fallback>
                <p:oleObj name="Equation" r:id="rId13" imgW="2108160" imgH="9270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5000" y="3919538"/>
                        <a:ext cx="4876800" cy="2233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61544" name="Group 8"/>
          <p:cNvGrpSpPr>
            <a:grpSpLocks/>
          </p:cNvGrpSpPr>
          <p:nvPr/>
        </p:nvGrpSpPr>
        <p:grpSpPr bwMode="auto">
          <a:xfrm>
            <a:off x="228600" y="152400"/>
            <a:ext cx="8763000" cy="2514600"/>
            <a:chOff x="144" y="96"/>
            <a:chExt cx="5520" cy="1584"/>
          </a:xfrm>
        </p:grpSpPr>
        <p:sp>
          <p:nvSpPr>
            <p:cNvPr id="961545" name="Rectangle 9"/>
            <p:cNvSpPr>
              <a:spLocks noChangeArrowheads="1"/>
            </p:cNvSpPr>
            <p:nvPr/>
          </p:nvSpPr>
          <p:spPr bwMode="auto">
            <a:xfrm>
              <a:off x="144" y="96"/>
              <a:ext cx="5520" cy="1584"/>
            </a:xfrm>
            <a:prstGeom prst="rect">
              <a:avLst/>
            </a:prstGeom>
            <a:solidFill>
              <a:srgbClr val="FFFF00"/>
            </a:solidFill>
            <a:ln>
              <a:noFill/>
            </a:ln>
            <a:effectLst/>
            <a:extLs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graphicFrame>
          <p:nvGraphicFramePr>
            <p:cNvPr id="961546" name="Object 10"/>
            <p:cNvGraphicFramePr>
              <a:graphicFrameLocks noChangeAspect="1"/>
            </p:cNvGraphicFramePr>
            <p:nvPr/>
          </p:nvGraphicFramePr>
          <p:xfrm>
            <a:off x="921" y="144"/>
            <a:ext cx="3428" cy="1481"/>
          </p:xfrm>
          <a:graphic>
            <a:graphicData uri="http://schemas.openxmlformats.org/presentationml/2006/ole">
              <mc:AlternateContent xmlns:mc="http://schemas.openxmlformats.org/markup-compatibility/2006">
                <mc:Choice xmlns:v="urn:schemas-microsoft-com:vml" Requires="v">
                  <p:oleObj spid="_x0000_s1031174" name="Equation" r:id="rId15" imgW="2234880" imgH="927000" progId="Equation.3">
                    <p:embed/>
                  </p:oleObj>
                </mc:Choice>
                <mc:Fallback>
                  <p:oleObj name="Equation" r:id="rId15" imgW="2234880" imgH="9270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21" y="144"/>
                          <a:ext cx="3428" cy="148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61542"/>
                                        </p:tgtEl>
                                        <p:attrNameLst>
                                          <p:attrName>style.visibility</p:attrName>
                                        </p:attrNameLst>
                                      </p:cBhvr>
                                      <p:to>
                                        <p:strVal val="visible"/>
                                      </p:to>
                                    </p:set>
                                    <p:animEffect transition="in" filter="wipe(left)">
                                      <p:cBhvr>
                                        <p:cTn id="7" dur="500"/>
                                        <p:tgtEl>
                                          <p:spTgt spid="961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1539"/>
                                        </p:tgtEl>
                                        <p:attrNameLst>
                                          <p:attrName>style.visibility</p:attrName>
                                        </p:attrNameLst>
                                      </p:cBhvr>
                                      <p:to>
                                        <p:strVal val="visible"/>
                                      </p:to>
                                    </p:set>
                                    <p:animEffect transition="in" filter="wipe(left)">
                                      <p:cBhvr>
                                        <p:cTn id="12" dur="500"/>
                                        <p:tgtEl>
                                          <p:spTgt spid="9615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61540"/>
                                        </p:tgtEl>
                                        <p:attrNameLst>
                                          <p:attrName>style.visibility</p:attrName>
                                        </p:attrNameLst>
                                      </p:cBhvr>
                                      <p:to>
                                        <p:strVal val="visible"/>
                                      </p:to>
                                    </p:set>
                                    <p:animEffect transition="in" filter="wipe(left)">
                                      <p:cBhvr>
                                        <p:cTn id="17" dur="500"/>
                                        <p:tgtEl>
                                          <p:spTgt spid="9615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1541"/>
                                        </p:tgtEl>
                                        <p:attrNameLst>
                                          <p:attrName>style.visibility</p:attrName>
                                        </p:attrNameLst>
                                      </p:cBhvr>
                                      <p:to>
                                        <p:strVal val="visible"/>
                                      </p:to>
                                    </p:set>
                                    <p:animEffect transition="in" filter="wipe(left)">
                                      <p:cBhvr>
                                        <p:cTn id="22" dur="500"/>
                                        <p:tgtEl>
                                          <p:spTgt spid="9615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61544"/>
                                        </p:tgtEl>
                                        <p:attrNameLst>
                                          <p:attrName>style.visibility</p:attrName>
                                        </p:attrNameLst>
                                      </p:cBhvr>
                                      <p:to>
                                        <p:strVal val="visible"/>
                                      </p:to>
                                    </p:set>
                                    <p:animEffect transition="in" filter="wipe(left)">
                                      <p:cBhvr>
                                        <p:cTn id="27" dur="500"/>
                                        <p:tgtEl>
                                          <p:spTgt spid="9615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61543"/>
                                        </p:tgtEl>
                                        <p:attrNameLst>
                                          <p:attrName>style.visibility</p:attrName>
                                        </p:attrNameLst>
                                      </p:cBhvr>
                                      <p:to>
                                        <p:strVal val="visible"/>
                                      </p:to>
                                    </p:set>
                                    <p:animEffect transition="in" filter="wipe(left)">
                                      <p:cBhvr>
                                        <p:cTn id="32" dur="500"/>
                                        <p:tgtEl>
                                          <p:spTgt spid="961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5C819416-DF27-4688-84D0-F1A11543FD20}" type="slidenum">
              <a:rPr lang="zh-CN" altLang="en-US"/>
              <a:pPr/>
              <a:t>35</a:t>
            </a:fld>
            <a:endParaRPr lang="zh-CN" altLang="en-US"/>
          </a:p>
        </p:txBody>
      </p:sp>
      <p:graphicFrame>
        <p:nvGraphicFramePr>
          <p:cNvPr id="962562" name="Object 2"/>
          <p:cNvGraphicFramePr>
            <a:graphicFrameLocks noChangeAspect="1"/>
          </p:cNvGraphicFramePr>
          <p:nvPr/>
        </p:nvGraphicFramePr>
        <p:xfrm>
          <a:off x="152400" y="152400"/>
          <a:ext cx="4191000" cy="2303463"/>
        </p:xfrm>
        <a:graphic>
          <a:graphicData uri="http://schemas.openxmlformats.org/presentationml/2006/ole">
            <mc:AlternateContent xmlns:mc="http://schemas.openxmlformats.org/markup-compatibility/2006">
              <mc:Choice xmlns:v="urn:schemas-microsoft-com:vml" Requires="v">
                <p:oleObj spid="_x0000_s1032192" name="Equation" r:id="rId3" imgW="2108160" imgH="927000" progId="Equation.3">
                  <p:embed/>
                </p:oleObj>
              </mc:Choice>
              <mc:Fallback>
                <p:oleObj name="Equation" r:id="rId3" imgW="2108160" imgH="927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52400"/>
                        <a:ext cx="4191000" cy="230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3" name="Object 3"/>
          <p:cNvGraphicFramePr>
            <a:graphicFrameLocks noChangeAspect="1"/>
          </p:cNvGraphicFramePr>
          <p:nvPr/>
        </p:nvGraphicFramePr>
        <p:xfrm>
          <a:off x="4343400" y="152400"/>
          <a:ext cx="3048000" cy="2251075"/>
        </p:xfrm>
        <a:graphic>
          <a:graphicData uri="http://schemas.openxmlformats.org/presentationml/2006/ole">
            <mc:AlternateContent xmlns:mc="http://schemas.openxmlformats.org/markup-compatibility/2006">
              <mc:Choice xmlns:v="urn:schemas-microsoft-com:vml" Requires="v">
                <p:oleObj spid="_x0000_s1032193" name="Equation" r:id="rId5" imgW="1282680" imgH="927000" progId="Equation.3">
                  <p:embed/>
                </p:oleObj>
              </mc:Choice>
              <mc:Fallback>
                <p:oleObj name="Equation" r:id="rId5" imgW="1282680" imgH="92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52400"/>
                        <a:ext cx="3048000" cy="225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4" name="Object 4"/>
          <p:cNvGraphicFramePr>
            <a:graphicFrameLocks noChangeAspect="1"/>
          </p:cNvGraphicFramePr>
          <p:nvPr/>
        </p:nvGraphicFramePr>
        <p:xfrm>
          <a:off x="7404100" y="228600"/>
          <a:ext cx="1587500" cy="2225675"/>
        </p:xfrm>
        <a:graphic>
          <a:graphicData uri="http://schemas.openxmlformats.org/presentationml/2006/ole">
            <mc:AlternateContent xmlns:mc="http://schemas.openxmlformats.org/markup-compatibility/2006">
              <mc:Choice xmlns:v="urn:schemas-microsoft-com:vml" Requires="v">
                <p:oleObj spid="_x0000_s1032194" name="Equation" r:id="rId7" imgW="749160" imgH="927000" progId="Equation.3">
                  <p:embed/>
                </p:oleObj>
              </mc:Choice>
              <mc:Fallback>
                <p:oleObj name="Equation" r:id="rId7" imgW="749160" imgH="927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04100" y="228600"/>
                        <a:ext cx="1587500"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5" name="Object 5"/>
          <p:cNvGraphicFramePr>
            <a:graphicFrameLocks noChangeAspect="1"/>
          </p:cNvGraphicFramePr>
          <p:nvPr/>
        </p:nvGraphicFramePr>
        <p:xfrm>
          <a:off x="304800" y="3314700"/>
          <a:ext cx="1157288" cy="517525"/>
        </p:xfrm>
        <a:graphic>
          <a:graphicData uri="http://schemas.openxmlformats.org/presentationml/2006/ole">
            <mc:AlternateContent xmlns:mc="http://schemas.openxmlformats.org/markup-compatibility/2006">
              <mc:Choice xmlns:v="urn:schemas-microsoft-com:vml" Requires="v">
                <p:oleObj spid="_x0000_s1032195" name="Equation" r:id="rId9" imgW="482400" imgH="215640" progId="Equation.3">
                  <p:embed/>
                </p:oleObj>
              </mc:Choice>
              <mc:Fallback>
                <p:oleObj name="Equation" r:id="rId9" imgW="482400" imgH="21564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3314700"/>
                        <a:ext cx="1157288"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6" name="Object 6"/>
          <p:cNvGraphicFramePr>
            <a:graphicFrameLocks noChangeAspect="1"/>
          </p:cNvGraphicFramePr>
          <p:nvPr/>
        </p:nvGraphicFramePr>
        <p:xfrm>
          <a:off x="1493838" y="2538413"/>
          <a:ext cx="3763962" cy="2146300"/>
        </p:xfrm>
        <a:graphic>
          <a:graphicData uri="http://schemas.openxmlformats.org/presentationml/2006/ole">
            <mc:AlternateContent xmlns:mc="http://schemas.openxmlformats.org/markup-compatibility/2006">
              <mc:Choice xmlns:v="urn:schemas-microsoft-com:vml" Requires="v">
                <p:oleObj spid="_x0000_s1032196" name="Equation" r:id="rId11" imgW="1854000" imgH="927000" progId="Equation.3">
                  <p:embed/>
                </p:oleObj>
              </mc:Choice>
              <mc:Fallback>
                <p:oleObj name="Equation" r:id="rId11" imgW="1854000" imgH="927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3838" y="2538413"/>
                        <a:ext cx="3763962" cy="214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7" name="Object 7"/>
          <p:cNvGraphicFramePr>
            <a:graphicFrameLocks noChangeAspect="1"/>
          </p:cNvGraphicFramePr>
          <p:nvPr/>
        </p:nvGraphicFramePr>
        <p:xfrm>
          <a:off x="5257800" y="2514600"/>
          <a:ext cx="3205163" cy="2190750"/>
        </p:xfrm>
        <a:graphic>
          <a:graphicData uri="http://schemas.openxmlformats.org/presentationml/2006/ole">
            <mc:AlternateContent xmlns:mc="http://schemas.openxmlformats.org/markup-compatibility/2006">
              <mc:Choice xmlns:v="urn:schemas-microsoft-com:vml" Requires="v">
                <p:oleObj spid="_x0000_s1032197" name="Equation" r:id="rId13" imgW="1384200" imgH="927000" progId="Equation.3">
                  <p:embed/>
                </p:oleObj>
              </mc:Choice>
              <mc:Fallback>
                <p:oleObj name="Equation" r:id="rId13" imgW="1384200" imgH="9270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7800" y="2514600"/>
                        <a:ext cx="3205163" cy="219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68" name="Object 8"/>
          <p:cNvGraphicFramePr>
            <a:graphicFrameLocks noChangeAspect="1"/>
          </p:cNvGraphicFramePr>
          <p:nvPr/>
        </p:nvGraphicFramePr>
        <p:xfrm>
          <a:off x="457200" y="4699000"/>
          <a:ext cx="4343400" cy="1971675"/>
        </p:xfrm>
        <a:graphic>
          <a:graphicData uri="http://schemas.openxmlformats.org/presentationml/2006/ole">
            <mc:AlternateContent xmlns:mc="http://schemas.openxmlformats.org/markup-compatibility/2006">
              <mc:Choice xmlns:v="urn:schemas-microsoft-com:vml" Requires="v">
                <p:oleObj spid="_x0000_s1032198" name="Equation" r:id="rId15" imgW="2044440" imgH="927000" progId="Equation.3">
                  <p:embed/>
                </p:oleObj>
              </mc:Choice>
              <mc:Fallback>
                <p:oleObj name="Equation" r:id="rId15" imgW="2044440" imgH="9270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200" y="4699000"/>
                        <a:ext cx="4343400" cy="197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62569" name="Group 9"/>
          <p:cNvGrpSpPr>
            <a:grpSpLocks/>
          </p:cNvGrpSpPr>
          <p:nvPr/>
        </p:nvGrpSpPr>
        <p:grpSpPr bwMode="auto">
          <a:xfrm>
            <a:off x="152400" y="76200"/>
            <a:ext cx="8763000" cy="2514600"/>
            <a:chOff x="144" y="96"/>
            <a:chExt cx="5520" cy="1584"/>
          </a:xfrm>
        </p:grpSpPr>
        <p:sp>
          <p:nvSpPr>
            <p:cNvPr id="962570" name="Rectangle 10"/>
            <p:cNvSpPr>
              <a:spLocks noChangeArrowheads="1"/>
            </p:cNvSpPr>
            <p:nvPr/>
          </p:nvSpPr>
          <p:spPr bwMode="auto">
            <a:xfrm>
              <a:off x="144" y="96"/>
              <a:ext cx="5520" cy="1584"/>
            </a:xfrm>
            <a:prstGeom prst="rect">
              <a:avLst/>
            </a:prstGeom>
            <a:solidFill>
              <a:srgbClr val="FFFF00"/>
            </a:solidFill>
            <a:ln>
              <a:noFill/>
            </a:ln>
            <a:effectLst/>
            <a:extLs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graphicFrame>
          <p:nvGraphicFramePr>
            <p:cNvPr id="962571" name="Object 11"/>
            <p:cNvGraphicFramePr>
              <a:graphicFrameLocks noChangeAspect="1"/>
            </p:cNvGraphicFramePr>
            <p:nvPr/>
          </p:nvGraphicFramePr>
          <p:xfrm>
            <a:off x="921" y="144"/>
            <a:ext cx="3428" cy="1481"/>
          </p:xfrm>
          <a:graphic>
            <a:graphicData uri="http://schemas.openxmlformats.org/presentationml/2006/ole">
              <mc:AlternateContent xmlns:mc="http://schemas.openxmlformats.org/markup-compatibility/2006">
                <mc:Choice xmlns:v="urn:schemas-microsoft-com:vml" Requires="v">
                  <p:oleObj spid="_x0000_s1032199" name="Equation" r:id="rId17" imgW="2234880" imgH="927000" progId="Equation.3">
                    <p:embed/>
                  </p:oleObj>
                </mc:Choice>
                <mc:Fallback>
                  <p:oleObj name="Equation" r:id="rId17" imgW="2234880" imgH="927000"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21" y="144"/>
                          <a:ext cx="3428" cy="148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62563"/>
                                        </p:tgtEl>
                                        <p:attrNameLst>
                                          <p:attrName>style.visibility</p:attrName>
                                        </p:attrNameLst>
                                      </p:cBhvr>
                                      <p:to>
                                        <p:strVal val="visible"/>
                                      </p:to>
                                    </p:set>
                                    <p:animEffect transition="in" filter="wipe(left)">
                                      <p:cBhvr>
                                        <p:cTn id="7" dur="500"/>
                                        <p:tgtEl>
                                          <p:spTgt spid="9625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2564"/>
                                        </p:tgtEl>
                                        <p:attrNameLst>
                                          <p:attrName>style.visibility</p:attrName>
                                        </p:attrNameLst>
                                      </p:cBhvr>
                                      <p:to>
                                        <p:strVal val="visible"/>
                                      </p:to>
                                    </p:set>
                                    <p:animEffect transition="in" filter="wipe(left)">
                                      <p:cBhvr>
                                        <p:cTn id="12" dur="500"/>
                                        <p:tgtEl>
                                          <p:spTgt spid="9625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62565"/>
                                        </p:tgtEl>
                                        <p:attrNameLst>
                                          <p:attrName>style.visibility</p:attrName>
                                        </p:attrNameLst>
                                      </p:cBhvr>
                                      <p:to>
                                        <p:strVal val="visible"/>
                                      </p:to>
                                    </p:set>
                                    <p:animEffect transition="in" filter="wipe(left)">
                                      <p:cBhvr>
                                        <p:cTn id="17" dur="500"/>
                                        <p:tgtEl>
                                          <p:spTgt spid="9625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2569"/>
                                        </p:tgtEl>
                                        <p:attrNameLst>
                                          <p:attrName>style.visibility</p:attrName>
                                        </p:attrNameLst>
                                      </p:cBhvr>
                                      <p:to>
                                        <p:strVal val="visible"/>
                                      </p:to>
                                    </p:set>
                                    <p:animEffect transition="in" filter="wipe(left)">
                                      <p:cBhvr>
                                        <p:cTn id="22" dur="500"/>
                                        <p:tgtEl>
                                          <p:spTgt spid="9625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62566"/>
                                        </p:tgtEl>
                                        <p:attrNameLst>
                                          <p:attrName>style.visibility</p:attrName>
                                        </p:attrNameLst>
                                      </p:cBhvr>
                                      <p:to>
                                        <p:strVal val="visible"/>
                                      </p:to>
                                    </p:set>
                                    <p:animEffect transition="in" filter="wipe(left)">
                                      <p:cBhvr>
                                        <p:cTn id="27" dur="500"/>
                                        <p:tgtEl>
                                          <p:spTgt spid="9625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62567"/>
                                        </p:tgtEl>
                                        <p:attrNameLst>
                                          <p:attrName>style.visibility</p:attrName>
                                        </p:attrNameLst>
                                      </p:cBhvr>
                                      <p:to>
                                        <p:strVal val="visible"/>
                                      </p:to>
                                    </p:set>
                                    <p:animEffect transition="in" filter="wipe(left)">
                                      <p:cBhvr>
                                        <p:cTn id="32" dur="500"/>
                                        <p:tgtEl>
                                          <p:spTgt spid="9625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62568"/>
                                        </p:tgtEl>
                                        <p:attrNameLst>
                                          <p:attrName>style.visibility</p:attrName>
                                        </p:attrNameLst>
                                      </p:cBhvr>
                                      <p:to>
                                        <p:strVal val="visible"/>
                                      </p:to>
                                    </p:set>
                                    <p:animEffect transition="in" filter="wipe(left)">
                                      <p:cBhvr>
                                        <p:cTn id="37" dur="500"/>
                                        <p:tgtEl>
                                          <p:spTgt spid="962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567B9017-FAD1-465B-8D24-64E74704735F}" type="slidenum">
              <a:rPr lang="zh-CN" altLang="en-US"/>
              <a:pPr/>
              <a:t>36</a:t>
            </a:fld>
            <a:endParaRPr lang="zh-CN" altLang="en-US"/>
          </a:p>
        </p:txBody>
      </p:sp>
      <p:sp>
        <p:nvSpPr>
          <p:cNvPr id="963586" name="Text Box 2"/>
          <p:cNvSpPr txBox="1">
            <a:spLocks noChangeArrowheads="1"/>
          </p:cNvSpPr>
          <p:nvPr/>
        </p:nvSpPr>
        <p:spPr bwMode="auto">
          <a:xfrm>
            <a:off x="381000" y="2667000"/>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正交化，</a:t>
            </a:r>
          </a:p>
        </p:txBody>
      </p:sp>
      <p:graphicFrame>
        <p:nvGraphicFramePr>
          <p:cNvPr id="963587" name="Object 3"/>
          <p:cNvGraphicFramePr>
            <a:graphicFrameLocks noChangeAspect="1"/>
          </p:cNvGraphicFramePr>
          <p:nvPr/>
        </p:nvGraphicFramePr>
        <p:xfrm>
          <a:off x="609600" y="381000"/>
          <a:ext cx="4572000" cy="2074863"/>
        </p:xfrm>
        <a:graphic>
          <a:graphicData uri="http://schemas.openxmlformats.org/presentationml/2006/ole">
            <mc:AlternateContent xmlns:mc="http://schemas.openxmlformats.org/markup-compatibility/2006">
              <mc:Choice xmlns:v="urn:schemas-microsoft-com:vml" Requires="v">
                <p:oleObj spid="_x0000_s1033216" name="Equation" r:id="rId3" imgW="2044440" imgH="927000" progId="Equation.3">
                  <p:embed/>
                </p:oleObj>
              </mc:Choice>
              <mc:Fallback>
                <p:oleObj name="Equation" r:id="rId3" imgW="2044440" imgH="927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81000"/>
                        <a:ext cx="4572000" cy="207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3588" name="Object 4"/>
          <p:cNvGraphicFramePr>
            <a:graphicFrameLocks noChangeAspect="1"/>
          </p:cNvGraphicFramePr>
          <p:nvPr/>
        </p:nvGraphicFramePr>
        <p:xfrm>
          <a:off x="838200" y="3124200"/>
          <a:ext cx="2728913" cy="2224088"/>
        </p:xfrm>
        <a:graphic>
          <a:graphicData uri="http://schemas.openxmlformats.org/presentationml/2006/ole">
            <mc:AlternateContent xmlns:mc="http://schemas.openxmlformats.org/markup-compatibility/2006">
              <mc:Choice xmlns:v="urn:schemas-microsoft-com:vml" Requires="v">
                <p:oleObj spid="_x0000_s1033217" name="Equation" r:id="rId5" imgW="1066680" imgH="927000" progId="Equation.3">
                  <p:embed/>
                </p:oleObj>
              </mc:Choice>
              <mc:Fallback>
                <p:oleObj name="Equation" r:id="rId5" imgW="1066680" imgH="927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124200"/>
                        <a:ext cx="2728913"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3589" name="Object 5"/>
          <p:cNvGraphicFramePr>
            <a:graphicFrameLocks noChangeAspect="1"/>
          </p:cNvGraphicFramePr>
          <p:nvPr/>
        </p:nvGraphicFramePr>
        <p:xfrm>
          <a:off x="3581400" y="3124200"/>
          <a:ext cx="1755775" cy="2224088"/>
        </p:xfrm>
        <a:graphic>
          <a:graphicData uri="http://schemas.openxmlformats.org/presentationml/2006/ole">
            <mc:AlternateContent xmlns:mc="http://schemas.openxmlformats.org/markup-compatibility/2006">
              <mc:Choice xmlns:v="urn:schemas-microsoft-com:vml" Requires="v">
                <p:oleObj spid="_x0000_s1033218" name="Equation" r:id="rId7" imgW="685800" imgH="927000" progId="Equation.3">
                  <p:embed/>
                </p:oleObj>
              </mc:Choice>
              <mc:Fallback>
                <p:oleObj name="Equation" r:id="rId7" imgW="685800" imgH="9270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124200"/>
                        <a:ext cx="1755775"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3590" name="Object 6"/>
          <p:cNvGraphicFramePr>
            <a:graphicFrameLocks noChangeAspect="1"/>
          </p:cNvGraphicFramePr>
          <p:nvPr/>
        </p:nvGraphicFramePr>
        <p:xfrm>
          <a:off x="5486400" y="3124200"/>
          <a:ext cx="1951038" cy="2224088"/>
        </p:xfrm>
        <a:graphic>
          <a:graphicData uri="http://schemas.openxmlformats.org/presentationml/2006/ole">
            <mc:AlternateContent xmlns:mc="http://schemas.openxmlformats.org/markup-compatibility/2006">
              <mc:Choice xmlns:v="urn:schemas-microsoft-com:vml" Requires="v">
                <p:oleObj spid="_x0000_s1033219" name="Equation" r:id="rId9" imgW="761760" imgH="927000" progId="Equation.3">
                  <p:embed/>
                </p:oleObj>
              </mc:Choice>
              <mc:Fallback>
                <p:oleObj name="Equation" r:id="rId9" imgW="761760" imgH="927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6400" y="3124200"/>
                        <a:ext cx="1951038"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3586"/>
                                        </p:tgtEl>
                                        <p:attrNameLst>
                                          <p:attrName>style.visibility</p:attrName>
                                        </p:attrNameLst>
                                      </p:cBhvr>
                                      <p:to>
                                        <p:strVal val="visible"/>
                                      </p:to>
                                    </p:set>
                                    <p:animEffect transition="in" filter="wipe(left)">
                                      <p:cBhvr>
                                        <p:cTn id="7" dur="500"/>
                                        <p:tgtEl>
                                          <p:spTgt spid="963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3588"/>
                                        </p:tgtEl>
                                        <p:attrNameLst>
                                          <p:attrName>style.visibility</p:attrName>
                                        </p:attrNameLst>
                                      </p:cBhvr>
                                      <p:to>
                                        <p:strVal val="visible"/>
                                      </p:to>
                                    </p:set>
                                    <p:animEffect transition="in" filter="wipe(left)">
                                      <p:cBhvr>
                                        <p:cTn id="12" dur="500"/>
                                        <p:tgtEl>
                                          <p:spTgt spid="9635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63589"/>
                                        </p:tgtEl>
                                        <p:attrNameLst>
                                          <p:attrName>style.visibility</p:attrName>
                                        </p:attrNameLst>
                                      </p:cBhvr>
                                      <p:to>
                                        <p:strVal val="visible"/>
                                      </p:to>
                                    </p:set>
                                    <p:animEffect transition="in" filter="wipe(left)">
                                      <p:cBhvr>
                                        <p:cTn id="17" dur="500"/>
                                        <p:tgtEl>
                                          <p:spTgt spid="9635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3590"/>
                                        </p:tgtEl>
                                        <p:attrNameLst>
                                          <p:attrName>style.visibility</p:attrName>
                                        </p:attrNameLst>
                                      </p:cBhvr>
                                      <p:to>
                                        <p:strVal val="visible"/>
                                      </p:to>
                                    </p:set>
                                    <p:animEffect transition="in" filter="wipe(left)">
                                      <p:cBhvr>
                                        <p:cTn id="22" dur="500"/>
                                        <p:tgtEl>
                                          <p:spTgt spid="963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6"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2B4A554C-9F16-42A1-AB50-7EA71422783A}" type="slidenum">
              <a:rPr lang="zh-CN" altLang="en-US"/>
              <a:pPr/>
              <a:t>37</a:t>
            </a:fld>
            <a:endParaRPr lang="zh-CN" altLang="en-US"/>
          </a:p>
        </p:txBody>
      </p:sp>
      <p:graphicFrame>
        <p:nvGraphicFramePr>
          <p:cNvPr id="964610" name="Object 2"/>
          <p:cNvGraphicFramePr>
            <a:graphicFrameLocks noChangeAspect="1"/>
          </p:cNvGraphicFramePr>
          <p:nvPr/>
        </p:nvGraphicFramePr>
        <p:xfrm>
          <a:off x="5334000" y="381000"/>
          <a:ext cx="1871663" cy="2133600"/>
        </p:xfrm>
        <a:graphic>
          <a:graphicData uri="http://schemas.openxmlformats.org/presentationml/2006/ole">
            <mc:AlternateContent xmlns:mc="http://schemas.openxmlformats.org/markup-compatibility/2006">
              <mc:Choice xmlns:v="urn:schemas-microsoft-com:vml" Requires="v">
                <p:oleObj spid="_x0000_s1034240" name="Equation" r:id="rId3" imgW="761760" imgH="927000" progId="Equation.3">
                  <p:embed/>
                </p:oleObj>
              </mc:Choice>
              <mc:Fallback>
                <p:oleObj name="Equation" r:id="rId3" imgW="761760" imgH="927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81000"/>
                        <a:ext cx="1871663" cy="213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4611" name="Object 3"/>
          <p:cNvGraphicFramePr>
            <a:graphicFrameLocks noChangeAspect="1"/>
          </p:cNvGraphicFramePr>
          <p:nvPr/>
        </p:nvGraphicFramePr>
        <p:xfrm>
          <a:off x="457200" y="2743200"/>
          <a:ext cx="4743450" cy="2224088"/>
        </p:xfrm>
        <a:graphic>
          <a:graphicData uri="http://schemas.openxmlformats.org/presentationml/2006/ole">
            <mc:AlternateContent xmlns:mc="http://schemas.openxmlformats.org/markup-compatibility/2006">
              <mc:Choice xmlns:v="urn:schemas-microsoft-com:vml" Requires="v">
                <p:oleObj spid="_x0000_s1034241" name="Equation" r:id="rId5" imgW="1854000" imgH="927000" progId="Equation.3">
                  <p:embed/>
                </p:oleObj>
              </mc:Choice>
              <mc:Fallback>
                <p:oleObj name="Equation" r:id="rId5" imgW="1854000" imgH="92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743200"/>
                        <a:ext cx="4743450"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4612" name="Object 4"/>
          <p:cNvGraphicFramePr>
            <a:graphicFrameLocks noChangeAspect="1"/>
          </p:cNvGraphicFramePr>
          <p:nvPr/>
        </p:nvGraphicFramePr>
        <p:xfrm>
          <a:off x="5100638" y="2743200"/>
          <a:ext cx="1787525" cy="2224088"/>
        </p:xfrm>
        <a:graphic>
          <a:graphicData uri="http://schemas.openxmlformats.org/presentationml/2006/ole">
            <mc:AlternateContent xmlns:mc="http://schemas.openxmlformats.org/markup-compatibility/2006">
              <mc:Choice xmlns:v="urn:schemas-microsoft-com:vml" Requires="v">
                <p:oleObj spid="_x0000_s1034242" name="Equation" r:id="rId7" imgW="698400" imgH="927000" progId="Equation.3">
                  <p:embed/>
                </p:oleObj>
              </mc:Choice>
              <mc:Fallback>
                <p:oleObj name="Equation" r:id="rId7" imgW="698400" imgH="927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0638" y="2743200"/>
                        <a:ext cx="1787525"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4613" name="Object 5"/>
          <p:cNvGraphicFramePr>
            <a:graphicFrameLocks noChangeAspect="1"/>
          </p:cNvGraphicFramePr>
          <p:nvPr/>
        </p:nvGraphicFramePr>
        <p:xfrm>
          <a:off x="6934200" y="2806700"/>
          <a:ext cx="1949450" cy="2224088"/>
        </p:xfrm>
        <a:graphic>
          <a:graphicData uri="http://schemas.openxmlformats.org/presentationml/2006/ole">
            <mc:AlternateContent xmlns:mc="http://schemas.openxmlformats.org/markup-compatibility/2006">
              <mc:Choice xmlns:v="urn:schemas-microsoft-com:vml" Requires="v">
                <p:oleObj spid="_x0000_s1034243" name="Equation" r:id="rId9" imgW="761760" imgH="927000" progId="Equation.3">
                  <p:embed/>
                </p:oleObj>
              </mc:Choice>
              <mc:Fallback>
                <p:oleObj name="Equation" r:id="rId9" imgW="761760" imgH="927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4200" y="2806700"/>
                        <a:ext cx="1949450"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4614" name="Object 6"/>
          <p:cNvGraphicFramePr>
            <a:graphicFrameLocks noChangeAspect="1"/>
          </p:cNvGraphicFramePr>
          <p:nvPr/>
        </p:nvGraphicFramePr>
        <p:xfrm>
          <a:off x="609600" y="381000"/>
          <a:ext cx="4572000" cy="2074863"/>
        </p:xfrm>
        <a:graphic>
          <a:graphicData uri="http://schemas.openxmlformats.org/presentationml/2006/ole">
            <mc:AlternateContent xmlns:mc="http://schemas.openxmlformats.org/markup-compatibility/2006">
              <mc:Choice xmlns:v="urn:schemas-microsoft-com:vml" Requires="v">
                <p:oleObj spid="_x0000_s1034244" name="Equation" r:id="rId11" imgW="2044440" imgH="927000" progId="Equation.3">
                  <p:embed/>
                </p:oleObj>
              </mc:Choice>
              <mc:Fallback>
                <p:oleObj name="Equation" r:id="rId11" imgW="2044440" imgH="927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381000"/>
                        <a:ext cx="4572000" cy="207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64611"/>
                                        </p:tgtEl>
                                        <p:attrNameLst>
                                          <p:attrName>style.visibility</p:attrName>
                                        </p:attrNameLst>
                                      </p:cBhvr>
                                      <p:to>
                                        <p:strVal val="visible"/>
                                      </p:to>
                                    </p:set>
                                    <p:animEffect transition="in" filter="wipe(left)">
                                      <p:cBhvr>
                                        <p:cTn id="7" dur="500"/>
                                        <p:tgtEl>
                                          <p:spTgt spid="9646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4612"/>
                                        </p:tgtEl>
                                        <p:attrNameLst>
                                          <p:attrName>style.visibility</p:attrName>
                                        </p:attrNameLst>
                                      </p:cBhvr>
                                      <p:to>
                                        <p:strVal val="visible"/>
                                      </p:to>
                                    </p:set>
                                    <p:animEffect transition="in" filter="wipe(left)">
                                      <p:cBhvr>
                                        <p:cTn id="12" dur="500"/>
                                        <p:tgtEl>
                                          <p:spTgt spid="964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64613"/>
                                        </p:tgtEl>
                                        <p:attrNameLst>
                                          <p:attrName>style.visibility</p:attrName>
                                        </p:attrNameLst>
                                      </p:cBhvr>
                                      <p:to>
                                        <p:strVal val="visible"/>
                                      </p:to>
                                    </p:set>
                                    <p:animEffect transition="in" filter="wipe(left)">
                                      <p:cBhvr>
                                        <p:cTn id="17" dur="500"/>
                                        <p:tgtEl>
                                          <p:spTgt spid="964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EDBA3B96-32F9-411F-9E48-E10052C4F9CB}" type="slidenum">
              <a:rPr lang="zh-CN" altLang="en-US"/>
              <a:pPr/>
              <a:t>38</a:t>
            </a:fld>
            <a:endParaRPr lang="zh-CN" altLang="en-US"/>
          </a:p>
        </p:txBody>
      </p:sp>
      <p:graphicFrame>
        <p:nvGraphicFramePr>
          <p:cNvPr id="965634" name="Object 2"/>
          <p:cNvGraphicFramePr>
            <a:graphicFrameLocks noChangeAspect="1"/>
          </p:cNvGraphicFramePr>
          <p:nvPr/>
        </p:nvGraphicFramePr>
        <p:xfrm>
          <a:off x="457200" y="76200"/>
          <a:ext cx="1587500" cy="2225675"/>
        </p:xfrm>
        <a:graphic>
          <a:graphicData uri="http://schemas.openxmlformats.org/presentationml/2006/ole">
            <mc:AlternateContent xmlns:mc="http://schemas.openxmlformats.org/markup-compatibility/2006">
              <mc:Choice xmlns:v="urn:schemas-microsoft-com:vml" Requires="v">
                <p:oleObj spid="_x0000_s1035264" name="Equation" r:id="rId3" imgW="749160" imgH="927000" progId="Equation.3">
                  <p:embed/>
                </p:oleObj>
              </mc:Choice>
              <mc:Fallback>
                <p:oleObj name="Equation" r:id="rId3" imgW="749160" imgH="927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76200"/>
                        <a:ext cx="1587500"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5635" name="Object 3"/>
          <p:cNvGraphicFramePr>
            <a:graphicFrameLocks noChangeAspect="1"/>
          </p:cNvGraphicFramePr>
          <p:nvPr/>
        </p:nvGraphicFramePr>
        <p:xfrm>
          <a:off x="2286000" y="76200"/>
          <a:ext cx="1662113" cy="2209800"/>
        </p:xfrm>
        <a:graphic>
          <a:graphicData uri="http://schemas.openxmlformats.org/presentationml/2006/ole">
            <mc:AlternateContent xmlns:mc="http://schemas.openxmlformats.org/markup-compatibility/2006">
              <mc:Choice xmlns:v="urn:schemas-microsoft-com:vml" Requires="v">
                <p:oleObj spid="_x0000_s1035265" name="Equation" r:id="rId5" imgW="698400" imgH="927000" progId="Equation.3">
                  <p:embed/>
                </p:oleObj>
              </mc:Choice>
              <mc:Fallback>
                <p:oleObj name="Equation" r:id="rId5" imgW="698400" imgH="92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76200"/>
                        <a:ext cx="1662113"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5636" name="Object 4"/>
          <p:cNvGraphicFramePr>
            <a:graphicFrameLocks noChangeAspect="1"/>
          </p:cNvGraphicFramePr>
          <p:nvPr/>
        </p:nvGraphicFramePr>
        <p:xfrm>
          <a:off x="3962400" y="152400"/>
          <a:ext cx="1871663" cy="2133600"/>
        </p:xfrm>
        <a:graphic>
          <a:graphicData uri="http://schemas.openxmlformats.org/presentationml/2006/ole">
            <mc:AlternateContent xmlns:mc="http://schemas.openxmlformats.org/markup-compatibility/2006">
              <mc:Choice xmlns:v="urn:schemas-microsoft-com:vml" Requires="v">
                <p:oleObj spid="_x0000_s1035266" name="Equation" r:id="rId7" imgW="761760" imgH="927000" progId="Equation.3">
                  <p:embed/>
                </p:oleObj>
              </mc:Choice>
              <mc:Fallback>
                <p:oleObj name="Equation" r:id="rId7" imgW="761760" imgH="927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152400"/>
                        <a:ext cx="1871663" cy="213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5637" name="Object 5"/>
          <p:cNvGraphicFramePr>
            <a:graphicFrameLocks noChangeAspect="1"/>
          </p:cNvGraphicFramePr>
          <p:nvPr/>
        </p:nvGraphicFramePr>
        <p:xfrm>
          <a:off x="6096000" y="152400"/>
          <a:ext cx="1949450" cy="2224088"/>
        </p:xfrm>
        <a:graphic>
          <a:graphicData uri="http://schemas.openxmlformats.org/presentationml/2006/ole">
            <mc:AlternateContent xmlns:mc="http://schemas.openxmlformats.org/markup-compatibility/2006">
              <mc:Choice xmlns:v="urn:schemas-microsoft-com:vml" Requires="v">
                <p:oleObj spid="_x0000_s1035267" name="Equation" r:id="rId9" imgW="761760" imgH="927000" progId="Equation.3">
                  <p:embed/>
                </p:oleObj>
              </mc:Choice>
              <mc:Fallback>
                <p:oleObj name="Equation" r:id="rId9" imgW="761760" imgH="927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152400"/>
                        <a:ext cx="1949450" cy="222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5638" name="Object 6"/>
          <p:cNvGraphicFramePr>
            <a:graphicFrameLocks noChangeAspect="1"/>
          </p:cNvGraphicFramePr>
          <p:nvPr/>
        </p:nvGraphicFramePr>
        <p:xfrm>
          <a:off x="914400" y="2971800"/>
          <a:ext cx="6324600" cy="2363788"/>
        </p:xfrm>
        <a:graphic>
          <a:graphicData uri="http://schemas.openxmlformats.org/presentationml/2006/ole">
            <mc:AlternateContent xmlns:mc="http://schemas.openxmlformats.org/markup-compatibility/2006">
              <mc:Choice xmlns:v="urn:schemas-microsoft-com:vml" Requires="v">
                <p:oleObj spid="_x0000_s1035268" name="Equation" r:id="rId11" imgW="2463480" imgH="965160" progId="Equation.3">
                  <p:embed/>
                </p:oleObj>
              </mc:Choice>
              <mc:Fallback>
                <p:oleObj name="Equation" r:id="rId11" imgW="2463480" imgH="96516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2971800"/>
                        <a:ext cx="6324600" cy="236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5639" name="Text Box 7"/>
          <p:cNvSpPr txBox="1">
            <a:spLocks noChangeArrowheads="1"/>
          </p:cNvSpPr>
          <p:nvPr/>
        </p:nvSpPr>
        <p:spPr bwMode="auto">
          <a:xfrm>
            <a:off x="304800" y="2362200"/>
            <a:ext cx="8153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再单位化，合在一起，即得所求正交</a:t>
            </a:r>
            <a:r>
              <a:rPr lang="zh-CN" altLang="en-US">
                <a:latin typeface="Times New Roman" panose="02020603050405020304" pitchFamily="18" charset="0"/>
              </a:rPr>
              <a:t>替</a:t>
            </a:r>
            <a:r>
              <a:rPr lang="zh-CN" altLang="en-US"/>
              <a:t>换的矩阵</a:t>
            </a:r>
          </a:p>
        </p:txBody>
      </p:sp>
      <p:sp>
        <p:nvSpPr>
          <p:cNvPr id="965640" name="Text Box 8"/>
          <p:cNvSpPr txBox="1">
            <a:spLocks noChangeArrowheads="1"/>
          </p:cNvSpPr>
          <p:nvPr/>
        </p:nvSpPr>
        <p:spPr bwMode="auto">
          <a:xfrm>
            <a:off x="381000" y="5257800"/>
            <a:ext cx="289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所作正交</a:t>
            </a:r>
            <a:r>
              <a:rPr lang="zh-CN" altLang="en-US">
                <a:latin typeface="Times New Roman" panose="02020603050405020304" pitchFamily="18" charset="0"/>
              </a:rPr>
              <a:t>替</a:t>
            </a:r>
            <a:r>
              <a:rPr lang="zh-CN" altLang="en-US">
                <a:solidFill>
                  <a:srgbClr val="000000"/>
                </a:solidFill>
                <a:latin typeface="Times New Roman" panose="02020603050405020304" pitchFamily="18" charset="0"/>
              </a:rPr>
              <a:t>换为</a:t>
            </a:r>
          </a:p>
        </p:txBody>
      </p:sp>
      <p:graphicFrame>
        <p:nvGraphicFramePr>
          <p:cNvPr id="965641" name="Object 9"/>
          <p:cNvGraphicFramePr>
            <a:graphicFrameLocks noChangeAspect="1"/>
          </p:cNvGraphicFramePr>
          <p:nvPr/>
        </p:nvGraphicFramePr>
        <p:xfrm>
          <a:off x="3108325" y="5334000"/>
          <a:ext cx="1555750" cy="496888"/>
        </p:xfrm>
        <a:graphic>
          <a:graphicData uri="http://schemas.openxmlformats.org/presentationml/2006/ole">
            <mc:AlternateContent xmlns:mc="http://schemas.openxmlformats.org/markup-compatibility/2006">
              <mc:Choice xmlns:v="urn:schemas-microsoft-com:vml" Requires="v">
                <p:oleObj spid="_x0000_s1035269" name="Equation" r:id="rId13" imgW="634680" imgH="203040" progId="Equation.3">
                  <p:embed/>
                </p:oleObj>
              </mc:Choice>
              <mc:Fallback>
                <p:oleObj name="Equation" r:id="rId13" imgW="634680" imgH="20304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08325" y="5334000"/>
                        <a:ext cx="155575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5642" name="Object 10"/>
          <p:cNvGraphicFramePr>
            <a:graphicFrameLocks noChangeAspect="1"/>
          </p:cNvGraphicFramePr>
          <p:nvPr/>
        </p:nvGraphicFramePr>
        <p:xfrm>
          <a:off x="1981200" y="5867400"/>
          <a:ext cx="4038600" cy="604838"/>
        </p:xfrm>
        <a:graphic>
          <a:graphicData uri="http://schemas.openxmlformats.org/presentationml/2006/ole">
            <mc:AlternateContent xmlns:mc="http://schemas.openxmlformats.org/markup-compatibility/2006">
              <mc:Choice xmlns:v="urn:schemas-microsoft-com:vml" Requires="v">
                <p:oleObj spid="_x0000_s1035270" name="Equation" r:id="rId15" imgW="1612800" imgH="241200" progId="Equation.3">
                  <p:embed/>
                </p:oleObj>
              </mc:Choice>
              <mc:Fallback>
                <p:oleObj name="Equation" r:id="rId15" imgW="1612800" imgH="2412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81200" y="5867400"/>
                        <a:ext cx="40386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5643" name="Text Box 11"/>
          <p:cNvSpPr txBox="1">
            <a:spLocks noChangeArrowheads="1"/>
          </p:cNvSpPr>
          <p:nvPr/>
        </p:nvSpPr>
        <p:spPr bwMode="auto">
          <a:xfrm>
            <a:off x="387350" y="5880100"/>
            <a:ext cx="1905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标准形为</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5639"/>
                                        </p:tgtEl>
                                        <p:attrNameLst>
                                          <p:attrName>style.visibility</p:attrName>
                                        </p:attrNameLst>
                                      </p:cBhvr>
                                      <p:to>
                                        <p:strVal val="visible"/>
                                      </p:to>
                                    </p:set>
                                    <p:animEffect transition="in" filter="wipe(left)">
                                      <p:cBhvr>
                                        <p:cTn id="7" dur="500"/>
                                        <p:tgtEl>
                                          <p:spTgt spid="9656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5638"/>
                                        </p:tgtEl>
                                        <p:attrNameLst>
                                          <p:attrName>style.visibility</p:attrName>
                                        </p:attrNameLst>
                                      </p:cBhvr>
                                      <p:to>
                                        <p:strVal val="visible"/>
                                      </p:to>
                                    </p:set>
                                    <p:animEffect transition="in" filter="wipe(left)">
                                      <p:cBhvr>
                                        <p:cTn id="12" dur="500"/>
                                        <p:tgtEl>
                                          <p:spTgt spid="9656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65640"/>
                                        </p:tgtEl>
                                        <p:attrNameLst>
                                          <p:attrName>style.visibility</p:attrName>
                                        </p:attrNameLst>
                                      </p:cBhvr>
                                      <p:to>
                                        <p:strVal val="visible"/>
                                      </p:to>
                                    </p:set>
                                    <p:animEffect transition="in" filter="wipe(left)">
                                      <p:cBhvr>
                                        <p:cTn id="17" dur="75"/>
                                        <p:tgtEl>
                                          <p:spTgt spid="9656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5641"/>
                                        </p:tgtEl>
                                        <p:attrNameLst>
                                          <p:attrName>style.visibility</p:attrName>
                                        </p:attrNameLst>
                                      </p:cBhvr>
                                      <p:to>
                                        <p:strVal val="visible"/>
                                      </p:to>
                                    </p:set>
                                    <p:animEffect transition="in" filter="wipe(left)">
                                      <p:cBhvr>
                                        <p:cTn id="22" dur="500"/>
                                        <p:tgtEl>
                                          <p:spTgt spid="9656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5643"/>
                                        </p:tgtEl>
                                        <p:attrNameLst>
                                          <p:attrName>style.visibility</p:attrName>
                                        </p:attrNameLst>
                                      </p:cBhvr>
                                      <p:to>
                                        <p:strVal val="visible"/>
                                      </p:to>
                                    </p:set>
                                    <p:animEffect transition="in" filter="wipe(left)">
                                      <p:cBhvr>
                                        <p:cTn id="27" dur="500"/>
                                        <p:tgtEl>
                                          <p:spTgt spid="9656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65642"/>
                                        </p:tgtEl>
                                        <p:attrNameLst>
                                          <p:attrName>style.visibility</p:attrName>
                                        </p:attrNameLst>
                                      </p:cBhvr>
                                      <p:to>
                                        <p:strVal val="visible"/>
                                      </p:to>
                                    </p:set>
                                    <p:animEffect transition="in" filter="wipe(left)">
                                      <p:cBhvr>
                                        <p:cTn id="32" dur="500"/>
                                        <p:tgtEl>
                                          <p:spTgt spid="965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9" grpId="0" autoUpdateAnimBg="0"/>
      <p:bldP spid="965640" grpId="0" autoUpdateAnimBg="0"/>
      <p:bldP spid="96564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65017746-F177-4C28-8EC1-21191950A8B0}" type="slidenum">
              <a:rPr lang="zh-CN" altLang="en-US"/>
              <a:pPr/>
              <a:t>39</a:t>
            </a:fld>
            <a:endParaRPr lang="zh-CN" altLang="en-US"/>
          </a:p>
        </p:txBody>
      </p:sp>
      <p:graphicFrame>
        <p:nvGraphicFramePr>
          <p:cNvPr id="966658" name="Object 2"/>
          <p:cNvGraphicFramePr>
            <a:graphicFrameLocks noChangeAspect="1"/>
          </p:cNvGraphicFramePr>
          <p:nvPr/>
        </p:nvGraphicFramePr>
        <p:xfrm>
          <a:off x="420688" y="285750"/>
          <a:ext cx="8494712" cy="2979738"/>
        </p:xfrm>
        <a:graphic>
          <a:graphicData uri="http://schemas.openxmlformats.org/presentationml/2006/ole">
            <mc:AlternateContent xmlns:mc="http://schemas.openxmlformats.org/markup-compatibility/2006">
              <mc:Choice xmlns:v="urn:schemas-microsoft-com:vml" Requires="v">
                <p:oleObj spid="_x0000_s1036288" name="Document" r:id="rId3" imgW="3585240" imgH="1166760" progId="Word.Document.8">
                  <p:embed/>
                </p:oleObj>
              </mc:Choice>
              <mc:Fallback>
                <p:oleObj name="Document" r:id="rId3" imgW="3585240" imgH="116676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88" y="285750"/>
                        <a:ext cx="8494712" cy="297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6659" name="Text Box 3"/>
          <p:cNvSpPr txBox="1">
            <a:spLocks noChangeArrowheads="1"/>
          </p:cNvSpPr>
          <p:nvPr/>
        </p:nvSpPr>
        <p:spPr bwMode="auto">
          <a:xfrm>
            <a:off x="228600" y="293688"/>
            <a:ext cx="990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例5</a:t>
            </a:r>
          </a:p>
        </p:txBody>
      </p:sp>
      <p:sp>
        <p:nvSpPr>
          <p:cNvPr id="966660" name="Text Box 4"/>
          <p:cNvSpPr txBox="1">
            <a:spLocks noChangeArrowheads="1"/>
          </p:cNvSpPr>
          <p:nvPr/>
        </p:nvSpPr>
        <p:spPr bwMode="auto">
          <a:xfrm>
            <a:off x="228600" y="3810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966661" name="Object 5"/>
          <p:cNvGraphicFramePr>
            <a:graphicFrameLocks noChangeAspect="1"/>
          </p:cNvGraphicFramePr>
          <p:nvPr/>
        </p:nvGraphicFramePr>
        <p:xfrm>
          <a:off x="990600" y="3276600"/>
          <a:ext cx="6629400" cy="1797050"/>
        </p:xfrm>
        <a:graphic>
          <a:graphicData uri="http://schemas.openxmlformats.org/presentationml/2006/ole">
            <mc:AlternateContent xmlns:mc="http://schemas.openxmlformats.org/markup-compatibility/2006">
              <mc:Choice xmlns:v="urn:schemas-microsoft-com:vml" Requires="v">
                <p:oleObj spid="_x0000_s1036289" name="Document" r:id="rId5" imgW="2645280" imgH="714240" progId="Word.Document.8">
                  <p:embed/>
                </p:oleObj>
              </mc:Choice>
              <mc:Fallback>
                <p:oleObj name="Document" r:id="rId5" imgW="2645280" imgH="714240"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3276600"/>
                        <a:ext cx="6629400" cy="179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6662" name="Object 6"/>
          <p:cNvGraphicFramePr>
            <a:graphicFrameLocks noChangeAspect="1"/>
          </p:cNvGraphicFramePr>
          <p:nvPr/>
        </p:nvGraphicFramePr>
        <p:xfrm>
          <a:off x="533400" y="4724400"/>
          <a:ext cx="4800600" cy="1827213"/>
        </p:xfrm>
        <a:graphic>
          <a:graphicData uri="http://schemas.openxmlformats.org/presentationml/2006/ole">
            <mc:AlternateContent xmlns:mc="http://schemas.openxmlformats.org/markup-compatibility/2006">
              <mc:Choice xmlns:v="urn:schemas-microsoft-com:vml" Requires="v">
                <p:oleObj spid="_x0000_s1036290" name="Document" r:id="rId7" imgW="1955880" imgH="741960" progId="Word.Document.8">
                  <p:embed/>
                </p:oleObj>
              </mc:Choice>
              <mc:Fallback>
                <p:oleObj name="Document" r:id="rId7" imgW="1955880" imgH="741960" progId="Word.Documen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4724400"/>
                        <a:ext cx="4800600" cy="182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6659"/>
                                        </p:tgtEl>
                                        <p:attrNameLst>
                                          <p:attrName>style.visibility</p:attrName>
                                        </p:attrNameLst>
                                      </p:cBhvr>
                                      <p:to>
                                        <p:strVal val="visible"/>
                                      </p:to>
                                    </p:set>
                                    <p:animEffect transition="in" filter="wipe(left)">
                                      <p:cBhvr>
                                        <p:cTn id="7" dur="500"/>
                                        <p:tgtEl>
                                          <p:spTgt spid="96665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66658"/>
                                        </p:tgtEl>
                                        <p:attrNameLst>
                                          <p:attrName>style.visibility</p:attrName>
                                        </p:attrNameLst>
                                      </p:cBhvr>
                                      <p:to>
                                        <p:strVal val="visible"/>
                                      </p:to>
                                    </p:set>
                                    <p:animEffect transition="in" filter="wipe(left)">
                                      <p:cBhvr>
                                        <p:cTn id="11" dur="500"/>
                                        <p:tgtEl>
                                          <p:spTgt spid="9666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66660"/>
                                        </p:tgtEl>
                                        <p:attrNameLst>
                                          <p:attrName>style.visibility</p:attrName>
                                        </p:attrNameLst>
                                      </p:cBhvr>
                                      <p:to>
                                        <p:strVal val="visible"/>
                                      </p:to>
                                    </p:set>
                                    <p:animEffect transition="in" filter="wipe(left)">
                                      <p:cBhvr>
                                        <p:cTn id="16" dur="500"/>
                                        <p:tgtEl>
                                          <p:spTgt spid="9666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66661"/>
                                        </p:tgtEl>
                                        <p:attrNameLst>
                                          <p:attrName>style.visibility</p:attrName>
                                        </p:attrNameLst>
                                      </p:cBhvr>
                                      <p:to>
                                        <p:strVal val="visible"/>
                                      </p:to>
                                    </p:set>
                                    <p:animEffect transition="in" filter="wipe(left)">
                                      <p:cBhvr>
                                        <p:cTn id="21" dur="500"/>
                                        <p:tgtEl>
                                          <p:spTgt spid="96666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66662"/>
                                        </p:tgtEl>
                                        <p:attrNameLst>
                                          <p:attrName>style.visibility</p:attrName>
                                        </p:attrNameLst>
                                      </p:cBhvr>
                                      <p:to>
                                        <p:strVal val="visible"/>
                                      </p:to>
                                    </p:set>
                                    <p:animEffect transition="in" filter="wipe(left)">
                                      <p:cBhvr>
                                        <p:cTn id="26" dur="500"/>
                                        <p:tgtEl>
                                          <p:spTgt spid="966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59" grpId="0" autoUpdateAnimBg="0"/>
      <p:bldP spid="96666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A56625BE-B497-44E9-B5DC-DDCDB0EF8195}" type="slidenum">
              <a:rPr lang="zh-CN" altLang="en-US"/>
              <a:pPr/>
              <a:t>40</a:t>
            </a:fld>
            <a:endParaRPr lang="zh-CN" altLang="en-US"/>
          </a:p>
        </p:txBody>
      </p:sp>
      <p:graphicFrame>
        <p:nvGraphicFramePr>
          <p:cNvPr id="967682" name="Object 2"/>
          <p:cNvGraphicFramePr>
            <a:graphicFrameLocks noChangeAspect="1"/>
          </p:cNvGraphicFramePr>
          <p:nvPr/>
        </p:nvGraphicFramePr>
        <p:xfrm>
          <a:off x="533400" y="4573588"/>
          <a:ext cx="4876800" cy="565150"/>
        </p:xfrm>
        <a:graphic>
          <a:graphicData uri="http://schemas.openxmlformats.org/presentationml/2006/ole">
            <mc:AlternateContent xmlns:mc="http://schemas.openxmlformats.org/markup-compatibility/2006">
              <mc:Choice xmlns:v="urn:schemas-microsoft-com:vml" Requires="v">
                <p:oleObj spid="_x0000_s1037312" name="Document" r:id="rId3" imgW="1959480" imgH="225360" progId="Word.Document.8">
                  <p:embed/>
                </p:oleObj>
              </mc:Choice>
              <mc:Fallback>
                <p:oleObj name="Document" r:id="rId3" imgW="1959480" imgH="22536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573588"/>
                        <a:ext cx="48768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7683" name="Object 3"/>
          <p:cNvGraphicFramePr>
            <a:graphicFrameLocks noChangeAspect="1"/>
          </p:cNvGraphicFramePr>
          <p:nvPr/>
        </p:nvGraphicFramePr>
        <p:xfrm>
          <a:off x="457200" y="152400"/>
          <a:ext cx="6629400" cy="1797050"/>
        </p:xfrm>
        <a:graphic>
          <a:graphicData uri="http://schemas.openxmlformats.org/presentationml/2006/ole">
            <mc:AlternateContent xmlns:mc="http://schemas.openxmlformats.org/markup-compatibility/2006">
              <mc:Choice xmlns:v="urn:schemas-microsoft-com:vml" Requires="v">
                <p:oleObj spid="_x0000_s1037313" name="Document" r:id="rId5" imgW="2645280" imgH="714240" progId="Word.Document.8">
                  <p:embed/>
                </p:oleObj>
              </mc:Choice>
              <mc:Fallback>
                <p:oleObj name="Document" r:id="rId5" imgW="2645280" imgH="714240" progId="Word.Documen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52400"/>
                        <a:ext cx="6629400" cy="179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7684" name="Object 4"/>
          <p:cNvGraphicFramePr>
            <a:graphicFrameLocks noChangeAspect="1"/>
          </p:cNvGraphicFramePr>
          <p:nvPr/>
        </p:nvGraphicFramePr>
        <p:xfrm>
          <a:off x="457200" y="1905000"/>
          <a:ext cx="4800600" cy="1827213"/>
        </p:xfrm>
        <a:graphic>
          <a:graphicData uri="http://schemas.openxmlformats.org/presentationml/2006/ole">
            <mc:AlternateContent xmlns:mc="http://schemas.openxmlformats.org/markup-compatibility/2006">
              <mc:Choice xmlns:v="urn:schemas-microsoft-com:vml" Requires="v">
                <p:oleObj spid="_x0000_s1037314" name="Document" r:id="rId7" imgW="1955880" imgH="741960" progId="Word.Document.8">
                  <p:embed/>
                </p:oleObj>
              </mc:Choice>
              <mc:Fallback>
                <p:oleObj name="Document" r:id="rId7" imgW="1955880" imgH="741960" progId="Word.Document.8">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905000"/>
                        <a:ext cx="4800600" cy="182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7685" name="Text Box 5"/>
          <p:cNvSpPr txBox="1">
            <a:spLocks noChangeArrowheads="1"/>
          </p:cNvSpPr>
          <p:nvPr/>
        </p:nvSpPr>
        <p:spPr bwMode="auto">
          <a:xfrm>
            <a:off x="457200" y="3810000"/>
            <a:ext cx="449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由题意,这两个矩阵相似,</a:t>
            </a:r>
            <a:r>
              <a:rPr lang="zh-CN" altLang="en-US"/>
              <a:t> </a:t>
            </a:r>
          </a:p>
        </p:txBody>
      </p:sp>
      <p:graphicFrame>
        <p:nvGraphicFramePr>
          <p:cNvPr id="967686" name="Object 6"/>
          <p:cNvGraphicFramePr>
            <a:graphicFrameLocks noChangeAspect="1"/>
          </p:cNvGraphicFramePr>
          <p:nvPr/>
        </p:nvGraphicFramePr>
        <p:xfrm>
          <a:off x="534988" y="5284788"/>
          <a:ext cx="6689725" cy="569912"/>
        </p:xfrm>
        <a:graphic>
          <a:graphicData uri="http://schemas.openxmlformats.org/presentationml/2006/ole">
            <mc:AlternateContent xmlns:mc="http://schemas.openxmlformats.org/markup-compatibility/2006">
              <mc:Choice xmlns:v="urn:schemas-microsoft-com:vml" Requires="v">
                <p:oleObj spid="_x0000_s1037315" name="Document" r:id="rId9" imgW="2705760" imgH="229680" progId="Word.Document.8">
                  <p:embed/>
                </p:oleObj>
              </mc:Choice>
              <mc:Fallback>
                <p:oleObj name="Document" r:id="rId9" imgW="2705760" imgH="229680" progId="Word.Document.8">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988" y="5284788"/>
                        <a:ext cx="6689725"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7687" name="Object 7"/>
          <p:cNvGraphicFramePr>
            <a:graphicFrameLocks noChangeAspect="1"/>
          </p:cNvGraphicFramePr>
          <p:nvPr/>
        </p:nvGraphicFramePr>
        <p:xfrm>
          <a:off x="5334000" y="4533900"/>
          <a:ext cx="1600200" cy="517525"/>
        </p:xfrm>
        <a:graphic>
          <a:graphicData uri="http://schemas.openxmlformats.org/presentationml/2006/ole">
            <mc:AlternateContent xmlns:mc="http://schemas.openxmlformats.org/markup-compatibility/2006">
              <mc:Choice xmlns:v="urn:schemas-microsoft-com:vml" Requires="v">
                <p:oleObj spid="_x0000_s1037316" name="Equation" r:id="rId11" imgW="622080" imgH="203040" progId="Equation.3">
                  <p:embed/>
                </p:oleObj>
              </mc:Choice>
              <mc:Fallback>
                <p:oleObj name="Equation" r:id="rId11" imgW="622080" imgH="20304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0" y="4533900"/>
                        <a:ext cx="160020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7685"/>
                                        </p:tgtEl>
                                        <p:attrNameLst>
                                          <p:attrName>style.visibility</p:attrName>
                                        </p:attrNameLst>
                                      </p:cBhvr>
                                      <p:to>
                                        <p:strVal val="visible"/>
                                      </p:to>
                                    </p:set>
                                    <p:animEffect transition="in" filter="wipe(left)">
                                      <p:cBhvr>
                                        <p:cTn id="7" dur="500"/>
                                        <p:tgtEl>
                                          <p:spTgt spid="967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7682"/>
                                        </p:tgtEl>
                                        <p:attrNameLst>
                                          <p:attrName>style.visibility</p:attrName>
                                        </p:attrNameLst>
                                      </p:cBhvr>
                                      <p:to>
                                        <p:strVal val="visible"/>
                                      </p:to>
                                    </p:set>
                                    <p:animEffect transition="in" filter="wipe(left)">
                                      <p:cBhvr>
                                        <p:cTn id="12" dur="500"/>
                                        <p:tgtEl>
                                          <p:spTgt spid="9676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67687"/>
                                        </p:tgtEl>
                                        <p:attrNameLst>
                                          <p:attrName>style.visibility</p:attrName>
                                        </p:attrNameLst>
                                      </p:cBhvr>
                                      <p:to>
                                        <p:strVal val="visible"/>
                                      </p:to>
                                    </p:set>
                                    <p:animEffect transition="in" filter="wipe(left)">
                                      <p:cBhvr>
                                        <p:cTn id="17" dur="500"/>
                                        <p:tgtEl>
                                          <p:spTgt spid="9676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7686"/>
                                        </p:tgtEl>
                                        <p:attrNameLst>
                                          <p:attrName>style.visibility</p:attrName>
                                        </p:attrNameLst>
                                      </p:cBhvr>
                                      <p:to>
                                        <p:strVal val="visible"/>
                                      </p:to>
                                    </p:set>
                                    <p:animEffect transition="in" filter="wipe(left)">
                                      <p:cBhvr>
                                        <p:cTn id="22" dur="500"/>
                                        <p:tgtEl>
                                          <p:spTgt spid="967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p:cNvSpPr>
            <a:spLocks noGrp="1"/>
          </p:cNvSpPr>
          <p:nvPr>
            <p:ph type="sldNum" sz="quarter" idx="12"/>
          </p:nvPr>
        </p:nvSpPr>
        <p:spPr/>
        <p:txBody>
          <a:bodyPr/>
          <a:lstStyle/>
          <a:p>
            <a:fld id="{3959D60D-A680-4DE0-BE6E-1AC930FA6F85}" type="slidenum">
              <a:rPr lang="zh-CN" altLang="en-US"/>
              <a:pPr/>
              <a:t>41</a:t>
            </a:fld>
            <a:endParaRPr lang="zh-CN" altLang="en-US"/>
          </a:p>
        </p:txBody>
      </p:sp>
      <p:grpSp>
        <p:nvGrpSpPr>
          <p:cNvPr id="1012738" name="Group 2"/>
          <p:cNvGrpSpPr>
            <a:grpSpLocks/>
          </p:cNvGrpSpPr>
          <p:nvPr/>
        </p:nvGrpSpPr>
        <p:grpSpPr bwMode="auto">
          <a:xfrm>
            <a:off x="152400" y="1524000"/>
            <a:ext cx="8772525" cy="569913"/>
            <a:chOff x="96" y="960"/>
            <a:chExt cx="5526" cy="359"/>
          </a:xfrm>
        </p:grpSpPr>
        <p:sp>
          <p:nvSpPr>
            <p:cNvPr id="1012739" name="Text Box 3"/>
            <p:cNvSpPr txBox="1">
              <a:spLocks noChangeArrowheads="1"/>
            </p:cNvSpPr>
            <p:nvPr/>
          </p:nvSpPr>
          <p:spPr bwMode="auto">
            <a:xfrm>
              <a:off x="96" y="968"/>
              <a:ext cx="50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化为标准型，并指出                           表示何种二次</a:t>
              </a:r>
            </a:p>
          </p:txBody>
        </p:sp>
        <p:graphicFrame>
          <p:nvGraphicFramePr>
            <p:cNvPr id="1012740" name="Object 4"/>
            <p:cNvGraphicFramePr>
              <a:graphicFrameLocks noChangeAspect="1"/>
            </p:cNvGraphicFramePr>
            <p:nvPr/>
          </p:nvGraphicFramePr>
          <p:xfrm>
            <a:off x="2192" y="968"/>
            <a:ext cx="1536" cy="351"/>
          </p:xfrm>
          <a:graphic>
            <a:graphicData uri="http://schemas.openxmlformats.org/presentationml/2006/ole">
              <mc:AlternateContent xmlns:mc="http://schemas.openxmlformats.org/markup-compatibility/2006">
                <mc:Choice xmlns:v="urn:schemas-microsoft-com:vml" Requires="v">
                  <p:oleObj spid="_x0000_s1012750" name="Equation" r:id="rId3" imgW="1066680" imgH="228600" progId="Equation.3">
                    <p:embed/>
                  </p:oleObj>
                </mc:Choice>
                <mc:Fallback>
                  <p:oleObj name="Equation" r:id="rId3" imgW="106668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 y="968"/>
                          <a:ext cx="1536"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2741" name="Rectangle 5"/>
            <p:cNvSpPr>
              <a:spLocks noChangeArrowheads="1"/>
            </p:cNvSpPr>
            <p:nvPr/>
          </p:nvSpPr>
          <p:spPr bwMode="auto">
            <a:xfrm>
              <a:off x="5000" y="960"/>
              <a:ext cx="6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曲面.</a:t>
              </a:r>
            </a:p>
          </p:txBody>
        </p:sp>
      </p:grpSp>
      <p:graphicFrame>
        <p:nvGraphicFramePr>
          <p:cNvPr id="1012742" name="Object 6"/>
          <p:cNvGraphicFramePr>
            <a:graphicFrameLocks noChangeAspect="1"/>
          </p:cNvGraphicFramePr>
          <p:nvPr/>
        </p:nvGraphicFramePr>
        <p:xfrm>
          <a:off x="304800" y="838200"/>
          <a:ext cx="8229600" cy="596900"/>
        </p:xfrm>
        <a:graphic>
          <a:graphicData uri="http://schemas.openxmlformats.org/presentationml/2006/ole">
            <mc:AlternateContent xmlns:mc="http://schemas.openxmlformats.org/markup-compatibility/2006">
              <mc:Choice xmlns:v="urn:schemas-microsoft-com:vml" Requires="v">
                <p:oleObj spid="_x0000_s1012751" name="Equation" r:id="rId5" imgW="3517560" imgH="241200" progId="Equation.3">
                  <p:embed/>
                </p:oleObj>
              </mc:Choice>
              <mc:Fallback>
                <p:oleObj name="Equation" r:id="rId5" imgW="3517560" imgH="24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838200"/>
                        <a:ext cx="82296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2743" name="Rectangle 7"/>
          <p:cNvSpPr>
            <a:spLocks noChangeArrowheads="1"/>
          </p:cNvSpPr>
          <p:nvPr/>
        </p:nvSpPr>
        <p:spPr bwMode="auto">
          <a:xfrm>
            <a:off x="228600" y="206375"/>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33CC"/>
                </a:solidFill>
                <a:latin typeface="黑体" panose="02010609060101010101" pitchFamily="49" charset="-122"/>
                <a:ea typeface="黑体" panose="02010609060101010101" pitchFamily="49" charset="-122"/>
              </a:rPr>
              <a:t>练习 </a:t>
            </a:r>
            <a:r>
              <a:rPr lang="zh-CN" altLang="en-US">
                <a:solidFill>
                  <a:srgbClr val="000000"/>
                </a:solidFill>
                <a:latin typeface="Times New Roman" panose="02020603050405020304" pitchFamily="18" charset="0"/>
              </a:rPr>
              <a:t>求一正交</a:t>
            </a:r>
            <a:r>
              <a:rPr lang="zh-CN" altLang="en-US">
                <a:latin typeface="Times New Roman" panose="02020603050405020304" pitchFamily="18" charset="0"/>
              </a:rPr>
              <a:t>变</a:t>
            </a:r>
            <a:r>
              <a:rPr lang="zh-CN" altLang="en-US">
                <a:solidFill>
                  <a:srgbClr val="000000"/>
                </a:solidFill>
                <a:latin typeface="Times New Roman" panose="02020603050405020304" pitchFamily="18" charset="0"/>
              </a:rPr>
              <a:t>换，将二次型</a:t>
            </a:r>
          </a:p>
        </p:txBody>
      </p:sp>
      <p:sp>
        <p:nvSpPr>
          <p:cNvPr id="1012744" name="Text Box 8"/>
          <p:cNvSpPr txBox="1">
            <a:spLocks noChangeArrowheads="1"/>
          </p:cNvSpPr>
          <p:nvPr/>
        </p:nvSpPr>
        <p:spPr bwMode="auto">
          <a:xfrm>
            <a:off x="304800" y="2286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1012745" name="Object 9"/>
          <p:cNvGraphicFramePr>
            <a:graphicFrameLocks noChangeAspect="1"/>
          </p:cNvGraphicFramePr>
          <p:nvPr/>
        </p:nvGraphicFramePr>
        <p:xfrm>
          <a:off x="1066800" y="2286000"/>
          <a:ext cx="3124200" cy="1576388"/>
        </p:xfrm>
        <a:graphic>
          <a:graphicData uri="http://schemas.openxmlformats.org/presentationml/2006/ole">
            <mc:AlternateContent xmlns:mc="http://schemas.openxmlformats.org/markup-compatibility/2006">
              <mc:Choice xmlns:v="urn:schemas-microsoft-com:vml" Requires="v">
                <p:oleObj spid="_x0000_s1012752" name="Equation" r:id="rId7" imgW="1384200" imgH="698400" progId="Equation.3">
                  <p:embed/>
                </p:oleObj>
              </mc:Choice>
              <mc:Fallback>
                <p:oleObj name="Equation" r:id="rId7" imgW="1384200" imgH="6984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2286000"/>
                        <a:ext cx="3124200" cy="157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2746" name="Object 10"/>
          <p:cNvGraphicFramePr>
            <a:graphicFrameLocks noChangeAspect="1"/>
          </p:cNvGraphicFramePr>
          <p:nvPr/>
        </p:nvGraphicFramePr>
        <p:xfrm>
          <a:off x="4489450" y="2862263"/>
          <a:ext cx="4197350" cy="481012"/>
        </p:xfrm>
        <a:graphic>
          <a:graphicData uri="http://schemas.openxmlformats.org/presentationml/2006/ole">
            <mc:AlternateContent xmlns:mc="http://schemas.openxmlformats.org/markup-compatibility/2006">
              <mc:Choice xmlns:v="urn:schemas-microsoft-com:vml" Requires="v">
                <p:oleObj spid="_x0000_s1012753" name="Equation" r:id="rId9" imgW="1765080" imgH="203040" progId="Equation.3">
                  <p:embed/>
                </p:oleObj>
              </mc:Choice>
              <mc:Fallback>
                <p:oleObj name="Equation" r:id="rId9" imgW="1765080" imgH="2030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9450" y="2862263"/>
                        <a:ext cx="4197350"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2747" name="Object 11"/>
          <p:cNvGraphicFramePr>
            <a:graphicFrameLocks noChangeAspect="1"/>
          </p:cNvGraphicFramePr>
          <p:nvPr/>
        </p:nvGraphicFramePr>
        <p:xfrm>
          <a:off x="457200" y="3962400"/>
          <a:ext cx="6324600" cy="568325"/>
        </p:xfrm>
        <a:graphic>
          <a:graphicData uri="http://schemas.openxmlformats.org/presentationml/2006/ole">
            <mc:AlternateContent xmlns:mc="http://schemas.openxmlformats.org/markup-compatibility/2006">
              <mc:Choice xmlns:v="urn:schemas-microsoft-com:vml" Requires="v">
                <p:oleObj spid="_x0000_s1012754" name="Equation" r:id="rId11" imgW="2539800" imgH="228600" progId="Equation.3">
                  <p:embed/>
                </p:oleObj>
              </mc:Choice>
              <mc:Fallback>
                <p:oleObj name="Equation" r:id="rId11" imgW="2539800" imgH="228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 y="3962400"/>
                        <a:ext cx="63246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2748" name="Object 12"/>
          <p:cNvGraphicFramePr>
            <a:graphicFrameLocks noChangeAspect="1"/>
          </p:cNvGraphicFramePr>
          <p:nvPr/>
        </p:nvGraphicFramePr>
        <p:xfrm>
          <a:off x="2971800" y="4572000"/>
          <a:ext cx="5334000" cy="1766888"/>
        </p:xfrm>
        <a:graphic>
          <a:graphicData uri="http://schemas.openxmlformats.org/presentationml/2006/ole">
            <mc:AlternateContent xmlns:mc="http://schemas.openxmlformats.org/markup-compatibility/2006">
              <mc:Choice xmlns:v="urn:schemas-microsoft-com:vml" Requires="v">
                <p:oleObj spid="_x0000_s1012755" name="Equation" r:id="rId13" imgW="2108160" imgH="698400" progId="Equation.3">
                  <p:embed/>
                </p:oleObj>
              </mc:Choice>
              <mc:Fallback>
                <p:oleObj name="Equation" r:id="rId13" imgW="2108160" imgH="6984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71800" y="4572000"/>
                        <a:ext cx="5334000" cy="176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2749" name="Text Box 13"/>
          <p:cNvSpPr txBox="1">
            <a:spLocks noChangeArrowheads="1"/>
          </p:cNvSpPr>
          <p:nvPr/>
        </p:nvSpPr>
        <p:spPr bwMode="auto">
          <a:xfrm>
            <a:off x="381000" y="5181600"/>
            <a:ext cx="3352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对应特征向量为</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2743"/>
                                        </p:tgtEl>
                                        <p:attrNameLst>
                                          <p:attrName>style.visibility</p:attrName>
                                        </p:attrNameLst>
                                      </p:cBhvr>
                                      <p:to>
                                        <p:strVal val="visible"/>
                                      </p:to>
                                    </p:set>
                                    <p:animEffect transition="in" filter="wipe(left)">
                                      <p:cBhvr>
                                        <p:cTn id="7" dur="500"/>
                                        <p:tgtEl>
                                          <p:spTgt spid="101274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12742"/>
                                        </p:tgtEl>
                                        <p:attrNameLst>
                                          <p:attrName>style.visibility</p:attrName>
                                        </p:attrNameLst>
                                      </p:cBhvr>
                                      <p:to>
                                        <p:strVal val="visible"/>
                                      </p:to>
                                    </p:set>
                                    <p:animEffect transition="in" filter="wipe(left)">
                                      <p:cBhvr>
                                        <p:cTn id="11" dur="500"/>
                                        <p:tgtEl>
                                          <p:spTgt spid="101274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12738"/>
                                        </p:tgtEl>
                                        <p:attrNameLst>
                                          <p:attrName>style.visibility</p:attrName>
                                        </p:attrNameLst>
                                      </p:cBhvr>
                                      <p:to>
                                        <p:strVal val="visible"/>
                                      </p:to>
                                    </p:set>
                                    <p:animEffect transition="in" filter="wipe(left)">
                                      <p:cBhvr>
                                        <p:cTn id="15" dur="500"/>
                                        <p:tgtEl>
                                          <p:spTgt spid="101273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12744"/>
                                        </p:tgtEl>
                                        <p:attrNameLst>
                                          <p:attrName>style.visibility</p:attrName>
                                        </p:attrNameLst>
                                      </p:cBhvr>
                                      <p:to>
                                        <p:strVal val="visible"/>
                                      </p:to>
                                    </p:set>
                                    <p:animEffect transition="in" filter="wipe(left)">
                                      <p:cBhvr>
                                        <p:cTn id="20" dur="500"/>
                                        <p:tgtEl>
                                          <p:spTgt spid="101274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12745"/>
                                        </p:tgtEl>
                                        <p:attrNameLst>
                                          <p:attrName>style.visibility</p:attrName>
                                        </p:attrNameLst>
                                      </p:cBhvr>
                                      <p:to>
                                        <p:strVal val="visible"/>
                                      </p:to>
                                    </p:set>
                                    <p:animEffect transition="in" filter="wipe(left)">
                                      <p:cBhvr>
                                        <p:cTn id="25" dur="500"/>
                                        <p:tgtEl>
                                          <p:spTgt spid="10127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12746"/>
                                        </p:tgtEl>
                                        <p:attrNameLst>
                                          <p:attrName>style.visibility</p:attrName>
                                        </p:attrNameLst>
                                      </p:cBhvr>
                                      <p:to>
                                        <p:strVal val="visible"/>
                                      </p:to>
                                    </p:set>
                                    <p:animEffect transition="in" filter="wipe(left)">
                                      <p:cBhvr>
                                        <p:cTn id="30" dur="500"/>
                                        <p:tgtEl>
                                          <p:spTgt spid="101274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12747"/>
                                        </p:tgtEl>
                                        <p:attrNameLst>
                                          <p:attrName>style.visibility</p:attrName>
                                        </p:attrNameLst>
                                      </p:cBhvr>
                                      <p:to>
                                        <p:strVal val="visible"/>
                                      </p:to>
                                    </p:set>
                                    <p:animEffect transition="in" filter="wipe(left)">
                                      <p:cBhvr>
                                        <p:cTn id="35" dur="500"/>
                                        <p:tgtEl>
                                          <p:spTgt spid="101274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12749"/>
                                        </p:tgtEl>
                                        <p:attrNameLst>
                                          <p:attrName>style.visibility</p:attrName>
                                        </p:attrNameLst>
                                      </p:cBhvr>
                                      <p:to>
                                        <p:strVal val="visible"/>
                                      </p:to>
                                    </p:set>
                                    <p:animEffect transition="in" filter="wipe(left)">
                                      <p:cBhvr>
                                        <p:cTn id="40" dur="500"/>
                                        <p:tgtEl>
                                          <p:spTgt spid="1012749"/>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1012748"/>
                                        </p:tgtEl>
                                        <p:attrNameLst>
                                          <p:attrName>style.visibility</p:attrName>
                                        </p:attrNameLst>
                                      </p:cBhvr>
                                      <p:to>
                                        <p:strVal val="visible"/>
                                      </p:to>
                                    </p:set>
                                    <p:animEffect transition="in" filter="wipe(left)">
                                      <p:cBhvr>
                                        <p:cTn id="44" dur="500"/>
                                        <p:tgtEl>
                                          <p:spTgt spid="1012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743" grpId="0" autoUpdateAnimBg="0"/>
      <p:bldP spid="1012744" grpId="0" autoUpdateAnimBg="0"/>
      <p:bldP spid="101274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p>
            <a:fld id="{507E521E-048D-4359-A27C-7A3AA9E6B30F}" type="slidenum">
              <a:rPr lang="zh-CN" altLang="en-US"/>
              <a:pPr/>
              <a:t>42</a:t>
            </a:fld>
            <a:endParaRPr lang="zh-CN" altLang="en-US"/>
          </a:p>
        </p:txBody>
      </p:sp>
      <p:graphicFrame>
        <p:nvGraphicFramePr>
          <p:cNvPr id="1013762" name="Object 2"/>
          <p:cNvGraphicFramePr>
            <a:graphicFrameLocks noChangeAspect="1"/>
          </p:cNvGraphicFramePr>
          <p:nvPr/>
        </p:nvGraphicFramePr>
        <p:xfrm>
          <a:off x="914400" y="228600"/>
          <a:ext cx="5867400" cy="1766888"/>
        </p:xfrm>
        <a:graphic>
          <a:graphicData uri="http://schemas.openxmlformats.org/presentationml/2006/ole">
            <mc:AlternateContent xmlns:mc="http://schemas.openxmlformats.org/markup-compatibility/2006">
              <mc:Choice xmlns:v="urn:schemas-microsoft-com:vml" Requires="v">
                <p:oleObj spid="_x0000_s1013769" name="Equation" r:id="rId3" imgW="2108160" imgH="698400" progId="Equation.3">
                  <p:embed/>
                </p:oleObj>
              </mc:Choice>
              <mc:Fallback>
                <p:oleObj name="Equation" r:id="rId3" imgW="2108160" imgH="698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28600"/>
                        <a:ext cx="5867400" cy="176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763" name="Text Box 3"/>
          <p:cNvSpPr txBox="1">
            <a:spLocks noChangeArrowheads="1"/>
          </p:cNvSpPr>
          <p:nvPr/>
        </p:nvSpPr>
        <p:spPr bwMode="auto">
          <a:xfrm>
            <a:off x="381000" y="2133600"/>
            <a:ext cx="8153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再单位化，合在一起，即得所求正交</a:t>
            </a:r>
            <a:r>
              <a:rPr lang="zh-CN" altLang="en-US">
                <a:latin typeface="Times New Roman" panose="02020603050405020304" pitchFamily="18" charset="0"/>
              </a:rPr>
              <a:t>变</a:t>
            </a:r>
            <a:r>
              <a:rPr lang="zh-CN" altLang="en-US"/>
              <a:t>换的矩阵</a:t>
            </a:r>
          </a:p>
        </p:txBody>
      </p:sp>
      <p:graphicFrame>
        <p:nvGraphicFramePr>
          <p:cNvPr id="1013764" name="Object 4"/>
          <p:cNvGraphicFramePr>
            <a:graphicFrameLocks noChangeAspect="1"/>
          </p:cNvGraphicFramePr>
          <p:nvPr/>
        </p:nvGraphicFramePr>
        <p:xfrm>
          <a:off x="990600" y="2743200"/>
          <a:ext cx="3810000" cy="2778125"/>
        </p:xfrm>
        <a:graphic>
          <a:graphicData uri="http://schemas.openxmlformats.org/presentationml/2006/ole">
            <mc:AlternateContent xmlns:mc="http://schemas.openxmlformats.org/markup-compatibility/2006">
              <mc:Choice xmlns:v="urn:schemas-microsoft-com:vml" Requires="v">
                <p:oleObj spid="_x0000_s1013770" name="Equation" r:id="rId5" imgW="1688760" imgH="1231560" progId="Equation.3">
                  <p:embed/>
                </p:oleObj>
              </mc:Choice>
              <mc:Fallback>
                <p:oleObj name="Equation" r:id="rId5" imgW="1688760" imgH="123156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743200"/>
                        <a:ext cx="3810000" cy="277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765" name="Object 5"/>
          <p:cNvGraphicFramePr>
            <a:graphicFrameLocks noChangeAspect="1"/>
          </p:cNvGraphicFramePr>
          <p:nvPr/>
        </p:nvGraphicFramePr>
        <p:xfrm>
          <a:off x="5867400" y="3200400"/>
          <a:ext cx="1403350" cy="457200"/>
        </p:xfrm>
        <a:graphic>
          <a:graphicData uri="http://schemas.openxmlformats.org/presentationml/2006/ole">
            <mc:AlternateContent xmlns:mc="http://schemas.openxmlformats.org/markup-compatibility/2006">
              <mc:Choice xmlns:v="urn:schemas-microsoft-com:vml" Requires="v">
                <p:oleObj spid="_x0000_s1013771" name="Equation" r:id="rId7" imgW="622080" imgH="203040" progId="Equation.3">
                  <p:embed/>
                </p:oleObj>
              </mc:Choice>
              <mc:Fallback>
                <p:oleObj name="Equation" r:id="rId7" imgW="622080" imgH="20304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200400"/>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766" name="Object 6"/>
          <p:cNvGraphicFramePr>
            <a:graphicFrameLocks noChangeAspect="1"/>
          </p:cNvGraphicFramePr>
          <p:nvPr/>
        </p:nvGraphicFramePr>
        <p:xfrm>
          <a:off x="5638800" y="4495800"/>
          <a:ext cx="2286000" cy="603250"/>
        </p:xfrm>
        <a:graphic>
          <a:graphicData uri="http://schemas.openxmlformats.org/presentationml/2006/ole">
            <mc:AlternateContent xmlns:mc="http://schemas.openxmlformats.org/markup-compatibility/2006">
              <mc:Choice xmlns:v="urn:schemas-microsoft-com:vml" Requires="v">
                <p:oleObj spid="_x0000_s1013772" name="Equation" r:id="rId9" imgW="914400" imgH="241200" progId="Equation.3">
                  <p:embed/>
                </p:oleObj>
              </mc:Choice>
              <mc:Fallback>
                <p:oleObj name="Equation" r:id="rId9" imgW="914400" imgH="241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4495800"/>
                        <a:ext cx="2286000"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767" name="Text Box 7"/>
          <p:cNvSpPr txBox="1">
            <a:spLocks noChangeArrowheads="1"/>
          </p:cNvSpPr>
          <p:nvPr/>
        </p:nvSpPr>
        <p:spPr bwMode="auto">
          <a:xfrm>
            <a:off x="5410200" y="3810000"/>
            <a:ext cx="3276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二次型的标准形</a:t>
            </a:r>
          </a:p>
        </p:txBody>
      </p:sp>
      <p:graphicFrame>
        <p:nvGraphicFramePr>
          <p:cNvPr id="1013768" name="Object 8"/>
          <p:cNvGraphicFramePr>
            <a:graphicFrameLocks noChangeAspect="1"/>
          </p:cNvGraphicFramePr>
          <p:nvPr/>
        </p:nvGraphicFramePr>
        <p:xfrm>
          <a:off x="838200" y="5715000"/>
          <a:ext cx="6019800" cy="550863"/>
        </p:xfrm>
        <a:graphic>
          <a:graphicData uri="http://schemas.openxmlformats.org/presentationml/2006/ole">
            <mc:AlternateContent xmlns:mc="http://schemas.openxmlformats.org/markup-compatibility/2006">
              <mc:Choice xmlns:v="urn:schemas-microsoft-com:vml" Requires="v">
                <p:oleObj spid="_x0000_s1013773" name="Equation" r:id="rId11" imgW="2450880" imgH="228600" progId="Equation.3">
                  <p:embed/>
                </p:oleObj>
              </mc:Choice>
              <mc:Fallback>
                <p:oleObj name="Equation" r:id="rId11" imgW="2450880" imgH="2286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5715000"/>
                        <a:ext cx="6019800"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63"/>
                                        </p:tgtEl>
                                        <p:attrNameLst>
                                          <p:attrName>style.visibility</p:attrName>
                                        </p:attrNameLst>
                                      </p:cBhvr>
                                      <p:to>
                                        <p:strVal val="visible"/>
                                      </p:to>
                                    </p:set>
                                    <p:animEffect transition="in" filter="wipe(left)">
                                      <p:cBhvr>
                                        <p:cTn id="7" dur="500"/>
                                        <p:tgtEl>
                                          <p:spTgt spid="1013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764"/>
                                        </p:tgtEl>
                                        <p:attrNameLst>
                                          <p:attrName>style.visibility</p:attrName>
                                        </p:attrNameLst>
                                      </p:cBhvr>
                                      <p:to>
                                        <p:strVal val="visible"/>
                                      </p:to>
                                    </p:set>
                                    <p:animEffect transition="in" filter="wipe(left)">
                                      <p:cBhvr>
                                        <p:cTn id="12" dur="500"/>
                                        <p:tgtEl>
                                          <p:spTgt spid="1013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13765"/>
                                        </p:tgtEl>
                                        <p:attrNameLst>
                                          <p:attrName>style.visibility</p:attrName>
                                        </p:attrNameLst>
                                      </p:cBhvr>
                                      <p:to>
                                        <p:strVal val="visible"/>
                                      </p:to>
                                    </p:set>
                                    <p:animEffect transition="in" filter="wipe(left)">
                                      <p:cBhvr>
                                        <p:cTn id="17" dur="500"/>
                                        <p:tgtEl>
                                          <p:spTgt spid="10137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13767"/>
                                        </p:tgtEl>
                                        <p:attrNameLst>
                                          <p:attrName>style.visibility</p:attrName>
                                        </p:attrNameLst>
                                      </p:cBhvr>
                                      <p:to>
                                        <p:strVal val="visible"/>
                                      </p:to>
                                    </p:set>
                                    <p:animEffect transition="in" filter="wipe(left)">
                                      <p:cBhvr>
                                        <p:cTn id="22" dur="500"/>
                                        <p:tgtEl>
                                          <p:spTgt spid="1013767"/>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013766"/>
                                        </p:tgtEl>
                                        <p:attrNameLst>
                                          <p:attrName>style.visibility</p:attrName>
                                        </p:attrNameLst>
                                      </p:cBhvr>
                                      <p:to>
                                        <p:strVal val="visible"/>
                                      </p:to>
                                    </p:set>
                                    <p:animEffect transition="in" filter="wipe(left)">
                                      <p:cBhvr>
                                        <p:cTn id="26" dur="500"/>
                                        <p:tgtEl>
                                          <p:spTgt spid="101376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13768"/>
                                        </p:tgtEl>
                                        <p:attrNameLst>
                                          <p:attrName>style.visibility</p:attrName>
                                        </p:attrNameLst>
                                      </p:cBhvr>
                                      <p:to>
                                        <p:strVal val="visible"/>
                                      </p:to>
                                    </p:set>
                                    <p:animEffect transition="in" filter="wipe(left)">
                                      <p:cBhvr>
                                        <p:cTn id="31" dur="500"/>
                                        <p:tgtEl>
                                          <p:spTgt spid="101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63" grpId="0" autoUpdateAnimBg="0"/>
      <p:bldP spid="1013767"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103AB750-DF25-4E0B-B578-A3311D6F8EF1}" type="slidenum">
              <a:rPr lang="zh-CN" altLang="en-US"/>
              <a:pPr/>
              <a:t>43</a:t>
            </a:fld>
            <a:endParaRPr lang="zh-CN" altLang="en-US"/>
          </a:p>
        </p:txBody>
      </p:sp>
      <p:sp>
        <p:nvSpPr>
          <p:cNvPr id="1017858" name="Text Box 2"/>
          <p:cNvSpPr txBox="1">
            <a:spLocks noChangeArrowheads="1"/>
          </p:cNvSpPr>
          <p:nvPr/>
        </p:nvSpPr>
        <p:spPr bwMode="auto">
          <a:xfrm>
            <a:off x="228600" y="109538"/>
            <a:ext cx="35814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例6  </a:t>
            </a:r>
            <a:r>
              <a:rPr lang="zh-CN" altLang="en-US">
                <a:cs typeface="Times New Roman" panose="02020603050405020304" pitchFamily="18" charset="0"/>
              </a:rPr>
              <a:t>已知二次型</a:t>
            </a:r>
            <a:r>
              <a:rPr lang="zh-CN" altLang="en-US"/>
              <a:t> </a:t>
            </a:r>
          </a:p>
        </p:txBody>
      </p:sp>
      <p:sp>
        <p:nvSpPr>
          <p:cNvPr id="1017859" name="Text Box 3"/>
          <p:cNvSpPr txBox="1">
            <a:spLocks noChangeArrowheads="1"/>
          </p:cNvSpPr>
          <p:nvPr/>
        </p:nvSpPr>
        <p:spPr bwMode="auto">
          <a:xfrm>
            <a:off x="228600" y="266065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1017861" name="Object 5"/>
          <p:cNvGraphicFramePr>
            <a:graphicFrameLocks noChangeAspect="1"/>
          </p:cNvGraphicFramePr>
          <p:nvPr/>
        </p:nvGraphicFramePr>
        <p:xfrm>
          <a:off x="533400" y="628650"/>
          <a:ext cx="7940675" cy="588963"/>
        </p:xfrm>
        <a:graphic>
          <a:graphicData uri="http://schemas.openxmlformats.org/presentationml/2006/ole">
            <mc:AlternateContent xmlns:mc="http://schemas.openxmlformats.org/markup-compatibility/2006">
              <mc:Choice xmlns:v="urn:schemas-microsoft-com:vml" Requires="v">
                <p:oleObj spid="_x0000_s1038336" name="Equation" r:id="rId3" imgW="3098520" imgH="241200" progId="Equation.3">
                  <p:embed/>
                </p:oleObj>
              </mc:Choice>
              <mc:Fallback>
                <p:oleObj name="Equation" r:id="rId3" imgW="309852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628650"/>
                        <a:ext cx="7940675"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7862" name="Text Box 6"/>
          <p:cNvSpPr txBox="1">
            <a:spLocks noChangeArrowheads="1"/>
          </p:cNvSpPr>
          <p:nvPr/>
        </p:nvSpPr>
        <p:spPr bwMode="auto">
          <a:xfrm>
            <a:off x="914400" y="266065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二次型的矩阵</a:t>
            </a:r>
          </a:p>
        </p:txBody>
      </p:sp>
      <p:graphicFrame>
        <p:nvGraphicFramePr>
          <p:cNvPr id="1017863" name="Object 7"/>
          <p:cNvGraphicFramePr>
            <a:graphicFrameLocks noChangeAspect="1"/>
          </p:cNvGraphicFramePr>
          <p:nvPr/>
        </p:nvGraphicFramePr>
        <p:xfrm>
          <a:off x="3213100" y="2152650"/>
          <a:ext cx="2286000" cy="1611313"/>
        </p:xfrm>
        <a:graphic>
          <a:graphicData uri="http://schemas.openxmlformats.org/presentationml/2006/ole">
            <mc:AlternateContent xmlns:mc="http://schemas.openxmlformats.org/markup-compatibility/2006">
              <mc:Choice xmlns:v="urn:schemas-microsoft-com:vml" Requires="v">
                <p:oleObj spid="_x0000_s1038337" name="Equation" r:id="rId5" imgW="990360" imgH="698400" progId="Equation.3">
                  <p:embed/>
                </p:oleObj>
              </mc:Choice>
              <mc:Fallback>
                <p:oleObj name="Equation" r:id="rId5" imgW="990360" imgH="6984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3100" y="2152650"/>
                        <a:ext cx="2286000" cy="161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7864" name="Object 8"/>
          <p:cNvGraphicFramePr>
            <a:graphicFrameLocks noChangeAspect="1"/>
          </p:cNvGraphicFramePr>
          <p:nvPr/>
        </p:nvGraphicFramePr>
        <p:xfrm>
          <a:off x="4876800" y="4283075"/>
          <a:ext cx="3886200" cy="546100"/>
        </p:xfrm>
        <a:graphic>
          <a:graphicData uri="http://schemas.openxmlformats.org/presentationml/2006/ole">
            <mc:AlternateContent xmlns:mc="http://schemas.openxmlformats.org/markup-compatibility/2006">
              <mc:Choice xmlns:v="urn:schemas-microsoft-com:vml" Requires="v">
                <p:oleObj spid="_x0000_s1038338" name="Equation" r:id="rId7" imgW="1726920" imgH="228600" progId="Equation.3">
                  <p:embed/>
                </p:oleObj>
              </mc:Choice>
              <mc:Fallback>
                <p:oleObj name="Equation" r:id="rId7" imgW="1726920" imgH="228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4283075"/>
                        <a:ext cx="38862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7865" name="Object 9"/>
          <p:cNvGraphicFramePr>
            <a:graphicFrameLocks noChangeAspect="1"/>
          </p:cNvGraphicFramePr>
          <p:nvPr/>
        </p:nvGraphicFramePr>
        <p:xfrm>
          <a:off x="304800" y="3732213"/>
          <a:ext cx="4568825" cy="1646237"/>
        </p:xfrm>
        <a:graphic>
          <a:graphicData uri="http://schemas.openxmlformats.org/presentationml/2006/ole">
            <mc:AlternateContent xmlns:mc="http://schemas.openxmlformats.org/markup-compatibility/2006">
              <mc:Choice xmlns:v="urn:schemas-microsoft-com:vml" Requires="v">
                <p:oleObj spid="_x0000_s1038339" name="Equation" r:id="rId9" imgW="2019240" imgH="698400" progId="Equation.3">
                  <p:embed/>
                </p:oleObj>
              </mc:Choice>
              <mc:Fallback>
                <p:oleObj name="Equation" r:id="rId9" imgW="2019240" imgH="6984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3732213"/>
                        <a:ext cx="4568825" cy="164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7871" name="Object 15"/>
          <p:cNvGraphicFramePr>
            <a:graphicFrameLocks noChangeAspect="1"/>
          </p:cNvGraphicFramePr>
          <p:nvPr/>
        </p:nvGraphicFramePr>
        <p:xfrm>
          <a:off x="304800" y="1238250"/>
          <a:ext cx="8077200" cy="1082675"/>
        </p:xfrm>
        <a:graphic>
          <a:graphicData uri="http://schemas.openxmlformats.org/presentationml/2006/ole">
            <mc:AlternateContent xmlns:mc="http://schemas.openxmlformats.org/markup-compatibility/2006">
              <mc:Choice xmlns:v="urn:schemas-microsoft-com:vml" Requires="v">
                <p:oleObj spid="_x0000_s1038340" name="Document" r:id="rId11" imgW="3180240" imgH="425520" progId="Word.Document.8">
                  <p:embed/>
                </p:oleObj>
              </mc:Choice>
              <mc:Fallback>
                <p:oleObj name="Document" r:id="rId11" imgW="3180240" imgH="425520" progId="Word.Document.8">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1238250"/>
                        <a:ext cx="807720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7877" name="Object 21"/>
          <p:cNvGraphicFramePr>
            <a:graphicFrameLocks noChangeAspect="1"/>
          </p:cNvGraphicFramePr>
          <p:nvPr/>
        </p:nvGraphicFramePr>
        <p:xfrm>
          <a:off x="228600" y="5429250"/>
          <a:ext cx="8382000" cy="1179513"/>
        </p:xfrm>
        <a:graphic>
          <a:graphicData uri="http://schemas.openxmlformats.org/presentationml/2006/ole">
            <mc:AlternateContent xmlns:mc="http://schemas.openxmlformats.org/markup-compatibility/2006">
              <mc:Choice xmlns:v="urn:schemas-microsoft-com:vml" Requires="v">
                <p:oleObj spid="_x0000_s1038341" name="Document" r:id="rId13" imgW="3336120" imgH="469800" progId="Word.Document.8">
                  <p:embed/>
                </p:oleObj>
              </mc:Choice>
              <mc:Fallback>
                <p:oleObj name="Document" r:id="rId13" imgW="3336120" imgH="469800" progId="Word.Document.8">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600" y="5429250"/>
                        <a:ext cx="8382000" cy="1179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7858"/>
                                        </p:tgtEl>
                                        <p:attrNameLst>
                                          <p:attrName>style.visibility</p:attrName>
                                        </p:attrNameLst>
                                      </p:cBhvr>
                                      <p:to>
                                        <p:strVal val="visible"/>
                                      </p:to>
                                    </p:set>
                                    <p:animEffect transition="in" filter="wipe(left)">
                                      <p:cBhvr>
                                        <p:cTn id="7" dur="500"/>
                                        <p:tgtEl>
                                          <p:spTgt spid="101785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17861"/>
                                        </p:tgtEl>
                                        <p:attrNameLst>
                                          <p:attrName>style.visibility</p:attrName>
                                        </p:attrNameLst>
                                      </p:cBhvr>
                                      <p:to>
                                        <p:strVal val="visible"/>
                                      </p:to>
                                    </p:set>
                                    <p:animEffect transition="in" filter="wipe(left)">
                                      <p:cBhvr>
                                        <p:cTn id="11" dur="500"/>
                                        <p:tgtEl>
                                          <p:spTgt spid="101786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17871"/>
                                        </p:tgtEl>
                                        <p:attrNameLst>
                                          <p:attrName>style.visibility</p:attrName>
                                        </p:attrNameLst>
                                      </p:cBhvr>
                                      <p:to>
                                        <p:strVal val="visible"/>
                                      </p:to>
                                    </p:set>
                                    <p:animEffect transition="in" filter="wipe(left)">
                                      <p:cBhvr>
                                        <p:cTn id="15" dur="500"/>
                                        <p:tgtEl>
                                          <p:spTgt spid="101787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17859"/>
                                        </p:tgtEl>
                                        <p:attrNameLst>
                                          <p:attrName>style.visibility</p:attrName>
                                        </p:attrNameLst>
                                      </p:cBhvr>
                                      <p:to>
                                        <p:strVal val="visible"/>
                                      </p:to>
                                    </p:set>
                                    <p:animEffect transition="in" filter="wipe(left)">
                                      <p:cBhvr>
                                        <p:cTn id="20" dur="500"/>
                                        <p:tgtEl>
                                          <p:spTgt spid="101785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17862"/>
                                        </p:tgtEl>
                                        <p:attrNameLst>
                                          <p:attrName>style.visibility</p:attrName>
                                        </p:attrNameLst>
                                      </p:cBhvr>
                                      <p:to>
                                        <p:strVal val="visible"/>
                                      </p:to>
                                    </p:set>
                                    <p:animEffect transition="in" filter="wipe(left)">
                                      <p:cBhvr>
                                        <p:cTn id="25" dur="500"/>
                                        <p:tgtEl>
                                          <p:spTgt spid="101786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17863"/>
                                        </p:tgtEl>
                                        <p:attrNameLst>
                                          <p:attrName>style.visibility</p:attrName>
                                        </p:attrNameLst>
                                      </p:cBhvr>
                                      <p:to>
                                        <p:strVal val="visible"/>
                                      </p:to>
                                    </p:set>
                                    <p:animEffect transition="in" filter="wipe(left)">
                                      <p:cBhvr>
                                        <p:cTn id="30" dur="500"/>
                                        <p:tgtEl>
                                          <p:spTgt spid="101786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17865"/>
                                        </p:tgtEl>
                                        <p:attrNameLst>
                                          <p:attrName>style.visibility</p:attrName>
                                        </p:attrNameLst>
                                      </p:cBhvr>
                                      <p:to>
                                        <p:strVal val="visible"/>
                                      </p:to>
                                    </p:set>
                                    <p:animEffect transition="in" filter="wipe(left)">
                                      <p:cBhvr>
                                        <p:cTn id="35" dur="500"/>
                                        <p:tgtEl>
                                          <p:spTgt spid="101786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17864"/>
                                        </p:tgtEl>
                                        <p:attrNameLst>
                                          <p:attrName>style.visibility</p:attrName>
                                        </p:attrNameLst>
                                      </p:cBhvr>
                                      <p:to>
                                        <p:strVal val="visible"/>
                                      </p:to>
                                    </p:set>
                                    <p:animEffect transition="in" filter="wipe(left)">
                                      <p:cBhvr>
                                        <p:cTn id="40" dur="500"/>
                                        <p:tgtEl>
                                          <p:spTgt spid="101786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017877"/>
                                        </p:tgtEl>
                                        <p:attrNameLst>
                                          <p:attrName>style.visibility</p:attrName>
                                        </p:attrNameLst>
                                      </p:cBhvr>
                                      <p:to>
                                        <p:strVal val="visible"/>
                                      </p:to>
                                    </p:set>
                                    <p:animEffect transition="in" filter="wipe(left)">
                                      <p:cBhvr>
                                        <p:cTn id="45" dur="500"/>
                                        <p:tgtEl>
                                          <p:spTgt spid="1017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58" grpId="0" autoUpdateAnimBg="0"/>
      <p:bldP spid="1017859" grpId="0" autoUpdateAnimBg="0"/>
      <p:bldP spid="101786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843F57B9-940D-4A57-BABF-E7A7917F3789}" type="slidenum">
              <a:rPr lang="zh-CN" altLang="en-US"/>
              <a:pPr/>
              <a:t>44</a:t>
            </a:fld>
            <a:endParaRPr lang="zh-CN" altLang="en-US"/>
          </a:p>
        </p:txBody>
      </p:sp>
      <p:graphicFrame>
        <p:nvGraphicFramePr>
          <p:cNvPr id="1018895" name="Object 15"/>
          <p:cNvGraphicFramePr>
            <a:graphicFrameLocks noChangeAspect="1"/>
          </p:cNvGraphicFramePr>
          <p:nvPr/>
        </p:nvGraphicFramePr>
        <p:xfrm>
          <a:off x="304800" y="152400"/>
          <a:ext cx="8305800" cy="1111250"/>
        </p:xfrm>
        <a:graphic>
          <a:graphicData uri="http://schemas.openxmlformats.org/presentationml/2006/ole">
            <mc:AlternateContent xmlns:mc="http://schemas.openxmlformats.org/markup-compatibility/2006">
              <mc:Choice xmlns:v="urn:schemas-microsoft-com:vml" Requires="v">
                <p:oleObj spid="_x0000_s1039360" name="Document" r:id="rId3" imgW="3326760" imgH="444960" progId="Word.Document.8">
                  <p:embed/>
                </p:oleObj>
              </mc:Choice>
              <mc:Fallback>
                <p:oleObj name="Document" r:id="rId3" imgW="3326760" imgH="444960" progId="Word.Document.8">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52400"/>
                        <a:ext cx="8305800"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8897" name="Object 17"/>
          <p:cNvGraphicFramePr>
            <a:graphicFrameLocks noChangeAspect="1"/>
          </p:cNvGraphicFramePr>
          <p:nvPr/>
        </p:nvGraphicFramePr>
        <p:xfrm>
          <a:off x="304800" y="1185863"/>
          <a:ext cx="8366125" cy="574675"/>
        </p:xfrm>
        <a:graphic>
          <a:graphicData uri="http://schemas.openxmlformats.org/presentationml/2006/ole">
            <mc:AlternateContent xmlns:mc="http://schemas.openxmlformats.org/markup-compatibility/2006">
              <mc:Choice xmlns:v="urn:schemas-microsoft-com:vml" Requires="v">
                <p:oleObj spid="_x0000_s1039361" name="Document" r:id="rId5" imgW="3253680" imgH="228600" progId="Word.Document.8">
                  <p:embed/>
                </p:oleObj>
              </mc:Choice>
              <mc:Fallback>
                <p:oleObj name="Document" r:id="rId5" imgW="3253680" imgH="228600" progId="Word.Document.8">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185863"/>
                        <a:ext cx="8366125"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8898" name="Object 18"/>
          <p:cNvGraphicFramePr>
            <a:graphicFrameLocks noChangeAspect="1"/>
          </p:cNvGraphicFramePr>
          <p:nvPr/>
        </p:nvGraphicFramePr>
        <p:xfrm>
          <a:off x="304800" y="1758950"/>
          <a:ext cx="8229600" cy="581025"/>
        </p:xfrm>
        <a:graphic>
          <a:graphicData uri="http://schemas.openxmlformats.org/presentationml/2006/ole">
            <mc:AlternateContent xmlns:mc="http://schemas.openxmlformats.org/markup-compatibility/2006">
              <mc:Choice xmlns:v="urn:schemas-microsoft-com:vml" Requires="v">
                <p:oleObj spid="_x0000_s1039362" name="Document" r:id="rId7" imgW="3186360" imgH="228600" progId="Word.Document.8">
                  <p:embed/>
                </p:oleObj>
              </mc:Choice>
              <mc:Fallback>
                <p:oleObj name="Document" r:id="rId7" imgW="3186360" imgH="228600" progId="Word.Document.8">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1758950"/>
                        <a:ext cx="8229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8899" name="Object 19"/>
          <p:cNvGraphicFramePr>
            <a:graphicFrameLocks noChangeAspect="1"/>
          </p:cNvGraphicFramePr>
          <p:nvPr/>
        </p:nvGraphicFramePr>
        <p:xfrm>
          <a:off x="304800" y="2336800"/>
          <a:ext cx="7924800" cy="608013"/>
        </p:xfrm>
        <a:graphic>
          <a:graphicData uri="http://schemas.openxmlformats.org/presentationml/2006/ole">
            <mc:AlternateContent xmlns:mc="http://schemas.openxmlformats.org/markup-compatibility/2006">
              <mc:Choice xmlns:v="urn:schemas-microsoft-com:vml" Requires="v">
                <p:oleObj spid="_x0000_s1039363" name="Document" r:id="rId9" imgW="3199680" imgH="241200" progId="Word.Document.8">
                  <p:embed/>
                </p:oleObj>
              </mc:Choice>
              <mc:Fallback>
                <p:oleObj name="Document" r:id="rId9" imgW="3199680" imgH="241200" progId="Word.Document.8">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2336800"/>
                        <a:ext cx="792480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8900" name="Text Box 20"/>
          <p:cNvSpPr txBox="1">
            <a:spLocks noChangeArrowheads="1"/>
          </p:cNvSpPr>
          <p:nvPr/>
        </p:nvSpPr>
        <p:spPr bwMode="auto">
          <a:xfrm>
            <a:off x="177800" y="2933700"/>
            <a:ext cx="8813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单位化后拼起来，即得所求正交变换 </a:t>
            </a:r>
            <a:r>
              <a:rPr lang="en-US" altLang="zh-CN" i="1">
                <a:latin typeface="Times New Roman" panose="02020603050405020304" pitchFamily="18" charset="0"/>
              </a:rPr>
              <a:t>x</a:t>
            </a:r>
            <a:r>
              <a:rPr lang="en-US" altLang="zh-CN">
                <a:latin typeface="Times New Roman" panose="02020603050405020304" pitchFamily="18" charset="0"/>
              </a:rPr>
              <a:t> =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y</a:t>
            </a:r>
            <a:r>
              <a:rPr lang="en-US" altLang="zh-CN">
                <a:latin typeface="Times New Roman" panose="02020603050405020304" pitchFamily="18" charset="0"/>
              </a:rPr>
              <a:t> </a:t>
            </a:r>
            <a:r>
              <a:rPr lang="zh-CN" altLang="en-US">
                <a:latin typeface="Times New Roman" panose="02020603050405020304" pitchFamily="18" charset="0"/>
              </a:rPr>
              <a:t>的矩阵为</a:t>
            </a:r>
          </a:p>
        </p:txBody>
      </p:sp>
      <p:graphicFrame>
        <p:nvGraphicFramePr>
          <p:cNvPr id="1018901" name="Object 21"/>
          <p:cNvGraphicFramePr>
            <a:graphicFrameLocks noChangeAspect="1"/>
          </p:cNvGraphicFramePr>
          <p:nvPr/>
        </p:nvGraphicFramePr>
        <p:xfrm>
          <a:off x="2286000" y="3429000"/>
          <a:ext cx="3429000" cy="3054350"/>
        </p:xfrm>
        <a:graphic>
          <a:graphicData uri="http://schemas.openxmlformats.org/presentationml/2006/ole">
            <mc:AlternateContent xmlns:mc="http://schemas.openxmlformats.org/markup-compatibility/2006">
              <mc:Choice xmlns:v="urn:schemas-microsoft-com:vml" Requires="v">
                <p:oleObj spid="_x0000_s1039364" name="Equation" r:id="rId11" imgW="1371600" imgH="1218960" progId="Equation.3">
                  <p:embed/>
                </p:oleObj>
              </mc:Choice>
              <mc:Fallback>
                <p:oleObj name="Equation" r:id="rId11" imgW="1371600" imgH="121896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0" y="3429000"/>
                        <a:ext cx="3429000" cy="305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18895"/>
                                        </p:tgtEl>
                                        <p:attrNameLst>
                                          <p:attrName>style.visibility</p:attrName>
                                        </p:attrNameLst>
                                      </p:cBhvr>
                                      <p:to>
                                        <p:strVal val="visible"/>
                                      </p:to>
                                    </p:set>
                                    <p:animEffect transition="in" filter="wipe(left)">
                                      <p:cBhvr>
                                        <p:cTn id="7" dur="500"/>
                                        <p:tgtEl>
                                          <p:spTgt spid="1018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8897"/>
                                        </p:tgtEl>
                                        <p:attrNameLst>
                                          <p:attrName>style.visibility</p:attrName>
                                        </p:attrNameLst>
                                      </p:cBhvr>
                                      <p:to>
                                        <p:strVal val="visible"/>
                                      </p:to>
                                    </p:set>
                                    <p:animEffect transition="in" filter="wipe(left)">
                                      <p:cBhvr>
                                        <p:cTn id="12" dur="500"/>
                                        <p:tgtEl>
                                          <p:spTgt spid="10188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18898"/>
                                        </p:tgtEl>
                                        <p:attrNameLst>
                                          <p:attrName>style.visibility</p:attrName>
                                        </p:attrNameLst>
                                      </p:cBhvr>
                                      <p:to>
                                        <p:strVal val="visible"/>
                                      </p:to>
                                    </p:set>
                                    <p:animEffect transition="in" filter="wipe(left)">
                                      <p:cBhvr>
                                        <p:cTn id="17" dur="500"/>
                                        <p:tgtEl>
                                          <p:spTgt spid="10188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18899"/>
                                        </p:tgtEl>
                                        <p:attrNameLst>
                                          <p:attrName>style.visibility</p:attrName>
                                        </p:attrNameLst>
                                      </p:cBhvr>
                                      <p:to>
                                        <p:strVal val="visible"/>
                                      </p:to>
                                    </p:set>
                                    <p:animEffect transition="in" filter="wipe(left)">
                                      <p:cBhvr>
                                        <p:cTn id="22" dur="500"/>
                                        <p:tgtEl>
                                          <p:spTgt spid="10188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18900"/>
                                        </p:tgtEl>
                                        <p:attrNameLst>
                                          <p:attrName>style.visibility</p:attrName>
                                        </p:attrNameLst>
                                      </p:cBhvr>
                                      <p:to>
                                        <p:strVal val="visible"/>
                                      </p:to>
                                    </p:set>
                                    <p:animEffect transition="in" filter="wipe(left)">
                                      <p:cBhvr>
                                        <p:cTn id="27" dur="500"/>
                                        <p:tgtEl>
                                          <p:spTgt spid="10189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18901"/>
                                        </p:tgtEl>
                                        <p:attrNameLst>
                                          <p:attrName>style.visibility</p:attrName>
                                        </p:attrNameLst>
                                      </p:cBhvr>
                                      <p:to>
                                        <p:strVal val="visible"/>
                                      </p:to>
                                    </p:set>
                                    <p:animEffect transition="in" filter="wipe(left)">
                                      <p:cBhvr>
                                        <p:cTn id="32" dur="500"/>
                                        <p:tgtEl>
                                          <p:spTgt spid="1018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890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16C3681D-F536-4D1A-A350-F1B2A691F1D5}" type="slidenum">
              <a:rPr lang="zh-CN" altLang="en-US"/>
              <a:pPr/>
              <a:t>45</a:t>
            </a:fld>
            <a:endParaRPr lang="zh-CN" altLang="en-US"/>
          </a:p>
        </p:txBody>
      </p:sp>
      <p:sp>
        <p:nvSpPr>
          <p:cNvPr id="1016834" name="Rectangle 2"/>
          <p:cNvSpPr>
            <a:spLocks noGrp="1" noChangeArrowheads="1"/>
          </p:cNvSpPr>
          <p:nvPr>
            <p:ph type="title"/>
          </p:nvPr>
        </p:nvSpPr>
        <p:spPr>
          <a:xfrm>
            <a:off x="152400" y="228600"/>
            <a:ext cx="7239000" cy="609600"/>
          </a:xfrm>
        </p:spPr>
        <p:txBody>
          <a:bodyPr/>
          <a:lstStyle/>
          <a:p>
            <a:pPr algn="l"/>
            <a:r>
              <a:rPr lang="zh-CN" altLang="en-US" sz="3200" b="1">
                <a:solidFill>
                  <a:srgbClr val="0033CC"/>
                </a:solidFill>
                <a:latin typeface="黑体" panose="02010609060101010101" pitchFamily="49" charset="-122"/>
                <a:ea typeface="黑体" panose="02010609060101010101" pitchFamily="49" charset="-122"/>
              </a:rPr>
              <a:t>(四) </a:t>
            </a:r>
            <a:r>
              <a:rPr lang="zh-CN" altLang="en-US" sz="3200" b="1">
                <a:solidFill>
                  <a:srgbClr val="0033CC"/>
                </a:solidFill>
                <a:latin typeface="宋体" panose="02010600030101010101" pitchFamily="2" charset="-122"/>
                <a:ea typeface="黑体" panose="02010609060101010101" pitchFamily="49" charset="-122"/>
              </a:rPr>
              <a:t>二次型与对称矩阵的规范形</a:t>
            </a:r>
          </a:p>
        </p:txBody>
      </p:sp>
      <p:sp>
        <p:nvSpPr>
          <p:cNvPr id="1016843" name="Text Box 11"/>
          <p:cNvSpPr txBox="1">
            <a:spLocks noChangeArrowheads="1"/>
          </p:cNvSpPr>
          <p:nvPr/>
        </p:nvSpPr>
        <p:spPr bwMode="auto">
          <a:xfrm>
            <a:off x="304800" y="914400"/>
            <a:ext cx="82296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latin typeface="Times New Roman" panose="02020603050405020304" pitchFamily="18" charset="0"/>
              </a:rPr>
              <a:t>  一个实二次型，既可以通过正交替换化为标准形，也可以通过拉格朗日配方法化为标准形，显然，其标准形一般来说是不唯一的。</a:t>
            </a:r>
          </a:p>
        </p:txBody>
      </p:sp>
      <p:sp>
        <p:nvSpPr>
          <p:cNvPr id="1016844" name="Rectangle 12"/>
          <p:cNvSpPr>
            <a:spLocks noChangeArrowheads="1"/>
          </p:cNvSpPr>
          <p:nvPr/>
        </p:nvSpPr>
        <p:spPr bwMode="auto">
          <a:xfrm>
            <a:off x="304800" y="2514600"/>
            <a:ext cx="82296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pPr>
            <a:r>
              <a:rPr lang="zh-CN" altLang="en-US"/>
              <a:t>  </a:t>
            </a:r>
            <a:r>
              <a:rPr lang="zh-CN" altLang="en-US">
                <a:latin typeface="Times New Roman" panose="02020603050405020304" pitchFamily="18" charset="0"/>
              </a:rPr>
              <a:t>但是，标准形中系数不为零的项数是确定的，项数等于二次型的秩。</a:t>
            </a:r>
          </a:p>
        </p:txBody>
      </p:sp>
      <p:graphicFrame>
        <p:nvGraphicFramePr>
          <p:cNvPr id="1016845" name="Object 13"/>
          <p:cNvGraphicFramePr>
            <a:graphicFrameLocks noChangeAspect="1"/>
          </p:cNvGraphicFramePr>
          <p:nvPr/>
        </p:nvGraphicFramePr>
        <p:xfrm>
          <a:off x="914400" y="3733800"/>
          <a:ext cx="4419600" cy="555625"/>
        </p:xfrm>
        <a:graphic>
          <a:graphicData uri="http://schemas.openxmlformats.org/presentationml/2006/ole">
            <mc:AlternateContent xmlns:mc="http://schemas.openxmlformats.org/markup-compatibility/2006">
              <mc:Choice xmlns:v="urn:schemas-microsoft-com:vml" Requires="v">
                <p:oleObj spid="_x0000_s1040384" name="Equation" r:id="rId3" imgW="1815840" imgH="228600" progId="Equation.3">
                  <p:embed/>
                </p:oleObj>
              </mc:Choice>
              <mc:Fallback>
                <p:oleObj name="Equation" r:id="rId3" imgW="1815840" imgH="2286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733800"/>
                        <a:ext cx="44196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6846" name="Object 14"/>
          <p:cNvGraphicFramePr>
            <a:graphicFrameLocks noChangeAspect="1"/>
          </p:cNvGraphicFramePr>
          <p:nvPr/>
        </p:nvGraphicFramePr>
        <p:xfrm>
          <a:off x="5638800" y="3784600"/>
          <a:ext cx="1219200" cy="549275"/>
        </p:xfrm>
        <a:graphic>
          <a:graphicData uri="http://schemas.openxmlformats.org/presentationml/2006/ole">
            <mc:AlternateContent xmlns:mc="http://schemas.openxmlformats.org/markup-compatibility/2006">
              <mc:Choice xmlns:v="urn:schemas-microsoft-com:vml" Requires="v">
                <p:oleObj spid="_x0000_s1040385" name="Equation" r:id="rId5" imgW="507960" imgH="228600" progId="Equation.3">
                  <p:embed/>
                </p:oleObj>
              </mc:Choice>
              <mc:Fallback>
                <p:oleObj name="Equation" r:id="rId5" imgW="507960" imgH="2286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784600"/>
                        <a:ext cx="12192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6847" name="Text Box 15"/>
          <p:cNvSpPr txBox="1">
            <a:spLocks noChangeArrowheads="1"/>
          </p:cNvSpPr>
          <p:nvPr/>
        </p:nvSpPr>
        <p:spPr bwMode="auto">
          <a:xfrm>
            <a:off x="304800" y="4343400"/>
            <a:ext cx="8077200" cy="163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t>  实际上，不仅标准形中的非零系数的个数是确定的，其中正的系数个数和负的系数个数也被原二次型所确定，这就是下面的</a:t>
            </a:r>
            <a:r>
              <a:rPr lang="zh-CN" altLang="en-US">
                <a:latin typeface="Times New Roman" panose="02020603050405020304" pitchFamily="18" charset="0"/>
              </a:rPr>
              <a:t>“</a:t>
            </a:r>
            <a:r>
              <a:rPr lang="zh-CN" altLang="en-US"/>
              <a:t>惯性定理</a:t>
            </a:r>
            <a:r>
              <a:rPr lang="zh-CN" altLang="en-US">
                <a:latin typeface="Times New Roman" panose="02020603050405020304" pitchFamily="18" charset="0"/>
              </a:rPr>
              <a:t>”</a:t>
            </a:r>
            <a:r>
              <a:rPr lang="zh-CN" altLang="en-US"/>
              <a:t>。</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6834"/>
                                        </p:tgtEl>
                                        <p:attrNameLst>
                                          <p:attrName>style.visibility</p:attrName>
                                        </p:attrNameLst>
                                      </p:cBhvr>
                                      <p:to>
                                        <p:strVal val="visible"/>
                                      </p:to>
                                    </p:set>
                                    <p:animEffect transition="in" filter="wipe(left)">
                                      <p:cBhvr>
                                        <p:cTn id="7" dur="500"/>
                                        <p:tgtEl>
                                          <p:spTgt spid="1016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16843"/>
                                        </p:tgtEl>
                                        <p:attrNameLst>
                                          <p:attrName>style.visibility</p:attrName>
                                        </p:attrNameLst>
                                      </p:cBhvr>
                                      <p:to>
                                        <p:strVal val="visible"/>
                                      </p:to>
                                    </p:set>
                                    <p:animEffect transition="in" filter="wipe(left)">
                                      <p:cBhvr>
                                        <p:cTn id="12" dur="500"/>
                                        <p:tgtEl>
                                          <p:spTgt spid="1016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6844"/>
                                        </p:tgtEl>
                                        <p:attrNameLst>
                                          <p:attrName>style.visibility</p:attrName>
                                        </p:attrNameLst>
                                      </p:cBhvr>
                                      <p:to>
                                        <p:strVal val="visible"/>
                                      </p:to>
                                    </p:set>
                                    <p:animEffect transition="in" filter="wipe(left)">
                                      <p:cBhvr>
                                        <p:cTn id="17" dur="500"/>
                                        <p:tgtEl>
                                          <p:spTgt spid="10168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16845"/>
                                        </p:tgtEl>
                                        <p:attrNameLst>
                                          <p:attrName>style.visibility</p:attrName>
                                        </p:attrNameLst>
                                      </p:cBhvr>
                                      <p:to>
                                        <p:strVal val="visible"/>
                                      </p:to>
                                    </p:set>
                                    <p:animEffect transition="in" filter="wipe(left)">
                                      <p:cBhvr>
                                        <p:cTn id="22" dur="500"/>
                                        <p:tgtEl>
                                          <p:spTgt spid="10168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16846"/>
                                        </p:tgtEl>
                                        <p:attrNameLst>
                                          <p:attrName>style.visibility</p:attrName>
                                        </p:attrNameLst>
                                      </p:cBhvr>
                                      <p:to>
                                        <p:strVal val="visible"/>
                                      </p:to>
                                    </p:set>
                                    <p:animEffect transition="in" filter="wipe(left)">
                                      <p:cBhvr>
                                        <p:cTn id="27" dur="500"/>
                                        <p:tgtEl>
                                          <p:spTgt spid="10168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16847"/>
                                        </p:tgtEl>
                                        <p:attrNameLst>
                                          <p:attrName>style.visibility</p:attrName>
                                        </p:attrNameLst>
                                      </p:cBhvr>
                                      <p:to>
                                        <p:strVal val="visible"/>
                                      </p:to>
                                    </p:set>
                                    <p:animEffect transition="in" filter="wipe(left)">
                                      <p:cBhvr>
                                        <p:cTn id="32" dur="500"/>
                                        <p:tgtEl>
                                          <p:spTgt spid="1016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34" grpId="0" autoUpdateAnimBg="0"/>
      <p:bldP spid="1016843" grpId="0" autoUpdateAnimBg="0"/>
      <p:bldP spid="1016844" grpId="0" autoUpdateAnimBg="0"/>
      <p:bldP spid="101684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p:cNvSpPr>
            <a:spLocks noGrp="1"/>
          </p:cNvSpPr>
          <p:nvPr>
            <p:ph type="sldNum" sz="quarter" idx="12"/>
          </p:nvPr>
        </p:nvSpPr>
        <p:spPr/>
        <p:txBody>
          <a:bodyPr/>
          <a:lstStyle/>
          <a:p>
            <a:fld id="{A28AD1D9-4036-48F7-87E9-A111209FD1C0}" type="slidenum">
              <a:rPr lang="zh-CN" altLang="en-US"/>
              <a:pPr/>
              <a:t>46</a:t>
            </a:fld>
            <a:endParaRPr lang="zh-CN" altLang="en-US"/>
          </a:p>
        </p:txBody>
      </p:sp>
      <p:sp>
        <p:nvSpPr>
          <p:cNvPr id="974850" name="Text Box 2"/>
          <p:cNvSpPr txBox="1">
            <a:spLocks noChangeArrowheads="1"/>
          </p:cNvSpPr>
          <p:nvPr/>
        </p:nvSpPr>
        <p:spPr bwMode="auto">
          <a:xfrm>
            <a:off x="76200" y="381000"/>
            <a:ext cx="29718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定理(惯性定理)</a:t>
            </a:r>
          </a:p>
        </p:txBody>
      </p:sp>
      <p:graphicFrame>
        <p:nvGraphicFramePr>
          <p:cNvPr id="974851" name="Object 3"/>
          <p:cNvGraphicFramePr>
            <a:graphicFrameLocks noChangeAspect="1"/>
          </p:cNvGraphicFramePr>
          <p:nvPr/>
        </p:nvGraphicFramePr>
        <p:xfrm>
          <a:off x="2743200" y="342900"/>
          <a:ext cx="6019800" cy="609600"/>
        </p:xfrm>
        <a:graphic>
          <a:graphicData uri="http://schemas.openxmlformats.org/presentationml/2006/ole">
            <mc:AlternateContent xmlns:mc="http://schemas.openxmlformats.org/markup-compatibility/2006">
              <mc:Choice xmlns:v="urn:schemas-microsoft-com:vml" Requires="v">
                <p:oleObj spid="_x0000_s974865" name="Document" r:id="rId3" imgW="2340720" imgH="240120" progId="Word.Document.8">
                  <p:embed/>
                </p:oleObj>
              </mc:Choice>
              <mc:Fallback>
                <p:oleObj name="Document" r:id="rId3" imgW="2340720" imgH="24012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42900"/>
                        <a:ext cx="6019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4852" name="Object 4"/>
          <p:cNvGraphicFramePr>
            <a:graphicFrameLocks noChangeAspect="1"/>
          </p:cNvGraphicFramePr>
          <p:nvPr/>
        </p:nvGraphicFramePr>
        <p:xfrm>
          <a:off x="1149350" y="3505200"/>
          <a:ext cx="3214688" cy="617538"/>
        </p:xfrm>
        <a:graphic>
          <a:graphicData uri="http://schemas.openxmlformats.org/presentationml/2006/ole">
            <mc:AlternateContent xmlns:mc="http://schemas.openxmlformats.org/markup-compatibility/2006">
              <mc:Choice xmlns:v="urn:schemas-microsoft-com:vml" Requires="v">
                <p:oleObj spid="_x0000_s974866" name="Equation" r:id="rId5" imgW="1320480" imgH="253800" progId="Equation.3">
                  <p:embed/>
                </p:oleObj>
              </mc:Choice>
              <mc:Fallback>
                <p:oleObj name="Equation" r:id="rId5" imgW="1320480" imgH="253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9350" y="3505200"/>
                        <a:ext cx="3214688"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4853" name="Object 5"/>
          <p:cNvGraphicFramePr>
            <a:graphicFrameLocks noChangeAspect="1"/>
          </p:cNvGraphicFramePr>
          <p:nvPr/>
        </p:nvGraphicFramePr>
        <p:xfrm>
          <a:off x="4343400" y="3505200"/>
          <a:ext cx="3524250" cy="617538"/>
        </p:xfrm>
        <a:graphic>
          <a:graphicData uri="http://schemas.openxmlformats.org/presentationml/2006/ole">
            <mc:AlternateContent xmlns:mc="http://schemas.openxmlformats.org/markup-compatibility/2006">
              <mc:Choice xmlns:v="urn:schemas-microsoft-com:vml" Requires="v">
                <p:oleObj spid="_x0000_s974867" name="Equation" r:id="rId7" imgW="1447560" imgH="253800" progId="Equation.3">
                  <p:embed/>
                </p:oleObj>
              </mc:Choice>
              <mc:Fallback>
                <p:oleObj name="Equation" r:id="rId7" imgW="1447560" imgH="253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3505200"/>
                        <a:ext cx="3524250"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4854" name="Text Box 6"/>
          <p:cNvSpPr txBox="1">
            <a:spLocks noChangeArrowheads="1"/>
          </p:cNvSpPr>
          <p:nvPr/>
        </p:nvSpPr>
        <p:spPr bwMode="auto">
          <a:xfrm>
            <a:off x="228600" y="4279900"/>
            <a:ext cx="2743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en-US" altLang="zh-CN" i="1">
                <a:latin typeface="Times New Roman" panose="02020603050405020304" pitchFamily="18" charset="0"/>
              </a:rPr>
              <a:t>p</a:t>
            </a:r>
            <a:r>
              <a:rPr lang="zh-CN" altLang="en-US"/>
              <a:t>为正惯性指数,</a:t>
            </a:r>
          </a:p>
        </p:txBody>
      </p:sp>
      <p:grpSp>
        <p:nvGrpSpPr>
          <p:cNvPr id="974855" name="Group 7"/>
          <p:cNvGrpSpPr>
            <a:grpSpLocks/>
          </p:cNvGrpSpPr>
          <p:nvPr/>
        </p:nvGrpSpPr>
        <p:grpSpPr bwMode="auto">
          <a:xfrm>
            <a:off x="152400" y="4967288"/>
            <a:ext cx="8839200" cy="519112"/>
            <a:chOff x="48" y="2400"/>
            <a:chExt cx="5568" cy="327"/>
          </a:xfrm>
        </p:grpSpPr>
        <p:sp>
          <p:nvSpPr>
            <p:cNvPr id="974856" name="Text Box 8"/>
            <p:cNvSpPr txBox="1">
              <a:spLocks noChangeArrowheads="1"/>
            </p:cNvSpPr>
            <p:nvPr/>
          </p:nvSpPr>
          <p:spPr bwMode="auto">
            <a:xfrm>
              <a:off x="48" y="2400"/>
              <a:ext cx="55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正负惯性指数的差</a:t>
              </a:r>
              <a:r>
                <a:rPr lang="en-US" altLang="zh-CN" i="1">
                  <a:latin typeface="Times New Roman" panose="02020603050405020304" pitchFamily="18" charset="0"/>
                </a:rPr>
                <a:t>                          </a:t>
              </a:r>
              <a:r>
                <a:rPr lang="zh-CN" altLang="en-US"/>
                <a:t>称为二次型的</a:t>
              </a:r>
              <a:r>
                <a:rPr lang="zh-CN" altLang="en-US">
                  <a:solidFill>
                    <a:srgbClr val="0033CC"/>
                  </a:solidFill>
                  <a:latin typeface="黑体" panose="02010609060101010101" pitchFamily="49" charset="-122"/>
                  <a:ea typeface="黑体" panose="02010609060101010101" pitchFamily="49" charset="-122"/>
                </a:rPr>
                <a:t>符号差</a:t>
              </a:r>
              <a:r>
                <a:rPr lang="zh-CN" altLang="en-US"/>
                <a:t>.</a:t>
              </a:r>
            </a:p>
          </p:txBody>
        </p:sp>
        <p:graphicFrame>
          <p:nvGraphicFramePr>
            <p:cNvPr id="974857" name="Object 9"/>
            <p:cNvGraphicFramePr>
              <a:graphicFrameLocks noChangeAspect="1"/>
            </p:cNvGraphicFramePr>
            <p:nvPr/>
          </p:nvGraphicFramePr>
          <p:xfrm>
            <a:off x="1920" y="2400"/>
            <a:ext cx="1402" cy="311"/>
          </p:xfrm>
          <a:graphic>
            <a:graphicData uri="http://schemas.openxmlformats.org/presentationml/2006/ole">
              <mc:AlternateContent xmlns:mc="http://schemas.openxmlformats.org/markup-compatibility/2006">
                <mc:Choice xmlns:v="urn:schemas-microsoft-com:vml" Requires="v">
                  <p:oleObj spid="_x0000_s974868" name="Equation" r:id="rId9" imgW="914400" imgH="203040" progId="Equation.3">
                    <p:embed/>
                  </p:oleObj>
                </mc:Choice>
                <mc:Fallback>
                  <p:oleObj name="Equation" r:id="rId9" imgW="914400" imgH="20304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0" y="2400"/>
                          <a:ext cx="1402"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74858" name="Group 10"/>
          <p:cNvGrpSpPr>
            <a:grpSpLocks/>
          </p:cNvGrpSpPr>
          <p:nvPr/>
        </p:nvGrpSpPr>
        <p:grpSpPr bwMode="auto">
          <a:xfrm>
            <a:off x="2889250" y="4267200"/>
            <a:ext cx="4044950" cy="528638"/>
            <a:chOff x="1964" y="2016"/>
            <a:chExt cx="2548" cy="333"/>
          </a:xfrm>
        </p:grpSpPr>
        <p:sp>
          <p:nvSpPr>
            <p:cNvPr id="974859" name="Text Box 11"/>
            <p:cNvSpPr txBox="1">
              <a:spLocks noChangeArrowheads="1"/>
            </p:cNvSpPr>
            <p:nvPr/>
          </p:nvSpPr>
          <p:spPr bwMode="auto">
            <a:xfrm>
              <a:off x="2784" y="2016"/>
              <a:ext cx="17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为负惯性指数,</a:t>
              </a:r>
            </a:p>
          </p:txBody>
        </p:sp>
        <p:graphicFrame>
          <p:nvGraphicFramePr>
            <p:cNvPr id="974860" name="Object 12"/>
            <p:cNvGraphicFramePr>
              <a:graphicFrameLocks noChangeAspect="1"/>
            </p:cNvGraphicFramePr>
            <p:nvPr/>
          </p:nvGraphicFramePr>
          <p:xfrm>
            <a:off x="1964" y="2096"/>
            <a:ext cx="916" cy="253"/>
          </p:xfrm>
          <a:graphic>
            <a:graphicData uri="http://schemas.openxmlformats.org/presentationml/2006/ole">
              <mc:AlternateContent xmlns:mc="http://schemas.openxmlformats.org/markup-compatibility/2006">
                <mc:Choice xmlns:v="urn:schemas-microsoft-com:vml" Requires="v">
                  <p:oleObj spid="_x0000_s974869" name="Equation" r:id="rId11" imgW="596880" imgH="164880" progId="Equation.3">
                    <p:embed/>
                  </p:oleObj>
                </mc:Choice>
                <mc:Fallback>
                  <p:oleObj name="Equation" r:id="rId11" imgW="596880" imgH="16488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4" y="2096"/>
                          <a:ext cx="916"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74861" name="Object 13"/>
          <p:cNvGraphicFramePr>
            <a:graphicFrameLocks noChangeAspect="1"/>
          </p:cNvGraphicFramePr>
          <p:nvPr/>
        </p:nvGraphicFramePr>
        <p:xfrm>
          <a:off x="228600" y="2362200"/>
          <a:ext cx="8382000" cy="1050925"/>
        </p:xfrm>
        <a:graphic>
          <a:graphicData uri="http://schemas.openxmlformats.org/presentationml/2006/ole">
            <mc:AlternateContent xmlns:mc="http://schemas.openxmlformats.org/markup-compatibility/2006">
              <mc:Choice xmlns:v="urn:schemas-microsoft-com:vml" Requires="v">
                <p:oleObj spid="_x0000_s974870" name="Document" r:id="rId13" imgW="3304440" imgH="417600" progId="Word.Document.8">
                  <p:embed/>
                </p:oleObj>
              </mc:Choice>
              <mc:Fallback>
                <p:oleObj name="Document" r:id="rId13" imgW="3304440" imgH="417600" progId="Word.Document.8">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600" y="2362200"/>
                        <a:ext cx="8382000"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4862" name="Text Box 14"/>
          <p:cNvSpPr txBox="1">
            <a:spLocks noChangeArrowheads="1"/>
          </p:cNvSpPr>
          <p:nvPr/>
        </p:nvSpPr>
        <p:spPr bwMode="auto">
          <a:xfrm>
            <a:off x="76200" y="838200"/>
            <a:ext cx="8839200" cy="156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15000"/>
              </a:lnSpc>
              <a:spcBef>
                <a:spcPct val="50000"/>
              </a:spcBef>
            </a:pPr>
            <a:r>
              <a:rPr lang="zh-CN" altLang="en-US">
                <a:cs typeface="Times New Roman" panose="02020603050405020304" pitchFamily="18" charset="0"/>
              </a:rPr>
              <a:t>无论用何种可逆线性</a:t>
            </a:r>
            <a:r>
              <a:rPr lang="zh-CN" altLang="en-US"/>
              <a:t>变</a:t>
            </a:r>
            <a:r>
              <a:rPr lang="zh-CN" altLang="en-US">
                <a:cs typeface="Times New Roman" panose="02020603050405020304" pitchFamily="18" charset="0"/>
              </a:rPr>
              <a:t>换把它化为标准形,其中正的系数个数(称</a:t>
            </a:r>
            <a:r>
              <a:rPr lang="zh-CN" altLang="en-US">
                <a:solidFill>
                  <a:srgbClr val="0033CC"/>
                </a:solidFill>
                <a:ea typeface="黑体" panose="02010609060101010101" pitchFamily="49" charset="-122"/>
              </a:rPr>
              <a:t>正惯性指数</a:t>
            </a:r>
            <a:r>
              <a:rPr lang="zh-CN" altLang="en-US">
                <a:cs typeface="Times New Roman" panose="02020603050405020304" pitchFamily="18" charset="0"/>
              </a:rPr>
              <a:t>)和负的系数个数(称</a:t>
            </a:r>
            <a:r>
              <a:rPr lang="zh-CN" altLang="en-US">
                <a:solidFill>
                  <a:srgbClr val="0033CC"/>
                </a:solidFill>
                <a:ea typeface="黑体" panose="02010609060101010101" pitchFamily="49" charset="-122"/>
              </a:rPr>
              <a:t>负惯性指数)</a:t>
            </a:r>
            <a:r>
              <a:rPr lang="zh-CN" altLang="en-US">
                <a:cs typeface="Times New Roman" panose="02020603050405020304" pitchFamily="18" charset="0"/>
              </a:rPr>
              <a:t>唯一确定</a:t>
            </a:r>
            <a:r>
              <a:rPr lang="zh-CN" altLang="en-US"/>
              <a:t>。</a:t>
            </a:r>
          </a:p>
        </p:txBody>
      </p:sp>
      <p:sp>
        <p:nvSpPr>
          <p:cNvPr id="974863" name="Text Box 15"/>
          <p:cNvSpPr txBox="1">
            <a:spLocks noChangeArrowheads="1"/>
          </p:cNvSpPr>
          <p:nvPr/>
        </p:nvSpPr>
        <p:spPr bwMode="auto">
          <a:xfrm>
            <a:off x="5638800" y="5715000"/>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黑体" panose="02010609060101010101" pitchFamily="49" charset="-122"/>
                <a:ea typeface="黑体" panose="02010609060101010101" pitchFamily="49" charset="-122"/>
              </a:rPr>
              <a:t>证略</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4850"/>
                                        </p:tgtEl>
                                        <p:attrNameLst>
                                          <p:attrName>style.visibility</p:attrName>
                                        </p:attrNameLst>
                                      </p:cBhvr>
                                      <p:to>
                                        <p:strVal val="visible"/>
                                      </p:to>
                                    </p:set>
                                    <p:animEffect transition="in" filter="wipe(left)">
                                      <p:cBhvr>
                                        <p:cTn id="7" dur="500"/>
                                        <p:tgtEl>
                                          <p:spTgt spid="9748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4851"/>
                                        </p:tgtEl>
                                        <p:attrNameLst>
                                          <p:attrName>style.visibility</p:attrName>
                                        </p:attrNameLst>
                                      </p:cBhvr>
                                      <p:to>
                                        <p:strVal val="visible"/>
                                      </p:to>
                                    </p:set>
                                    <p:animEffect transition="in" filter="wipe(left)">
                                      <p:cBhvr>
                                        <p:cTn id="12" dur="500"/>
                                        <p:tgtEl>
                                          <p:spTgt spid="974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4862"/>
                                        </p:tgtEl>
                                        <p:attrNameLst>
                                          <p:attrName>style.visibility</p:attrName>
                                        </p:attrNameLst>
                                      </p:cBhvr>
                                      <p:to>
                                        <p:strVal val="visible"/>
                                      </p:to>
                                    </p:set>
                                    <p:animEffect transition="in" filter="wipe(left)">
                                      <p:cBhvr>
                                        <p:cTn id="17" dur="500"/>
                                        <p:tgtEl>
                                          <p:spTgt spid="9748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74861"/>
                                        </p:tgtEl>
                                        <p:attrNameLst>
                                          <p:attrName>style.visibility</p:attrName>
                                        </p:attrNameLst>
                                      </p:cBhvr>
                                      <p:to>
                                        <p:strVal val="visible"/>
                                      </p:to>
                                    </p:set>
                                    <p:animEffect transition="in" filter="wipe(left)">
                                      <p:cBhvr>
                                        <p:cTn id="22" dur="500"/>
                                        <p:tgtEl>
                                          <p:spTgt spid="9748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4852"/>
                                        </p:tgtEl>
                                        <p:attrNameLst>
                                          <p:attrName>style.visibility</p:attrName>
                                        </p:attrNameLst>
                                      </p:cBhvr>
                                      <p:to>
                                        <p:strVal val="visible"/>
                                      </p:to>
                                    </p:set>
                                    <p:animEffect transition="in" filter="wipe(left)">
                                      <p:cBhvr>
                                        <p:cTn id="27" dur="500"/>
                                        <p:tgtEl>
                                          <p:spTgt spid="9748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4853"/>
                                        </p:tgtEl>
                                        <p:attrNameLst>
                                          <p:attrName>style.visibility</p:attrName>
                                        </p:attrNameLst>
                                      </p:cBhvr>
                                      <p:to>
                                        <p:strVal val="visible"/>
                                      </p:to>
                                    </p:set>
                                    <p:animEffect transition="in" filter="wipe(left)">
                                      <p:cBhvr>
                                        <p:cTn id="32" dur="500"/>
                                        <p:tgtEl>
                                          <p:spTgt spid="9748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74854"/>
                                        </p:tgtEl>
                                        <p:attrNameLst>
                                          <p:attrName>style.visibility</p:attrName>
                                        </p:attrNameLst>
                                      </p:cBhvr>
                                      <p:to>
                                        <p:strVal val="visible"/>
                                      </p:to>
                                    </p:set>
                                    <p:animEffect transition="in" filter="wipe(left)">
                                      <p:cBhvr>
                                        <p:cTn id="37" dur="500"/>
                                        <p:tgtEl>
                                          <p:spTgt spid="9748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74858"/>
                                        </p:tgtEl>
                                        <p:attrNameLst>
                                          <p:attrName>style.visibility</p:attrName>
                                        </p:attrNameLst>
                                      </p:cBhvr>
                                      <p:to>
                                        <p:strVal val="visible"/>
                                      </p:to>
                                    </p:set>
                                    <p:animEffect transition="in" filter="wipe(left)">
                                      <p:cBhvr>
                                        <p:cTn id="42" dur="500"/>
                                        <p:tgtEl>
                                          <p:spTgt spid="9748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4855"/>
                                        </p:tgtEl>
                                        <p:attrNameLst>
                                          <p:attrName>style.visibility</p:attrName>
                                        </p:attrNameLst>
                                      </p:cBhvr>
                                      <p:to>
                                        <p:strVal val="visible"/>
                                      </p:to>
                                    </p:set>
                                    <p:animEffect transition="in" filter="wipe(left)">
                                      <p:cBhvr>
                                        <p:cTn id="47" dur="500"/>
                                        <p:tgtEl>
                                          <p:spTgt spid="9748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74863"/>
                                        </p:tgtEl>
                                        <p:attrNameLst>
                                          <p:attrName>style.visibility</p:attrName>
                                        </p:attrNameLst>
                                      </p:cBhvr>
                                      <p:to>
                                        <p:strVal val="visible"/>
                                      </p:to>
                                    </p:set>
                                    <p:animEffect transition="in" filter="wipe(left)">
                                      <p:cBhvr>
                                        <p:cTn id="52" dur="500"/>
                                        <p:tgtEl>
                                          <p:spTgt spid="974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850" grpId="0" autoUpdateAnimBg="0"/>
      <p:bldP spid="974854" grpId="0" autoUpdateAnimBg="0"/>
      <p:bldP spid="974862" grpId="0" autoUpdateAnimBg="0"/>
      <p:bldP spid="97486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4458B1CB-9952-4A99-B7D6-E5D93C174447}" type="slidenum">
              <a:rPr lang="zh-CN" altLang="en-US"/>
              <a:pPr/>
              <a:t>47</a:t>
            </a:fld>
            <a:endParaRPr lang="zh-CN" altLang="en-US"/>
          </a:p>
        </p:txBody>
      </p:sp>
      <p:graphicFrame>
        <p:nvGraphicFramePr>
          <p:cNvPr id="975874" name="Object 2"/>
          <p:cNvGraphicFramePr>
            <a:graphicFrameLocks noChangeAspect="1"/>
          </p:cNvGraphicFramePr>
          <p:nvPr/>
        </p:nvGraphicFramePr>
        <p:xfrm>
          <a:off x="2070100" y="398463"/>
          <a:ext cx="6616700" cy="630237"/>
        </p:xfrm>
        <a:graphic>
          <a:graphicData uri="http://schemas.openxmlformats.org/presentationml/2006/ole">
            <mc:AlternateContent xmlns:mc="http://schemas.openxmlformats.org/markup-compatibility/2006">
              <mc:Choice xmlns:v="urn:schemas-microsoft-com:vml" Requires="v">
                <p:oleObj spid="_x0000_s975881" name="Equation" r:id="rId3" imgW="2755800" imgH="253800" progId="Equation.3">
                  <p:embed/>
                </p:oleObj>
              </mc:Choice>
              <mc:Fallback>
                <p:oleObj name="Equation" r:id="rId3" imgW="2755800" imgH="253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100" y="398463"/>
                        <a:ext cx="6616700" cy="63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5875" name="Object 3"/>
          <p:cNvGraphicFramePr>
            <a:graphicFrameLocks noChangeAspect="1"/>
          </p:cNvGraphicFramePr>
          <p:nvPr/>
        </p:nvGraphicFramePr>
        <p:xfrm>
          <a:off x="317500" y="457200"/>
          <a:ext cx="1514475" cy="493713"/>
        </p:xfrm>
        <a:graphic>
          <a:graphicData uri="http://schemas.openxmlformats.org/presentationml/2006/ole">
            <mc:AlternateContent xmlns:mc="http://schemas.openxmlformats.org/markup-compatibility/2006">
              <mc:Choice xmlns:v="urn:schemas-microsoft-com:vml" Requires="v">
                <p:oleObj spid="_x0000_s975882" name="Equation" r:id="rId5" imgW="622080" imgH="203040" progId="Equation.3">
                  <p:embed/>
                </p:oleObj>
              </mc:Choice>
              <mc:Fallback>
                <p:oleObj name="Equation" r:id="rId5" imgW="622080" imgH="2030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00" y="457200"/>
                        <a:ext cx="1514475"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5876" name="Text Box 4"/>
          <p:cNvSpPr txBox="1">
            <a:spLocks noChangeArrowheads="1"/>
          </p:cNvSpPr>
          <p:nvPr/>
        </p:nvSpPr>
        <p:spPr bwMode="auto">
          <a:xfrm>
            <a:off x="228600" y="1143000"/>
            <a:ext cx="4038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继续作可逆线性变换</a:t>
            </a:r>
          </a:p>
        </p:txBody>
      </p:sp>
      <p:graphicFrame>
        <p:nvGraphicFramePr>
          <p:cNvPr id="975877" name="Object 5"/>
          <p:cNvGraphicFramePr>
            <a:graphicFrameLocks noChangeAspect="1"/>
          </p:cNvGraphicFramePr>
          <p:nvPr/>
        </p:nvGraphicFramePr>
        <p:xfrm>
          <a:off x="381000" y="1738313"/>
          <a:ext cx="2101850" cy="4567237"/>
        </p:xfrm>
        <a:graphic>
          <a:graphicData uri="http://schemas.openxmlformats.org/presentationml/2006/ole">
            <mc:AlternateContent xmlns:mc="http://schemas.openxmlformats.org/markup-compatibility/2006">
              <mc:Choice xmlns:v="urn:schemas-microsoft-com:vml" Requires="v">
                <p:oleObj spid="_x0000_s975883" name="Equation" r:id="rId7" imgW="863280" imgH="1879560" progId="Equation.3">
                  <p:embed/>
                </p:oleObj>
              </mc:Choice>
              <mc:Fallback>
                <p:oleObj name="Equation" r:id="rId7" imgW="863280" imgH="187956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738313"/>
                        <a:ext cx="2101850" cy="456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5878" name="Text Box 6"/>
          <p:cNvSpPr txBox="1">
            <a:spLocks noChangeArrowheads="1"/>
          </p:cNvSpPr>
          <p:nvPr/>
        </p:nvSpPr>
        <p:spPr bwMode="auto">
          <a:xfrm>
            <a:off x="4419600" y="1143000"/>
            <a:ext cx="2286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矩阵形式为</a:t>
            </a:r>
          </a:p>
        </p:txBody>
      </p:sp>
      <p:graphicFrame>
        <p:nvGraphicFramePr>
          <p:cNvPr id="975879" name="Object 7"/>
          <p:cNvGraphicFramePr>
            <a:graphicFrameLocks noChangeAspect="1"/>
          </p:cNvGraphicFramePr>
          <p:nvPr/>
        </p:nvGraphicFramePr>
        <p:xfrm>
          <a:off x="6424613" y="1168400"/>
          <a:ext cx="1576387" cy="523875"/>
        </p:xfrm>
        <a:graphic>
          <a:graphicData uri="http://schemas.openxmlformats.org/presentationml/2006/ole">
            <mc:AlternateContent xmlns:mc="http://schemas.openxmlformats.org/markup-compatibility/2006">
              <mc:Choice xmlns:v="urn:schemas-microsoft-com:vml" Requires="v">
                <p:oleObj spid="_x0000_s975884" name="Equation" r:id="rId9" imgW="647640" imgH="215640" progId="Equation.3">
                  <p:embed/>
                </p:oleObj>
              </mc:Choice>
              <mc:Fallback>
                <p:oleObj name="Equation" r:id="rId9" imgW="647640" imgH="21564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4613" y="1168400"/>
                        <a:ext cx="157638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5880" name="Object 8"/>
          <p:cNvGraphicFramePr>
            <a:graphicFrameLocks noChangeAspect="1"/>
          </p:cNvGraphicFramePr>
          <p:nvPr/>
        </p:nvGraphicFramePr>
        <p:xfrm>
          <a:off x="2971800" y="1890713"/>
          <a:ext cx="5503863" cy="4165600"/>
        </p:xfrm>
        <a:graphic>
          <a:graphicData uri="http://schemas.openxmlformats.org/presentationml/2006/ole">
            <mc:AlternateContent xmlns:mc="http://schemas.openxmlformats.org/markup-compatibility/2006">
              <mc:Choice xmlns:v="urn:schemas-microsoft-com:vml" Requires="v">
                <p:oleObj spid="_x0000_s975885" name="Equation" r:id="rId11" imgW="2260440" imgH="1714320" progId="Equation.3">
                  <p:embed/>
                </p:oleObj>
              </mc:Choice>
              <mc:Fallback>
                <p:oleObj name="Equation" r:id="rId11" imgW="2260440" imgH="171432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1890713"/>
                        <a:ext cx="5503863" cy="416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5876"/>
                                        </p:tgtEl>
                                        <p:attrNameLst>
                                          <p:attrName>style.visibility</p:attrName>
                                        </p:attrNameLst>
                                      </p:cBhvr>
                                      <p:to>
                                        <p:strVal val="visible"/>
                                      </p:to>
                                    </p:set>
                                    <p:animEffect transition="in" filter="wipe(left)">
                                      <p:cBhvr>
                                        <p:cTn id="7" dur="500"/>
                                        <p:tgtEl>
                                          <p:spTgt spid="9758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5877"/>
                                        </p:tgtEl>
                                        <p:attrNameLst>
                                          <p:attrName>style.visibility</p:attrName>
                                        </p:attrNameLst>
                                      </p:cBhvr>
                                      <p:to>
                                        <p:strVal val="visible"/>
                                      </p:to>
                                    </p:set>
                                    <p:animEffect transition="in" filter="wipe(left)">
                                      <p:cBhvr>
                                        <p:cTn id="12" dur="500"/>
                                        <p:tgtEl>
                                          <p:spTgt spid="9758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5878"/>
                                        </p:tgtEl>
                                        <p:attrNameLst>
                                          <p:attrName>style.visibility</p:attrName>
                                        </p:attrNameLst>
                                      </p:cBhvr>
                                      <p:to>
                                        <p:strVal val="visible"/>
                                      </p:to>
                                    </p:set>
                                    <p:animEffect transition="in" filter="wipe(left)">
                                      <p:cBhvr>
                                        <p:cTn id="17" dur="500"/>
                                        <p:tgtEl>
                                          <p:spTgt spid="9758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75879"/>
                                        </p:tgtEl>
                                        <p:attrNameLst>
                                          <p:attrName>style.visibility</p:attrName>
                                        </p:attrNameLst>
                                      </p:cBhvr>
                                      <p:to>
                                        <p:strVal val="visible"/>
                                      </p:to>
                                    </p:set>
                                    <p:animEffect transition="in" filter="wipe(left)">
                                      <p:cBhvr>
                                        <p:cTn id="22" dur="500"/>
                                        <p:tgtEl>
                                          <p:spTgt spid="9758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5880"/>
                                        </p:tgtEl>
                                        <p:attrNameLst>
                                          <p:attrName>style.visibility</p:attrName>
                                        </p:attrNameLst>
                                      </p:cBhvr>
                                      <p:to>
                                        <p:strVal val="visible"/>
                                      </p:to>
                                    </p:set>
                                    <p:animEffect transition="in" filter="wipe(left)">
                                      <p:cBhvr>
                                        <p:cTn id="27" dur="500"/>
                                        <p:tgtEl>
                                          <p:spTgt spid="975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876" grpId="0" autoUpdateAnimBg="0"/>
      <p:bldP spid="97587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7F5D7F2C-CCB5-4B16-9809-D678DDA0CFD4}" type="slidenum">
              <a:rPr lang="zh-CN" altLang="en-US"/>
              <a:pPr/>
              <a:t>48</a:t>
            </a:fld>
            <a:endParaRPr lang="zh-CN" altLang="en-US"/>
          </a:p>
        </p:txBody>
      </p:sp>
      <p:sp>
        <p:nvSpPr>
          <p:cNvPr id="976898" name="Text Box 2"/>
          <p:cNvSpPr txBox="1">
            <a:spLocks noChangeArrowheads="1"/>
          </p:cNvSpPr>
          <p:nvPr/>
        </p:nvSpPr>
        <p:spPr bwMode="auto">
          <a:xfrm>
            <a:off x="228600" y="381000"/>
            <a:ext cx="266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二次型化为</a:t>
            </a:r>
          </a:p>
        </p:txBody>
      </p:sp>
      <p:graphicFrame>
        <p:nvGraphicFramePr>
          <p:cNvPr id="976899" name="Object 3"/>
          <p:cNvGraphicFramePr>
            <a:graphicFrameLocks noChangeAspect="1"/>
          </p:cNvGraphicFramePr>
          <p:nvPr/>
        </p:nvGraphicFramePr>
        <p:xfrm>
          <a:off x="1066800" y="1066800"/>
          <a:ext cx="4603750" cy="630238"/>
        </p:xfrm>
        <a:graphic>
          <a:graphicData uri="http://schemas.openxmlformats.org/presentationml/2006/ole">
            <mc:AlternateContent xmlns:mc="http://schemas.openxmlformats.org/markup-compatibility/2006">
              <mc:Choice xmlns:v="urn:schemas-microsoft-com:vml" Requires="v">
                <p:oleObj spid="_x0000_s1041408" name="Equation" r:id="rId3" imgW="2006280" imgH="253800" progId="Equation.3">
                  <p:embed/>
                </p:oleObj>
              </mc:Choice>
              <mc:Fallback>
                <p:oleObj name="Equation" r:id="rId3" imgW="2006280" imgH="253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066800"/>
                        <a:ext cx="4603750" cy="630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6900" name="Text Box 4"/>
          <p:cNvSpPr txBox="1">
            <a:spLocks noChangeArrowheads="1"/>
          </p:cNvSpPr>
          <p:nvPr/>
        </p:nvSpPr>
        <p:spPr bwMode="auto">
          <a:xfrm>
            <a:off x="228600" y="1828800"/>
            <a:ext cx="48895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称之为二次型的</a:t>
            </a:r>
            <a:r>
              <a:rPr lang="zh-CN" altLang="en-US">
                <a:solidFill>
                  <a:srgbClr val="0033CC"/>
                </a:solidFill>
                <a:latin typeface="黑体" panose="02010609060101010101" pitchFamily="49" charset="-122"/>
                <a:ea typeface="黑体" panose="02010609060101010101" pitchFamily="49" charset="-122"/>
              </a:rPr>
              <a:t>规范形</a:t>
            </a:r>
            <a:r>
              <a:rPr lang="zh-CN" altLang="en-US"/>
              <a:t>。</a:t>
            </a:r>
          </a:p>
        </p:txBody>
      </p:sp>
      <p:sp>
        <p:nvSpPr>
          <p:cNvPr id="976901" name="Text Box 5"/>
          <p:cNvSpPr txBox="1">
            <a:spLocks noChangeArrowheads="1"/>
          </p:cNvSpPr>
          <p:nvPr/>
        </p:nvSpPr>
        <p:spPr bwMode="auto">
          <a:xfrm>
            <a:off x="228600" y="2667000"/>
            <a:ext cx="80772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solidFill>
                  <a:srgbClr val="0033CC"/>
                </a:solidFill>
                <a:latin typeface="Times New Roman" panose="02020603050405020304" pitchFamily="18" charset="0"/>
                <a:ea typeface="黑体" panose="02010609060101010101" pitchFamily="49" charset="-122"/>
              </a:rPr>
              <a:t>定理    </a:t>
            </a:r>
            <a:r>
              <a:rPr lang="zh-CN" altLang="en-US"/>
              <a:t>任一二次型都可以通过可逆线性变换化为规范形，且规范形是唯一的。</a:t>
            </a:r>
          </a:p>
        </p:txBody>
      </p:sp>
      <p:sp>
        <p:nvSpPr>
          <p:cNvPr id="976902" name="Text Box 6"/>
          <p:cNvSpPr txBox="1">
            <a:spLocks noChangeArrowheads="1"/>
          </p:cNvSpPr>
          <p:nvPr/>
        </p:nvSpPr>
        <p:spPr bwMode="auto">
          <a:xfrm>
            <a:off x="228600" y="4038600"/>
            <a:ext cx="830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化二次型时，所作的线性变换不一定是正交变换。</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6898"/>
                                        </p:tgtEl>
                                        <p:attrNameLst>
                                          <p:attrName>style.visibility</p:attrName>
                                        </p:attrNameLst>
                                      </p:cBhvr>
                                      <p:to>
                                        <p:strVal val="visible"/>
                                      </p:to>
                                    </p:set>
                                    <p:animEffect transition="in" filter="wipe(left)">
                                      <p:cBhvr>
                                        <p:cTn id="7" dur="500"/>
                                        <p:tgtEl>
                                          <p:spTgt spid="976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6899"/>
                                        </p:tgtEl>
                                        <p:attrNameLst>
                                          <p:attrName>style.visibility</p:attrName>
                                        </p:attrNameLst>
                                      </p:cBhvr>
                                      <p:to>
                                        <p:strVal val="visible"/>
                                      </p:to>
                                    </p:set>
                                    <p:animEffect transition="in" filter="wipe(left)">
                                      <p:cBhvr>
                                        <p:cTn id="12" dur="500"/>
                                        <p:tgtEl>
                                          <p:spTgt spid="9768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6900"/>
                                        </p:tgtEl>
                                        <p:attrNameLst>
                                          <p:attrName>style.visibility</p:attrName>
                                        </p:attrNameLst>
                                      </p:cBhvr>
                                      <p:to>
                                        <p:strVal val="visible"/>
                                      </p:to>
                                    </p:set>
                                    <p:animEffect transition="in" filter="wipe(left)">
                                      <p:cBhvr>
                                        <p:cTn id="17" dur="500"/>
                                        <p:tgtEl>
                                          <p:spTgt spid="9769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6901"/>
                                        </p:tgtEl>
                                        <p:attrNameLst>
                                          <p:attrName>style.visibility</p:attrName>
                                        </p:attrNameLst>
                                      </p:cBhvr>
                                      <p:to>
                                        <p:strVal val="visible"/>
                                      </p:to>
                                    </p:set>
                                    <p:animEffect transition="in" filter="wipe(left)">
                                      <p:cBhvr>
                                        <p:cTn id="22" dur="500"/>
                                        <p:tgtEl>
                                          <p:spTgt spid="9769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6902"/>
                                        </p:tgtEl>
                                        <p:attrNameLst>
                                          <p:attrName>style.visibility</p:attrName>
                                        </p:attrNameLst>
                                      </p:cBhvr>
                                      <p:to>
                                        <p:strVal val="visible"/>
                                      </p:to>
                                    </p:set>
                                    <p:animEffect transition="in" filter="wipe(left)">
                                      <p:cBhvr>
                                        <p:cTn id="27" dur="500"/>
                                        <p:tgtEl>
                                          <p:spTgt spid="976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898" grpId="0" autoUpdateAnimBg="0"/>
      <p:bldP spid="976900" grpId="0" autoUpdateAnimBg="0"/>
      <p:bldP spid="976901" grpId="0" autoUpdateAnimBg="0"/>
      <p:bldP spid="97690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4E8383AD-2EAE-46CB-9522-50707279E6E2}" type="slidenum">
              <a:rPr lang="zh-CN" altLang="en-US"/>
              <a:pPr/>
              <a:t>49</a:t>
            </a:fld>
            <a:endParaRPr lang="zh-CN" altLang="en-US"/>
          </a:p>
        </p:txBody>
      </p:sp>
      <p:sp>
        <p:nvSpPr>
          <p:cNvPr id="977922" name="Text Box 2"/>
          <p:cNvSpPr txBox="1">
            <a:spLocks noChangeArrowheads="1"/>
          </p:cNvSpPr>
          <p:nvPr/>
        </p:nvSpPr>
        <p:spPr bwMode="auto">
          <a:xfrm>
            <a:off x="228600" y="152400"/>
            <a:ext cx="67056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定理</a:t>
            </a:r>
            <a:r>
              <a:rPr lang="zh-CN" altLang="en-US">
                <a:solidFill>
                  <a:srgbClr val="0033CC"/>
                </a:solidFill>
              </a:rPr>
              <a:t>  </a:t>
            </a:r>
            <a:r>
              <a:rPr lang="zh-CN" altLang="en-US"/>
              <a:t>任一实对称矩阵</a:t>
            </a:r>
            <a:r>
              <a:rPr lang="zh-CN" altLang="en-US">
                <a:latin typeface="Times New Roman" panose="02020603050405020304" pitchFamily="18" charset="0"/>
              </a:rPr>
              <a:t> </a:t>
            </a:r>
            <a:r>
              <a:rPr lang="en-US" altLang="zh-CN" i="1">
                <a:latin typeface="Times New Roman" panose="02020603050405020304" pitchFamily="18" charset="0"/>
              </a:rPr>
              <a:t>A </a:t>
            </a:r>
            <a:r>
              <a:rPr lang="zh-CN" altLang="en-US"/>
              <a:t>与对角阵</a:t>
            </a:r>
          </a:p>
        </p:txBody>
      </p:sp>
      <p:graphicFrame>
        <p:nvGraphicFramePr>
          <p:cNvPr id="977923" name="Object 3"/>
          <p:cNvGraphicFramePr>
            <a:graphicFrameLocks noChangeAspect="1"/>
          </p:cNvGraphicFramePr>
          <p:nvPr/>
        </p:nvGraphicFramePr>
        <p:xfrm>
          <a:off x="381000" y="5105400"/>
          <a:ext cx="8382000" cy="974725"/>
        </p:xfrm>
        <a:graphic>
          <a:graphicData uri="http://schemas.openxmlformats.org/presentationml/2006/ole">
            <mc:AlternateContent xmlns:mc="http://schemas.openxmlformats.org/markup-compatibility/2006">
              <mc:Choice xmlns:v="urn:schemas-microsoft-com:vml" Requires="v">
                <p:oleObj spid="_x0000_s977926" name="Document" r:id="rId3" imgW="3324960" imgH="380880" progId="Word.Document.8">
                  <p:embed/>
                </p:oleObj>
              </mc:Choice>
              <mc:Fallback>
                <p:oleObj name="Document" r:id="rId3" imgW="3324960" imgH="38088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105400"/>
                        <a:ext cx="83820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24" name="Object 4"/>
          <p:cNvGraphicFramePr>
            <a:graphicFrameLocks noChangeAspect="1"/>
          </p:cNvGraphicFramePr>
          <p:nvPr/>
        </p:nvGraphicFramePr>
        <p:xfrm>
          <a:off x="1524000" y="657225"/>
          <a:ext cx="5029200" cy="4398963"/>
        </p:xfrm>
        <a:graphic>
          <a:graphicData uri="http://schemas.openxmlformats.org/presentationml/2006/ole">
            <mc:AlternateContent xmlns:mc="http://schemas.openxmlformats.org/markup-compatibility/2006">
              <mc:Choice xmlns:v="urn:schemas-microsoft-com:vml" Requires="v">
                <p:oleObj spid="_x0000_s977927" name="Equation" r:id="rId5" imgW="2361960" imgH="2070000" progId="Equation.3">
                  <p:embed/>
                </p:oleObj>
              </mc:Choice>
              <mc:Fallback>
                <p:oleObj name="Equation" r:id="rId5" imgW="2361960" imgH="2070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657225"/>
                        <a:ext cx="5029200" cy="439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7925" name="Text Box 5"/>
          <p:cNvSpPr txBox="1">
            <a:spLocks noChangeArrowheads="1"/>
          </p:cNvSpPr>
          <p:nvPr/>
        </p:nvSpPr>
        <p:spPr bwMode="auto">
          <a:xfrm>
            <a:off x="228600" y="6096000"/>
            <a:ext cx="5715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上式称为矩阵 </a:t>
            </a:r>
            <a:r>
              <a:rPr lang="en-US" altLang="zh-CN" i="1">
                <a:latin typeface="Times New Roman" panose="02020603050405020304" pitchFamily="18" charset="0"/>
              </a:rPr>
              <a:t>A </a:t>
            </a:r>
            <a:r>
              <a:rPr lang="zh-CN" altLang="en-US">
                <a:latin typeface="Times New Roman" panose="02020603050405020304" pitchFamily="18" charset="0"/>
              </a:rPr>
              <a:t>的规范形。</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7922"/>
                                        </p:tgtEl>
                                        <p:attrNameLst>
                                          <p:attrName>style.visibility</p:attrName>
                                        </p:attrNameLst>
                                      </p:cBhvr>
                                      <p:to>
                                        <p:strVal val="visible"/>
                                      </p:to>
                                    </p:set>
                                    <p:animEffect transition="in" filter="wipe(left)">
                                      <p:cBhvr>
                                        <p:cTn id="7" dur="500"/>
                                        <p:tgtEl>
                                          <p:spTgt spid="977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7924"/>
                                        </p:tgtEl>
                                        <p:attrNameLst>
                                          <p:attrName>style.visibility</p:attrName>
                                        </p:attrNameLst>
                                      </p:cBhvr>
                                      <p:to>
                                        <p:strVal val="visible"/>
                                      </p:to>
                                    </p:set>
                                    <p:animEffect transition="in" filter="wipe(left)">
                                      <p:cBhvr>
                                        <p:cTn id="12" dur="500"/>
                                        <p:tgtEl>
                                          <p:spTgt spid="9779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77923"/>
                                        </p:tgtEl>
                                        <p:attrNameLst>
                                          <p:attrName>style.visibility</p:attrName>
                                        </p:attrNameLst>
                                      </p:cBhvr>
                                      <p:to>
                                        <p:strVal val="visible"/>
                                      </p:to>
                                    </p:set>
                                    <p:animEffect transition="in" filter="wipe(left)">
                                      <p:cBhvr>
                                        <p:cTn id="17" dur="500"/>
                                        <p:tgtEl>
                                          <p:spTgt spid="9779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7925"/>
                                        </p:tgtEl>
                                        <p:attrNameLst>
                                          <p:attrName>style.visibility</p:attrName>
                                        </p:attrNameLst>
                                      </p:cBhvr>
                                      <p:to>
                                        <p:strVal val="visible"/>
                                      </p:to>
                                    </p:set>
                                    <p:animEffect transition="in" filter="wipe(left)">
                                      <p:cBhvr>
                                        <p:cTn id="22" dur="500"/>
                                        <p:tgtEl>
                                          <p:spTgt spid="977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2" grpId="0" autoUpdateAnimBg="0"/>
      <p:bldP spid="977925"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07FF1105-679F-4255-A42A-9E4BE3A0AA74}" type="slidenum">
              <a:rPr lang="zh-CN" altLang="en-US"/>
              <a:pPr/>
              <a:t>50</a:t>
            </a:fld>
            <a:endParaRPr lang="zh-CN" altLang="en-US"/>
          </a:p>
        </p:txBody>
      </p:sp>
      <p:sp>
        <p:nvSpPr>
          <p:cNvPr id="978946" name="Text Box 2"/>
          <p:cNvSpPr txBox="1">
            <a:spLocks noChangeArrowheads="1"/>
          </p:cNvSpPr>
          <p:nvPr/>
        </p:nvSpPr>
        <p:spPr bwMode="auto">
          <a:xfrm>
            <a:off x="304800" y="381000"/>
            <a:ext cx="8305800"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zh-CN" altLang="en-US">
                <a:solidFill>
                  <a:srgbClr val="0033CC"/>
                </a:solidFill>
                <a:latin typeface="Times New Roman" panose="02020603050405020304" pitchFamily="18" charset="0"/>
                <a:ea typeface="黑体" panose="02010609060101010101" pitchFamily="49" charset="-122"/>
              </a:rPr>
              <a:t>推论</a:t>
            </a:r>
            <a:r>
              <a:rPr lang="zh-CN" altLang="en-US">
                <a:solidFill>
                  <a:srgbClr val="0033CC"/>
                </a:solidFill>
              </a:rPr>
              <a:t>  </a:t>
            </a:r>
            <a:r>
              <a:rPr lang="zh-CN" altLang="en-US"/>
              <a:t>两个</a:t>
            </a:r>
            <a:r>
              <a:rPr lang="zh-CN" altLang="en-US">
                <a:latin typeface="Times New Roman" panose="02020603050405020304" pitchFamily="18" charset="0"/>
              </a:rPr>
              <a:t> </a:t>
            </a:r>
            <a:r>
              <a:rPr lang="en-US" altLang="zh-CN" i="1">
                <a:latin typeface="Times New Roman" panose="02020603050405020304" pitchFamily="18" charset="0"/>
              </a:rPr>
              <a:t>n </a:t>
            </a:r>
            <a:r>
              <a:rPr lang="zh-CN" altLang="en-US"/>
              <a:t>阶实对称矩阵合同的充分必要条件是它们的秩和正惯性指数分别相等。</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8946"/>
                                        </p:tgtEl>
                                        <p:attrNameLst>
                                          <p:attrName>style.visibility</p:attrName>
                                        </p:attrNameLst>
                                      </p:cBhvr>
                                      <p:to>
                                        <p:strVal val="visible"/>
                                      </p:to>
                                    </p:set>
                                    <p:animEffect transition="in" filter="wipe(left)">
                                      <p:cBhvr>
                                        <p:cTn id="7" dur="500"/>
                                        <p:tgtEl>
                                          <p:spTgt spid="978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6"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fld id="{E93F2515-25DA-4F2C-ACFC-878D9DED8505}" type="slidenum">
              <a:rPr lang="zh-CN" altLang="en-US"/>
              <a:pPr/>
              <a:t>51</a:t>
            </a:fld>
            <a:endParaRPr lang="zh-CN" altLang="en-US"/>
          </a:p>
        </p:txBody>
      </p:sp>
      <p:sp>
        <p:nvSpPr>
          <p:cNvPr id="1020930" name="Rectangle 2"/>
          <p:cNvSpPr>
            <a:spLocks noGrp="1" noChangeArrowheads="1"/>
          </p:cNvSpPr>
          <p:nvPr>
            <p:ph type="title"/>
          </p:nvPr>
        </p:nvSpPr>
        <p:spPr>
          <a:xfrm>
            <a:off x="381000" y="76200"/>
            <a:ext cx="8305800" cy="685800"/>
          </a:xfrm>
        </p:spPr>
        <p:txBody>
          <a:bodyPr/>
          <a:lstStyle/>
          <a:p>
            <a:r>
              <a:rPr lang="zh-CN" altLang="en-US" sz="3600" b="1">
                <a:solidFill>
                  <a:srgbClr val="008000"/>
                </a:solidFill>
                <a:latin typeface="黑体" panose="02010609060101010101" pitchFamily="49" charset="-122"/>
                <a:ea typeface="黑体" panose="02010609060101010101" pitchFamily="49" charset="-122"/>
              </a:rPr>
              <a:t>第三节  二次型与对称矩阵的有定性</a:t>
            </a:r>
          </a:p>
        </p:txBody>
      </p:sp>
      <p:graphicFrame>
        <p:nvGraphicFramePr>
          <p:cNvPr id="1020932" name="Object 4"/>
          <p:cNvGraphicFramePr>
            <a:graphicFrameLocks noChangeAspect="1"/>
          </p:cNvGraphicFramePr>
          <p:nvPr/>
        </p:nvGraphicFramePr>
        <p:xfrm>
          <a:off x="4354513" y="790575"/>
          <a:ext cx="4495800" cy="582613"/>
        </p:xfrm>
        <a:graphic>
          <a:graphicData uri="http://schemas.openxmlformats.org/presentationml/2006/ole">
            <mc:AlternateContent xmlns:mc="http://schemas.openxmlformats.org/markup-compatibility/2006">
              <mc:Choice xmlns:v="urn:schemas-microsoft-com:vml" Requires="v">
                <p:oleObj spid="_x0000_s1042432" name="Document" r:id="rId3" imgW="1750680" imgH="231120" progId="Word.Document.8">
                  <p:embed/>
                </p:oleObj>
              </mc:Choice>
              <mc:Fallback>
                <p:oleObj name="Document" r:id="rId3" imgW="1750680" imgH="23112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4513" y="790575"/>
                        <a:ext cx="4495800"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0933" name="Text Box 5"/>
          <p:cNvSpPr txBox="1">
            <a:spLocks noChangeArrowheads="1"/>
          </p:cNvSpPr>
          <p:nvPr/>
        </p:nvSpPr>
        <p:spPr bwMode="auto">
          <a:xfrm>
            <a:off x="228600" y="801688"/>
            <a:ext cx="9906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定义</a:t>
            </a:r>
          </a:p>
        </p:txBody>
      </p:sp>
      <p:graphicFrame>
        <p:nvGraphicFramePr>
          <p:cNvPr id="1020934" name="Object 6"/>
          <p:cNvGraphicFramePr>
            <a:graphicFrameLocks noChangeAspect="1"/>
          </p:cNvGraphicFramePr>
          <p:nvPr/>
        </p:nvGraphicFramePr>
        <p:xfrm>
          <a:off x="307975" y="1844675"/>
          <a:ext cx="7997825" cy="1033463"/>
        </p:xfrm>
        <a:graphic>
          <a:graphicData uri="http://schemas.openxmlformats.org/presentationml/2006/ole">
            <mc:AlternateContent xmlns:mc="http://schemas.openxmlformats.org/markup-compatibility/2006">
              <mc:Choice xmlns:v="urn:schemas-microsoft-com:vml" Requires="v">
                <p:oleObj spid="_x0000_s1042433" name="Document" r:id="rId5" imgW="3052440" imgH="393840" progId="Word.Document.8">
                  <p:embed/>
                </p:oleObj>
              </mc:Choice>
              <mc:Fallback>
                <p:oleObj name="Document" r:id="rId5" imgW="3052440" imgH="393840"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975" y="1844675"/>
                        <a:ext cx="7997825"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0935" name="Object 7"/>
          <p:cNvGraphicFramePr>
            <a:graphicFrameLocks noChangeAspect="1"/>
          </p:cNvGraphicFramePr>
          <p:nvPr/>
        </p:nvGraphicFramePr>
        <p:xfrm>
          <a:off x="304800" y="2909888"/>
          <a:ext cx="7910513" cy="1011237"/>
        </p:xfrm>
        <a:graphic>
          <a:graphicData uri="http://schemas.openxmlformats.org/presentationml/2006/ole">
            <mc:AlternateContent xmlns:mc="http://schemas.openxmlformats.org/markup-compatibility/2006">
              <mc:Choice xmlns:v="urn:schemas-microsoft-com:vml" Requires="v">
                <p:oleObj spid="_x0000_s1042434" name="Document" r:id="rId7" imgW="3032640" imgH="387360" progId="Word.Document.8">
                  <p:embed/>
                </p:oleObj>
              </mc:Choice>
              <mc:Fallback>
                <p:oleObj name="Document" r:id="rId7" imgW="3032640" imgH="387360" progId="Word.Document.8">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2909888"/>
                        <a:ext cx="7910513" cy="1011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0936" name="Object 8"/>
          <p:cNvGraphicFramePr>
            <a:graphicFrameLocks noChangeAspect="1"/>
          </p:cNvGraphicFramePr>
          <p:nvPr/>
        </p:nvGraphicFramePr>
        <p:xfrm>
          <a:off x="231775" y="4953000"/>
          <a:ext cx="8150225" cy="1050925"/>
        </p:xfrm>
        <a:graphic>
          <a:graphicData uri="http://schemas.openxmlformats.org/presentationml/2006/ole">
            <mc:AlternateContent xmlns:mc="http://schemas.openxmlformats.org/markup-compatibility/2006">
              <mc:Choice xmlns:v="urn:schemas-microsoft-com:vml" Requires="v">
                <p:oleObj spid="_x0000_s1042435" name="Document" r:id="rId9" imgW="3138840" imgH="387360" progId="Word.Document.8">
                  <p:embed/>
                </p:oleObj>
              </mc:Choice>
              <mc:Fallback>
                <p:oleObj name="Document" r:id="rId9" imgW="3138840" imgH="387360" progId="Word.Document.8">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775" y="4953000"/>
                        <a:ext cx="8150225"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0937" name="Text Box 9"/>
          <p:cNvSpPr txBox="1">
            <a:spLocks noChangeArrowheads="1"/>
          </p:cNvSpPr>
          <p:nvPr/>
        </p:nvSpPr>
        <p:spPr bwMode="auto">
          <a:xfrm>
            <a:off x="304800" y="6019800"/>
            <a:ext cx="8382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cs typeface="Times New Roman" panose="02020603050405020304" pitchFamily="18" charset="0"/>
              </a:rPr>
              <a:t>如果二次型</a:t>
            </a:r>
            <a:r>
              <a:rPr lang="zh-CN" altLang="en-US"/>
              <a:t>的取值有正有负</a:t>
            </a:r>
            <a:r>
              <a:rPr lang="zh-CN" altLang="en-US">
                <a:cs typeface="Times New Roman" panose="02020603050405020304" pitchFamily="18" charset="0"/>
              </a:rPr>
              <a:t>，就称为</a:t>
            </a:r>
            <a:r>
              <a:rPr lang="zh-CN" altLang="en-US">
                <a:solidFill>
                  <a:srgbClr val="0033CC"/>
                </a:solidFill>
                <a:ea typeface="黑体" panose="02010609060101010101" pitchFamily="49" charset="-122"/>
              </a:rPr>
              <a:t>不定二次型</a:t>
            </a:r>
            <a:r>
              <a:rPr lang="zh-CN" altLang="en-US">
                <a:cs typeface="Times New Roman" panose="02020603050405020304" pitchFamily="18" charset="0"/>
              </a:rPr>
              <a:t>。</a:t>
            </a:r>
            <a:r>
              <a:rPr lang="zh-CN" altLang="en-US"/>
              <a:t> </a:t>
            </a:r>
          </a:p>
        </p:txBody>
      </p:sp>
      <p:sp>
        <p:nvSpPr>
          <p:cNvPr id="1020938" name="Text Box 10"/>
          <p:cNvSpPr txBox="1">
            <a:spLocks noChangeArrowheads="1"/>
          </p:cNvSpPr>
          <p:nvPr/>
        </p:nvSpPr>
        <p:spPr bwMode="auto">
          <a:xfrm>
            <a:off x="1143000" y="823913"/>
            <a:ext cx="3429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设</a:t>
            </a:r>
            <a:r>
              <a:rPr lang="zh-CN" altLang="en-US" sz="1600">
                <a:latin typeface="Times New Roman" panose="02020603050405020304" pitchFamily="18" charset="0"/>
              </a:rPr>
              <a:t> </a:t>
            </a:r>
            <a:r>
              <a:rPr lang="en-US" altLang="zh-CN" i="1">
                <a:latin typeface="Times New Roman" panose="02020603050405020304" pitchFamily="18" charset="0"/>
              </a:rPr>
              <a:t>A</a:t>
            </a:r>
            <a:r>
              <a:rPr lang="en-US" altLang="zh-CN" sz="1400" i="1">
                <a:latin typeface="Times New Roman" panose="02020603050405020304" pitchFamily="18" charset="0"/>
              </a:rPr>
              <a:t> </a:t>
            </a:r>
            <a:r>
              <a:rPr lang="zh-CN" altLang="en-US"/>
              <a:t>为实对称矩阵，</a:t>
            </a:r>
          </a:p>
        </p:txBody>
      </p:sp>
      <p:sp>
        <p:nvSpPr>
          <p:cNvPr id="1020939" name="Text Box 11"/>
          <p:cNvSpPr txBox="1">
            <a:spLocks noChangeArrowheads="1"/>
          </p:cNvSpPr>
          <p:nvPr/>
        </p:nvSpPr>
        <p:spPr bwMode="auto">
          <a:xfrm>
            <a:off x="457200" y="1335088"/>
            <a:ext cx="39624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gn="just">
              <a:spcBef>
                <a:spcPct val="50000"/>
              </a:spcBef>
            </a:pPr>
            <a:r>
              <a:rPr lang="zh-CN" altLang="en-US">
                <a:latin typeface="Times New Roman" panose="02020603050405020304" pitchFamily="18" charset="0"/>
              </a:rPr>
              <a:t>对任意非零向量 </a:t>
            </a:r>
            <a:r>
              <a:rPr lang="en-US" altLang="zh-CN" i="1">
                <a:latin typeface="Times New Roman" panose="02020603050405020304" pitchFamily="18" charset="0"/>
              </a:rPr>
              <a:t>X </a:t>
            </a:r>
            <a:r>
              <a:rPr lang="zh-CN" altLang="en-US">
                <a:latin typeface="Times New Roman" panose="02020603050405020304" pitchFamily="18" charset="0"/>
              </a:rPr>
              <a:t>，</a:t>
            </a:r>
          </a:p>
        </p:txBody>
      </p:sp>
      <p:graphicFrame>
        <p:nvGraphicFramePr>
          <p:cNvPr id="1020940" name="Object 12"/>
          <p:cNvGraphicFramePr>
            <a:graphicFrameLocks noChangeAspect="1"/>
          </p:cNvGraphicFramePr>
          <p:nvPr/>
        </p:nvGraphicFramePr>
        <p:xfrm>
          <a:off x="304800" y="3900488"/>
          <a:ext cx="8001000" cy="1003300"/>
        </p:xfrm>
        <a:graphic>
          <a:graphicData uri="http://schemas.openxmlformats.org/presentationml/2006/ole">
            <mc:AlternateContent xmlns:mc="http://schemas.openxmlformats.org/markup-compatibility/2006">
              <mc:Choice xmlns:v="urn:schemas-microsoft-com:vml" Requires="v">
                <p:oleObj spid="_x0000_s1042436" name="Document" r:id="rId11" imgW="3159720" imgH="387360" progId="Word.Document.8">
                  <p:embed/>
                </p:oleObj>
              </mc:Choice>
              <mc:Fallback>
                <p:oleObj name="Document" r:id="rId11" imgW="3159720" imgH="387360" progId="Word.Document.8">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3900488"/>
                        <a:ext cx="80010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0930"/>
                                        </p:tgtEl>
                                        <p:attrNameLst>
                                          <p:attrName>style.visibility</p:attrName>
                                        </p:attrNameLst>
                                      </p:cBhvr>
                                      <p:to>
                                        <p:strVal val="visible"/>
                                      </p:to>
                                    </p:set>
                                    <p:animEffect transition="in" filter="wipe(left)">
                                      <p:cBhvr>
                                        <p:cTn id="7" dur="500"/>
                                        <p:tgtEl>
                                          <p:spTgt spid="1020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0933"/>
                                        </p:tgtEl>
                                        <p:attrNameLst>
                                          <p:attrName>style.visibility</p:attrName>
                                        </p:attrNameLst>
                                      </p:cBhvr>
                                      <p:to>
                                        <p:strVal val="visible"/>
                                      </p:to>
                                    </p:set>
                                    <p:animEffect transition="in" filter="wipe(left)">
                                      <p:cBhvr>
                                        <p:cTn id="12" dur="500"/>
                                        <p:tgtEl>
                                          <p:spTgt spid="10209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0938"/>
                                        </p:tgtEl>
                                        <p:attrNameLst>
                                          <p:attrName>style.visibility</p:attrName>
                                        </p:attrNameLst>
                                      </p:cBhvr>
                                      <p:to>
                                        <p:strVal val="visible"/>
                                      </p:to>
                                    </p:set>
                                    <p:animEffect transition="in" filter="wipe(left)">
                                      <p:cBhvr>
                                        <p:cTn id="17" dur="500"/>
                                        <p:tgtEl>
                                          <p:spTgt spid="10209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0932"/>
                                        </p:tgtEl>
                                        <p:attrNameLst>
                                          <p:attrName>style.visibility</p:attrName>
                                        </p:attrNameLst>
                                      </p:cBhvr>
                                      <p:to>
                                        <p:strVal val="visible"/>
                                      </p:to>
                                    </p:set>
                                    <p:animEffect transition="in" filter="wipe(left)">
                                      <p:cBhvr>
                                        <p:cTn id="22" dur="500"/>
                                        <p:tgtEl>
                                          <p:spTgt spid="10209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0939"/>
                                        </p:tgtEl>
                                        <p:attrNameLst>
                                          <p:attrName>style.visibility</p:attrName>
                                        </p:attrNameLst>
                                      </p:cBhvr>
                                      <p:to>
                                        <p:strVal val="visible"/>
                                      </p:to>
                                    </p:set>
                                    <p:animEffect transition="in" filter="wipe(left)">
                                      <p:cBhvr>
                                        <p:cTn id="27" dur="500"/>
                                        <p:tgtEl>
                                          <p:spTgt spid="10209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20934"/>
                                        </p:tgtEl>
                                        <p:attrNameLst>
                                          <p:attrName>style.visibility</p:attrName>
                                        </p:attrNameLst>
                                      </p:cBhvr>
                                      <p:to>
                                        <p:strVal val="visible"/>
                                      </p:to>
                                    </p:set>
                                    <p:animEffect transition="in" filter="wipe(left)">
                                      <p:cBhvr>
                                        <p:cTn id="32" dur="500"/>
                                        <p:tgtEl>
                                          <p:spTgt spid="10209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20935"/>
                                        </p:tgtEl>
                                        <p:attrNameLst>
                                          <p:attrName>style.visibility</p:attrName>
                                        </p:attrNameLst>
                                      </p:cBhvr>
                                      <p:to>
                                        <p:strVal val="visible"/>
                                      </p:to>
                                    </p:set>
                                    <p:animEffect transition="in" filter="wipe(left)">
                                      <p:cBhvr>
                                        <p:cTn id="37" dur="500"/>
                                        <p:tgtEl>
                                          <p:spTgt spid="10209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20940"/>
                                        </p:tgtEl>
                                        <p:attrNameLst>
                                          <p:attrName>style.visibility</p:attrName>
                                        </p:attrNameLst>
                                      </p:cBhvr>
                                      <p:to>
                                        <p:strVal val="visible"/>
                                      </p:to>
                                    </p:set>
                                    <p:animEffect transition="in" filter="wipe(left)">
                                      <p:cBhvr>
                                        <p:cTn id="42" dur="500"/>
                                        <p:tgtEl>
                                          <p:spTgt spid="10209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20936"/>
                                        </p:tgtEl>
                                        <p:attrNameLst>
                                          <p:attrName>style.visibility</p:attrName>
                                        </p:attrNameLst>
                                      </p:cBhvr>
                                      <p:to>
                                        <p:strVal val="visible"/>
                                      </p:to>
                                    </p:set>
                                    <p:animEffect transition="in" filter="wipe(left)">
                                      <p:cBhvr>
                                        <p:cTn id="47" dur="500"/>
                                        <p:tgtEl>
                                          <p:spTgt spid="10209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0937"/>
                                        </p:tgtEl>
                                        <p:attrNameLst>
                                          <p:attrName>style.visibility</p:attrName>
                                        </p:attrNameLst>
                                      </p:cBhvr>
                                      <p:to>
                                        <p:strVal val="visible"/>
                                      </p:to>
                                    </p:set>
                                    <p:animEffect transition="in" filter="wipe(left)">
                                      <p:cBhvr>
                                        <p:cTn id="52" dur="500"/>
                                        <p:tgtEl>
                                          <p:spTgt spid="1020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0" grpId="0" autoUpdateAnimBg="0"/>
      <p:bldP spid="1020933" grpId="0" autoUpdateAnimBg="0"/>
      <p:bldP spid="1020937" grpId="0" autoUpdateAnimBg="0"/>
      <p:bldP spid="1020938" grpId="0" autoUpdateAnimBg="0"/>
      <p:bldP spid="1020939"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fld id="{503EB563-9754-4536-976C-7FF8BBD97BD0}" type="slidenum">
              <a:rPr lang="zh-CN" altLang="en-US"/>
              <a:pPr/>
              <a:t>52</a:t>
            </a:fld>
            <a:endParaRPr lang="zh-CN" altLang="en-US"/>
          </a:p>
        </p:txBody>
      </p:sp>
      <p:sp>
        <p:nvSpPr>
          <p:cNvPr id="983042" name="Rectangle 1026"/>
          <p:cNvSpPr>
            <a:spLocks noGrp="1" noChangeArrowheads="1"/>
          </p:cNvSpPr>
          <p:nvPr>
            <p:ph type="title" idx="4294967295"/>
          </p:nvPr>
        </p:nvSpPr>
        <p:spPr>
          <a:xfrm>
            <a:off x="228600" y="228600"/>
            <a:ext cx="7467600" cy="609600"/>
          </a:xfrm>
        </p:spPr>
        <p:txBody>
          <a:bodyPr/>
          <a:lstStyle/>
          <a:p>
            <a:pPr algn="l"/>
            <a:r>
              <a:rPr lang="zh-CN" altLang="en-US" sz="3200" b="1">
                <a:solidFill>
                  <a:srgbClr val="0033CC"/>
                </a:solidFill>
                <a:latin typeface="宋体" panose="02010600030101010101" pitchFamily="2" charset="-122"/>
                <a:ea typeface="黑体" panose="02010609060101010101" pitchFamily="49" charset="-122"/>
              </a:rPr>
              <a:t>正定矩阵、正定二次型的判别：</a:t>
            </a:r>
          </a:p>
        </p:txBody>
      </p:sp>
      <p:sp>
        <p:nvSpPr>
          <p:cNvPr id="983043" name="Text Box 1027"/>
          <p:cNvSpPr txBox="1">
            <a:spLocks noChangeArrowheads="1"/>
          </p:cNvSpPr>
          <p:nvPr/>
        </p:nvSpPr>
        <p:spPr bwMode="auto">
          <a:xfrm>
            <a:off x="304800" y="914400"/>
            <a:ext cx="5181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由定义，可得以下结论：</a:t>
            </a:r>
            <a:r>
              <a:rPr lang="zh-CN" altLang="en-US"/>
              <a:t> </a:t>
            </a:r>
          </a:p>
        </p:txBody>
      </p:sp>
      <p:graphicFrame>
        <p:nvGraphicFramePr>
          <p:cNvPr id="983044" name="Object 1028"/>
          <p:cNvGraphicFramePr>
            <a:graphicFrameLocks noChangeAspect="1"/>
          </p:cNvGraphicFramePr>
          <p:nvPr/>
        </p:nvGraphicFramePr>
        <p:xfrm>
          <a:off x="228600" y="1447800"/>
          <a:ext cx="8229600" cy="1220788"/>
        </p:xfrm>
        <a:graphic>
          <a:graphicData uri="http://schemas.openxmlformats.org/presentationml/2006/ole">
            <mc:AlternateContent xmlns:mc="http://schemas.openxmlformats.org/markup-compatibility/2006">
              <mc:Choice xmlns:v="urn:schemas-microsoft-com:vml" Requires="v">
                <p:oleObj spid="_x0000_s983051" name="Document" r:id="rId3" imgW="3345120" imgH="476280" progId="Word.Document.8">
                  <p:embed/>
                </p:oleObj>
              </mc:Choice>
              <mc:Fallback>
                <p:oleObj name="Document" r:id="rId3" imgW="3345120" imgH="476280" progId="Word.Document.8">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447800"/>
                        <a:ext cx="8229600" cy="1220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045" name="Text Box 1029"/>
          <p:cNvSpPr txBox="1">
            <a:spLocks noChangeArrowheads="1"/>
          </p:cNvSpPr>
          <p:nvPr/>
        </p:nvSpPr>
        <p:spPr bwMode="auto">
          <a:xfrm>
            <a:off x="228600" y="2667000"/>
            <a:ext cx="7620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充分性是显然的；下面用反证法证必要性：</a:t>
            </a:r>
            <a:r>
              <a:rPr lang="zh-CN" altLang="en-US"/>
              <a:t> </a:t>
            </a:r>
          </a:p>
        </p:txBody>
      </p:sp>
      <p:graphicFrame>
        <p:nvGraphicFramePr>
          <p:cNvPr id="983046" name="Object 1030"/>
          <p:cNvGraphicFramePr>
            <a:graphicFrameLocks noChangeAspect="1"/>
          </p:cNvGraphicFramePr>
          <p:nvPr/>
        </p:nvGraphicFramePr>
        <p:xfrm>
          <a:off x="304800" y="3302000"/>
          <a:ext cx="2857500" cy="603250"/>
        </p:xfrm>
        <a:graphic>
          <a:graphicData uri="http://schemas.openxmlformats.org/presentationml/2006/ole">
            <mc:AlternateContent xmlns:mc="http://schemas.openxmlformats.org/markup-compatibility/2006">
              <mc:Choice xmlns:v="urn:schemas-microsoft-com:vml" Requires="v">
                <p:oleObj spid="_x0000_s983052" name="Document" r:id="rId5" imgW="1089720" imgH="228960" progId="Word.Document.8">
                  <p:embed/>
                </p:oleObj>
              </mc:Choice>
              <mc:Fallback>
                <p:oleObj name="Document" r:id="rId5" imgW="1089720" imgH="228960" progId="Word.Document.8">
                  <p:embed/>
                  <p:pic>
                    <p:nvPicPr>
                      <p:cNvPr id="0"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302000"/>
                        <a:ext cx="2857500"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047" name="Object 1031"/>
          <p:cNvGraphicFramePr>
            <a:graphicFrameLocks noChangeAspect="1"/>
          </p:cNvGraphicFramePr>
          <p:nvPr/>
        </p:nvGraphicFramePr>
        <p:xfrm>
          <a:off x="3124200" y="3276600"/>
          <a:ext cx="5029200" cy="633413"/>
        </p:xfrm>
        <a:graphic>
          <a:graphicData uri="http://schemas.openxmlformats.org/presentationml/2006/ole">
            <mc:AlternateContent xmlns:mc="http://schemas.openxmlformats.org/markup-compatibility/2006">
              <mc:Choice xmlns:v="urn:schemas-microsoft-com:vml" Requires="v">
                <p:oleObj spid="_x0000_s983053" name="Document" r:id="rId7" imgW="2006640" imgH="241200" progId="Word.Document.8">
                  <p:embed/>
                </p:oleObj>
              </mc:Choice>
              <mc:Fallback>
                <p:oleObj name="Document" r:id="rId7" imgW="2006640" imgH="241200" progId="Word.Document.8">
                  <p:embed/>
                  <p:pic>
                    <p:nvPicPr>
                      <p:cNvPr id="0" name="Object 10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3276600"/>
                        <a:ext cx="5029200"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048" name="Text Box 1032"/>
          <p:cNvSpPr txBox="1">
            <a:spLocks noChangeArrowheads="1"/>
          </p:cNvSpPr>
          <p:nvPr/>
        </p:nvSpPr>
        <p:spPr bwMode="auto">
          <a:xfrm>
            <a:off x="228600" y="3987800"/>
            <a:ext cx="3124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代入二次型，得</a:t>
            </a:r>
            <a:r>
              <a:rPr lang="zh-CN" altLang="en-US"/>
              <a:t> </a:t>
            </a:r>
          </a:p>
        </p:txBody>
      </p:sp>
      <p:graphicFrame>
        <p:nvGraphicFramePr>
          <p:cNvPr id="983049" name="Object 1033"/>
          <p:cNvGraphicFramePr>
            <a:graphicFrameLocks noChangeAspect="1"/>
          </p:cNvGraphicFramePr>
          <p:nvPr/>
        </p:nvGraphicFramePr>
        <p:xfrm>
          <a:off x="2971800" y="3987800"/>
          <a:ext cx="4146550" cy="638175"/>
        </p:xfrm>
        <a:graphic>
          <a:graphicData uri="http://schemas.openxmlformats.org/presentationml/2006/ole">
            <mc:AlternateContent xmlns:mc="http://schemas.openxmlformats.org/markup-compatibility/2006">
              <mc:Choice xmlns:v="urn:schemas-microsoft-com:vml" Requires="v">
                <p:oleObj spid="_x0000_s983054" name="Document" r:id="rId9" imgW="1654920" imgH="254160" progId="Word.Document.8">
                  <p:embed/>
                </p:oleObj>
              </mc:Choice>
              <mc:Fallback>
                <p:oleObj name="Document" r:id="rId9" imgW="1654920" imgH="254160" progId="Word.Document.8">
                  <p:embed/>
                  <p:pic>
                    <p:nvPicPr>
                      <p:cNvPr id="0" name="Object 10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3987800"/>
                        <a:ext cx="4146550"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050" name="Object 1034"/>
          <p:cNvGraphicFramePr>
            <a:graphicFrameLocks noChangeAspect="1"/>
          </p:cNvGraphicFramePr>
          <p:nvPr/>
        </p:nvGraphicFramePr>
        <p:xfrm>
          <a:off x="304800" y="4648200"/>
          <a:ext cx="5486400" cy="603250"/>
        </p:xfrm>
        <a:graphic>
          <a:graphicData uri="http://schemas.openxmlformats.org/presentationml/2006/ole">
            <mc:AlternateContent xmlns:mc="http://schemas.openxmlformats.org/markup-compatibility/2006">
              <mc:Choice xmlns:v="urn:schemas-microsoft-com:vml" Requires="v">
                <p:oleObj spid="_x0000_s983055" name="Document" r:id="rId11" imgW="2143800" imgH="227160" progId="Word.Document.8">
                  <p:embed/>
                </p:oleObj>
              </mc:Choice>
              <mc:Fallback>
                <p:oleObj name="Document" r:id="rId11" imgW="2143800" imgH="227160" progId="Word.Document.8">
                  <p:embed/>
                  <p:pic>
                    <p:nvPicPr>
                      <p:cNvPr id="0" name="Object 10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4648200"/>
                        <a:ext cx="5486400"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3042"/>
                                        </p:tgtEl>
                                        <p:attrNameLst>
                                          <p:attrName>style.visibility</p:attrName>
                                        </p:attrNameLst>
                                      </p:cBhvr>
                                      <p:to>
                                        <p:strVal val="visible"/>
                                      </p:to>
                                    </p:set>
                                    <p:animEffect transition="in" filter="wipe(left)">
                                      <p:cBhvr>
                                        <p:cTn id="7" dur="500"/>
                                        <p:tgtEl>
                                          <p:spTgt spid="983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043"/>
                                        </p:tgtEl>
                                        <p:attrNameLst>
                                          <p:attrName>style.visibility</p:attrName>
                                        </p:attrNameLst>
                                      </p:cBhvr>
                                      <p:to>
                                        <p:strVal val="visible"/>
                                      </p:to>
                                    </p:set>
                                    <p:animEffect transition="in" filter="wipe(left)">
                                      <p:cBhvr>
                                        <p:cTn id="12" dur="500"/>
                                        <p:tgtEl>
                                          <p:spTgt spid="9830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3044"/>
                                        </p:tgtEl>
                                        <p:attrNameLst>
                                          <p:attrName>style.visibility</p:attrName>
                                        </p:attrNameLst>
                                      </p:cBhvr>
                                      <p:to>
                                        <p:strVal val="visible"/>
                                      </p:to>
                                    </p:set>
                                    <p:animEffect transition="in" filter="wipe(left)">
                                      <p:cBhvr>
                                        <p:cTn id="17" dur="500"/>
                                        <p:tgtEl>
                                          <p:spTgt spid="9830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3045"/>
                                        </p:tgtEl>
                                        <p:attrNameLst>
                                          <p:attrName>style.visibility</p:attrName>
                                        </p:attrNameLst>
                                      </p:cBhvr>
                                      <p:to>
                                        <p:strVal val="visible"/>
                                      </p:to>
                                    </p:set>
                                    <p:animEffect transition="in" filter="wipe(left)">
                                      <p:cBhvr>
                                        <p:cTn id="22" dur="500"/>
                                        <p:tgtEl>
                                          <p:spTgt spid="9830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3046"/>
                                        </p:tgtEl>
                                        <p:attrNameLst>
                                          <p:attrName>style.visibility</p:attrName>
                                        </p:attrNameLst>
                                      </p:cBhvr>
                                      <p:to>
                                        <p:strVal val="visible"/>
                                      </p:to>
                                    </p:set>
                                    <p:animEffect transition="in" filter="wipe(left)">
                                      <p:cBhvr>
                                        <p:cTn id="27" dur="500"/>
                                        <p:tgtEl>
                                          <p:spTgt spid="9830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83047"/>
                                        </p:tgtEl>
                                        <p:attrNameLst>
                                          <p:attrName>style.visibility</p:attrName>
                                        </p:attrNameLst>
                                      </p:cBhvr>
                                      <p:to>
                                        <p:strVal val="visible"/>
                                      </p:to>
                                    </p:set>
                                    <p:animEffect transition="in" filter="wipe(left)">
                                      <p:cBhvr>
                                        <p:cTn id="32" dur="500"/>
                                        <p:tgtEl>
                                          <p:spTgt spid="9830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83048"/>
                                        </p:tgtEl>
                                        <p:attrNameLst>
                                          <p:attrName>style.visibility</p:attrName>
                                        </p:attrNameLst>
                                      </p:cBhvr>
                                      <p:to>
                                        <p:strVal val="visible"/>
                                      </p:to>
                                    </p:set>
                                    <p:animEffect transition="in" filter="wipe(left)">
                                      <p:cBhvr>
                                        <p:cTn id="37" dur="500"/>
                                        <p:tgtEl>
                                          <p:spTgt spid="9830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83049"/>
                                        </p:tgtEl>
                                        <p:attrNameLst>
                                          <p:attrName>style.visibility</p:attrName>
                                        </p:attrNameLst>
                                      </p:cBhvr>
                                      <p:to>
                                        <p:strVal val="visible"/>
                                      </p:to>
                                    </p:set>
                                    <p:animEffect transition="in" filter="wipe(left)">
                                      <p:cBhvr>
                                        <p:cTn id="42" dur="500"/>
                                        <p:tgtEl>
                                          <p:spTgt spid="9830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83050"/>
                                        </p:tgtEl>
                                        <p:attrNameLst>
                                          <p:attrName>style.visibility</p:attrName>
                                        </p:attrNameLst>
                                      </p:cBhvr>
                                      <p:to>
                                        <p:strVal val="visible"/>
                                      </p:to>
                                    </p:set>
                                    <p:animEffect transition="in" filter="wipe(left)">
                                      <p:cBhvr>
                                        <p:cTn id="47" dur="500"/>
                                        <p:tgtEl>
                                          <p:spTgt spid="983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42" grpId="0" autoUpdateAnimBg="0"/>
      <p:bldP spid="983043" grpId="0" autoUpdateAnimBg="0"/>
      <p:bldP spid="983045" grpId="0" autoUpdateAnimBg="0"/>
      <p:bldP spid="98304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239BB0B0-845F-48F1-A213-7A99F760C36F}" type="slidenum">
              <a:rPr lang="zh-CN" altLang="en-US"/>
              <a:pPr/>
              <a:t>53</a:t>
            </a:fld>
            <a:endParaRPr lang="zh-CN" altLang="en-US"/>
          </a:p>
        </p:txBody>
      </p:sp>
      <p:graphicFrame>
        <p:nvGraphicFramePr>
          <p:cNvPr id="984066" name="Object 2"/>
          <p:cNvGraphicFramePr>
            <a:graphicFrameLocks noChangeAspect="1"/>
          </p:cNvGraphicFramePr>
          <p:nvPr/>
        </p:nvGraphicFramePr>
        <p:xfrm>
          <a:off x="304800" y="1460500"/>
          <a:ext cx="8677275" cy="1092200"/>
        </p:xfrm>
        <a:graphic>
          <a:graphicData uri="http://schemas.openxmlformats.org/presentationml/2006/ole">
            <mc:AlternateContent xmlns:mc="http://schemas.openxmlformats.org/markup-compatibility/2006">
              <mc:Choice xmlns:v="urn:schemas-microsoft-com:vml" Requires="v">
                <p:oleObj spid="_x0000_s984074" name="Document" r:id="rId3" imgW="3406680" imgH="431640" progId="Word.Document.8">
                  <p:embed/>
                </p:oleObj>
              </mc:Choice>
              <mc:Fallback>
                <p:oleObj name="Document" r:id="rId3" imgW="3406680" imgH="43164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460500"/>
                        <a:ext cx="8677275"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4067" name="Object 3"/>
          <p:cNvGraphicFramePr>
            <a:graphicFrameLocks noChangeAspect="1"/>
          </p:cNvGraphicFramePr>
          <p:nvPr/>
        </p:nvGraphicFramePr>
        <p:xfrm>
          <a:off x="254000" y="2565400"/>
          <a:ext cx="8380413" cy="512763"/>
        </p:xfrm>
        <a:graphic>
          <a:graphicData uri="http://schemas.openxmlformats.org/presentationml/2006/ole">
            <mc:AlternateContent xmlns:mc="http://schemas.openxmlformats.org/markup-compatibility/2006">
              <mc:Choice xmlns:v="urn:schemas-microsoft-com:vml" Requires="v">
                <p:oleObj spid="_x0000_s984075" name="Document" r:id="rId5" imgW="3119760" imgH="185760" progId="Word.Document.8">
                  <p:embed/>
                </p:oleObj>
              </mc:Choice>
              <mc:Fallback>
                <p:oleObj name="Document" r:id="rId5" imgW="3119760" imgH="185760" progId="Word.Documen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000" y="2565400"/>
                        <a:ext cx="838041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4068" name="Object 4"/>
          <p:cNvGraphicFramePr>
            <a:graphicFrameLocks noChangeAspect="1"/>
          </p:cNvGraphicFramePr>
          <p:nvPr/>
        </p:nvGraphicFramePr>
        <p:xfrm>
          <a:off x="228600" y="3171825"/>
          <a:ext cx="2362200" cy="508000"/>
        </p:xfrm>
        <a:graphic>
          <a:graphicData uri="http://schemas.openxmlformats.org/presentationml/2006/ole">
            <mc:AlternateContent xmlns:mc="http://schemas.openxmlformats.org/markup-compatibility/2006">
              <mc:Choice xmlns:v="urn:schemas-microsoft-com:vml" Requires="v">
                <p:oleObj spid="_x0000_s984076" name="Document" r:id="rId7" imgW="986760" imgH="202320" progId="Word.Document.8">
                  <p:embed/>
                </p:oleObj>
              </mc:Choice>
              <mc:Fallback>
                <p:oleObj name="Document" r:id="rId7" imgW="986760" imgH="202320" progId="Word.Document.8">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3171825"/>
                        <a:ext cx="23622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4069" name="Object 5"/>
          <p:cNvGraphicFramePr>
            <a:graphicFrameLocks noChangeAspect="1"/>
          </p:cNvGraphicFramePr>
          <p:nvPr/>
        </p:nvGraphicFramePr>
        <p:xfrm>
          <a:off x="2743200" y="3171825"/>
          <a:ext cx="3276600" cy="573088"/>
        </p:xfrm>
        <a:graphic>
          <a:graphicData uri="http://schemas.openxmlformats.org/presentationml/2006/ole">
            <mc:AlternateContent xmlns:mc="http://schemas.openxmlformats.org/markup-compatibility/2006">
              <mc:Choice xmlns:v="urn:schemas-microsoft-com:vml" Requires="v">
                <p:oleObj spid="_x0000_s984077" name="Document" r:id="rId9" imgW="1325880" imgH="228600" progId="Word.Document.8">
                  <p:embed/>
                </p:oleObj>
              </mc:Choice>
              <mc:Fallback>
                <p:oleObj name="Document" r:id="rId9" imgW="1325880" imgH="228600" progId="Word.Document.8">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3171825"/>
                        <a:ext cx="3276600"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4070" name="Object 6"/>
          <p:cNvGraphicFramePr>
            <a:graphicFrameLocks noChangeAspect="1"/>
          </p:cNvGraphicFramePr>
          <p:nvPr/>
        </p:nvGraphicFramePr>
        <p:xfrm>
          <a:off x="228600" y="3657600"/>
          <a:ext cx="8305800" cy="1136650"/>
        </p:xfrm>
        <a:graphic>
          <a:graphicData uri="http://schemas.openxmlformats.org/presentationml/2006/ole">
            <mc:AlternateContent xmlns:mc="http://schemas.openxmlformats.org/markup-compatibility/2006">
              <mc:Choice xmlns:v="urn:schemas-microsoft-com:vml" Requires="v">
                <p:oleObj spid="_x0000_s984078" name="Document" r:id="rId11" imgW="3139560" imgH="431640" progId="Word.Document.8">
                  <p:embed/>
                </p:oleObj>
              </mc:Choice>
              <mc:Fallback>
                <p:oleObj name="Document" r:id="rId11" imgW="3139560" imgH="431640" progId="Word.Document.8">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3657600"/>
                        <a:ext cx="8305800"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4071" name="Text Box 7"/>
          <p:cNvSpPr txBox="1">
            <a:spLocks noChangeArrowheads="1"/>
          </p:cNvSpPr>
          <p:nvPr/>
        </p:nvSpPr>
        <p:spPr bwMode="auto">
          <a:xfrm>
            <a:off x="228600" y="4724400"/>
            <a:ext cx="8458200" cy="163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cs typeface="Times New Roman" panose="02020603050405020304" pitchFamily="18" charset="0"/>
              </a:rPr>
              <a:t>由上述两个结论可知，研究二次型的正定性，只要通过非退化线性</a:t>
            </a:r>
            <a:r>
              <a:rPr lang="zh-CN" altLang="en-US"/>
              <a:t>变</a:t>
            </a:r>
            <a:r>
              <a:rPr lang="zh-CN" altLang="en-US">
                <a:cs typeface="Times New Roman" panose="02020603050405020304" pitchFamily="18" charset="0"/>
              </a:rPr>
              <a:t>换，将其化为标准形，就容易由以下定理判别其正定性。</a:t>
            </a:r>
            <a:r>
              <a:rPr lang="zh-CN" altLang="en-US"/>
              <a:t> </a:t>
            </a:r>
          </a:p>
        </p:txBody>
      </p:sp>
      <p:graphicFrame>
        <p:nvGraphicFramePr>
          <p:cNvPr id="984072" name="Object 8"/>
          <p:cNvGraphicFramePr>
            <a:graphicFrameLocks noChangeAspect="1"/>
          </p:cNvGraphicFramePr>
          <p:nvPr/>
        </p:nvGraphicFramePr>
        <p:xfrm>
          <a:off x="304800" y="152400"/>
          <a:ext cx="8077200" cy="1192213"/>
        </p:xfrm>
        <a:graphic>
          <a:graphicData uri="http://schemas.openxmlformats.org/presentationml/2006/ole">
            <mc:AlternateContent xmlns:mc="http://schemas.openxmlformats.org/markup-compatibility/2006">
              <mc:Choice xmlns:v="urn:schemas-microsoft-com:vml" Requires="v">
                <p:oleObj spid="_x0000_s984079" name="Document" r:id="rId13" imgW="3214440" imgH="473400" progId="Word.Document.8">
                  <p:embed/>
                </p:oleObj>
              </mc:Choice>
              <mc:Fallback>
                <p:oleObj name="Document" r:id="rId13" imgW="3214440" imgH="473400" progId="Word.Document.8">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152400"/>
                        <a:ext cx="80772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4073" name="Line 9"/>
          <p:cNvSpPr>
            <a:spLocks noChangeShapeType="1"/>
          </p:cNvSpPr>
          <p:nvPr/>
        </p:nvSpPr>
        <p:spPr bwMode="auto">
          <a:xfrm>
            <a:off x="76200" y="1382713"/>
            <a:ext cx="8991600" cy="0"/>
          </a:xfrm>
          <a:prstGeom prst="line">
            <a:avLst/>
          </a:prstGeom>
          <a:noFill/>
          <a:ln w="317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84066"/>
                                        </p:tgtEl>
                                        <p:attrNameLst>
                                          <p:attrName>style.visibility</p:attrName>
                                        </p:attrNameLst>
                                      </p:cBhvr>
                                      <p:to>
                                        <p:strVal val="visible"/>
                                      </p:to>
                                    </p:set>
                                    <p:animEffect transition="in" filter="wipe(left)">
                                      <p:cBhvr>
                                        <p:cTn id="7" dur="500"/>
                                        <p:tgtEl>
                                          <p:spTgt spid="984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4067"/>
                                        </p:tgtEl>
                                        <p:attrNameLst>
                                          <p:attrName>style.visibility</p:attrName>
                                        </p:attrNameLst>
                                      </p:cBhvr>
                                      <p:to>
                                        <p:strVal val="visible"/>
                                      </p:to>
                                    </p:set>
                                    <p:animEffect transition="in" filter="wipe(left)">
                                      <p:cBhvr>
                                        <p:cTn id="12" dur="500"/>
                                        <p:tgtEl>
                                          <p:spTgt spid="9840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4068"/>
                                        </p:tgtEl>
                                        <p:attrNameLst>
                                          <p:attrName>style.visibility</p:attrName>
                                        </p:attrNameLst>
                                      </p:cBhvr>
                                      <p:to>
                                        <p:strVal val="visible"/>
                                      </p:to>
                                    </p:set>
                                    <p:animEffect transition="in" filter="wipe(left)">
                                      <p:cBhvr>
                                        <p:cTn id="17" dur="500"/>
                                        <p:tgtEl>
                                          <p:spTgt spid="9840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84069"/>
                                        </p:tgtEl>
                                        <p:attrNameLst>
                                          <p:attrName>style.visibility</p:attrName>
                                        </p:attrNameLst>
                                      </p:cBhvr>
                                      <p:to>
                                        <p:strVal val="visible"/>
                                      </p:to>
                                    </p:set>
                                    <p:animEffect transition="in" filter="wipe(left)">
                                      <p:cBhvr>
                                        <p:cTn id="22" dur="500"/>
                                        <p:tgtEl>
                                          <p:spTgt spid="9840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4070"/>
                                        </p:tgtEl>
                                        <p:attrNameLst>
                                          <p:attrName>style.visibility</p:attrName>
                                        </p:attrNameLst>
                                      </p:cBhvr>
                                      <p:to>
                                        <p:strVal val="visible"/>
                                      </p:to>
                                    </p:set>
                                    <p:animEffect transition="in" filter="wipe(left)">
                                      <p:cBhvr>
                                        <p:cTn id="27" dur="500"/>
                                        <p:tgtEl>
                                          <p:spTgt spid="9840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4071"/>
                                        </p:tgtEl>
                                        <p:attrNameLst>
                                          <p:attrName>style.visibility</p:attrName>
                                        </p:attrNameLst>
                                      </p:cBhvr>
                                      <p:to>
                                        <p:strVal val="visible"/>
                                      </p:to>
                                    </p:set>
                                    <p:animEffect transition="in" filter="wipe(left)">
                                      <p:cBhvr>
                                        <p:cTn id="32" dur="500"/>
                                        <p:tgtEl>
                                          <p:spTgt spid="98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7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67E16ABC-D4FA-4E73-B00F-5E11563EAD8A}" type="slidenum">
              <a:rPr lang="zh-CN" altLang="en-US"/>
              <a:pPr/>
              <a:t>54</a:t>
            </a:fld>
            <a:endParaRPr lang="zh-CN" altLang="en-US"/>
          </a:p>
        </p:txBody>
      </p:sp>
      <p:graphicFrame>
        <p:nvGraphicFramePr>
          <p:cNvPr id="985090" name="Object 2"/>
          <p:cNvGraphicFramePr>
            <a:graphicFrameLocks noChangeAspect="1"/>
          </p:cNvGraphicFramePr>
          <p:nvPr/>
        </p:nvGraphicFramePr>
        <p:xfrm>
          <a:off x="261938" y="285750"/>
          <a:ext cx="8323262" cy="1047750"/>
        </p:xfrm>
        <a:graphic>
          <a:graphicData uri="http://schemas.openxmlformats.org/presentationml/2006/ole">
            <mc:AlternateContent xmlns:mc="http://schemas.openxmlformats.org/markup-compatibility/2006">
              <mc:Choice xmlns:v="urn:schemas-microsoft-com:vml" Requires="v">
                <p:oleObj spid="_x0000_s985095" name="Document" r:id="rId3" imgW="3251880" imgH="411840" progId="Word.Document.8">
                  <p:embed/>
                </p:oleObj>
              </mc:Choice>
              <mc:Fallback>
                <p:oleObj name="Document" r:id="rId3" imgW="3251880" imgH="41184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938" y="285750"/>
                        <a:ext cx="8323262"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5091" name="Text Box 3"/>
          <p:cNvSpPr txBox="1">
            <a:spLocks noChangeArrowheads="1"/>
          </p:cNvSpPr>
          <p:nvPr/>
        </p:nvSpPr>
        <p:spPr bwMode="auto">
          <a:xfrm>
            <a:off x="152400" y="325438"/>
            <a:ext cx="11430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定理</a:t>
            </a:r>
          </a:p>
        </p:txBody>
      </p:sp>
      <p:sp>
        <p:nvSpPr>
          <p:cNvPr id="985092" name="Text Box 4"/>
          <p:cNvSpPr txBox="1">
            <a:spLocks noChangeArrowheads="1"/>
          </p:cNvSpPr>
          <p:nvPr/>
        </p:nvSpPr>
        <p:spPr bwMode="auto">
          <a:xfrm>
            <a:off x="152400" y="1525588"/>
            <a:ext cx="15240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准则1</a:t>
            </a:r>
          </a:p>
        </p:txBody>
      </p:sp>
      <p:sp>
        <p:nvSpPr>
          <p:cNvPr id="985093" name="Text Box 5"/>
          <p:cNvSpPr txBox="1">
            <a:spLocks noChangeArrowheads="1"/>
          </p:cNvSpPr>
          <p:nvPr/>
        </p:nvSpPr>
        <p:spPr bwMode="auto">
          <a:xfrm>
            <a:off x="1447800" y="1524000"/>
            <a:ext cx="7696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cs typeface="Times New Roman" panose="02020603050405020304" pitchFamily="18" charset="0"/>
              </a:rPr>
              <a:t>实对称矩阵</a:t>
            </a:r>
            <a:r>
              <a:rPr lang="zh-CN" altLang="en-US" sz="1800">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正定的充分必要条件是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的特征</a:t>
            </a:r>
            <a:endParaRPr lang="zh-CN" altLang="en-US">
              <a:latin typeface="Times New Roman" panose="02020603050405020304" pitchFamily="18" charset="0"/>
            </a:endParaRPr>
          </a:p>
        </p:txBody>
      </p:sp>
      <p:sp>
        <p:nvSpPr>
          <p:cNvPr id="985094" name="Rectangle 6"/>
          <p:cNvSpPr>
            <a:spLocks noChangeArrowheads="1"/>
          </p:cNvSpPr>
          <p:nvPr/>
        </p:nvSpPr>
        <p:spPr bwMode="auto">
          <a:xfrm>
            <a:off x="152400" y="2071688"/>
            <a:ext cx="23622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cs typeface="Times New Roman" panose="02020603050405020304" pitchFamily="18" charset="0"/>
              </a:rPr>
              <a:t>值全为正。</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5091"/>
                                        </p:tgtEl>
                                        <p:attrNameLst>
                                          <p:attrName>style.visibility</p:attrName>
                                        </p:attrNameLst>
                                      </p:cBhvr>
                                      <p:to>
                                        <p:strVal val="visible"/>
                                      </p:to>
                                    </p:set>
                                    <p:animEffect transition="in" filter="wipe(left)">
                                      <p:cBhvr>
                                        <p:cTn id="7" dur="500"/>
                                        <p:tgtEl>
                                          <p:spTgt spid="9850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5090"/>
                                        </p:tgtEl>
                                        <p:attrNameLst>
                                          <p:attrName>style.visibility</p:attrName>
                                        </p:attrNameLst>
                                      </p:cBhvr>
                                      <p:to>
                                        <p:strVal val="visible"/>
                                      </p:to>
                                    </p:set>
                                    <p:animEffect transition="in" filter="wipe(left)">
                                      <p:cBhvr>
                                        <p:cTn id="12" dur="500"/>
                                        <p:tgtEl>
                                          <p:spTgt spid="9850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5092"/>
                                        </p:tgtEl>
                                        <p:attrNameLst>
                                          <p:attrName>style.visibility</p:attrName>
                                        </p:attrNameLst>
                                      </p:cBhvr>
                                      <p:to>
                                        <p:strVal val="visible"/>
                                      </p:to>
                                    </p:set>
                                    <p:animEffect transition="in" filter="wipe(left)">
                                      <p:cBhvr>
                                        <p:cTn id="17" dur="500"/>
                                        <p:tgtEl>
                                          <p:spTgt spid="9850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5093"/>
                                        </p:tgtEl>
                                        <p:attrNameLst>
                                          <p:attrName>style.visibility</p:attrName>
                                        </p:attrNameLst>
                                      </p:cBhvr>
                                      <p:to>
                                        <p:strVal val="visible"/>
                                      </p:to>
                                    </p:set>
                                    <p:animEffect transition="in" filter="wipe(left)">
                                      <p:cBhvr>
                                        <p:cTn id="22" dur="500"/>
                                        <p:tgtEl>
                                          <p:spTgt spid="985093"/>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85094"/>
                                        </p:tgtEl>
                                        <p:attrNameLst>
                                          <p:attrName>style.visibility</p:attrName>
                                        </p:attrNameLst>
                                      </p:cBhvr>
                                      <p:to>
                                        <p:strVal val="visible"/>
                                      </p:to>
                                    </p:set>
                                    <p:animEffect transition="in" filter="wipe(left)">
                                      <p:cBhvr>
                                        <p:cTn id="26" dur="500"/>
                                        <p:tgtEl>
                                          <p:spTgt spid="985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1" grpId="0" autoUpdateAnimBg="0"/>
      <p:bldP spid="985092" grpId="0" autoUpdateAnimBg="0"/>
      <p:bldP spid="985093" grpId="0" autoUpdateAnimBg="0"/>
      <p:bldP spid="985094"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A97CF288-CF0A-445B-BD80-8682B36A587B}" type="slidenum">
              <a:rPr lang="zh-CN" altLang="en-US"/>
              <a:pPr/>
              <a:t>55</a:t>
            </a:fld>
            <a:endParaRPr lang="zh-CN" altLang="en-US"/>
          </a:p>
        </p:txBody>
      </p:sp>
      <p:sp>
        <p:nvSpPr>
          <p:cNvPr id="986114" name="Text Box 2"/>
          <p:cNvSpPr txBox="1">
            <a:spLocks noChangeArrowheads="1"/>
          </p:cNvSpPr>
          <p:nvPr/>
        </p:nvSpPr>
        <p:spPr bwMode="auto">
          <a:xfrm>
            <a:off x="381000" y="2184400"/>
            <a:ext cx="5381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0033CC"/>
                </a:solidFill>
                <a:latin typeface="Times New Roman" panose="02020603050405020304" pitchFamily="18" charset="0"/>
                <a:ea typeface="黑体" panose="02010609060101010101" pitchFamily="49" charset="-122"/>
              </a:rPr>
              <a:t>解</a:t>
            </a:r>
          </a:p>
        </p:txBody>
      </p:sp>
      <p:sp>
        <p:nvSpPr>
          <p:cNvPr id="986115" name="Text Box 3"/>
          <p:cNvSpPr txBox="1">
            <a:spLocks noChangeArrowheads="1"/>
          </p:cNvSpPr>
          <p:nvPr/>
        </p:nvSpPr>
        <p:spPr bwMode="auto">
          <a:xfrm>
            <a:off x="304800" y="319088"/>
            <a:ext cx="426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33CC"/>
                </a:solidFill>
                <a:latin typeface="Times New Roman" panose="02020603050405020304" pitchFamily="18" charset="0"/>
                <a:ea typeface="黑体" panose="02010609060101010101" pitchFamily="49" charset="-122"/>
              </a:rPr>
              <a:t>例1    </a:t>
            </a:r>
            <a:r>
              <a:rPr lang="zh-CN" altLang="en-US">
                <a:solidFill>
                  <a:srgbClr val="000000"/>
                </a:solidFill>
                <a:latin typeface="Times New Roman" panose="02020603050405020304" pitchFamily="18" charset="0"/>
              </a:rPr>
              <a:t>判别二次型</a:t>
            </a:r>
          </a:p>
        </p:txBody>
      </p:sp>
      <p:sp>
        <p:nvSpPr>
          <p:cNvPr id="986116" name="Text Box 4"/>
          <p:cNvSpPr txBox="1">
            <a:spLocks noChangeArrowheads="1"/>
          </p:cNvSpPr>
          <p:nvPr/>
        </p:nvSpPr>
        <p:spPr bwMode="auto">
          <a:xfrm>
            <a:off x="304800" y="1524000"/>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是否正定。</a:t>
            </a:r>
          </a:p>
        </p:txBody>
      </p:sp>
      <p:graphicFrame>
        <p:nvGraphicFramePr>
          <p:cNvPr id="986117" name="Object 5"/>
          <p:cNvGraphicFramePr>
            <a:graphicFrameLocks noChangeAspect="1"/>
          </p:cNvGraphicFramePr>
          <p:nvPr/>
        </p:nvGraphicFramePr>
        <p:xfrm>
          <a:off x="533400" y="838200"/>
          <a:ext cx="7391400" cy="600075"/>
        </p:xfrm>
        <a:graphic>
          <a:graphicData uri="http://schemas.openxmlformats.org/presentationml/2006/ole">
            <mc:AlternateContent xmlns:mc="http://schemas.openxmlformats.org/markup-compatibility/2006">
              <mc:Choice xmlns:v="urn:schemas-microsoft-com:vml" Requires="v">
                <p:oleObj spid="_x0000_s986121" name="Equation" r:id="rId3" imgW="2933640" imgH="241200" progId="Equation.3">
                  <p:embed/>
                </p:oleObj>
              </mc:Choice>
              <mc:Fallback>
                <p:oleObj name="Equation" r:id="rId3" imgW="293364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838200"/>
                        <a:ext cx="7391400"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6118" name="Text Box 6"/>
          <p:cNvSpPr txBox="1">
            <a:spLocks noChangeArrowheads="1"/>
          </p:cNvSpPr>
          <p:nvPr/>
        </p:nvSpPr>
        <p:spPr bwMode="auto">
          <a:xfrm>
            <a:off x="1066800" y="2184400"/>
            <a:ext cx="4343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二次型对应的矩阵为</a:t>
            </a:r>
            <a:r>
              <a:rPr lang="zh-CN" altLang="en-US"/>
              <a:t> </a:t>
            </a:r>
          </a:p>
        </p:txBody>
      </p:sp>
      <p:graphicFrame>
        <p:nvGraphicFramePr>
          <p:cNvPr id="986119" name="Object 7"/>
          <p:cNvGraphicFramePr>
            <a:graphicFrameLocks noChangeAspect="1"/>
          </p:cNvGraphicFramePr>
          <p:nvPr/>
        </p:nvGraphicFramePr>
        <p:xfrm>
          <a:off x="1981200" y="2819400"/>
          <a:ext cx="3200400" cy="1671638"/>
        </p:xfrm>
        <a:graphic>
          <a:graphicData uri="http://schemas.openxmlformats.org/presentationml/2006/ole">
            <mc:AlternateContent xmlns:mc="http://schemas.openxmlformats.org/markup-compatibility/2006">
              <mc:Choice xmlns:v="urn:schemas-microsoft-com:vml" Requires="v">
                <p:oleObj spid="_x0000_s986122" name="Equation" r:id="rId5" imgW="1346040" imgH="698400" progId="Equation.3">
                  <p:embed/>
                </p:oleObj>
              </mc:Choice>
              <mc:Fallback>
                <p:oleObj name="Equation" r:id="rId5" imgW="1346040" imgH="6984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819400"/>
                        <a:ext cx="3200400" cy="167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6120" name="Object 8"/>
          <p:cNvGraphicFramePr>
            <a:graphicFrameLocks noChangeAspect="1"/>
          </p:cNvGraphicFramePr>
          <p:nvPr/>
        </p:nvGraphicFramePr>
        <p:xfrm>
          <a:off x="685800" y="4724400"/>
          <a:ext cx="4879975" cy="1704975"/>
        </p:xfrm>
        <a:graphic>
          <a:graphicData uri="http://schemas.openxmlformats.org/presentationml/2006/ole">
            <mc:AlternateContent xmlns:mc="http://schemas.openxmlformats.org/markup-compatibility/2006">
              <mc:Choice xmlns:v="urn:schemas-microsoft-com:vml" Requires="v">
                <p:oleObj spid="_x0000_s986123" name="Equation" r:id="rId7" imgW="2006280" imgH="698400" progId="Equation.3">
                  <p:embed/>
                </p:oleObj>
              </mc:Choice>
              <mc:Fallback>
                <p:oleObj name="Equation" r:id="rId7" imgW="2006280" imgH="6984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4724400"/>
                        <a:ext cx="4879975" cy="170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6115"/>
                                        </p:tgtEl>
                                        <p:attrNameLst>
                                          <p:attrName>style.visibility</p:attrName>
                                        </p:attrNameLst>
                                      </p:cBhvr>
                                      <p:to>
                                        <p:strVal val="visible"/>
                                      </p:to>
                                    </p:set>
                                    <p:animEffect transition="in" filter="wipe(left)">
                                      <p:cBhvr>
                                        <p:cTn id="7" dur="500"/>
                                        <p:tgtEl>
                                          <p:spTgt spid="9861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86117"/>
                                        </p:tgtEl>
                                        <p:attrNameLst>
                                          <p:attrName>style.visibility</p:attrName>
                                        </p:attrNameLst>
                                      </p:cBhvr>
                                      <p:to>
                                        <p:strVal val="visible"/>
                                      </p:to>
                                    </p:set>
                                    <p:animEffect transition="in" filter="wipe(left)">
                                      <p:cBhvr>
                                        <p:cTn id="11" dur="500"/>
                                        <p:tgtEl>
                                          <p:spTgt spid="986117"/>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86116"/>
                                        </p:tgtEl>
                                        <p:attrNameLst>
                                          <p:attrName>style.visibility</p:attrName>
                                        </p:attrNameLst>
                                      </p:cBhvr>
                                      <p:to>
                                        <p:strVal val="visible"/>
                                      </p:to>
                                    </p:set>
                                    <p:animEffect transition="in" filter="wipe(left)">
                                      <p:cBhvr>
                                        <p:cTn id="15" dur="500"/>
                                        <p:tgtEl>
                                          <p:spTgt spid="98611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86114"/>
                                        </p:tgtEl>
                                        <p:attrNameLst>
                                          <p:attrName>style.visibility</p:attrName>
                                        </p:attrNameLst>
                                      </p:cBhvr>
                                      <p:to>
                                        <p:strVal val="visible"/>
                                      </p:to>
                                    </p:set>
                                    <p:animEffect transition="in" filter="wipe(left)">
                                      <p:cBhvr>
                                        <p:cTn id="20" dur="500"/>
                                        <p:tgtEl>
                                          <p:spTgt spid="9861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86118"/>
                                        </p:tgtEl>
                                        <p:attrNameLst>
                                          <p:attrName>style.visibility</p:attrName>
                                        </p:attrNameLst>
                                      </p:cBhvr>
                                      <p:to>
                                        <p:strVal val="visible"/>
                                      </p:to>
                                    </p:set>
                                    <p:animEffect transition="in" filter="wipe(left)">
                                      <p:cBhvr>
                                        <p:cTn id="25" dur="500"/>
                                        <p:tgtEl>
                                          <p:spTgt spid="9861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86119"/>
                                        </p:tgtEl>
                                        <p:attrNameLst>
                                          <p:attrName>style.visibility</p:attrName>
                                        </p:attrNameLst>
                                      </p:cBhvr>
                                      <p:to>
                                        <p:strVal val="visible"/>
                                      </p:to>
                                    </p:set>
                                    <p:animEffect transition="in" filter="wipe(left)">
                                      <p:cBhvr>
                                        <p:cTn id="30" dur="500"/>
                                        <p:tgtEl>
                                          <p:spTgt spid="9861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86120"/>
                                        </p:tgtEl>
                                        <p:attrNameLst>
                                          <p:attrName>style.visibility</p:attrName>
                                        </p:attrNameLst>
                                      </p:cBhvr>
                                      <p:to>
                                        <p:strVal val="visible"/>
                                      </p:to>
                                    </p:set>
                                    <p:animEffect transition="in" filter="wipe(left)">
                                      <p:cBhvr>
                                        <p:cTn id="35" dur="500"/>
                                        <p:tgtEl>
                                          <p:spTgt spid="986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4" grpId="0" autoUpdateAnimBg="0"/>
      <p:bldP spid="986115" grpId="0" autoUpdateAnimBg="0"/>
      <p:bldP spid="986116" grpId="0" autoUpdateAnimBg="0"/>
      <p:bldP spid="986118"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32ED049B-04B7-4732-84BD-D8DCCF0BE3A7}" type="slidenum">
              <a:rPr lang="zh-CN" altLang="en-US"/>
              <a:pPr/>
              <a:t>56</a:t>
            </a:fld>
            <a:endParaRPr lang="zh-CN" altLang="en-US"/>
          </a:p>
        </p:txBody>
      </p:sp>
      <p:sp>
        <p:nvSpPr>
          <p:cNvPr id="987138" name="Text Box 2"/>
          <p:cNvSpPr txBox="1">
            <a:spLocks noChangeArrowheads="1"/>
          </p:cNvSpPr>
          <p:nvPr/>
        </p:nvSpPr>
        <p:spPr bwMode="auto">
          <a:xfrm>
            <a:off x="228600" y="4953000"/>
            <a:ext cx="1676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全为正，</a:t>
            </a:r>
            <a:r>
              <a:rPr lang="zh-CN" altLang="en-US"/>
              <a:t> </a:t>
            </a:r>
          </a:p>
        </p:txBody>
      </p:sp>
      <p:sp>
        <p:nvSpPr>
          <p:cNvPr id="987139" name="Text Box 3"/>
          <p:cNvSpPr txBox="1">
            <a:spLocks noChangeArrowheads="1"/>
          </p:cNvSpPr>
          <p:nvPr/>
        </p:nvSpPr>
        <p:spPr bwMode="auto">
          <a:xfrm>
            <a:off x="1752600" y="4953000"/>
            <a:ext cx="3276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因此二次型正定。</a:t>
            </a:r>
            <a:r>
              <a:rPr lang="zh-CN" altLang="en-US"/>
              <a:t> </a:t>
            </a:r>
          </a:p>
        </p:txBody>
      </p:sp>
      <p:graphicFrame>
        <p:nvGraphicFramePr>
          <p:cNvPr id="987140" name="Object 4"/>
          <p:cNvGraphicFramePr>
            <a:graphicFrameLocks noChangeAspect="1"/>
          </p:cNvGraphicFramePr>
          <p:nvPr/>
        </p:nvGraphicFramePr>
        <p:xfrm>
          <a:off x="304800" y="4191000"/>
          <a:ext cx="4876800" cy="652463"/>
        </p:xfrm>
        <a:graphic>
          <a:graphicData uri="http://schemas.openxmlformats.org/presentationml/2006/ole">
            <mc:AlternateContent xmlns:mc="http://schemas.openxmlformats.org/markup-compatibility/2006">
              <mc:Choice xmlns:v="urn:schemas-microsoft-com:vml" Requires="v">
                <p:oleObj spid="_x0000_s987144" name="Document" r:id="rId3" imgW="1821960" imgH="247680" progId="Word.Document.8">
                  <p:embed/>
                </p:oleObj>
              </mc:Choice>
              <mc:Fallback>
                <p:oleObj name="Document" r:id="rId3" imgW="1821960" imgH="24768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4191000"/>
                        <a:ext cx="4876800"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7141" name="Object 5"/>
          <p:cNvGraphicFramePr>
            <a:graphicFrameLocks noChangeAspect="1"/>
          </p:cNvGraphicFramePr>
          <p:nvPr/>
        </p:nvGraphicFramePr>
        <p:xfrm>
          <a:off x="381000" y="319088"/>
          <a:ext cx="4879975" cy="1704975"/>
        </p:xfrm>
        <a:graphic>
          <a:graphicData uri="http://schemas.openxmlformats.org/presentationml/2006/ole">
            <mc:AlternateContent xmlns:mc="http://schemas.openxmlformats.org/markup-compatibility/2006">
              <mc:Choice xmlns:v="urn:schemas-microsoft-com:vml" Requires="v">
                <p:oleObj spid="_x0000_s987145" name="Equation" r:id="rId5" imgW="2006280" imgH="698400" progId="Equation.3">
                  <p:embed/>
                </p:oleObj>
              </mc:Choice>
              <mc:Fallback>
                <p:oleObj name="Equation" r:id="rId5" imgW="2006280" imgH="698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19088"/>
                        <a:ext cx="4879975" cy="170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7142" name="Object 6"/>
          <p:cNvGraphicFramePr>
            <a:graphicFrameLocks noChangeAspect="1"/>
          </p:cNvGraphicFramePr>
          <p:nvPr/>
        </p:nvGraphicFramePr>
        <p:xfrm>
          <a:off x="533400" y="2300288"/>
          <a:ext cx="4572000" cy="1681162"/>
        </p:xfrm>
        <a:graphic>
          <a:graphicData uri="http://schemas.openxmlformats.org/presentationml/2006/ole">
            <mc:AlternateContent xmlns:mc="http://schemas.openxmlformats.org/markup-compatibility/2006">
              <mc:Choice xmlns:v="urn:schemas-microsoft-com:vml" Requires="v">
                <p:oleObj spid="_x0000_s987146" name="Equation" r:id="rId7" imgW="2006280" imgH="698400" progId="Equation.3">
                  <p:embed/>
                </p:oleObj>
              </mc:Choice>
              <mc:Fallback>
                <p:oleObj name="Equation" r:id="rId7" imgW="2006280" imgH="6984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2300288"/>
                        <a:ext cx="4572000" cy="168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7143" name="Object 7"/>
          <p:cNvGraphicFramePr>
            <a:graphicFrameLocks noChangeAspect="1"/>
          </p:cNvGraphicFramePr>
          <p:nvPr/>
        </p:nvGraphicFramePr>
        <p:xfrm flipV="1">
          <a:off x="5083175" y="2830513"/>
          <a:ext cx="3657600" cy="536575"/>
        </p:xfrm>
        <a:graphic>
          <a:graphicData uri="http://schemas.openxmlformats.org/presentationml/2006/ole">
            <mc:AlternateContent xmlns:mc="http://schemas.openxmlformats.org/markup-compatibility/2006">
              <mc:Choice xmlns:v="urn:schemas-microsoft-com:vml" Requires="v">
                <p:oleObj spid="_x0000_s987147" name="Equation" r:id="rId9" imgW="1422360" imgH="228600" progId="Equation.3">
                  <p:embed/>
                </p:oleObj>
              </mc:Choice>
              <mc:Fallback>
                <p:oleObj name="Equation" r:id="rId9" imgW="1422360" imgH="2286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5083175" y="2830513"/>
                        <a:ext cx="3657600"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87142"/>
                                        </p:tgtEl>
                                        <p:attrNameLst>
                                          <p:attrName>style.visibility</p:attrName>
                                        </p:attrNameLst>
                                      </p:cBhvr>
                                      <p:to>
                                        <p:strVal val="visible"/>
                                      </p:to>
                                    </p:set>
                                    <p:animEffect transition="in" filter="wipe(left)">
                                      <p:cBhvr>
                                        <p:cTn id="7" dur="500"/>
                                        <p:tgtEl>
                                          <p:spTgt spid="9871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7143"/>
                                        </p:tgtEl>
                                        <p:attrNameLst>
                                          <p:attrName>style.visibility</p:attrName>
                                        </p:attrNameLst>
                                      </p:cBhvr>
                                      <p:to>
                                        <p:strVal val="visible"/>
                                      </p:to>
                                    </p:set>
                                    <p:animEffect transition="in" filter="wipe(left)">
                                      <p:cBhvr>
                                        <p:cTn id="12" dur="500"/>
                                        <p:tgtEl>
                                          <p:spTgt spid="9871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7140"/>
                                        </p:tgtEl>
                                        <p:attrNameLst>
                                          <p:attrName>style.visibility</p:attrName>
                                        </p:attrNameLst>
                                      </p:cBhvr>
                                      <p:to>
                                        <p:strVal val="visible"/>
                                      </p:to>
                                    </p:set>
                                    <p:animEffect transition="in" filter="wipe(left)">
                                      <p:cBhvr>
                                        <p:cTn id="17" dur="500"/>
                                        <p:tgtEl>
                                          <p:spTgt spid="987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7138"/>
                                        </p:tgtEl>
                                        <p:attrNameLst>
                                          <p:attrName>style.visibility</p:attrName>
                                        </p:attrNameLst>
                                      </p:cBhvr>
                                      <p:to>
                                        <p:strVal val="visible"/>
                                      </p:to>
                                    </p:set>
                                    <p:animEffect transition="in" filter="wipe(left)">
                                      <p:cBhvr>
                                        <p:cTn id="22" dur="500"/>
                                        <p:tgtEl>
                                          <p:spTgt spid="9871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87139"/>
                                        </p:tgtEl>
                                        <p:attrNameLst>
                                          <p:attrName>style.visibility</p:attrName>
                                        </p:attrNameLst>
                                      </p:cBhvr>
                                      <p:to>
                                        <p:strVal val="visible"/>
                                      </p:to>
                                    </p:set>
                                    <p:animEffect transition="in" filter="wipe(left)">
                                      <p:cBhvr>
                                        <p:cTn id="27" dur="500"/>
                                        <p:tgtEl>
                                          <p:spTgt spid="987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38" grpId="0" autoUpdateAnimBg="0"/>
      <p:bldP spid="987139"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4630A671-1F25-46E7-8A00-C200F0C27D9E}" type="slidenum">
              <a:rPr lang="zh-CN" altLang="en-US"/>
              <a:pPr/>
              <a:t>57</a:t>
            </a:fld>
            <a:endParaRPr lang="zh-CN" altLang="en-US"/>
          </a:p>
        </p:txBody>
      </p:sp>
      <p:graphicFrame>
        <p:nvGraphicFramePr>
          <p:cNvPr id="988162" name="Object 2"/>
          <p:cNvGraphicFramePr>
            <a:graphicFrameLocks noChangeAspect="1"/>
          </p:cNvGraphicFramePr>
          <p:nvPr/>
        </p:nvGraphicFramePr>
        <p:xfrm>
          <a:off x="304800" y="457200"/>
          <a:ext cx="8534400" cy="965200"/>
        </p:xfrm>
        <a:graphic>
          <a:graphicData uri="http://schemas.openxmlformats.org/presentationml/2006/ole">
            <mc:AlternateContent xmlns:mc="http://schemas.openxmlformats.org/markup-compatibility/2006">
              <mc:Choice xmlns:v="urn:schemas-microsoft-com:vml" Requires="v">
                <p:oleObj spid="_x0000_s988167" name="Document" r:id="rId3" imgW="3255120" imgH="353880" progId="Word.Document.8">
                  <p:embed/>
                </p:oleObj>
              </mc:Choice>
              <mc:Fallback>
                <p:oleObj name="Document" r:id="rId3" imgW="3255120" imgH="35388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457200"/>
                        <a:ext cx="85344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8163" name="Text Box 3"/>
          <p:cNvSpPr txBox="1">
            <a:spLocks noChangeArrowheads="1"/>
          </p:cNvSpPr>
          <p:nvPr/>
        </p:nvSpPr>
        <p:spPr bwMode="auto">
          <a:xfrm>
            <a:off x="228600" y="441325"/>
            <a:ext cx="15240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准则2</a:t>
            </a:r>
          </a:p>
        </p:txBody>
      </p:sp>
      <p:graphicFrame>
        <p:nvGraphicFramePr>
          <p:cNvPr id="988164" name="Object 4"/>
          <p:cNvGraphicFramePr>
            <a:graphicFrameLocks noChangeAspect="1"/>
          </p:cNvGraphicFramePr>
          <p:nvPr/>
        </p:nvGraphicFramePr>
        <p:xfrm>
          <a:off x="304800" y="1660525"/>
          <a:ext cx="7239000" cy="628650"/>
        </p:xfrm>
        <a:graphic>
          <a:graphicData uri="http://schemas.openxmlformats.org/presentationml/2006/ole">
            <mc:AlternateContent xmlns:mc="http://schemas.openxmlformats.org/markup-compatibility/2006">
              <mc:Choice xmlns:v="urn:schemas-microsoft-com:vml" Requires="v">
                <p:oleObj spid="_x0000_s988168" name="Document" r:id="rId5" imgW="2876040" imgH="241200" progId="Word.Document.8">
                  <p:embed/>
                </p:oleObj>
              </mc:Choice>
              <mc:Fallback>
                <p:oleObj name="Document" r:id="rId5" imgW="2876040" imgH="241200" progId="Word.Document.8">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660525"/>
                        <a:ext cx="72390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8165" name="Object 5"/>
          <p:cNvGraphicFramePr>
            <a:graphicFrameLocks noChangeAspect="1"/>
          </p:cNvGraphicFramePr>
          <p:nvPr/>
        </p:nvGraphicFramePr>
        <p:xfrm>
          <a:off x="1295400" y="2514600"/>
          <a:ext cx="4286250" cy="2301875"/>
        </p:xfrm>
        <a:graphic>
          <a:graphicData uri="http://schemas.openxmlformats.org/presentationml/2006/ole">
            <mc:AlternateContent xmlns:mc="http://schemas.openxmlformats.org/markup-compatibility/2006">
              <mc:Choice xmlns:v="urn:schemas-microsoft-com:vml" Requires="v">
                <p:oleObj spid="_x0000_s988169" name="Equation" r:id="rId7" imgW="1739880" imgH="939600" progId="Equation.3">
                  <p:embed/>
                </p:oleObj>
              </mc:Choice>
              <mc:Fallback>
                <p:oleObj name="Equation" r:id="rId7" imgW="1739880" imgH="939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2514600"/>
                        <a:ext cx="4286250" cy="230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8166" name="Object 6"/>
          <p:cNvGraphicFramePr>
            <a:graphicFrameLocks noChangeAspect="1"/>
          </p:cNvGraphicFramePr>
          <p:nvPr/>
        </p:nvGraphicFramePr>
        <p:xfrm>
          <a:off x="5943600" y="3430588"/>
          <a:ext cx="1905000" cy="473075"/>
        </p:xfrm>
        <a:graphic>
          <a:graphicData uri="http://schemas.openxmlformats.org/presentationml/2006/ole">
            <mc:AlternateContent xmlns:mc="http://schemas.openxmlformats.org/markup-compatibility/2006">
              <mc:Choice xmlns:v="urn:schemas-microsoft-com:vml" Requires="v">
                <p:oleObj spid="_x0000_s988170" name="Equation" r:id="rId9" imgW="812520" imgH="203040" progId="Equation.3">
                  <p:embed/>
                </p:oleObj>
              </mc:Choice>
              <mc:Fallback>
                <p:oleObj name="Equation" r:id="rId9" imgW="812520" imgH="20304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3430588"/>
                        <a:ext cx="19050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8163"/>
                                        </p:tgtEl>
                                        <p:attrNameLst>
                                          <p:attrName>style.visibility</p:attrName>
                                        </p:attrNameLst>
                                      </p:cBhvr>
                                      <p:to>
                                        <p:strVal val="visible"/>
                                      </p:to>
                                    </p:set>
                                    <p:animEffect transition="in" filter="wipe(left)">
                                      <p:cBhvr>
                                        <p:cTn id="7" dur="500"/>
                                        <p:tgtEl>
                                          <p:spTgt spid="98816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88162"/>
                                        </p:tgtEl>
                                        <p:attrNameLst>
                                          <p:attrName>style.visibility</p:attrName>
                                        </p:attrNameLst>
                                      </p:cBhvr>
                                      <p:to>
                                        <p:strVal val="visible"/>
                                      </p:to>
                                    </p:set>
                                    <p:animEffect transition="in" filter="wipe(left)">
                                      <p:cBhvr>
                                        <p:cTn id="11" dur="500"/>
                                        <p:tgtEl>
                                          <p:spTgt spid="9881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88164"/>
                                        </p:tgtEl>
                                        <p:attrNameLst>
                                          <p:attrName>style.visibility</p:attrName>
                                        </p:attrNameLst>
                                      </p:cBhvr>
                                      <p:to>
                                        <p:strVal val="visible"/>
                                      </p:to>
                                    </p:set>
                                    <p:animEffect transition="in" filter="wipe(left)">
                                      <p:cBhvr>
                                        <p:cTn id="16" dur="500"/>
                                        <p:tgtEl>
                                          <p:spTgt spid="9881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88165"/>
                                        </p:tgtEl>
                                        <p:attrNameLst>
                                          <p:attrName>style.visibility</p:attrName>
                                        </p:attrNameLst>
                                      </p:cBhvr>
                                      <p:to>
                                        <p:strVal val="visible"/>
                                      </p:to>
                                    </p:set>
                                    <p:animEffect transition="in" filter="wipe(left)">
                                      <p:cBhvr>
                                        <p:cTn id="21" dur="500"/>
                                        <p:tgtEl>
                                          <p:spTgt spid="98816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88166"/>
                                        </p:tgtEl>
                                        <p:attrNameLst>
                                          <p:attrName>style.visibility</p:attrName>
                                        </p:attrNameLst>
                                      </p:cBhvr>
                                      <p:to>
                                        <p:strVal val="visible"/>
                                      </p:to>
                                    </p:set>
                                    <p:animEffect transition="in" filter="wipe(left)">
                                      <p:cBhvr>
                                        <p:cTn id="26" dur="500"/>
                                        <p:tgtEl>
                                          <p:spTgt spid="988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3977EF1F-9DEF-405B-B79B-D2E14DBE3864}" type="slidenum">
              <a:rPr lang="zh-CN" altLang="en-US"/>
              <a:pPr/>
              <a:t>58</a:t>
            </a:fld>
            <a:endParaRPr lang="zh-CN" altLang="en-US"/>
          </a:p>
        </p:txBody>
      </p:sp>
      <p:sp>
        <p:nvSpPr>
          <p:cNvPr id="989186" name="Text Box 2"/>
          <p:cNvSpPr txBox="1">
            <a:spLocks noChangeArrowheads="1"/>
          </p:cNvSpPr>
          <p:nvPr/>
        </p:nvSpPr>
        <p:spPr bwMode="auto">
          <a:xfrm>
            <a:off x="381000" y="2184400"/>
            <a:ext cx="5381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0033CC"/>
                </a:solidFill>
                <a:latin typeface="Times New Roman" panose="02020603050405020304" pitchFamily="18" charset="0"/>
                <a:ea typeface="黑体" panose="02010609060101010101" pitchFamily="49" charset="-122"/>
              </a:rPr>
              <a:t>解</a:t>
            </a:r>
          </a:p>
        </p:txBody>
      </p:sp>
      <p:sp>
        <p:nvSpPr>
          <p:cNvPr id="989187" name="Text Box 3"/>
          <p:cNvSpPr txBox="1">
            <a:spLocks noChangeArrowheads="1"/>
          </p:cNvSpPr>
          <p:nvPr/>
        </p:nvSpPr>
        <p:spPr bwMode="auto">
          <a:xfrm>
            <a:off x="304800" y="242888"/>
            <a:ext cx="3657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33CC"/>
                </a:solidFill>
                <a:latin typeface="Times New Roman" panose="02020603050405020304" pitchFamily="18" charset="0"/>
                <a:ea typeface="黑体" panose="02010609060101010101" pitchFamily="49" charset="-122"/>
              </a:rPr>
              <a:t>例2    </a:t>
            </a:r>
            <a:r>
              <a:rPr lang="zh-CN" altLang="en-US">
                <a:solidFill>
                  <a:srgbClr val="000000"/>
                </a:solidFill>
                <a:latin typeface="Times New Roman" panose="02020603050405020304" pitchFamily="18" charset="0"/>
              </a:rPr>
              <a:t>判别二次型</a:t>
            </a:r>
          </a:p>
        </p:txBody>
      </p:sp>
      <p:sp>
        <p:nvSpPr>
          <p:cNvPr id="989188" name="Text Box 4"/>
          <p:cNvSpPr txBox="1">
            <a:spLocks noChangeArrowheads="1"/>
          </p:cNvSpPr>
          <p:nvPr/>
        </p:nvSpPr>
        <p:spPr bwMode="auto">
          <a:xfrm>
            <a:off x="304800" y="1524000"/>
            <a:ext cx="1970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latin typeface="Times New Roman" panose="02020603050405020304" pitchFamily="18" charset="0"/>
              </a:rPr>
              <a:t>是否正定。</a:t>
            </a:r>
          </a:p>
        </p:txBody>
      </p:sp>
      <p:graphicFrame>
        <p:nvGraphicFramePr>
          <p:cNvPr id="989189" name="Object 5"/>
          <p:cNvGraphicFramePr>
            <a:graphicFrameLocks noChangeAspect="1"/>
          </p:cNvGraphicFramePr>
          <p:nvPr/>
        </p:nvGraphicFramePr>
        <p:xfrm>
          <a:off x="1219200" y="838200"/>
          <a:ext cx="5745163" cy="609600"/>
        </p:xfrm>
        <a:graphic>
          <a:graphicData uri="http://schemas.openxmlformats.org/presentationml/2006/ole">
            <mc:AlternateContent xmlns:mc="http://schemas.openxmlformats.org/markup-compatibility/2006">
              <mc:Choice xmlns:v="urn:schemas-microsoft-com:vml" Requires="v">
                <p:oleObj spid="_x0000_s989198" name="Equation" r:id="rId3" imgW="2247840" imgH="241200" progId="Equation.3">
                  <p:embed/>
                </p:oleObj>
              </mc:Choice>
              <mc:Fallback>
                <p:oleObj name="Equation" r:id="rId3" imgW="224784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838200"/>
                        <a:ext cx="574516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9190" name="Text Box 6"/>
          <p:cNvSpPr txBox="1">
            <a:spLocks noChangeArrowheads="1"/>
          </p:cNvSpPr>
          <p:nvPr/>
        </p:nvSpPr>
        <p:spPr bwMode="auto">
          <a:xfrm>
            <a:off x="1066800" y="2184400"/>
            <a:ext cx="3962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二次型对应的矩阵为</a:t>
            </a:r>
            <a:r>
              <a:rPr lang="zh-CN" altLang="en-US"/>
              <a:t> </a:t>
            </a:r>
          </a:p>
        </p:txBody>
      </p:sp>
      <p:graphicFrame>
        <p:nvGraphicFramePr>
          <p:cNvPr id="989191" name="Object 7"/>
          <p:cNvGraphicFramePr>
            <a:graphicFrameLocks noChangeAspect="1"/>
          </p:cNvGraphicFramePr>
          <p:nvPr/>
        </p:nvGraphicFramePr>
        <p:xfrm>
          <a:off x="4572000" y="1600200"/>
          <a:ext cx="3122613" cy="1711325"/>
        </p:xfrm>
        <a:graphic>
          <a:graphicData uri="http://schemas.openxmlformats.org/presentationml/2006/ole">
            <mc:AlternateContent xmlns:mc="http://schemas.openxmlformats.org/markup-compatibility/2006">
              <mc:Choice xmlns:v="urn:schemas-microsoft-com:vml" Requires="v">
                <p:oleObj spid="_x0000_s989199" name="Equation" r:id="rId5" imgW="1282680" imgH="698400" progId="Equation.3">
                  <p:embed/>
                </p:oleObj>
              </mc:Choice>
              <mc:Fallback>
                <p:oleObj name="Equation" r:id="rId5" imgW="1282680" imgH="6984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00200"/>
                        <a:ext cx="3122613" cy="171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9192" name="Text Box 8"/>
          <p:cNvSpPr txBox="1">
            <a:spLocks noChangeArrowheads="1"/>
          </p:cNvSpPr>
          <p:nvPr/>
        </p:nvSpPr>
        <p:spPr bwMode="auto">
          <a:xfrm>
            <a:off x="381000" y="2895600"/>
            <a:ext cx="3962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它的顺序主子式为：</a:t>
            </a:r>
            <a:r>
              <a:rPr lang="zh-CN" altLang="en-US"/>
              <a:t> </a:t>
            </a:r>
          </a:p>
        </p:txBody>
      </p:sp>
      <p:graphicFrame>
        <p:nvGraphicFramePr>
          <p:cNvPr id="989193" name="Object 9"/>
          <p:cNvGraphicFramePr>
            <a:graphicFrameLocks noChangeAspect="1"/>
          </p:cNvGraphicFramePr>
          <p:nvPr/>
        </p:nvGraphicFramePr>
        <p:xfrm>
          <a:off x="531813" y="3916363"/>
          <a:ext cx="1982787" cy="515937"/>
        </p:xfrm>
        <a:graphic>
          <a:graphicData uri="http://schemas.openxmlformats.org/presentationml/2006/ole">
            <mc:AlternateContent xmlns:mc="http://schemas.openxmlformats.org/markup-compatibility/2006">
              <mc:Choice xmlns:v="urn:schemas-microsoft-com:vml" Requires="v">
                <p:oleObj spid="_x0000_s989200" name="Equation" r:id="rId7" imgW="838080" imgH="215640" progId="Equation.3">
                  <p:embed/>
                </p:oleObj>
              </mc:Choice>
              <mc:Fallback>
                <p:oleObj name="Equation" r:id="rId7" imgW="838080" imgH="21564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813" y="3916363"/>
                        <a:ext cx="1982787" cy="51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9194" name="Object 10"/>
          <p:cNvGraphicFramePr>
            <a:graphicFrameLocks noChangeAspect="1"/>
          </p:cNvGraphicFramePr>
          <p:nvPr/>
        </p:nvGraphicFramePr>
        <p:xfrm>
          <a:off x="2743200" y="3581400"/>
          <a:ext cx="3319463" cy="1154113"/>
        </p:xfrm>
        <a:graphic>
          <a:graphicData uri="http://schemas.openxmlformats.org/presentationml/2006/ole">
            <mc:AlternateContent xmlns:mc="http://schemas.openxmlformats.org/markup-compatibility/2006">
              <mc:Choice xmlns:v="urn:schemas-microsoft-com:vml" Requires="v">
                <p:oleObj spid="_x0000_s989201" name="Equation" r:id="rId9" imgW="1346040" imgH="469800" progId="Equation.3">
                  <p:embed/>
                </p:oleObj>
              </mc:Choice>
              <mc:Fallback>
                <p:oleObj name="Equation" r:id="rId9" imgW="1346040" imgH="4698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3581400"/>
                        <a:ext cx="3319463" cy="1154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9195" name="Object 11"/>
          <p:cNvGraphicFramePr>
            <a:graphicFrameLocks noChangeAspect="1"/>
          </p:cNvGraphicFramePr>
          <p:nvPr/>
        </p:nvGraphicFramePr>
        <p:xfrm>
          <a:off x="609600" y="4724400"/>
          <a:ext cx="4368800" cy="1712913"/>
        </p:xfrm>
        <a:graphic>
          <a:graphicData uri="http://schemas.openxmlformats.org/presentationml/2006/ole">
            <mc:AlternateContent xmlns:mc="http://schemas.openxmlformats.org/markup-compatibility/2006">
              <mc:Choice xmlns:v="urn:schemas-microsoft-com:vml" Requires="v">
                <p:oleObj spid="_x0000_s989202" name="Equation" r:id="rId11" imgW="1790640" imgH="698400" progId="Equation.3">
                  <p:embed/>
                </p:oleObj>
              </mc:Choice>
              <mc:Fallback>
                <p:oleObj name="Equation" r:id="rId11" imgW="1790640" imgH="6984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4724400"/>
                        <a:ext cx="4368800" cy="171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9196" name="Text Box 12"/>
          <p:cNvSpPr txBox="1">
            <a:spLocks noChangeArrowheads="1"/>
          </p:cNvSpPr>
          <p:nvPr/>
        </p:nvSpPr>
        <p:spPr bwMode="auto">
          <a:xfrm>
            <a:off x="5600700" y="5029200"/>
            <a:ext cx="314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cs typeface="Times New Roman" panose="02020603050405020304" pitchFamily="18" charset="0"/>
              </a:rPr>
              <a:t>因此</a:t>
            </a:r>
            <a:r>
              <a:rPr lang="zh-CN" altLang="en-US" sz="1000">
                <a:cs typeface="Times New Roman" panose="02020603050405020304" pitchFamily="18" charset="0"/>
              </a:rPr>
              <a:t> </a:t>
            </a:r>
            <a:r>
              <a:rPr lang="en-US" altLang="zh-CN" i="1">
                <a:latin typeface="Times New Roman" panose="02020603050405020304" pitchFamily="18" charset="0"/>
              </a:rPr>
              <a:t>A</a:t>
            </a:r>
            <a:r>
              <a:rPr lang="zh-CN" altLang="en-US">
                <a:cs typeface="Times New Roman" panose="02020603050405020304" pitchFamily="18" charset="0"/>
              </a:rPr>
              <a:t>是正定的，</a:t>
            </a:r>
            <a:r>
              <a:rPr lang="zh-CN" altLang="en-US"/>
              <a:t> </a:t>
            </a:r>
          </a:p>
        </p:txBody>
      </p:sp>
      <p:sp>
        <p:nvSpPr>
          <p:cNvPr id="989197" name="Text Box 13"/>
          <p:cNvSpPr txBox="1">
            <a:spLocks noChangeArrowheads="1"/>
          </p:cNvSpPr>
          <p:nvPr/>
        </p:nvSpPr>
        <p:spPr bwMode="auto">
          <a:xfrm>
            <a:off x="5600700" y="5638800"/>
            <a:ext cx="31607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cs typeface="Times New Roman" panose="02020603050405020304" pitchFamily="18" charset="0"/>
              </a:rPr>
              <a:t>即二次型</a:t>
            </a:r>
            <a:r>
              <a:rPr lang="zh-CN" altLang="en-US" sz="1600">
                <a:cs typeface="Times New Roman" panose="02020603050405020304" pitchFamily="18" charset="0"/>
              </a:rPr>
              <a:t> </a:t>
            </a:r>
            <a:r>
              <a:rPr lang="en-US" altLang="zh-CN" i="1">
                <a:latin typeface="Times New Roman" panose="02020603050405020304" pitchFamily="18" charset="0"/>
              </a:rPr>
              <a:t>f </a:t>
            </a:r>
            <a:r>
              <a:rPr lang="zh-CN" altLang="en-US">
                <a:cs typeface="Times New Roman" panose="02020603050405020304" pitchFamily="18" charset="0"/>
              </a:rPr>
              <a:t>正定。</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9187"/>
                                        </p:tgtEl>
                                        <p:attrNameLst>
                                          <p:attrName>style.visibility</p:attrName>
                                        </p:attrNameLst>
                                      </p:cBhvr>
                                      <p:to>
                                        <p:strVal val="visible"/>
                                      </p:to>
                                    </p:set>
                                    <p:animEffect transition="in" filter="wipe(left)">
                                      <p:cBhvr>
                                        <p:cTn id="7" dur="500"/>
                                        <p:tgtEl>
                                          <p:spTgt spid="98918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89189"/>
                                        </p:tgtEl>
                                        <p:attrNameLst>
                                          <p:attrName>style.visibility</p:attrName>
                                        </p:attrNameLst>
                                      </p:cBhvr>
                                      <p:to>
                                        <p:strVal val="visible"/>
                                      </p:to>
                                    </p:set>
                                    <p:animEffect transition="in" filter="wipe(left)">
                                      <p:cBhvr>
                                        <p:cTn id="11" dur="500"/>
                                        <p:tgtEl>
                                          <p:spTgt spid="989189"/>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89188"/>
                                        </p:tgtEl>
                                        <p:attrNameLst>
                                          <p:attrName>style.visibility</p:attrName>
                                        </p:attrNameLst>
                                      </p:cBhvr>
                                      <p:to>
                                        <p:strVal val="visible"/>
                                      </p:to>
                                    </p:set>
                                    <p:animEffect transition="in" filter="wipe(left)">
                                      <p:cBhvr>
                                        <p:cTn id="15" dur="500"/>
                                        <p:tgtEl>
                                          <p:spTgt spid="98918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89186"/>
                                        </p:tgtEl>
                                        <p:attrNameLst>
                                          <p:attrName>style.visibility</p:attrName>
                                        </p:attrNameLst>
                                      </p:cBhvr>
                                      <p:to>
                                        <p:strVal val="visible"/>
                                      </p:to>
                                    </p:set>
                                    <p:animEffect transition="in" filter="wipe(left)">
                                      <p:cBhvr>
                                        <p:cTn id="20" dur="500"/>
                                        <p:tgtEl>
                                          <p:spTgt spid="98918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89190"/>
                                        </p:tgtEl>
                                        <p:attrNameLst>
                                          <p:attrName>style.visibility</p:attrName>
                                        </p:attrNameLst>
                                      </p:cBhvr>
                                      <p:to>
                                        <p:strVal val="visible"/>
                                      </p:to>
                                    </p:set>
                                    <p:animEffect transition="in" filter="wipe(left)">
                                      <p:cBhvr>
                                        <p:cTn id="25" dur="500"/>
                                        <p:tgtEl>
                                          <p:spTgt spid="989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89191"/>
                                        </p:tgtEl>
                                        <p:attrNameLst>
                                          <p:attrName>style.visibility</p:attrName>
                                        </p:attrNameLst>
                                      </p:cBhvr>
                                      <p:to>
                                        <p:strVal val="visible"/>
                                      </p:to>
                                    </p:set>
                                    <p:animEffect transition="in" filter="wipe(left)">
                                      <p:cBhvr>
                                        <p:cTn id="30" dur="500"/>
                                        <p:tgtEl>
                                          <p:spTgt spid="98919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89192"/>
                                        </p:tgtEl>
                                        <p:attrNameLst>
                                          <p:attrName>style.visibility</p:attrName>
                                        </p:attrNameLst>
                                      </p:cBhvr>
                                      <p:to>
                                        <p:strVal val="visible"/>
                                      </p:to>
                                    </p:set>
                                    <p:animEffect transition="in" filter="wipe(left)">
                                      <p:cBhvr>
                                        <p:cTn id="35" dur="500"/>
                                        <p:tgtEl>
                                          <p:spTgt spid="98919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89193"/>
                                        </p:tgtEl>
                                        <p:attrNameLst>
                                          <p:attrName>style.visibility</p:attrName>
                                        </p:attrNameLst>
                                      </p:cBhvr>
                                      <p:to>
                                        <p:strVal val="visible"/>
                                      </p:to>
                                    </p:set>
                                    <p:animEffect transition="in" filter="wipe(left)">
                                      <p:cBhvr>
                                        <p:cTn id="40" dur="500"/>
                                        <p:tgtEl>
                                          <p:spTgt spid="98919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89194"/>
                                        </p:tgtEl>
                                        <p:attrNameLst>
                                          <p:attrName>style.visibility</p:attrName>
                                        </p:attrNameLst>
                                      </p:cBhvr>
                                      <p:to>
                                        <p:strVal val="visible"/>
                                      </p:to>
                                    </p:set>
                                    <p:animEffect transition="in" filter="wipe(left)">
                                      <p:cBhvr>
                                        <p:cTn id="45" dur="500"/>
                                        <p:tgtEl>
                                          <p:spTgt spid="98919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89195"/>
                                        </p:tgtEl>
                                        <p:attrNameLst>
                                          <p:attrName>style.visibility</p:attrName>
                                        </p:attrNameLst>
                                      </p:cBhvr>
                                      <p:to>
                                        <p:strVal val="visible"/>
                                      </p:to>
                                    </p:set>
                                    <p:animEffect transition="in" filter="wipe(left)">
                                      <p:cBhvr>
                                        <p:cTn id="50" dur="500"/>
                                        <p:tgtEl>
                                          <p:spTgt spid="98919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89196"/>
                                        </p:tgtEl>
                                        <p:attrNameLst>
                                          <p:attrName>style.visibility</p:attrName>
                                        </p:attrNameLst>
                                      </p:cBhvr>
                                      <p:to>
                                        <p:strVal val="visible"/>
                                      </p:to>
                                    </p:set>
                                    <p:animEffect transition="in" filter="wipe(left)">
                                      <p:cBhvr>
                                        <p:cTn id="55" dur="500"/>
                                        <p:tgtEl>
                                          <p:spTgt spid="98919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989197"/>
                                        </p:tgtEl>
                                        <p:attrNameLst>
                                          <p:attrName>style.visibility</p:attrName>
                                        </p:attrNameLst>
                                      </p:cBhvr>
                                      <p:to>
                                        <p:strVal val="visible"/>
                                      </p:to>
                                    </p:set>
                                    <p:animEffect transition="in" filter="wipe(left)">
                                      <p:cBhvr>
                                        <p:cTn id="60" dur="500"/>
                                        <p:tgtEl>
                                          <p:spTgt spid="989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6" grpId="0" autoUpdateAnimBg="0"/>
      <p:bldP spid="989187" grpId="0" autoUpdateAnimBg="0"/>
      <p:bldP spid="989188" grpId="0" autoUpdateAnimBg="0"/>
      <p:bldP spid="989190" grpId="0" autoUpdateAnimBg="0"/>
      <p:bldP spid="989192" grpId="0" autoUpdateAnimBg="0"/>
      <p:bldP spid="989196" grpId="0" autoUpdateAnimBg="0"/>
      <p:bldP spid="98919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0801A43C-7DC1-4EFC-B408-5E93D0E7E0F5}" type="slidenum">
              <a:rPr lang="zh-CN" altLang="en-US"/>
              <a:pPr/>
              <a:t>59</a:t>
            </a:fld>
            <a:endParaRPr lang="zh-CN" altLang="en-US"/>
          </a:p>
        </p:txBody>
      </p:sp>
      <p:sp>
        <p:nvSpPr>
          <p:cNvPr id="990210" name="Text Box 2"/>
          <p:cNvSpPr txBox="1">
            <a:spLocks noChangeArrowheads="1"/>
          </p:cNvSpPr>
          <p:nvPr/>
        </p:nvSpPr>
        <p:spPr bwMode="auto">
          <a:xfrm>
            <a:off x="381000" y="2760663"/>
            <a:ext cx="5381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0033CC"/>
                </a:solidFill>
                <a:latin typeface="Times New Roman" panose="02020603050405020304" pitchFamily="18" charset="0"/>
                <a:ea typeface="黑体" panose="02010609060101010101" pitchFamily="49" charset="-122"/>
              </a:rPr>
              <a:t>解</a:t>
            </a:r>
          </a:p>
        </p:txBody>
      </p:sp>
      <p:sp>
        <p:nvSpPr>
          <p:cNvPr id="990211" name="Text Box 3"/>
          <p:cNvSpPr txBox="1">
            <a:spLocks noChangeArrowheads="1"/>
          </p:cNvSpPr>
          <p:nvPr/>
        </p:nvSpPr>
        <p:spPr bwMode="auto">
          <a:xfrm>
            <a:off x="304800" y="242888"/>
            <a:ext cx="3657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33CC"/>
                </a:solidFill>
                <a:latin typeface="Times New Roman" panose="02020603050405020304" pitchFamily="18" charset="0"/>
                <a:ea typeface="黑体" panose="02010609060101010101" pitchFamily="49" charset="-122"/>
              </a:rPr>
              <a:t>例3    </a:t>
            </a:r>
            <a:r>
              <a:rPr lang="zh-CN" altLang="en-US">
                <a:solidFill>
                  <a:srgbClr val="000000"/>
                </a:solidFill>
              </a:rPr>
              <a:t>设有实二次型</a:t>
            </a:r>
            <a:r>
              <a:rPr lang="zh-CN" altLang="en-US">
                <a:solidFill>
                  <a:srgbClr val="000000"/>
                </a:solidFill>
                <a:latin typeface="Times New Roman" panose="02020603050405020304" pitchFamily="18" charset="0"/>
              </a:rPr>
              <a:t> </a:t>
            </a:r>
          </a:p>
        </p:txBody>
      </p:sp>
      <p:sp>
        <p:nvSpPr>
          <p:cNvPr id="990212" name="Text Box 4"/>
          <p:cNvSpPr txBox="1">
            <a:spLocks noChangeArrowheads="1"/>
          </p:cNvSpPr>
          <p:nvPr/>
        </p:nvSpPr>
        <p:spPr bwMode="auto">
          <a:xfrm>
            <a:off x="304800" y="1524000"/>
            <a:ext cx="731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rPr>
              <a:t>问</a:t>
            </a:r>
            <a:r>
              <a:rPr lang="zh-CN" altLang="en-US" sz="1400">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ea typeface="黑体" panose="02010609060101010101" pitchFamily="49" charset="-122"/>
              </a:rPr>
              <a:t>t</a:t>
            </a:r>
            <a:r>
              <a:rPr lang="en-US" altLang="zh-CN" sz="1400" i="1">
                <a:solidFill>
                  <a:srgbClr val="000000"/>
                </a:solidFill>
                <a:latin typeface="Times New Roman" panose="02020603050405020304" pitchFamily="18" charset="0"/>
                <a:ea typeface="黑体" panose="02010609060101010101" pitchFamily="49" charset="-122"/>
              </a:rPr>
              <a:t>  </a:t>
            </a:r>
            <a:r>
              <a:rPr lang="zh-CN" altLang="en-US">
                <a:solidFill>
                  <a:srgbClr val="000000"/>
                </a:solidFill>
              </a:rPr>
              <a:t>取何值时，该二次型为正定二次型？</a:t>
            </a:r>
            <a:r>
              <a:rPr lang="zh-CN" altLang="en-US">
                <a:solidFill>
                  <a:srgbClr val="000000"/>
                </a:solidFill>
                <a:latin typeface="Times New Roman" panose="02020603050405020304" pitchFamily="18" charset="0"/>
              </a:rPr>
              <a:t> </a:t>
            </a:r>
          </a:p>
        </p:txBody>
      </p:sp>
      <p:graphicFrame>
        <p:nvGraphicFramePr>
          <p:cNvPr id="990213" name="Object 5"/>
          <p:cNvGraphicFramePr>
            <a:graphicFrameLocks noChangeAspect="1"/>
          </p:cNvGraphicFramePr>
          <p:nvPr/>
        </p:nvGraphicFramePr>
        <p:xfrm>
          <a:off x="874713" y="838200"/>
          <a:ext cx="6937375" cy="603250"/>
        </p:xfrm>
        <a:graphic>
          <a:graphicData uri="http://schemas.openxmlformats.org/presentationml/2006/ole">
            <mc:AlternateContent xmlns:mc="http://schemas.openxmlformats.org/markup-compatibility/2006">
              <mc:Choice xmlns:v="urn:schemas-microsoft-com:vml" Requires="v">
                <p:oleObj spid="_x0000_s990222" name="Equation" r:id="rId3" imgW="2743200" imgH="241200" progId="Equation.3">
                  <p:embed/>
                </p:oleObj>
              </mc:Choice>
              <mc:Fallback>
                <p:oleObj name="Equation" r:id="rId3" imgW="274320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713" y="838200"/>
                        <a:ext cx="69373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0214" name="Text Box 6"/>
          <p:cNvSpPr txBox="1">
            <a:spLocks noChangeArrowheads="1"/>
          </p:cNvSpPr>
          <p:nvPr/>
        </p:nvSpPr>
        <p:spPr bwMode="auto">
          <a:xfrm>
            <a:off x="1066800" y="2760663"/>
            <a:ext cx="2209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 </a:t>
            </a:r>
            <a:r>
              <a:rPr lang="en-US" altLang="zh-CN" i="1">
                <a:latin typeface="Times New Roman" panose="02020603050405020304" pitchFamily="18" charset="0"/>
              </a:rPr>
              <a:t>f </a:t>
            </a:r>
            <a:r>
              <a:rPr lang="zh-CN" altLang="en-US">
                <a:cs typeface="Times New Roman" panose="02020603050405020304" pitchFamily="18" charset="0"/>
              </a:rPr>
              <a:t>的矩阵为 </a:t>
            </a:r>
          </a:p>
        </p:txBody>
      </p:sp>
      <p:graphicFrame>
        <p:nvGraphicFramePr>
          <p:cNvPr id="990215" name="Object 7"/>
          <p:cNvGraphicFramePr>
            <a:graphicFrameLocks noChangeAspect="1"/>
          </p:cNvGraphicFramePr>
          <p:nvPr/>
        </p:nvGraphicFramePr>
        <p:xfrm>
          <a:off x="3067050" y="2174875"/>
          <a:ext cx="3028950" cy="1711325"/>
        </p:xfrm>
        <a:graphic>
          <a:graphicData uri="http://schemas.openxmlformats.org/presentationml/2006/ole">
            <mc:AlternateContent xmlns:mc="http://schemas.openxmlformats.org/markup-compatibility/2006">
              <mc:Choice xmlns:v="urn:schemas-microsoft-com:vml" Requires="v">
                <p:oleObj spid="_x0000_s990223" name="Equation" r:id="rId5" imgW="1244520" imgH="698400" progId="Equation.3">
                  <p:embed/>
                </p:oleObj>
              </mc:Choice>
              <mc:Fallback>
                <p:oleObj name="Equation" r:id="rId5" imgW="1244520" imgH="6984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7050" y="2174875"/>
                        <a:ext cx="3028950" cy="171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0216" name="Text Box 8"/>
          <p:cNvSpPr txBox="1">
            <a:spLocks noChangeArrowheads="1"/>
          </p:cNvSpPr>
          <p:nvPr/>
        </p:nvSpPr>
        <p:spPr bwMode="auto">
          <a:xfrm>
            <a:off x="561975" y="4024313"/>
            <a:ext cx="28194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cs typeface="Times New Roman" panose="02020603050405020304" pitchFamily="18" charset="0"/>
              </a:rPr>
              <a:t>顺序主子式为：</a:t>
            </a:r>
            <a:r>
              <a:rPr lang="zh-CN" altLang="en-US"/>
              <a:t> </a:t>
            </a:r>
          </a:p>
        </p:txBody>
      </p:sp>
      <p:graphicFrame>
        <p:nvGraphicFramePr>
          <p:cNvPr id="990217" name="Object 9"/>
          <p:cNvGraphicFramePr>
            <a:graphicFrameLocks noChangeAspect="1"/>
          </p:cNvGraphicFramePr>
          <p:nvPr/>
        </p:nvGraphicFramePr>
        <p:xfrm>
          <a:off x="3074988" y="4056063"/>
          <a:ext cx="1954212" cy="515937"/>
        </p:xfrm>
        <a:graphic>
          <a:graphicData uri="http://schemas.openxmlformats.org/presentationml/2006/ole">
            <mc:AlternateContent xmlns:mc="http://schemas.openxmlformats.org/markup-compatibility/2006">
              <mc:Choice xmlns:v="urn:schemas-microsoft-com:vml" Requires="v">
                <p:oleObj spid="_x0000_s990224" name="Equation" r:id="rId7" imgW="825480" imgH="215640" progId="Equation.3">
                  <p:embed/>
                </p:oleObj>
              </mc:Choice>
              <mc:Fallback>
                <p:oleObj name="Equation" r:id="rId7" imgW="825480" imgH="21564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4988" y="4056063"/>
                        <a:ext cx="1954212" cy="51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0218" name="Object 10"/>
          <p:cNvGraphicFramePr>
            <a:graphicFrameLocks noChangeAspect="1"/>
          </p:cNvGraphicFramePr>
          <p:nvPr/>
        </p:nvGraphicFramePr>
        <p:xfrm>
          <a:off x="5130800" y="3717925"/>
          <a:ext cx="3708400" cy="1111250"/>
        </p:xfrm>
        <a:graphic>
          <a:graphicData uri="http://schemas.openxmlformats.org/presentationml/2006/ole">
            <mc:AlternateContent xmlns:mc="http://schemas.openxmlformats.org/markup-compatibility/2006">
              <mc:Choice xmlns:v="urn:schemas-microsoft-com:vml" Requires="v">
                <p:oleObj spid="_x0000_s990225" name="Equation" r:id="rId9" imgW="1562040" imgH="469800" progId="Equation.3">
                  <p:embed/>
                </p:oleObj>
              </mc:Choice>
              <mc:Fallback>
                <p:oleObj name="Equation" r:id="rId9" imgW="1562040" imgH="4698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0800" y="3717925"/>
                        <a:ext cx="3708400" cy="111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0219" name="Object 11"/>
          <p:cNvGraphicFramePr>
            <a:graphicFrameLocks noChangeAspect="1"/>
          </p:cNvGraphicFramePr>
          <p:nvPr/>
        </p:nvGraphicFramePr>
        <p:xfrm>
          <a:off x="609600" y="4876800"/>
          <a:ext cx="4116388" cy="587375"/>
        </p:xfrm>
        <a:graphic>
          <a:graphicData uri="http://schemas.openxmlformats.org/presentationml/2006/ole">
            <mc:AlternateContent xmlns:mc="http://schemas.openxmlformats.org/markup-compatibility/2006">
              <mc:Choice xmlns:v="urn:schemas-microsoft-com:vml" Requires="v">
                <p:oleObj spid="_x0000_s990226" name="Equation" r:id="rId11" imgW="1701720" imgH="241200" progId="Equation.3">
                  <p:embed/>
                </p:oleObj>
              </mc:Choice>
              <mc:Fallback>
                <p:oleObj name="Equation" r:id="rId11" imgW="1701720" imgH="2412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4876800"/>
                        <a:ext cx="4116388"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0220" name="Text Box 12"/>
          <p:cNvSpPr txBox="1">
            <a:spLocks noChangeArrowheads="1"/>
          </p:cNvSpPr>
          <p:nvPr/>
        </p:nvSpPr>
        <p:spPr bwMode="auto">
          <a:xfrm>
            <a:off x="533400" y="5715000"/>
            <a:ext cx="8953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t>解得</a:t>
            </a:r>
          </a:p>
        </p:txBody>
      </p:sp>
      <p:graphicFrame>
        <p:nvGraphicFramePr>
          <p:cNvPr id="990221" name="Object 13"/>
          <p:cNvGraphicFramePr>
            <a:graphicFrameLocks noChangeAspect="1"/>
          </p:cNvGraphicFramePr>
          <p:nvPr/>
        </p:nvGraphicFramePr>
        <p:xfrm>
          <a:off x="1625600" y="5524500"/>
          <a:ext cx="1771650" cy="952500"/>
        </p:xfrm>
        <a:graphic>
          <a:graphicData uri="http://schemas.openxmlformats.org/presentationml/2006/ole">
            <mc:AlternateContent xmlns:mc="http://schemas.openxmlformats.org/markup-compatibility/2006">
              <mc:Choice xmlns:v="urn:schemas-microsoft-com:vml" Requires="v">
                <p:oleObj spid="_x0000_s990227" name="Equation" r:id="rId13" imgW="761760" imgH="406080" progId="Equation.3">
                  <p:embed/>
                </p:oleObj>
              </mc:Choice>
              <mc:Fallback>
                <p:oleObj name="Equation" r:id="rId13" imgW="761760" imgH="40608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25600" y="5524500"/>
                        <a:ext cx="177165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0211"/>
                                        </p:tgtEl>
                                        <p:attrNameLst>
                                          <p:attrName>style.visibility</p:attrName>
                                        </p:attrNameLst>
                                      </p:cBhvr>
                                      <p:to>
                                        <p:strVal val="visible"/>
                                      </p:to>
                                    </p:set>
                                    <p:animEffect transition="in" filter="wipe(left)">
                                      <p:cBhvr>
                                        <p:cTn id="7" dur="500"/>
                                        <p:tgtEl>
                                          <p:spTgt spid="99021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90213"/>
                                        </p:tgtEl>
                                        <p:attrNameLst>
                                          <p:attrName>style.visibility</p:attrName>
                                        </p:attrNameLst>
                                      </p:cBhvr>
                                      <p:to>
                                        <p:strVal val="visible"/>
                                      </p:to>
                                    </p:set>
                                    <p:animEffect transition="in" filter="wipe(left)">
                                      <p:cBhvr>
                                        <p:cTn id="11" dur="500"/>
                                        <p:tgtEl>
                                          <p:spTgt spid="99021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90212"/>
                                        </p:tgtEl>
                                        <p:attrNameLst>
                                          <p:attrName>style.visibility</p:attrName>
                                        </p:attrNameLst>
                                      </p:cBhvr>
                                      <p:to>
                                        <p:strVal val="visible"/>
                                      </p:to>
                                    </p:set>
                                    <p:animEffect transition="in" filter="wipe(left)">
                                      <p:cBhvr>
                                        <p:cTn id="15" dur="500"/>
                                        <p:tgtEl>
                                          <p:spTgt spid="9902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90210"/>
                                        </p:tgtEl>
                                        <p:attrNameLst>
                                          <p:attrName>style.visibility</p:attrName>
                                        </p:attrNameLst>
                                      </p:cBhvr>
                                      <p:to>
                                        <p:strVal val="visible"/>
                                      </p:to>
                                    </p:set>
                                    <p:animEffect transition="in" filter="wipe(left)">
                                      <p:cBhvr>
                                        <p:cTn id="20" dur="500"/>
                                        <p:tgtEl>
                                          <p:spTgt spid="9902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90214"/>
                                        </p:tgtEl>
                                        <p:attrNameLst>
                                          <p:attrName>style.visibility</p:attrName>
                                        </p:attrNameLst>
                                      </p:cBhvr>
                                      <p:to>
                                        <p:strVal val="visible"/>
                                      </p:to>
                                    </p:set>
                                    <p:animEffect transition="in" filter="wipe(left)">
                                      <p:cBhvr>
                                        <p:cTn id="25" dur="500"/>
                                        <p:tgtEl>
                                          <p:spTgt spid="99021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90215"/>
                                        </p:tgtEl>
                                        <p:attrNameLst>
                                          <p:attrName>style.visibility</p:attrName>
                                        </p:attrNameLst>
                                      </p:cBhvr>
                                      <p:to>
                                        <p:strVal val="visible"/>
                                      </p:to>
                                    </p:set>
                                    <p:animEffect transition="in" filter="wipe(left)">
                                      <p:cBhvr>
                                        <p:cTn id="30" dur="500"/>
                                        <p:tgtEl>
                                          <p:spTgt spid="9902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90216"/>
                                        </p:tgtEl>
                                        <p:attrNameLst>
                                          <p:attrName>style.visibility</p:attrName>
                                        </p:attrNameLst>
                                      </p:cBhvr>
                                      <p:to>
                                        <p:strVal val="visible"/>
                                      </p:to>
                                    </p:set>
                                    <p:animEffect transition="in" filter="wipe(left)">
                                      <p:cBhvr>
                                        <p:cTn id="35" dur="500"/>
                                        <p:tgtEl>
                                          <p:spTgt spid="9902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90217"/>
                                        </p:tgtEl>
                                        <p:attrNameLst>
                                          <p:attrName>style.visibility</p:attrName>
                                        </p:attrNameLst>
                                      </p:cBhvr>
                                      <p:to>
                                        <p:strVal val="visible"/>
                                      </p:to>
                                    </p:set>
                                    <p:animEffect transition="in" filter="wipe(left)">
                                      <p:cBhvr>
                                        <p:cTn id="40" dur="500"/>
                                        <p:tgtEl>
                                          <p:spTgt spid="99021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90218"/>
                                        </p:tgtEl>
                                        <p:attrNameLst>
                                          <p:attrName>style.visibility</p:attrName>
                                        </p:attrNameLst>
                                      </p:cBhvr>
                                      <p:to>
                                        <p:strVal val="visible"/>
                                      </p:to>
                                    </p:set>
                                    <p:animEffect transition="in" filter="wipe(left)">
                                      <p:cBhvr>
                                        <p:cTn id="45" dur="500"/>
                                        <p:tgtEl>
                                          <p:spTgt spid="99021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90219"/>
                                        </p:tgtEl>
                                        <p:attrNameLst>
                                          <p:attrName>style.visibility</p:attrName>
                                        </p:attrNameLst>
                                      </p:cBhvr>
                                      <p:to>
                                        <p:strVal val="visible"/>
                                      </p:to>
                                    </p:set>
                                    <p:animEffect transition="in" filter="wipe(left)">
                                      <p:cBhvr>
                                        <p:cTn id="50" dur="500"/>
                                        <p:tgtEl>
                                          <p:spTgt spid="99021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90220"/>
                                        </p:tgtEl>
                                        <p:attrNameLst>
                                          <p:attrName>style.visibility</p:attrName>
                                        </p:attrNameLst>
                                      </p:cBhvr>
                                      <p:to>
                                        <p:strVal val="visible"/>
                                      </p:to>
                                    </p:set>
                                    <p:animEffect transition="in" filter="wipe(left)">
                                      <p:cBhvr>
                                        <p:cTn id="55" dur="500"/>
                                        <p:tgtEl>
                                          <p:spTgt spid="99022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90221"/>
                                        </p:tgtEl>
                                        <p:attrNameLst>
                                          <p:attrName>style.visibility</p:attrName>
                                        </p:attrNameLst>
                                      </p:cBhvr>
                                      <p:to>
                                        <p:strVal val="visible"/>
                                      </p:to>
                                    </p:set>
                                    <p:animEffect transition="in" filter="wipe(left)">
                                      <p:cBhvr>
                                        <p:cTn id="60" dur="500"/>
                                        <p:tgtEl>
                                          <p:spTgt spid="990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0" grpId="0" autoUpdateAnimBg="0"/>
      <p:bldP spid="990211" grpId="0" autoUpdateAnimBg="0"/>
      <p:bldP spid="990212" grpId="0" autoUpdateAnimBg="0"/>
      <p:bldP spid="990214" grpId="0" autoUpdateAnimBg="0"/>
      <p:bldP spid="990216" grpId="0" autoUpdateAnimBg="0"/>
      <p:bldP spid="990220"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BB8371D0-BDA8-407B-BD5D-2507313C5777}" type="slidenum">
              <a:rPr lang="zh-CN" altLang="en-US"/>
              <a:pPr/>
              <a:t>60</a:t>
            </a:fld>
            <a:endParaRPr lang="zh-CN" altLang="en-US"/>
          </a:p>
        </p:txBody>
      </p:sp>
      <p:sp>
        <p:nvSpPr>
          <p:cNvPr id="991234" name="Rectangle 2"/>
          <p:cNvSpPr>
            <a:spLocks noGrp="1" noChangeArrowheads="1"/>
          </p:cNvSpPr>
          <p:nvPr>
            <p:ph type="title" idx="4294967295"/>
          </p:nvPr>
        </p:nvSpPr>
        <p:spPr>
          <a:xfrm>
            <a:off x="228600" y="228600"/>
            <a:ext cx="4419600" cy="609600"/>
          </a:xfrm>
        </p:spPr>
        <p:txBody>
          <a:bodyPr/>
          <a:lstStyle/>
          <a:p>
            <a:pPr algn="l"/>
            <a:r>
              <a:rPr lang="zh-CN" altLang="en-US" sz="3200" b="1">
                <a:solidFill>
                  <a:srgbClr val="0033CC"/>
                </a:solidFill>
                <a:latin typeface="宋体" panose="02010600030101010101" pitchFamily="2" charset="-122"/>
                <a:ea typeface="黑体" panose="02010609060101010101" pitchFamily="49" charset="-122"/>
              </a:rPr>
              <a:t>正定矩阵的性质：</a:t>
            </a:r>
          </a:p>
        </p:txBody>
      </p:sp>
      <p:sp>
        <p:nvSpPr>
          <p:cNvPr id="991235" name="Text Box 3"/>
          <p:cNvSpPr txBox="1">
            <a:spLocks noChangeArrowheads="1"/>
          </p:cNvSpPr>
          <p:nvPr/>
        </p:nvSpPr>
        <p:spPr bwMode="auto">
          <a:xfrm>
            <a:off x="152400" y="1752600"/>
            <a:ext cx="8610600" cy="1149350"/>
          </a:xfrm>
          <a:prstGeom prst="rect">
            <a:avLst/>
          </a:prstGeom>
          <a:noFill/>
          <a:ln w="31750">
            <a:solidFill>
              <a:srgbClr val="0033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solidFill>
                  <a:srgbClr val="0033CC"/>
                </a:solidFill>
                <a:latin typeface="Times New Roman" panose="02020603050405020304" pitchFamily="18" charset="0"/>
                <a:ea typeface="黑体" panose="02010609060101010101" pitchFamily="49" charset="-122"/>
              </a:rPr>
              <a:t>准则1  </a:t>
            </a:r>
            <a:r>
              <a:rPr lang="zh-CN" altLang="en-US">
                <a:latin typeface="Times New Roman" panose="02020603050405020304" pitchFamily="18" charset="0"/>
                <a:cs typeface="Times New Roman" panose="02020603050405020304" pitchFamily="18" charset="0"/>
              </a:rPr>
              <a:t>实对称矩阵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正定的充分必要条件是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的特征值全为正。</a:t>
            </a:r>
          </a:p>
        </p:txBody>
      </p:sp>
      <p:sp>
        <p:nvSpPr>
          <p:cNvPr id="991236" name="Text Box 4"/>
          <p:cNvSpPr txBox="1">
            <a:spLocks noChangeArrowheads="1"/>
          </p:cNvSpPr>
          <p:nvPr/>
        </p:nvSpPr>
        <p:spPr bwMode="auto">
          <a:xfrm>
            <a:off x="228600" y="901700"/>
            <a:ext cx="87630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rPr>
              <a:t>1、若</a:t>
            </a:r>
            <a:r>
              <a:rPr lang="zh-CN" altLang="en-US" sz="1200">
                <a:latin typeface="Times New Roman" panose="02020603050405020304" pitchFamily="18" charset="0"/>
              </a:rPr>
              <a:t> </a:t>
            </a:r>
            <a:r>
              <a:rPr lang="en-US" altLang="zh-CN" i="1">
                <a:latin typeface="Times New Roman" panose="02020603050405020304" pitchFamily="18" charset="0"/>
              </a:rPr>
              <a:t>A </a:t>
            </a:r>
            <a:r>
              <a:rPr lang="zh-CN" altLang="en-US"/>
              <a:t>为</a:t>
            </a:r>
            <a:r>
              <a:rPr lang="zh-CN" altLang="en-US">
                <a:cs typeface="Times New Roman" panose="02020603050405020304" pitchFamily="18" charset="0"/>
              </a:rPr>
              <a:t>正定</a:t>
            </a:r>
            <a:r>
              <a:rPr lang="zh-CN" altLang="en-US"/>
              <a:t>矩阵</a:t>
            </a:r>
            <a:r>
              <a:rPr lang="zh-CN" altLang="en-US">
                <a:cs typeface="Times New Roman" panose="02020603050405020304" pitchFamily="18" charset="0"/>
              </a:rPr>
              <a:t>，则</a:t>
            </a:r>
            <a:r>
              <a:rPr lang="zh-CN" altLang="en-US" sz="1600">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rPr>
              <a:t>A</a:t>
            </a:r>
            <a:r>
              <a:rPr lang="en-US" altLang="zh-CN" sz="1400" i="1">
                <a:latin typeface="Times New Roman" panose="02020603050405020304" pitchFamily="18" charset="0"/>
              </a:rPr>
              <a:t> </a:t>
            </a:r>
            <a:r>
              <a:rPr lang="zh-CN" altLang="en-US">
                <a:cs typeface="Times New Roman" panose="02020603050405020304" pitchFamily="18" charset="0"/>
              </a:rPr>
              <a:t>的行列式</a:t>
            </a:r>
            <a:r>
              <a:rPr lang="zh-CN" altLang="en-US"/>
              <a:t>为正，因而可逆。</a:t>
            </a:r>
            <a:r>
              <a:rPr lang="zh-CN" altLang="en-US">
                <a:cs typeface="Times New Roman" panose="02020603050405020304" pitchFamily="18" charset="0"/>
              </a:rPr>
              <a:t> </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1234"/>
                                        </p:tgtEl>
                                        <p:attrNameLst>
                                          <p:attrName>style.visibility</p:attrName>
                                        </p:attrNameLst>
                                      </p:cBhvr>
                                      <p:to>
                                        <p:strVal val="visible"/>
                                      </p:to>
                                    </p:set>
                                    <p:animEffect transition="in" filter="wipe(left)">
                                      <p:cBhvr>
                                        <p:cTn id="7" dur="500"/>
                                        <p:tgtEl>
                                          <p:spTgt spid="991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1236"/>
                                        </p:tgtEl>
                                        <p:attrNameLst>
                                          <p:attrName>style.visibility</p:attrName>
                                        </p:attrNameLst>
                                      </p:cBhvr>
                                      <p:to>
                                        <p:strVal val="visible"/>
                                      </p:to>
                                    </p:set>
                                    <p:animEffect transition="in" filter="wipe(left)">
                                      <p:cBhvr>
                                        <p:cTn id="12" dur="500"/>
                                        <p:tgtEl>
                                          <p:spTgt spid="991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1235"/>
                                        </p:tgtEl>
                                        <p:attrNameLst>
                                          <p:attrName>style.visibility</p:attrName>
                                        </p:attrNameLst>
                                      </p:cBhvr>
                                      <p:to>
                                        <p:strVal val="visible"/>
                                      </p:to>
                                    </p:set>
                                    <p:animEffect transition="in" filter="wipe(left)">
                                      <p:cBhvr>
                                        <p:cTn id="17" dur="500"/>
                                        <p:tgtEl>
                                          <p:spTgt spid="991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4" grpId="0" autoUpdateAnimBg="0"/>
      <p:bldP spid="991235" grpId="0" animBg="1" autoUpdateAnimBg="0"/>
      <p:bldP spid="99123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p:cNvSpPr>
            <a:spLocks noGrp="1"/>
          </p:cNvSpPr>
          <p:nvPr>
            <p:ph type="sldNum" sz="quarter" idx="12"/>
          </p:nvPr>
        </p:nvSpPr>
        <p:spPr/>
        <p:txBody>
          <a:bodyPr/>
          <a:lstStyle/>
          <a:p>
            <a:fld id="{65E99F61-B0F9-4B22-B8CA-5ECCE4A5ED63}" type="slidenum">
              <a:rPr lang="zh-CN" altLang="en-US"/>
              <a:pPr/>
              <a:t>61</a:t>
            </a:fld>
            <a:endParaRPr lang="zh-CN" altLang="en-US"/>
          </a:p>
        </p:txBody>
      </p:sp>
      <p:graphicFrame>
        <p:nvGraphicFramePr>
          <p:cNvPr id="992260" name="Object 4"/>
          <p:cNvGraphicFramePr>
            <a:graphicFrameLocks noChangeAspect="1"/>
          </p:cNvGraphicFramePr>
          <p:nvPr/>
        </p:nvGraphicFramePr>
        <p:xfrm>
          <a:off x="1905000" y="1600200"/>
          <a:ext cx="3048000" cy="554038"/>
        </p:xfrm>
        <a:graphic>
          <a:graphicData uri="http://schemas.openxmlformats.org/presentationml/2006/ole">
            <mc:AlternateContent xmlns:mc="http://schemas.openxmlformats.org/markup-compatibility/2006">
              <mc:Choice xmlns:v="urn:schemas-microsoft-com:vml" Requires="v">
                <p:oleObj spid="_x0000_s992274" name="Equation" r:id="rId3" imgW="1244520" imgH="228600" progId="Equation.3">
                  <p:embed/>
                </p:oleObj>
              </mc:Choice>
              <mc:Fallback>
                <p:oleObj name="Equation" r:id="rId3" imgW="124452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0200"/>
                        <a:ext cx="3048000"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92273" name="Group 17"/>
          <p:cNvGrpSpPr>
            <a:grpSpLocks/>
          </p:cNvGrpSpPr>
          <p:nvPr/>
        </p:nvGrpSpPr>
        <p:grpSpPr bwMode="auto">
          <a:xfrm>
            <a:off x="228600" y="2286000"/>
            <a:ext cx="8712200" cy="558800"/>
            <a:chOff x="144" y="1440"/>
            <a:chExt cx="5488" cy="352"/>
          </a:xfrm>
        </p:grpSpPr>
        <p:graphicFrame>
          <p:nvGraphicFramePr>
            <p:cNvPr id="992262" name="Object 6"/>
            <p:cNvGraphicFramePr>
              <a:graphicFrameLocks noChangeAspect="1"/>
            </p:cNvGraphicFramePr>
            <p:nvPr/>
          </p:nvGraphicFramePr>
          <p:xfrm>
            <a:off x="2592" y="1449"/>
            <a:ext cx="1568" cy="343"/>
          </p:xfrm>
          <a:graphic>
            <a:graphicData uri="http://schemas.openxmlformats.org/presentationml/2006/ole">
              <mc:AlternateContent xmlns:mc="http://schemas.openxmlformats.org/markup-compatibility/2006">
                <mc:Choice xmlns:v="urn:schemas-microsoft-com:vml" Requires="v">
                  <p:oleObj spid="_x0000_s992275" name="Equation" r:id="rId5" imgW="1028520" imgH="228600" progId="Equation.3">
                    <p:embed/>
                  </p:oleObj>
                </mc:Choice>
                <mc:Fallback>
                  <p:oleObj name="Equation" r:id="rId5" imgW="102852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 y="1449"/>
                          <a:ext cx="1568"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2263" name="Text Box 7"/>
            <p:cNvSpPr txBox="1">
              <a:spLocks noChangeArrowheads="1"/>
            </p:cNvSpPr>
            <p:nvPr/>
          </p:nvSpPr>
          <p:spPr bwMode="auto">
            <a:xfrm>
              <a:off x="4144" y="1448"/>
              <a:ext cx="14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都是正定阵，</a:t>
              </a:r>
            </a:p>
          </p:txBody>
        </p:sp>
        <p:sp>
          <p:nvSpPr>
            <p:cNvPr id="992264" name="Text Box 8"/>
            <p:cNvSpPr txBox="1">
              <a:spLocks noChangeArrowheads="1"/>
            </p:cNvSpPr>
            <p:nvPr/>
          </p:nvSpPr>
          <p:spPr bwMode="auto">
            <a:xfrm>
              <a:off x="144" y="1440"/>
              <a:ext cx="26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latin typeface="Times New Roman" panose="02020603050405020304" pitchFamily="18" charset="0"/>
                </a:rPr>
                <a:t>2、若</a:t>
              </a:r>
              <a:r>
                <a:rPr lang="zh-CN" altLang="en-US" sz="1200">
                  <a:latin typeface="Times New Roman" panose="02020603050405020304" pitchFamily="18" charset="0"/>
                </a:rPr>
                <a:t> </a:t>
              </a:r>
              <a:r>
                <a:rPr lang="en-US" altLang="zh-CN" i="1">
                  <a:latin typeface="Times New Roman" panose="02020603050405020304" pitchFamily="18" charset="0"/>
                </a:rPr>
                <a:t>A </a:t>
              </a:r>
              <a:r>
                <a:rPr lang="zh-CN" altLang="en-US">
                  <a:latin typeface="Times New Roman" panose="02020603050405020304" pitchFamily="18" charset="0"/>
                </a:rPr>
                <a:t>为</a:t>
              </a:r>
              <a:r>
                <a:rPr lang="zh-CN" altLang="en-US">
                  <a:latin typeface="Times New Roman" panose="02020603050405020304" pitchFamily="18" charset="0"/>
                  <a:cs typeface="Times New Roman" panose="02020603050405020304" pitchFamily="18" charset="0"/>
                </a:rPr>
                <a:t>正定</a:t>
              </a:r>
              <a:r>
                <a:rPr lang="zh-CN" altLang="en-US">
                  <a:latin typeface="Times New Roman" panose="02020603050405020304" pitchFamily="18" charset="0"/>
                </a:rPr>
                <a:t>矩阵，</a:t>
              </a:r>
              <a:r>
                <a:rPr lang="zh-CN" altLang="en-US">
                  <a:latin typeface="Times New Roman" panose="02020603050405020304" pitchFamily="18" charset="0"/>
                  <a:cs typeface="Times New Roman" panose="02020603050405020304" pitchFamily="18" charset="0"/>
                </a:rPr>
                <a:t>则</a:t>
              </a:r>
            </a:p>
          </p:txBody>
        </p:sp>
      </p:grpSp>
      <p:sp>
        <p:nvSpPr>
          <p:cNvPr id="992265" name="Text Box 9"/>
          <p:cNvSpPr txBox="1">
            <a:spLocks noChangeArrowheads="1"/>
          </p:cNvSpPr>
          <p:nvPr/>
        </p:nvSpPr>
        <p:spPr bwMode="auto">
          <a:xfrm>
            <a:off x="152400" y="2895600"/>
            <a:ext cx="320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其中</a:t>
            </a:r>
            <a:r>
              <a:rPr lang="zh-CN" altLang="en-US" sz="1200">
                <a:latin typeface="Times New Roman" panose="02020603050405020304" pitchFamily="18" charset="0"/>
              </a:rPr>
              <a:t> </a:t>
            </a:r>
            <a:r>
              <a:rPr lang="en-US" altLang="zh-CN" i="1">
                <a:latin typeface="Times New Roman" panose="02020603050405020304" pitchFamily="18" charset="0"/>
              </a:rPr>
              <a:t>k</a:t>
            </a:r>
            <a:r>
              <a:rPr lang="en-US" altLang="zh-CN" sz="1200">
                <a:latin typeface="Times New Roman" panose="02020603050405020304" pitchFamily="18" charset="0"/>
              </a:rPr>
              <a:t> </a:t>
            </a:r>
            <a:r>
              <a:rPr lang="zh-CN" altLang="en-US"/>
              <a:t>为正整数。</a:t>
            </a:r>
          </a:p>
        </p:txBody>
      </p:sp>
      <p:graphicFrame>
        <p:nvGraphicFramePr>
          <p:cNvPr id="992266" name="Object 10"/>
          <p:cNvGraphicFramePr>
            <a:graphicFrameLocks noChangeAspect="1"/>
          </p:cNvGraphicFramePr>
          <p:nvPr/>
        </p:nvGraphicFramePr>
        <p:xfrm>
          <a:off x="762000" y="4114800"/>
          <a:ext cx="5943600" cy="504825"/>
        </p:xfrm>
        <a:graphic>
          <a:graphicData uri="http://schemas.openxmlformats.org/presentationml/2006/ole">
            <mc:AlternateContent xmlns:mc="http://schemas.openxmlformats.org/markup-compatibility/2006">
              <mc:Choice xmlns:v="urn:schemas-microsoft-com:vml" Requires="v">
                <p:oleObj spid="_x0000_s992276" name="Document" r:id="rId7" imgW="2384280" imgH="203760" progId="Word.Document.8">
                  <p:embed/>
                </p:oleObj>
              </mc:Choice>
              <mc:Fallback>
                <p:oleObj name="Document" r:id="rId7" imgW="2384280" imgH="203760" progId="Word.Document.8">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4114800"/>
                        <a:ext cx="59436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2267" name="Text Box 11"/>
          <p:cNvSpPr txBox="1">
            <a:spLocks noChangeArrowheads="1"/>
          </p:cNvSpPr>
          <p:nvPr/>
        </p:nvSpPr>
        <p:spPr bwMode="auto">
          <a:xfrm>
            <a:off x="152400" y="3505200"/>
            <a:ext cx="2209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这是因为：</a:t>
            </a:r>
          </a:p>
        </p:txBody>
      </p:sp>
      <p:graphicFrame>
        <p:nvGraphicFramePr>
          <p:cNvPr id="992268" name="Object 12"/>
          <p:cNvGraphicFramePr>
            <a:graphicFrameLocks noChangeAspect="1"/>
          </p:cNvGraphicFramePr>
          <p:nvPr/>
        </p:nvGraphicFramePr>
        <p:xfrm>
          <a:off x="674688" y="4800600"/>
          <a:ext cx="2590800" cy="1047750"/>
        </p:xfrm>
        <a:graphic>
          <a:graphicData uri="http://schemas.openxmlformats.org/presentationml/2006/ole">
            <mc:AlternateContent xmlns:mc="http://schemas.openxmlformats.org/markup-compatibility/2006">
              <mc:Choice xmlns:v="urn:schemas-microsoft-com:vml" Requires="v">
                <p:oleObj spid="_x0000_s992277" name="Equation" r:id="rId9" imgW="1054080" imgH="431640" progId="Equation.3">
                  <p:embed/>
                </p:oleObj>
              </mc:Choice>
              <mc:Fallback>
                <p:oleObj name="Equation" r:id="rId9" imgW="1054080" imgH="43164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688" y="4800600"/>
                        <a:ext cx="25908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2269" name="Object 13"/>
          <p:cNvGraphicFramePr>
            <a:graphicFrameLocks noChangeAspect="1"/>
          </p:cNvGraphicFramePr>
          <p:nvPr/>
        </p:nvGraphicFramePr>
        <p:xfrm>
          <a:off x="3341688" y="4822825"/>
          <a:ext cx="2438400" cy="1057275"/>
        </p:xfrm>
        <a:graphic>
          <a:graphicData uri="http://schemas.openxmlformats.org/presentationml/2006/ole">
            <mc:AlternateContent xmlns:mc="http://schemas.openxmlformats.org/markup-compatibility/2006">
              <mc:Choice xmlns:v="urn:schemas-microsoft-com:vml" Requires="v">
                <p:oleObj spid="_x0000_s992278" name="Equation" r:id="rId11" imgW="990360" imgH="431640" progId="Equation.3">
                  <p:embed/>
                </p:oleObj>
              </mc:Choice>
              <mc:Fallback>
                <p:oleObj name="Equation" r:id="rId11" imgW="990360" imgH="43164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1688" y="4822825"/>
                        <a:ext cx="2438400"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2270" name="Object 14"/>
          <p:cNvGraphicFramePr>
            <a:graphicFrameLocks noChangeAspect="1"/>
          </p:cNvGraphicFramePr>
          <p:nvPr/>
        </p:nvGraphicFramePr>
        <p:xfrm>
          <a:off x="5878513" y="5062538"/>
          <a:ext cx="2655887" cy="528637"/>
        </p:xfrm>
        <a:graphic>
          <a:graphicData uri="http://schemas.openxmlformats.org/presentationml/2006/ole">
            <mc:AlternateContent xmlns:mc="http://schemas.openxmlformats.org/markup-compatibility/2006">
              <mc:Choice xmlns:v="urn:schemas-microsoft-com:vml" Requires="v">
                <p:oleObj spid="_x0000_s992279" name="Equation" r:id="rId13" imgW="1143000" imgH="228600" progId="Equation.3">
                  <p:embed/>
                </p:oleObj>
              </mc:Choice>
              <mc:Fallback>
                <p:oleObj name="Equation" r:id="rId13" imgW="1143000" imgH="2286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78513" y="5062538"/>
                        <a:ext cx="2655887"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2271" name="Rectangle 15"/>
          <p:cNvSpPr>
            <a:spLocks noChangeArrowheads="1"/>
          </p:cNvSpPr>
          <p:nvPr/>
        </p:nvSpPr>
        <p:spPr bwMode="auto">
          <a:xfrm>
            <a:off x="228600" y="228600"/>
            <a:ext cx="441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solidFill>
                  <a:srgbClr val="0033CC"/>
                </a:solidFill>
                <a:latin typeface="宋体" panose="02010600030101010101" pitchFamily="2" charset="-122"/>
                <a:ea typeface="黑体" panose="02010609060101010101" pitchFamily="49" charset="-122"/>
              </a:rPr>
              <a:t>正定矩阵的性质：</a:t>
            </a:r>
          </a:p>
        </p:txBody>
      </p:sp>
      <p:sp>
        <p:nvSpPr>
          <p:cNvPr id="992272" name="Text Box 16"/>
          <p:cNvSpPr txBox="1">
            <a:spLocks noChangeArrowheads="1"/>
          </p:cNvSpPr>
          <p:nvPr/>
        </p:nvSpPr>
        <p:spPr bwMode="auto">
          <a:xfrm>
            <a:off x="228600" y="901700"/>
            <a:ext cx="87630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rPr>
              <a:t>1、若</a:t>
            </a:r>
            <a:r>
              <a:rPr lang="zh-CN" altLang="en-US" sz="1200">
                <a:latin typeface="Times New Roman" panose="02020603050405020304" pitchFamily="18" charset="0"/>
              </a:rPr>
              <a:t> </a:t>
            </a:r>
            <a:r>
              <a:rPr lang="en-US" altLang="zh-CN" i="1">
                <a:latin typeface="Times New Roman" panose="02020603050405020304" pitchFamily="18" charset="0"/>
              </a:rPr>
              <a:t>A </a:t>
            </a:r>
            <a:r>
              <a:rPr lang="zh-CN" altLang="en-US"/>
              <a:t>为</a:t>
            </a:r>
            <a:r>
              <a:rPr lang="zh-CN" altLang="en-US">
                <a:cs typeface="Times New Roman" panose="02020603050405020304" pitchFamily="18" charset="0"/>
              </a:rPr>
              <a:t>正定</a:t>
            </a:r>
            <a:r>
              <a:rPr lang="zh-CN" altLang="en-US"/>
              <a:t>矩阵</a:t>
            </a:r>
            <a:r>
              <a:rPr lang="zh-CN" altLang="en-US">
                <a:cs typeface="Times New Roman" panose="02020603050405020304" pitchFamily="18" charset="0"/>
              </a:rPr>
              <a:t>，则</a:t>
            </a:r>
            <a:r>
              <a:rPr lang="zh-CN" altLang="en-US" sz="1600">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rPr>
              <a:t>A</a:t>
            </a:r>
            <a:r>
              <a:rPr lang="en-US" altLang="zh-CN" sz="1400" i="1">
                <a:latin typeface="Times New Roman" panose="02020603050405020304" pitchFamily="18" charset="0"/>
              </a:rPr>
              <a:t> </a:t>
            </a:r>
            <a:r>
              <a:rPr lang="zh-CN" altLang="en-US">
                <a:cs typeface="Times New Roman" panose="02020603050405020304" pitchFamily="18" charset="0"/>
              </a:rPr>
              <a:t>的行列式</a:t>
            </a:r>
            <a:r>
              <a:rPr lang="zh-CN" altLang="en-US"/>
              <a:t>为正，因而可逆。</a:t>
            </a:r>
            <a:r>
              <a:rPr lang="zh-CN" altLang="en-US">
                <a:cs typeface="Times New Roman" panose="02020603050405020304" pitchFamily="18" charset="0"/>
              </a:rPr>
              <a:t> </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92260"/>
                                        </p:tgtEl>
                                        <p:attrNameLst>
                                          <p:attrName>style.visibility</p:attrName>
                                        </p:attrNameLst>
                                      </p:cBhvr>
                                      <p:to>
                                        <p:strVal val="visible"/>
                                      </p:to>
                                    </p:set>
                                    <p:animEffect transition="in" filter="wipe(left)">
                                      <p:cBhvr>
                                        <p:cTn id="7" dur="500"/>
                                        <p:tgtEl>
                                          <p:spTgt spid="9922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92273"/>
                                        </p:tgtEl>
                                        <p:attrNameLst>
                                          <p:attrName>style.visibility</p:attrName>
                                        </p:attrNameLst>
                                      </p:cBhvr>
                                      <p:to>
                                        <p:strVal val="visible"/>
                                      </p:to>
                                    </p:set>
                                    <p:animEffect transition="in" filter="wipe(left)">
                                      <p:cBhvr>
                                        <p:cTn id="12" dur="500"/>
                                        <p:tgtEl>
                                          <p:spTgt spid="99227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92265"/>
                                        </p:tgtEl>
                                        <p:attrNameLst>
                                          <p:attrName>style.visibility</p:attrName>
                                        </p:attrNameLst>
                                      </p:cBhvr>
                                      <p:to>
                                        <p:strVal val="visible"/>
                                      </p:to>
                                    </p:set>
                                    <p:animEffect transition="in" filter="wipe(left)">
                                      <p:cBhvr>
                                        <p:cTn id="16" dur="500"/>
                                        <p:tgtEl>
                                          <p:spTgt spid="9922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92267"/>
                                        </p:tgtEl>
                                        <p:attrNameLst>
                                          <p:attrName>style.visibility</p:attrName>
                                        </p:attrNameLst>
                                      </p:cBhvr>
                                      <p:to>
                                        <p:strVal val="visible"/>
                                      </p:to>
                                    </p:set>
                                    <p:animEffect transition="in" filter="wipe(left)">
                                      <p:cBhvr>
                                        <p:cTn id="21" dur="500"/>
                                        <p:tgtEl>
                                          <p:spTgt spid="99226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92266"/>
                                        </p:tgtEl>
                                        <p:attrNameLst>
                                          <p:attrName>style.visibility</p:attrName>
                                        </p:attrNameLst>
                                      </p:cBhvr>
                                      <p:to>
                                        <p:strVal val="visible"/>
                                      </p:to>
                                    </p:set>
                                    <p:animEffect transition="in" filter="wipe(left)">
                                      <p:cBhvr>
                                        <p:cTn id="26" dur="500"/>
                                        <p:tgtEl>
                                          <p:spTgt spid="99226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92268"/>
                                        </p:tgtEl>
                                        <p:attrNameLst>
                                          <p:attrName>style.visibility</p:attrName>
                                        </p:attrNameLst>
                                      </p:cBhvr>
                                      <p:to>
                                        <p:strVal val="visible"/>
                                      </p:to>
                                    </p:set>
                                    <p:animEffect transition="in" filter="wipe(left)">
                                      <p:cBhvr>
                                        <p:cTn id="31" dur="500"/>
                                        <p:tgtEl>
                                          <p:spTgt spid="9922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92269"/>
                                        </p:tgtEl>
                                        <p:attrNameLst>
                                          <p:attrName>style.visibility</p:attrName>
                                        </p:attrNameLst>
                                      </p:cBhvr>
                                      <p:to>
                                        <p:strVal val="visible"/>
                                      </p:to>
                                    </p:set>
                                    <p:animEffect transition="in" filter="wipe(left)">
                                      <p:cBhvr>
                                        <p:cTn id="36" dur="500"/>
                                        <p:tgtEl>
                                          <p:spTgt spid="99226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92270"/>
                                        </p:tgtEl>
                                        <p:attrNameLst>
                                          <p:attrName>style.visibility</p:attrName>
                                        </p:attrNameLst>
                                      </p:cBhvr>
                                      <p:to>
                                        <p:strVal val="visible"/>
                                      </p:to>
                                    </p:set>
                                    <p:animEffect transition="in" filter="wipe(left)">
                                      <p:cBhvr>
                                        <p:cTn id="41" dur="500"/>
                                        <p:tgtEl>
                                          <p:spTgt spid="992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65" grpId="0" autoUpdateAnimBg="0"/>
      <p:bldP spid="992267"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fld id="{499E14EE-D5E5-4F7F-87C6-D6A2698933D3}" type="slidenum">
              <a:rPr lang="zh-CN" altLang="en-US"/>
              <a:pPr/>
              <a:t>62</a:t>
            </a:fld>
            <a:endParaRPr lang="zh-CN" altLang="en-US"/>
          </a:p>
        </p:txBody>
      </p:sp>
      <p:sp>
        <p:nvSpPr>
          <p:cNvPr id="993282" name="Text Box 2"/>
          <p:cNvSpPr txBox="1">
            <a:spLocks noChangeArrowheads="1"/>
          </p:cNvSpPr>
          <p:nvPr/>
        </p:nvSpPr>
        <p:spPr bwMode="auto">
          <a:xfrm>
            <a:off x="317500" y="304800"/>
            <a:ext cx="80010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rPr>
              <a:t>3、若</a:t>
            </a:r>
            <a:r>
              <a:rPr lang="zh-CN" altLang="en-US" sz="1200">
                <a:latin typeface="Times New Roman" panose="02020603050405020304" pitchFamily="18" charset="0"/>
              </a:rPr>
              <a:t> </a:t>
            </a:r>
            <a:r>
              <a:rPr lang="en-US" altLang="zh-CN" i="1">
                <a:latin typeface="Times New Roman" panose="02020603050405020304" pitchFamily="18" charset="0"/>
              </a:rPr>
              <a:t>A </a:t>
            </a:r>
            <a:r>
              <a:rPr lang="zh-CN" altLang="en-US">
                <a:latin typeface="Times New Roman" panose="02020603050405020304" pitchFamily="18" charset="0"/>
              </a:rPr>
              <a:t>为</a:t>
            </a:r>
            <a:r>
              <a:rPr lang="zh-CN" altLang="en-US">
                <a:latin typeface="Times New Roman" panose="02020603050405020304" pitchFamily="18" charset="0"/>
                <a:cs typeface="Times New Roman" panose="02020603050405020304" pitchFamily="18" charset="0"/>
              </a:rPr>
              <a:t>正定</a:t>
            </a:r>
            <a:r>
              <a:rPr lang="zh-CN" altLang="en-US">
                <a:latin typeface="Times New Roman" panose="02020603050405020304" pitchFamily="18" charset="0"/>
              </a:rPr>
              <a:t>矩阵</a:t>
            </a:r>
            <a:r>
              <a:rPr lang="zh-CN" altLang="en-US">
                <a:latin typeface="Times New Roman" panose="02020603050405020304" pitchFamily="18" charset="0"/>
                <a:cs typeface="Times New Roman" panose="02020603050405020304" pitchFamily="18" charset="0"/>
              </a:rPr>
              <a:t>，则</a:t>
            </a:r>
            <a:r>
              <a:rPr lang="zh-CN" altLang="en-US" sz="1600">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rPr>
              <a:t>A</a:t>
            </a:r>
            <a:r>
              <a:rPr lang="en-US" altLang="zh-CN" sz="1600" i="1">
                <a:latin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的主对角元全为正</a:t>
            </a:r>
            <a:r>
              <a:rPr lang="zh-CN" altLang="en-US">
                <a:latin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rPr>
              <a:t> </a:t>
            </a:r>
          </a:p>
        </p:txBody>
      </p:sp>
      <p:sp>
        <p:nvSpPr>
          <p:cNvPr id="993283" name="Text Box 3"/>
          <p:cNvSpPr txBox="1">
            <a:spLocks noChangeArrowheads="1"/>
          </p:cNvSpPr>
          <p:nvPr/>
        </p:nvSpPr>
        <p:spPr bwMode="auto">
          <a:xfrm>
            <a:off x="266700" y="1309688"/>
            <a:ext cx="6096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证</a:t>
            </a:r>
          </a:p>
        </p:txBody>
      </p:sp>
      <p:graphicFrame>
        <p:nvGraphicFramePr>
          <p:cNvPr id="993284" name="Object 4"/>
          <p:cNvGraphicFramePr>
            <a:graphicFrameLocks noChangeAspect="1"/>
          </p:cNvGraphicFramePr>
          <p:nvPr/>
        </p:nvGraphicFramePr>
        <p:xfrm>
          <a:off x="990600" y="1069975"/>
          <a:ext cx="6553200" cy="1133475"/>
        </p:xfrm>
        <a:graphic>
          <a:graphicData uri="http://schemas.openxmlformats.org/presentationml/2006/ole">
            <mc:AlternateContent xmlns:mc="http://schemas.openxmlformats.org/markup-compatibility/2006">
              <mc:Choice xmlns:v="urn:schemas-microsoft-com:vml" Requires="v">
                <p:oleObj spid="_x0000_s993293" name="Document" r:id="rId3" imgW="2634120" imgH="453960" progId="Word.Document.8">
                  <p:embed/>
                </p:oleObj>
              </mc:Choice>
              <mc:Fallback>
                <p:oleObj name="Document" r:id="rId3" imgW="2634120" imgH="45396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069975"/>
                        <a:ext cx="6553200"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285" name="Object 5"/>
          <p:cNvGraphicFramePr>
            <a:graphicFrameLocks noChangeAspect="1"/>
          </p:cNvGraphicFramePr>
          <p:nvPr/>
        </p:nvGraphicFramePr>
        <p:xfrm>
          <a:off x="609600" y="2209800"/>
          <a:ext cx="4572000" cy="628650"/>
        </p:xfrm>
        <a:graphic>
          <a:graphicData uri="http://schemas.openxmlformats.org/presentationml/2006/ole">
            <mc:AlternateContent xmlns:mc="http://schemas.openxmlformats.org/markup-compatibility/2006">
              <mc:Choice xmlns:v="urn:schemas-microsoft-com:vml" Requires="v">
                <p:oleObj spid="_x0000_s993294" name="Document" r:id="rId5" imgW="1819440" imgH="249120" progId="Word.Document.8">
                  <p:embed/>
                </p:oleObj>
              </mc:Choice>
              <mc:Fallback>
                <p:oleObj name="Document" r:id="rId5" imgW="1819440" imgH="249120"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209800"/>
                        <a:ext cx="45720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286" name="Object 6"/>
          <p:cNvGraphicFramePr>
            <a:graphicFrameLocks noChangeAspect="1"/>
          </p:cNvGraphicFramePr>
          <p:nvPr/>
        </p:nvGraphicFramePr>
        <p:xfrm>
          <a:off x="533400" y="2895600"/>
          <a:ext cx="5029200" cy="619125"/>
        </p:xfrm>
        <a:graphic>
          <a:graphicData uri="http://schemas.openxmlformats.org/presentationml/2006/ole">
            <mc:AlternateContent xmlns:mc="http://schemas.openxmlformats.org/markup-compatibility/2006">
              <mc:Choice xmlns:v="urn:schemas-microsoft-com:vml" Requires="v">
                <p:oleObj spid="_x0000_s993295" name="Document" r:id="rId7" imgW="2042640" imgH="251280" progId="Word.Document.8">
                  <p:embed/>
                </p:oleObj>
              </mc:Choice>
              <mc:Fallback>
                <p:oleObj name="Document" r:id="rId7" imgW="2042640" imgH="251280" progId="Word.Documen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2895600"/>
                        <a:ext cx="50292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287" name="Text Box 7"/>
          <p:cNvSpPr txBox="1">
            <a:spLocks noChangeArrowheads="1"/>
          </p:cNvSpPr>
          <p:nvPr/>
        </p:nvSpPr>
        <p:spPr bwMode="auto">
          <a:xfrm>
            <a:off x="358775" y="3656013"/>
            <a:ext cx="8001000"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rPr>
              <a:t>4、若</a:t>
            </a:r>
            <a:r>
              <a:rPr lang="zh-CN" altLang="en-US" sz="1200">
                <a:latin typeface="Times New Roman" panose="02020603050405020304" pitchFamily="18" charset="0"/>
              </a:rPr>
              <a:t> </a:t>
            </a:r>
            <a:r>
              <a:rPr lang="en-US" altLang="zh-CN" i="1">
                <a:latin typeface="Times New Roman" panose="02020603050405020304" pitchFamily="18" charset="0"/>
              </a:rPr>
              <a:t>A</a:t>
            </a:r>
            <a:r>
              <a:rPr lang="en-US" altLang="zh-CN" sz="1800">
                <a:latin typeface="Times New Roman" panose="02020603050405020304" pitchFamily="18" charset="0"/>
              </a:rPr>
              <a:t> </a:t>
            </a:r>
            <a:r>
              <a:rPr lang="zh-CN" altLang="en-US">
                <a:latin typeface="Times New Roman" panose="02020603050405020304" pitchFamily="18" charset="0"/>
              </a:rPr>
              <a:t>和</a:t>
            </a:r>
            <a:r>
              <a:rPr lang="zh-CN" altLang="en-US" sz="1200">
                <a:latin typeface="Times New Roman" panose="02020603050405020304" pitchFamily="18" charset="0"/>
              </a:rPr>
              <a:t> </a:t>
            </a:r>
            <a:r>
              <a:rPr lang="en-US" altLang="zh-CN" i="1">
                <a:latin typeface="Times New Roman" panose="02020603050405020304" pitchFamily="18" charset="0"/>
              </a:rPr>
              <a:t>B</a:t>
            </a:r>
            <a:r>
              <a:rPr lang="en-US" altLang="zh-CN" sz="1600" i="1">
                <a:latin typeface="Times New Roman" panose="02020603050405020304" pitchFamily="18" charset="0"/>
              </a:rPr>
              <a:t> </a:t>
            </a:r>
            <a:r>
              <a:rPr lang="zh-CN" altLang="en-US">
                <a:latin typeface="Times New Roman" panose="02020603050405020304" pitchFamily="18" charset="0"/>
              </a:rPr>
              <a:t>为</a:t>
            </a:r>
            <a:r>
              <a:rPr lang="zh-CN" altLang="en-US">
                <a:latin typeface="Times New Roman" panose="02020603050405020304" pitchFamily="18" charset="0"/>
                <a:cs typeface="Times New Roman" panose="02020603050405020304" pitchFamily="18" charset="0"/>
              </a:rPr>
              <a:t>正定</a:t>
            </a:r>
            <a:r>
              <a:rPr lang="zh-CN" altLang="en-US">
                <a:latin typeface="Times New Roman" panose="02020603050405020304" pitchFamily="18" charset="0"/>
              </a:rPr>
              <a:t>矩阵</a:t>
            </a:r>
            <a:r>
              <a:rPr lang="zh-CN" altLang="en-US">
                <a:latin typeface="Times New Roman" panose="02020603050405020304" pitchFamily="18" charset="0"/>
                <a:cs typeface="Times New Roman" panose="02020603050405020304" pitchFamily="18" charset="0"/>
              </a:rPr>
              <a:t>，则</a:t>
            </a:r>
            <a:r>
              <a:rPr lang="zh-CN" altLang="en-US" sz="1600">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rPr>
              <a:t>A+B</a:t>
            </a:r>
            <a:r>
              <a:rPr lang="en-US" altLang="zh-CN" sz="1600" i="1">
                <a:latin typeface="Times New Roman" panose="02020603050405020304" pitchFamily="18" charset="0"/>
              </a:rPr>
              <a:t> </a:t>
            </a:r>
            <a:r>
              <a:rPr lang="zh-CN" altLang="en-US">
                <a:latin typeface="Times New Roman" panose="02020603050405020304" pitchFamily="18" charset="0"/>
              </a:rPr>
              <a:t>也为</a:t>
            </a:r>
            <a:r>
              <a:rPr lang="zh-CN" altLang="en-US">
                <a:latin typeface="Times New Roman" panose="02020603050405020304" pitchFamily="18" charset="0"/>
                <a:cs typeface="Times New Roman" panose="02020603050405020304" pitchFamily="18" charset="0"/>
              </a:rPr>
              <a:t>正定</a:t>
            </a:r>
            <a:r>
              <a:rPr lang="zh-CN" altLang="en-US">
                <a:latin typeface="Times New Roman" panose="02020603050405020304" pitchFamily="18" charset="0"/>
              </a:rPr>
              <a:t>矩阵。</a:t>
            </a:r>
            <a:r>
              <a:rPr lang="zh-CN" altLang="en-US">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rPr>
              <a:t> </a:t>
            </a:r>
          </a:p>
        </p:txBody>
      </p:sp>
      <p:sp>
        <p:nvSpPr>
          <p:cNvPr id="993288" name="Text Box 8"/>
          <p:cNvSpPr txBox="1">
            <a:spLocks noChangeArrowheads="1"/>
          </p:cNvSpPr>
          <p:nvPr/>
        </p:nvSpPr>
        <p:spPr bwMode="auto">
          <a:xfrm>
            <a:off x="304800" y="4319588"/>
            <a:ext cx="60960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证</a:t>
            </a:r>
          </a:p>
        </p:txBody>
      </p:sp>
      <p:sp>
        <p:nvSpPr>
          <p:cNvPr id="993289" name="Text Box 9"/>
          <p:cNvSpPr txBox="1">
            <a:spLocks noChangeArrowheads="1"/>
          </p:cNvSpPr>
          <p:nvPr/>
        </p:nvSpPr>
        <p:spPr bwMode="auto">
          <a:xfrm>
            <a:off x="914400" y="4351338"/>
            <a:ext cx="4114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gn="just">
              <a:spcBef>
                <a:spcPct val="50000"/>
              </a:spcBef>
            </a:pPr>
            <a:r>
              <a:rPr lang="zh-CN" altLang="en-US">
                <a:latin typeface="Times New Roman" panose="02020603050405020304" pitchFamily="18" charset="0"/>
              </a:rPr>
              <a:t>对任意非零向量 </a:t>
            </a:r>
            <a:r>
              <a:rPr lang="en-US" altLang="zh-CN" i="1">
                <a:latin typeface="Times New Roman" panose="02020603050405020304" pitchFamily="18" charset="0"/>
              </a:rPr>
              <a:t>X </a:t>
            </a:r>
            <a:r>
              <a:rPr lang="zh-CN" altLang="en-US">
                <a:latin typeface="Times New Roman" panose="02020603050405020304" pitchFamily="18" charset="0"/>
              </a:rPr>
              <a:t>，</a:t>
            </a:r>
          </a:p>
        </p:txBody>
      </p:sp>
      <p:graphicFrame>
        <p:nvGraphicFramePr>
          <p:cNvPr id="993290" name="Object 10"/>
          <p:cNvGraphicFramePr>
            <a:graphicFrameLocks noChangeAspect="1"/>
          </p:cNvGraphicFramePr>
          <p:nvPr/>
        </p:nvGraphicFramePr>
        <p:xfrm>
          <a:off x="685800" y="5005388"/>
          <a:ext cx="2112963" cy="557212"/>
        </p:xfrm>
        <a:graphic>
          <a:graphicData uri="http://schemas.openxmlformats.org/presentationml/2006/ole">
            <mc:AlternateContent xmlns:mc="http://schemas.openxmlformats.org/markup-compatibility/2006">
              <mc:Choice xmlns:v="urn:schemas-microsoft-com:vml" Requires="v">
                <p:oleObj spid="_x0000_s993296" name="Equation" r:id="rId9" imgW="876240" imgH="228600" progId="Equation.3">
                  <p:embed/>
                </p:oleObj>
              </mc:Choice>
              <mc:Fallback>
                <p:oleObj name="Equation" r:id="rId9" imgW="87624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5005388"/>
                        <a:ext cx="2112963" cy="557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291" name="Object 11"/>
          <p:cNvGraphicFramePr>
            <a:graphicFrameLocks noChangeAspect="1"/>
          </p:cNvGraphicFramePr>
          <p:nvPr/>
        </p:nvGraphicFramePr>
        <p:xfrm>
          <a:off x="2759075" y="5005388"/>
          <a:ext cx="2879725" cy="463550"/>
        </p:xfrm>
        <a:graphic>
          <a:graphicData uri="http://schemas.openxmlformats.org/presentationml/2006/ole">
            <mc:AlternateContent xmlns:mc="http://schemas.openxmlformats.org/markup-compatibility/2006">
              <mc:Choice xmlns:v="urn:schemas-microsoft-com:vml" Requires="v">
                <p:oleObj spid="_x0000_s993297" name="Equation" r:id="rId11" imgW="1193760" imgH="190440" progId="Equation.3">
                  <p:embed/>
                </p:oleObj>
              </mc:Choice>
              <mc:Fallback>
                <p:oleObj name="Equation" r:id="rId11" imgW="1193760" imgH="19044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59075" y="5005388"/>
                        <a:ext cx="28797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292" name="Object 12"/>
          <p:cNvGraphicFramePr>
            <a:graphicFrameLocks noChangeAspect="1"/>
          </p:cNvGraphicFramePr>
          <p:nvPr/>
        </p:nvGraphicFramePr>
        <p:xfrm>
          <a:off x="5638800" y="5049838"/>
          <a:ext cx="735013" cy="493712"/>
        </p:xfrm>
        <a:graphic>
          <a:graphicData uri="http://schemas.openxmlformats.org/presentationml/2006/ole">
            <mc:AlternateContent xmlns:mc="http://schemas.openxmlformats.org/markup-compatibility/2006">
              <mc:Choice xmlns:v="urn:schemas-microsoft-com:vml" Requires="v">
                <p:oleObj spid="_x0000_s993298" name="Equation" r:id="rId13" imgW="304560" imgH="203040" progId="Equation.3">
                  <p:embed/>
                </p:oleObj>
              </mc:Choice>
              <mc:Fallback>
                <p:oleObj name="Equation" r:id="rId13" imgW="304560" imgH="20304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8800" y="5049838"/>
                        <a:ext cx="735013"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3282"/>
                                        </p:tgtEl>
                                        <p:attrNameLst>
                                          <p:attrName>style.visibility</p:attrName>
                                        </p:attrNameLst>
                                      </p:cBhvr>
                                      <p:to>
                                        <p:strVal val="visible"/>
                                      </p:to>
                                    </p:set>
                                    <p:animEffect transition="in" filter="wipe(left)">
                                      <p:cBhvr>
                                        <p:cTn id="7" dur="500"/>
                                        <p:tgtEl>
                                          <p:spTgt spid="993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283"/>
                                        </p:tgtEl>
                                        <p:attrNameLst>
                                          <p:attrName>style.visibility</p:attrName>
                                        </p:attrNameLst>
                                      </p:cBhvr>
                                      <p:to>
                                        <p:strVal val="visible"/>
                                      </p:to>
                                    </p:set>
                                    <p:animEffect transition="in" filter="wipe(left)">
                                      <p:cBhvr>
                                        <p:cTn id="12" dur="500"/>
                                        <p:tgtEl>
                                          <p:spTgt spid="993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93284"/>
                                        </p:tgtEl>
                                        <p:attrNameLst>
                                          <p:attrName>style.visibility</p:attrName>
                                        </p:attrNameLst>
                                      </p:cBhvr>
                                      <p:to>
                                        <p:strVal val="visible"/>
                                      </p:to>
                                    </p:set>
                                    <p:animEffect transition="in" filter="wipe(left)">
                                      <p:cBhvr>
                                        <p:cTn id="17" dur="500"/>
                                        <p:tgtEl>
                                          <p:spTgt spid="9932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93285"/>
                                        </p:tgtEl>
                                        <p:attrNameLst>
                                          <p:attrName>style.visibility</p:attrName>
                                        </p:attrNameLst>
                                      </p:cBhvr>
                                      <p:to>
                                        <p:strVal val="visible"/>
                                      </p:to>
                                    </p:set>
                                    <p:animEffect transition="in" filter="wipe(left)">
                                      <p:cBhvr>
                                        <p:cTn id="22" dur="500"/>
                                        <p:tgtEl>
                                          <p:spTgt spid="9932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93286"/>
                                        </p:tgtEl>
                                        <p:attrNameLst>
                                          <p:attrName>style.visibility</p:attrName>
                                        </p:attrNameLst>
                                      </p:cBhvr>
                                      <p:to>
                                        <p:strVal val="visible"/>
                                      </p:to>
                                    </p:set>
                                    <p:animEffect transition="in" filter="wipe(left)">
                                      <p:cBhvr>
                                        <p:cTn id="27" dur="500"/>
                                        <p:tgtEl>
                                          <p:spTgt spid="9932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93287"/>
                                        </p:tgtEl>
                                        <p:attrNameLst>
                                          <p:attrName>style.visibility</p:attrName>
                                        </p:attrNameLst>
                                      </p:cBhvr>
                                      <p:to>
                                        <p:strVal val="visible"/>
                                      </p:to>
                                    </p:set>
                                    <p:animEffect transition="in" filter="wipe(left)">
                                      <p:cBhvr>
                                        <p:cTn id="32" dur="500"/>
                                        <p:tgtEl>
                                          <p:spTgt spid="9932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93288"/>
                                        </p:tgtEl>
                                        <p:attrNameLst>
                                          <p:attrName>style.visibility</p:attrName>
                                        </p:attrNameLst>
                                      </p:cBhvr>
                                      <p:to>
                                        <p:strVal val="visible"/>
                                      </p:to>
                                    </p:set>
                                    <p:animEffect transition="in" filter="wipe(left)">
                                      <p:cBhvr>
                                        <p:cTn id="37" dur="500"/>
                                        <p:tgtEl>
                                          <p:spTgt spid="9932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93289"/>
                                        </p:tgtEl>
                                        <p:attrNameLst>
                                          <p:attrName>style.visibility</p:attrName>
                                        </p:attrNameLst>
                                      </p:cBhvr>
                                      <p:to>
                                        <p:strVal val="visible"/>
                                      </p:to>
                                    </p:set>
                                    <p:animEffect transition="in" filter="wipe(left)">
                                      <p:cBhvr>
                                        <p:cTn id="42" dur="500"/>
                                        <p:tgtEl>
                                          <p:spTgt spid="9932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93290"/>
                                        </p:tgtEl>
                                        <p:attrNameLst>
                                          <p:attrName>style.visibility</p:attrName>
                                        </p:attrNameLst>
                                      </p:cBhvr>
                                      <p:to>
                                        <p:strVal val="visible"/>
                                      </p:to>
                                    </p:set>
                                    <p:animEffect transition="in" filter="wipe(left)">
                                      <p:cBhvr>
                                        <p:cTn id="47" dur="500"/>
                                        <p:tgtEl>
                                          <p:spTgt spid="9932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93291"/>
                                        </p:tgtEl>
                                        <p:attrNameLst>
                                          <p:attrName>style.visibility</p:attrName>
                                        </p:attrNameLst>
                                      </p:cBhvr>
                                      <p:to>
                                        <p:strVal val="visible"/>
                                      </p:to>
                                    </p:set>
                                    <p:animEffect transition="in" filter="wipe(left)">
                                      <p:cBhvr>
                                        <p:cTn id="52" dur="500"/>
                                        <p:tgtEl>
                                          <p:spTgt spid="99329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93292"/>
                                        </p:tgtEl>
                                        <p:attrNameLst>
                                          <p:attrName>style.visibility</p:attrName>
                                        </p:attrNameLst>
                                      </p:cBhvr>
                                      <p:to>
                                        <p:strVal val="visible"/>
                                      </p:to>
                                    </p:set>
                                    <p:animEffect transition="in" filter="wipe(left)">
                                      <p:cBhvr>
                                        <p:cTn id="57" dur="500"/>
                                        <p:tgtEl>
                                          <p:spTgt spid="993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82" grpId="0" autoUpdateAnimBg="0"/>
      <p:bldP spid="993283" grpId="0" autoUpdateAnimBg="0"/>
      <p:bldP spid="993287" grpId="0" autoUpdateAnimBg="0"/>
      <p:bldP spid="993288" grpId="0" autoUpdateAnimBg="0"/>
      <p:bldP spid="993289"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BE5E7F5E-E11A-4F05-A392-D9260897CDBC}" type="slidenum">
              <a:rPr lang="zh-CN" altLang="en-US"/>
              <a:pPr/>
              <a:t>63</a:t>
            </a:fld>
            <a:endParaRPr lang="zh-CN" altLang="en-US"/>
          </a:p>
        </p:txBody>
      </p:sp>
      <p:grpSp>
        <p:nvGrpSpPr>
          <p:cNvPr id="994314" name="Group 10"/>
          <p:cNvGrpSpPr>
            <a:grpSpLocks/>
          </p:cNvGrpSpPr>
          <p:nvPr/>
        </p:nvGrpSpPr>
        <p:grpSpPr bwMode="auto">
          <a:xfrm>
            <a:off x="304800" y="228600"/>
            <a:ext cx="8382000" cy="1133475"/>
            <a:chOff x="240" y="288"/>
            <a:chExt cx="5280" cy="714"/>
          </a:xfrm>
        </p:grpSpPr>
        <p:sp>
          <p:nvSpPr>
            <p:cNvPr id="994307" name="Text Box 3"/>
            <p:cNvSpPr txBox="1">
              <a:spLocks noChangeArrowheads="1"/>
            </p:cNvSpPr>
            <p:nvPr/>
          </p:nvSpPr>
          <p:spPr bwMode="auto">
            <a:xfrm>
              <a:off x="240" y="288"/>
              <a:ext cx="5280"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solidFill>
                    <a:srgbClr val="000000"/>
                  </a:solidFill>
                  <a:latin typeface="Times New Roman" panose="02020603050405020304" pitchFamily="18" charset="0"/>
                </a:rPr>
                <a:t>5、实对称矩阵 </a:t>
              </a:r>
              <a:r>
                <a:rPr lang="en-US" altLang="zh-CN" i="1">
                  <a:solidFill>
                    <a:srgbClr val="000000"/>
                  </a:solidFill>
                  <a:latin typeface="Times New Roman" panose="02020603050405020304" pitchFamily="18" charset="0"/>
                </a:rPr>
                <a:t>A </a:t>
              </a:r>
              <a:r>
                <a:rPr lang="zh-CN" altLang="en-US">
                  <a:solidFill>
                    <a:srgbClr val="000000"/>
                  </a:solidFill>
                  <a:latin typeface="Times New Roman" panose="02020603050405020304" pitchFamily="18" charset="0"/>
                </a:rPr>
                <a:t>为正定矩阵的充分必要条件是存在可逆矩阵 </a:t>
              </a:r>
              <a:r>
                <a:rPr lang="en-US" altLang="zh-CN" i="1">
                  <a:solidFill>
                    <a:srgbClr val="000000"/>
                  </a:solidFill>
                  <a:latin typeface="Times New Roman" panose="02020603050405020304" pitchFamily="18" charset="0"/>
                </a:rPr>
                <a:t>P</a:t>
              </a:r>
              <a:r>
                <a:rPr lang="en-US" altLang="zh-CN">
                  <a:solidFill>
                    <a:srgbClr val="000000"/>
                  </a:solidFill>
                  <a:latin typeface="Times New Roman" panose="02020603050405020304" pitchFamily="18" charset="0"/>
                </a:rPr>
                <a:t>，</a:t>
              </a:r>
              <a:r>
                <a:rPr lang="zh-CN" altLang="en-US">
                  <a:solidFill>
                    <a:srgbClr val="000000"/>
                  </a:solidFill>
                  <a:latin typeface="Times New Roman" panose="02020603050405020304" pitchFamily="18" charset="0"/>
                </a:rPr>
                <a:t>使得 </a:t>
              </a:r>
            </a:p>
          </p:txBody>
        </p:sp>
        <p:graphicFrame>
          <p:nvGraphicFramePr>
            <p:cNvPr id="994308" name="Object 4"/>
            <p:cNvGraphicFramePr>
              <a:graphicFrameLocks noChangeAspect="1"/>
            </p:cNvGraphicFramePr>
            <p:nvPr/>
          </p:nvGraphicFramePr>
          <p:xfrm>
            <a:off x="2084" y="648"/>
            <a:ext cx="1036" cy="354"/>
          </p:xfrm>
          <a:graphic>
            <a:graphicData uri="http://schemas.openxmlformats.org/presentationml/2006/ole">
              <mc:AlternateContent xmlns:mc="http://schemas.openxmlformats.org/markup-compatibility/2006">
                <mc:Choice xmlns:v="urn:schemas-microsoft-com:vml" Requires="v">
                  <p:oleObj spid="_x0000_s994315" name="Equation" r:id="rId3" imgW="672840" imgH="228600" progId="Equation.3">
                    <p:embed/>
                  </p:oleObj>
                </mc:Choice>
                <mc:Fallback>
                  <p:oleObj name="Equation" r:id="rId3" imgW="67284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 y="648"/>
                          <a:ext cx="1036" cy="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94309" name="Text Box 5"/>
          <p:cNvSpPr txBox="1">
            <a:spLocks noChangeArrowheads="1"/>
          </p:cNvSpPr>
          <p:nvPr/>
        </p:nvSpPr>
        <p:spPr bwMode="auto">
          <a:xfrm>
            <a:off x="342900" y="1538288"/>
            <a:ext cx="6324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t>实际上，正定二次型的规范形为</a:t>
            </a:r>
          </a:p>
        </p:txBody>
      </p:sp>
      <p:graphicFrame>
        <p:nvGraphicFramePr>
          <p:cNvPr id="994310" name="Object 6"/>
          <p:cNvGraphicFramePr>
            <a:graphicFrameLocks noChangeAspect="1"/>
          </p:cNvGraphicFramePr>
          <p:nvPr/>
        </p:nvGraphicFramePr>
        <p:xfrm>
          <a:off x="2438400" y="2133600"/>
          <a:ext cx="2667000" cy="601663"/>
        </p:xfrm>
        <a:graphic>
          <a:graphicData uri="http://schemas.openxmlformats.org/presentationml/2006/ole">
            <mc:AlternateContent xmlns:mc="http://schemas.openxmlformats.org/markup-compatibility/2006">
              <mc:Choice xmlns:v="urn:schemas-microsoft-com:vml" Requires="v">
                <p:oleObj spid="_x0000_s994316" name="Equation" r:id="rId5" imgW="1079280" imgH="241200" progId="Equation.3">
                  <p:embed/>
                </p:oleObj>
              </mc:Choice>
              <mc:Fallback>
                <p:oleObj name="Equation" r:id="rId5" imgW="1079280" imgH="24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133600"/>
                        <a:ext cx="2667000" cy="60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4311" name="Text Box 7"/>
          <p:cNvSpPr txBox="1">
            <a:spLocks noChangeArrowheads="1"/>
          </p:cNvSpPr>
          <p:nvPr/>
        </p:nvSpPr>
        <p:spPr bwMode="auto">
          <a:xfrm>
            <a:off x="342900" y="2819400"/>
            <a:ext cx="822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0000"/>
                </a:solidFill>
                <a:latin typeface="Times New Roman" panose="02020603050405020304" pitchFamily="18" charset="0"/>
              </a:rPr>
              <a:t>即 </a:t>
            </a:r>
            <a:r>
              <a:rPr lang="en-US" altLang="zh-CN" i="1">
                <a:solidFill>
                  <a:srgbClr val="000000"/>
                </a:solidFill>
                <a:latin typeface="Times New Roman" panose="02020603050405020304" pitchFamily="18" charset="0"/>
              </a:rPr>
              <a:t>A </a:t>
            </a:r>
            <a:r>
              <a:rPr lang="zh-CN" altLang="en-US">
                <a:solidFill>
                  <a:srgbClr val="000000"/>
                </a:solidFill>
                <a:latin typeface="Times New Roman" panose="02020603050405020304" pitchFamily="18" charset="0"/>
              </a:rPr>
              <a:t>正定的充分必要条件是 </a:t>
            </a:r>
            <a:r>
              <a:rPr lang="en-US" altLang="zh-CN" i="1">
                <a:solidFill>
                  <a:srgbClr val="000000"/>
                </a:solidFill>
                <a:latin typeface="Times New Roman" panose="02020603050405020304" pitchFamily="18" charset="0"/>
              </a:rPr>
              <a:t>A </a:t>
            </a:r>
            <a:r>
              <a:rPr lang="zh-CN" altLang="en-US">
                <a:solidFill>
                  <a:srgbClr val="000000"/>
                </a:solidFill>
                <a:latin typeface="Times New Roman" panose="02020603050405020304" pitchFamily="18" charset="0"/>
              </a:rPr>
              <a:t>合同于单位矩阵</a:t>
            </a:r>
            <a:r>
              <a:rPr lang="en-US" altLang="zh-CN" i="1">
                <a:solidFill>
                  <a:srgbClr val="000000"/>
                </a:solidFill>
                <a:latin typeface="Times New Roman" panose="02020603050405020304" pitchFamily="18" charset="0"/>
              </a:rPr>
              <a:t>E </a:t>
            </a:r>
            <a:r>
              <a:rPr lang="zh-CN" altLang="en-US">
                <a:solidFill>
                  <a:srgbClr val="000000"/>
                </a:solidFill>
                <a:latin typeface="Times New Roman" panose="02020603050405020304" pitchFamily="18" charset="0"/>
              </a:rPr>
              <a:t>，</a:t>
            </a:r>
          </a:p>
        </p:txBody>
      </p:sp>
      <p:sp>
        <p:nvSpPr>
          <p:cNvPr id="994312" name="Text Box 8"/>
          <p:cNvSpPr txBox="1">
            <a:spLocks noChangeArrowheads="1"/>
          </p:cNvSpPr>
          <p:nvPr/>
        </p:nvSpPr>
        <p:spPr bwMode="auto">
          <a:xfrm>
            <a:off x="342900" y="3454400"/>
            <a:ext cx="449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0000"/>
                </a:solidFill>
                <a:latin typeface="Times New Roman" panose="02020603050405020304" pitchFamily="18" charset="0"/>
              </a:rPr>
              <a:t>即存在可逆矩阵 </a:t>
            </a:r>
            <a:r>
              <a:rPr lang="en-US" altLang="zh-CN" i="1">
                <a:solidFill>
                  <a:srgbClr val="000000"/>
                </a:solidFill>
                <a:latin typeface="Times New Roman" panose="02020603050405020304" pitchFamily="18" charset="0"/>
              </a:rPr>
              <a:t>P </a:t>
            </a:r>
            <a:r>
              <a:rPr lang="zh-CN" altLang="en-US">
                <a:solidFill>
                  <a:srgbClr val="000000"/>
                </a:solidFill>
                <a:latin typeface="Times New Roman" panose="02020603050405020304" pitchFamily="18" charset="0"/>
              </a:rPr>
              <a:t>，使</a:t>
            </a:r>
          </a:p>
        </p:txBody>
      </p:sp>
      <p:graphicFrame>
        <p:nvGraphicFramePr>
          <p:cNvPr id="994313" name="Object 9"/>
          <p:cNvGraphicFramePr>
            <a:graphicFrameLocks noChangeAspect="1"/>
          </p:cNvGraphicFramePr>
          <p:nvPr/>
        </p:nvGraphicFramePr>
        <p:xfrm>
          <a:off x="2209800" y="4114800"/>
          <a:ext cx="2971800" cy="557213"/>
        </p:xfrm>
        <a:graphic>
          <a:graphicData uri="http://schemas.openxmlformats.org/presentationml/2006/ole">
            <mc:AlternateContent xmlns:mc="http://schemas.openxmlformats.org/markup-compatibility/2006">
              <mc:Choice xmlns:v="urn:schemas-microsoft-com:vml" Requires="v">
                <p:oleObj spid="_x0000_s994317" name="Equation" r:id="rId7" imgW="1231560" imgH="228600" progId="Equation.3">
                  <p:embed/>
                </p:oleObj>
              </mc:Choice>
              <mc:Fallback>
                <p:oleObj name="Equation" r:id="rId7" imgW="123156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4114800"/>
                        <a:ext cx="2971800"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94314"/>
                                        </p:tgtEl>
                                        <p:attrNameLst>
                                          <p:attrName>style.visibility</p:attrName>
                                        </p:attrNameLst>
                                      </p:cBhvr>
                                      <p:to>
                                        <p:strVal val="visible"/>
                                      </p:to>
                                    </p:set>
                                    <p:animEffect transition="in" filter="wipe(left)">
                                      <p:cBhvr>
                                        <p:cTn id="7" dur="500"/>
                                        <p:tgtEl>
                                          <p:spTgt spid="994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4309"/>
                                        </p:tgtEl>
                                        <p:attrNameLst>
                                          <p:attrName>style.visibility</p:attrName>
                                        </p:attrNameLst>
                                      </p:cBhvr>
                                      <p:to>
                                        <p:strVal val="visible"/>
                                      </p:to>
                                    </p:set>
                                    <p:animEffect transition="in" filter="wipe(left)">
                                      <p:cBhvr>
                                        <p:cTn id="12" dur="500"/>
                                        <p:tgtEl>
                                          <p:spTgt spid="9943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94310"/>
                                        </p:tgtEl>
                                        <p:attrNameLst>
                                          <p:attrName>style.visibility</p:attrName>
                                        </p:attrNameLst>
                                      </p:cBhvr>
                                      <p:to>
                                        <p:strVal val="visible"/>
                                      </p:to>
                                    </p:set>
                                    <p:animEffect transition="in" filter="wipe(left)">
                                      <p:cBhvr>
                                        <p:cTn id="17" dur="500"/>
                                        <p:tgtEl>
                                          <p:spTgt spid="9943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4311"/>
                                        </p:tgtEl>
                                        <p:attrNameLst>
                                          <p:attrName>style.visibility</p:attrName>
                                        </p:attrNameLst>
                                      </p:cBhvr>
                                      <p:to>
                                        <p:strVal val="visible"/>
                                      </p:to>
                                    </p:set>
                                    <p:animEffect transition="in" filter="wipe(left)">
                                      <p:cBhvr>
                                        <p:cTn id="22" dur="500"/>
                                        <p:tgtEl>
                                          <p:spTgt spid="9943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4312"/>
                                        </p:tgtEl>
                                        <p:attrNameLst>
                                          <p:attrName>style.visibility</p:attrName>
                                        </p:attrNameLst>
                                      </p:cBhvr>
                                      <p:to>
                                        <p:strVal val="visible"/>
                                      </p:to>
                                    </p:set>
                                    <p:animEffect transition="in" filter="wipe(left)">
                                      <p:cBhvr>
                                        <p:cTn id="27" dur="500"/>
                                        <p:tgtEl>
                                          <p:spTgt spid="9943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94313"/>
                                        </p:tgtEl>
                                        <p:attrNameLst>
                                          <p:attrName>style.visibility</p:attrName>
                                        </p:attrNameLst>
                                      </p:cBhvr>
                                      <p:to>
                                        <p:strVal val="visible"/>
                                      </p:to>
                                    </p:set>
                                    <p:animEffect transition="in" filter="wipe(left)">
                                      <p:cBhvr>
                                        <p:cTn id="32" dur="500"/>
                                        <p:tgtEl>
                                          <p:spTgt spid="994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9" grpId="0" autoUpdateAnimBg="0"/>
      <p:bldP spid="994311" grpId="0" autoUpdateAnimBg="0"/>
      <p:bldP spid="994312"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p:cNvSpPr>
            <a:spLocks noGrp="1"/>
          </p:cNvSpPr>
          <p:nvPr>
            <p:ph type="sldNum" sz="quarter" idx="12"/>
          </p:nvPr>
        </p:nvSpPr>
        <p:spPr/>
        <p:txBody>
          <a:bodyPr/>
          <a:lstStyle/>
          <a:p>
            <a:fld id="{926BAC6D-FF5D-47A7-827A-505FE40AF523}" type="slidenum">
              <a:rPr lang="zh-CN" altLang="en-US"/>
              <a:pPr/>
              <a:t>64</a:t>
            </a:fld>
            <a:endParaRPr lang="zh-CN" altLang="en-US"/>
          </a:p>
        </p:txBody>
      </p:sp>
      <p:graphicFrame>
        <p:nvGraphicFramePr>
          <p:cNvPr id="995330" name="Object 2"/>
          <p:cNvGraphicFramePr>
            <a:graphicFrameLocks noChangeAspect="1"/>
          </p:cNvGraphicFramePr>
          <p:nvPr/>
        </p:nvGraphicFramePr>
        <p:xfrm>
          <a:off x="1851025" y="1600200"/>
          <a:ext cx="1295400" cy="574675"/>
        </p:xfrm>
        <a:graphic>
          <a:graphicData uri="http://schemas.openxmlformats.org/presentationml/2006/ole">
            <mc:AlternateContent xmlns:mc="http://schemas.openxmlformats.org/markup-compatibility/2006">
              <mc:Choice xmlns:v="urn:schemas-microsoft-com:vml" Requires="v">
                <p:oleObj spid="_x0000_s995344" name="Equation" r:id="rId3" imgW="520560" imgH="228600" progId="Equation.3">
                  <p:embed/>
                </p:oleObj>
              </mc:Choice>
              <mc:Fallback>
                <p:oleObj name="Equation" r:id="rId3" imgW="52056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1600200"/>
                        <a:ext cx="1295400"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5331" name="Object 3"/>
          <p:cNvGraphicFramePr>
            <a:graphicFrameLocks noChangeAspect="1"/>
          </p:cNvGraphicFramePr>
          <p:nvPr/>
        </p:nvGraphicFramePr>
        <p:xfrm>
          <a:off x="377825" y="382588"/>
          <a:ext cx="8385175" cy="1063625"/>
        </p:xfrm>
        <a:graphic>
          <a:graphicData uri="http://schemas.openxmlformats.org/presentationml/2006/ole">
            <mc:AlternateContent xmlns:mc="http://schemas.openxmlformats.org/markup-compatibility/2006">
              <mc:Choice xmlns:v="urn:schemas-microsoft-com:vml" Requires="v">
                <p:oleObj spid="_x0000_s995345" name="Document" r:id="rId5" imgW="3096360" imgH="401760" progId="Word.Document.8">
                  <p:embed/>
                </p:oleObj>
              </mc:Choice>
              <mc:Fallback>
                <p:oleObj name="Document" r:id="rId5" imgW="3096360" imgH="401760" progId="Word.Documen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825" y="382588"/>
                        <a:ext cx="8385175"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5332" name="Text Box 4"/>
          <p:cNvSpPr txBox="1">
            <a:spLocks noChangeArrowheads="1"/>
          </p:cNvSpPr>
          <p:nvPr/>
        </p:nvSpPr>
        <p:spPr bwMode="auto">
          <a:xfrm>
            <a:off x="228600" y="1600200"/>
            <a:ext cx="5381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0033CC"/>
                </a:solidFill>
                <a:latin typeface="Times New Roman" panose="02020603050405020304" pitchFamily="18" charset="0"/>
                <a:ea typeface="黑体" panose="02010609060101010101" pitchFamily="49" charset="-122"/>
              </a:rPr>
              <a:t>证</a:t>
            </a:r>
          </a:p>
        </p:txBody>
      </p:sp>
      <p:sp>
        <p:nvSpPr>
          <p:cNvPr id="995333" name="Text Box 5"/>
          <p:cNvSpPr txBox="1">
            <a:spLocks noChangeArrowheads="1"/>
          </p:cNvSpPr>
          <p:nvPr/>
        </p:nvSpPr>
        <p:spPr bwMode="auto">
          <a:xfrm>
            <a:off x="990600" y="1601788"/>
            <a:ext cx="12192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t>因为</a:t>
            </a:r>
          </a:p>
        </p:txBody>
      </p:sp>
      <p:graphicFrame>
        <p:nvGraphicFramePr>
          <p:cNvPr id="995334" name="Object 6"/>
          <p:cNvGraphicFramePr>
            <a:graphicFrameLocks noChangeAspect="1"/>
          </p:cNvGraphicFramePr>
          <p:nvPr/>
        </p:nvGraphicFramePr>
        <p:xfrm>
          <a:off x="3124200" y="1614488"/>
          <a:ext cx="1338263" cy="579437"/>
        </p:xfrm>
        <a:graphic>
          <a:graphicData uri="http://schemas.openxmlformats.org/presentationml/2006/ole">
            <mc:AlternateContent xmlns:mc="http://schemas.openxmlformats.org/markup-compatibility/2006">
              <mc:Choice xmlns:v="urn:schemas-microsoft-com:vml" Requires="v">
                <p:oleObj spid="_x0000_s995346" name="Equation" r:id="rId7" imgW="533160" imgH="228600" progId="Equation.3">
                  <p:embed/>
                </p:oleObj>
              </mc:Choice>
              <mc:Fallback>
                <p:oleObj name="Equation" r:id="rId7" imgW="53316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1614488"/>
                        <a:ext cx="1338263"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5335" name="Object 7"/>
          <p:cNvGraphicFramePr>
            <a:graphicFrameLocks noChangeAspect="1"/>
          </p:cNvGraphicFramePr>
          <p:nvPr/>
        </p:nvGraphicFramePr>
        <p:xfrm>
          <a:off x="4648200" y="1579563"/>
          <a:ext cx="4035425" cy="568325"/>
        </p:xfrm>
        <a:graphic>
          <a:graphicData uri="http://schemas.openxmlformats.org/presentationml/2006/ole">
            <mc:AlternateContent xmlns:mc="http://schemas.openxmlformats.org/markup-compatibility/2006">
              <mc:Choice xmlns:v="urn:schemas-microsoft-com:vml" Requires="v">
                <p:oleObj spid="_x0000_s995347" name="Document" r:id="rId9" imgW="1528560" imgH="206640" progId="Word.Document.8">
                  <p:embed/>
                </p:oleObj>
              </mc:Choice>
              <mc:Fallback>
                <p:oleObj name="Document" r:id="rId9" imgW="1528560" imgH="206640" progId="Word.Document.8">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1579563"/>
                        <a:ext cx="403542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5336" name="Object 8"/>
          <p:cNvGraphicFramePr>
            <a:graphicFrameLocks noChangeAspect="1"/>
          </p:cNvGraphicFramePr>
          <p:nvPr/>
        </p:nvGraphicFramePr>
        <p:xfrm>
          <a:off x="304800" y="2362200"/>
          <a:ext cx="8686800" cy="555625"/>
        </p:xfrm>
        <a:graphic>
          <a:graphicData uri="http://schemas.openxmlformats.org/presentationml/2006/ole">
            <mc:AlternateContent xmlns:mc="http://schemas.openxmlformats.org/markup-compatibility/2006">
              <mc:Choice xmlns:v="urn:schemas-microsoft-com:vml" Requires="v">
                <p:oleObj spid="_x0000_s995348" name="Document" r:id="rId11" imgW="3256200" imgH="209520" progId="Word.Document.8">
                  <p:embed/>
                </p:oleObj>
              </mc:Choice>
              <mc:Fallback>
                <p:oleObj name="Document" r:id="rId11" imgW="3256200" imgH="209520" progId="Word.Document.8">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2362200"/>
                        <a:ext cx="86868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5337" name="Object 9"/>
          <p:cNvGraphicFramePr>
            <a:graphicFrameLocks noChangeAspect="1"/>
          </p:cNvGraphicFramePr>
          <p:nvPr/>
        </p:nvGraphicFramePr>
        <p:xfrm>
          <a:off x="301625" y="3043238"/>
          <a:ext cx="5641975" cy="481012"/>
        </p:xfrm>
        <a:graphic>
          <a:graphicData uri="http://schemas.openxmlformats.org/presentationml/2006/ole">
            <mc:AlternateContent xmlns:mc="http://schemas.openxmlformats.org/markup-compatibility/2006">
              <mc:Choice xmlns:v="urn:schemas-microsoft-com:vml" Requires="v">
                <p:oleObj spid="_x0000_s995349" name="Document" r:id="rId13" imgW="2155680" imgH="177840" progId="Word.Document.8">
                  <p:embed/>
                </p:oleObj>
              </mc:Choice>
              <mc:Fallback>
                <p:oleObj name="Document" r:id="rId13" imgW="2155680" imgH="177840" progId="Word.Document.8">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1625" y="3043238"/>
                        <a:ext cx="564197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5338" name="Text Box 10"/>
          <p:cNvSpPr txBox="1">
            <a:spLocks noChangeArrowheads="1"/>
          </p:cNvSpPr>
          <p:nvPr/>
        </p:nvSpPr>
        <p:spPr bwMode="auto">
          <a:xfrm>
            <a:off x="5791200" y="3005138"/>
            <a:ext cx="1524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t>于是</a:t>
            </a:r>
          </a:p>
        </p:txBody>
      </p:sp>
      <p:graphicFrame>
        <p:nvGraphicFramePr>
          <p:cNvPr id="995339" name="Object 11"/>
          <p:cNvGraphicFramePr>
            <a:graphicFrameLocks noChangeAspect="1"/>
          </p:cNvGraphicFramePr>
          <p:nvPr/>
        </p:nvGraphicFramePr>
        <p:xfrm>
          <a:off x="895350" y="3733800"/>
          <a:ext cx="2009775" cy="579438"/>
        </p:xfrm>
        <a:graphic>
          <a:graphicData uri="http://schemas.openxmlformats.org/presentationml/2006/ole">
            <mc:AlternateContent xmlns:mc="http://schemas.openxmlformats.org/markup-compatibility/2006">
              <mc:Choice xmlns:v="urn:schemas-microsoft-com:vml" Requires="v">
                <p:oleObj spid="_x0000_s995350" name="Equation" r:id="rId15" imgW="799920" imgH="228600" progId="Equation.3">
                  <p:embed/>
                </p:oleObj>
              </mc:Choice>
              <mc:Fallback>
                <p:oleObj name="Equation" r:id="rId15" imgW="799920" imgH="2286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95350" y="3733800"/>
                        <a:ext cx="2009775"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5340" name="Object 12"/>
          <p:cNvGraphicFramePr>
            <a:graphicFrameLocks noChangeAspect="1"/>
          </p:cNvGraphicFramePr>
          <p:nvPr/>
        </p:nvGraphicFramePr>
        <p:xfrm>
          <a:off x="2860675" y="3733800"/>
          <a:ext cx="2360613" cy="579438"/>
        </p:xfrm>
        <a:graphic>
          <a:graphicData uri="http://schemas.openxmlformats.org/presentationml/2006/ole">
            <mc:AlternateContent xmlns:mc="http://schemas.openxmlformats.org/markup-compatibility/2006">
              <mc:Choice xmlns:v="urn:schemas-microsoft-com:vml" Requires="v">
                <p:oleObj spid="_x0000_s995351" name="Equation" r:id="rId17" imgW="939600" imgH="228600" progId="Equation.3">
                  <p:embed/>
                </p:oleObj>
              </mc:Choice>
              <mc:Fallback>
                <p:oleObj name="Equation" r:id="rId17" imgW="939600" imgH="2286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60675" y="3733800"/>
                        <a:ext cx="2360613"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5341" name="Object 13"/>
          <p:cNvGraphicFramePr>
            <a:graphicFrameLocks noChangeAspect="1"/>
          </p:cNvGraphicFramePr>
          <p:nvPr/>
        </p:nvGraphicFramePr>
        <p:xfrm>
          <a:off x="5222875" y="3781425"/>
          <a:ext cx="796925" cy="514350"/>
        </p:xfrm>
        <a:graphic>
          <a:graphicData uri="http://schemas.openxmlformats.org/presentationml/2006/ole">
            <mc:AlternateContent xmlns:mc="http://schemas.openxmlformats.org/markup-compatibility/2006">
              <mc:Choice xmlns:v="urn:schemas-microsoft-com:vml" Requires="v">
                <p:oleObj spid="_x0000_s995352" name="Equation" r:id="rId19" imgW="317160" imgH="203040" progId="Equation.3">
                  <p:embed/>
                </p:oleObj>
              </mc:Choice>
              <mc:Fallback>
                <p:oleObj name="Equation" r:id="rId19" imgW="317160" imgH="20304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22875" y="3781425"/>
                        <a:ext cx="7969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5342" name="Object 14"/>
          <p:cNvGraphicFramePr>
            <a:graphicFrameLocks noChangeAspect="1"/>
          </p:cNvGraphicFramePr>
          <p:nvPr/>
        </p:nvGraphicFramePr>
        <p:xfrm>
          <a:off x="368300" y="4419600"/>
          <a:ext cx="5880100" cy="611188"/>
        </p:xfrm>
        <a:graphic>
          <a:graphicData uri="http://schemas.openxmlformats.org/presentationml/2006/ole">
            <mc:AlternateContent xmlns:mc="http://schemas.openxmlformats.org/markup-compatibility/2006">
              <mc:Choice xmlns:v="urn:schemas-microsoft-com:vml" Requires="v">
                <p:oleObj spid="_x0000_s995353" name="Document" r:id="rId21" imgW="2315880" imgH="228600" progId="Word.Document.8">
                  <p:embed/>
                </p:oleObj>
              </mc:Choice>
              <mc:Fallback>
                <p:oleObj name="Document" r:id="rId21" imgW="2315880" imgH="228600" progId="Word.Document.8">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8300" y="4419600"/>
                        <a:ext cx="5880100"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5343" name="Object 15"/>
          <p:cNvGraphicFramePr>
            <a:graphicFrameLocks noChangeAspect="1"/>
          </p:cNvGraphicFramePr>
          <p:nvPr/>
        </p:nvGraphicFramePr>
        <p:xfrm>
          <a:off x="368300" y="5105400"/>
          <a:ext cx="4127500" cy="606425"/>
        </p:xfrm>
        <a:graphic>
          <a:graphicData uri="http://schemas.openxmlformats.org/presentationml/2006/ole">
            <mc:AlternateContent xmlns:mc="http://schemas.openxmlformats.org/markup-compatibility/2006">
              <mc:Choice xmlns:v="urn:schemas-microsoft-com:vml" Requires="v">
                <p:oleObj spid="_x0000_s995354" name="Document" r:id="rId23" imgW="1547640" imgH="227160" progId="Word.Document.8">
                  <p:embed/>
                </p:oleObj>
              </mc:Choice>
              <mc:Fallback>
                <p:oleObj name="Document" r:id="rId23" imgW="1547640" imgH="227160" progId="Word.Document.8">
                  <p:embed/>
                  <p:pic>
                    <p:nvPicPr>
                      <p:cNvPr id="0"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68300" y="5105400"/>
                        <a:ext cx="41275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95331"/>
                                        </p:tgtEl>
                                        <p:attrNameLst>
                                          <p:attrName>style.visibility</p:attrName>
                                        </p:attrNameLst>
                                      </p:cBhvr>
                                      <p:to>
                                        <p:strVal val="visible"/>
                                      </p:to>
                                    </p:set>
                                    <p:animEffect transition="in" filter="wipe(left)">
                                      <p:cBhvr>
                                        <p:cTn id="7" dur="500"/>
                                        <p:tgtEl>
                                          <p:spTgt spid="995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5332"/>
                                        </p:tgtEl>
                                        <p:attrNameLst>
                                          <p:attrName>style.visibility</p:attrName>
                                        </p:attrNameLst>
                                      </p:cBhvr>
                                      <p:to>
                                        <p:strVal val="visible"/>
                                      </p:to>
                                    </p:set>
                                    <p:animEffect transition="in" filter="wipe(left)">
                                      <p:cBhvr>
                                        <p:cTn id="12" dur="500"/>
                                        <p:tgtEl>
                                          <p:spTgt spid="9953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5333"/>
                                        </p:tgtEl>
                                        <p:attrNameLst>
                                          <p:attrName>style.visibility</p:attrName>
                                        </p:attrNameLst>
                                      </p:cBhvr>
                                      <p:to>
                                        <p:strVal val="visible"/>
                                      </p:to>
                                    </p:set>
                                    <p:animEffect transition="in" filter="wipe(left)">
                                      <p:cBhvr>
                                        <p:cTn id="17" dur="500"/>
                                        <p:tgtEl>
                                          <p:spTgt spid="99533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995330"/>
                                        </p:tgtEl>
                                        <p:attrNameLst>
                                          <p:attrName>style.visibility</p:attrName>
                                        </p:attrNameLst>
                                      </p:cBhvr>
                                      <p:to>
                                        <p:strVal val="visible"/>
                                      </p:to>
                                    </p:set>
                                    <p:animEffect transition="in" filter="wipe(left)">
                                      <p:cBhvr>
                                        <p:cTn id="21" dur="500"/>
                                        <p:tgtEl>
                                          <p:spTgt spid="99533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95334"/>
                                        </p:tgtEl>
                                        <p:attrNameLst>
                                          <p:attrName>style.visibility</p:attrName>
                                        </p:attrNameLst>
                                      </p:cBhvr>
                                      <p:to>
                                        <p:strVal val="visible"/>
                                      </p:to>
                                    </p:set>
                                    <p:animEffect transition="in" filter="wipe(left)">
                                      <p:cBhvr>
                                        <p:cTn id="26" dur="500"/>
                                        <p:tgtEl>
                                          <p:spTgt spid="99533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95335"/>
                                        </p:tgtEl>
                                        <p:attrNameLst>
                                          <p:attrName>style.visibility</p:attrName>
                                        </p:attrNameLst>
                                      </p:cBhvr>
                                      <p:to>
                                        <p:strVal val="visible"/>
                                      </p:to>
                                    </p:set>
                                    <p:animEffect transition="in" filter="wipe(left)">
                                      <p:cBhvr>
                                        <p:cTn id="31" dur="500"/>
                                        <p:tgtEl>
                                          <p:spTgt spid="99533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95336"/>
                                        </p:tgtEl>
                                        <p:attrNameLst>
                                          <p:attrName>style.visibility</p:attrName>
                                        </p:attrNameLst>
                                      </p:cBhvr>
                                      <p:to>
                                        <p:strVal val="visible"/>
                                      </p:to>
                                    </p:set>
                                    <p:animEffect transition="in" filter="wipe(left)">
                                      <p:cBhvr>
                                        <p:cTn id="36" dur="500"/>
                                        <p:tgtEl>
                                          <p:spTgt spid="9953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95337"/>
                                        </p:tgtEl>
                                        <p:attrNameLst>
                                          <p:attrName>style.visibility</p:attrName>
                                        </p:attrNameLst>
                                      </p:cBhvr>
                                      <p:to>
                                        <p:strVal val="visible"/>
                                      </p:to>
                                    </p:set>
                                    <p:animEffect transition="in" filter="wipe(left)">
                                      <p:cBhvr>
                                        <p:cTn id="41" dur="500"/>
                                        <p:tgtEl>
                                          <p:spTgt spid="99533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95338"/>
                                        </p:tgtEl>
                                        <p:attrNameLst>
                                          <p:attrName>style.visibility</p:attrName>
                                        </p:attrNameLst>
                                      </p:cBhvr>
                                      <p:to>
                                        <p:strVal val="visible"/>
                                      </p:to>
                                    </p:set>
                                    <p:animEffect transition="in" filter="wipe(left)">
                                      <p:cBhvr>
                                        <p:cTn id="46" dur="500"/>
                                        <p:tgtEl>
                                          <p:spTgt spid="99533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995339"/>
                                        </p:tgtEl>
                                        <p:attrNameLst>
                                          <p:attrName>style.visibility</p:attrName>
                                        </p:attrNameLst>
                                      </p:cBhvr>
                                      <p:to>
                                        <p:strVal val="visible"/>
                                      </p:to>
                                    </p:set>
                                    <p:animEffect transition="in" filter="wipe(left)">
                                      <p:cBhvr>
                                        <p:cTn id="51" dur="500"/>
                                        <p:tgtEl>
                                          <p:spTgt spid="99533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995340"/>
                                        </p:tgtEl>
                                        <p:attrNameLst>
                                          <p:attrName>style.visibility</p:attrName>
                                        </p:attrNameLst>
                                      </p:cBhvr>
                                      <p:to>
                                        <p:strVal val="visible"/>
                                      </p:to>
                                    </p:set>
                                    <p:animEffect transition="in" filter="wipe(left)">
                                      <p:cBhvr>
                                        <p:cTn id="56" dur="500"/>
                                        <p:tgtEl>
                                          <p:spTgt spid="99534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95341"/>
                                        </p:tgtEl>
                                        <p:attrNameLst>
                                          <p:attrName>style.visibility</p:attrName>
                                        </p:attrNameLst>
                                      </p:cBhvr>
                                      <p:to>
                                        <p:strVal val="visible"/>
                                      </p:to>
                                    </p:set>
                                    <p:animEffect transition="in" filter="wipe(left)">
                                      <p:cBhvr>
                                        <p:cTn id="61" dur="500"/>
                                        <p:tgtEl>
                                          <p:spTgt spid="99534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95342"/>
                                        </p:tgtEl>
                                        <p:attrNameLst>
                                          <p:attrName>style.visibility</p:attrName>
                                        </p:attrNameLst>
                                      </p:cBhvr>
                                      <p:to>
                                        <p:strVal val="visible"/>
                                      </p:to>
                                    </p:set>
                                    <p:animEffect transition="in" filter="wipe(left)">
                                      <p:cBhvr>
                                        <p:cTn id="66" dur="500"/>
                                        <p:tgtEl>
                                          <p:spTgt spid="99534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995343"/>
                                        </p:tgtEl>
                                        <p:attrNameLst>
                                          <p:attrName>style.visibility</p:attrName>
                                        </p:attrNameLst>
                                      </p:cBhvr>
                                      <p:to>
                                        <p:strVal val="visible"/>
                                      </p:to>
                                    </p:set>
                                    <p:animEffect transition="in" filter="wipe(left)">
                                      <p:cBhvr>
                                        <p:cTn id="71" dur="500"/>
                                        <p:tgtEl>
                                          <p:spTgt spid="995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332" grpId="0" autoUpdateAnimBg="0"/>
      <p:bldP spid="995333" grpId="0" autoUpdateAnimBg="0"/>
      <p:bldP spid="995338"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BDAD9829-0C3C-4A3C-BF27-33DCA21CD197}" type="slidenum">
              <a:rPr lang="zh-CN" altLang="en-US"/>
              <a:pPr/>
              <a:t>65</a:t>
            </a:fld>
            <a:endParaRPr lang="zh-CN" altLang="en-US"/>
          </a:p>
        </p:txBody>
      </p:sp>
      <p:sp>
        <p:nvSpPr>
          <p:cNvPr id="996354" name="Line 2"/>
          <p:cNvSpPr>
            <a:spLocks noChangeShapeType="1"/>
          </p:cNvSpPr>
          <p:nvPr/>
        </p:nvSpPr>
        <p:spPr bwMode="auto">
          <a:xfrm>
            <a:off x="152400" y="1600200"/>
            <a:ext cx="8763000" cy="0"/>
          </a:xfrm>
          <a:prstGeom prst="line">
            <a:avLst/>
          </a:prstGeom>
          <a:noFill/>
          <a:ln w="317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endParaRPr lang="zh-CN" altLang="en-US"/>
          </a:p>
        </p:txBody>
      </p:sp>
      <p:sp>
        <p:nvSpPr>
          <p:cNvPr id="996355" name="Text Box 3"/>
          <p:cNvSpPr txBox="1">
            <a:spLocks noChangeArrowheads="1"/>
          </p:cNvSpPr>
          <p:nvPr/>
        </p:nvSpPr>
        <p:spPr bwMode="auto">
          <a:xfrm>
            <a:off x="228600" y="1981200"/>
            <a:ext cx="304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t>类似结论有：</a:t>
            </a:r>
          </a:p>
        </p:txBody>
      </p:sp>
      <p:graphicFrame>
        <p:nvGraphicFramePr>
          <p:cNvPr id="996356" name="Object 4"/>
          <p:cNvGraphicFramePr>
            <a:graphicFrameLocks noChangeAspect="1"/>
          </p:cNvGraphicFramePr>
          <p:nvPr/>
        </p:nvGraphicFramePr>
        <p:xfrm>
          <a:off x="838200" y="2667000"/>
          <a:ext cx="7391400" cy="585788"/>
        </p:xfrm>
        <a:graphic>
          <a:graphicData uri="http://schemas.openxmlformats.org/presentationml/2006/ole">
            <mc:AlternateContent xmlns:mc="http://schemas.openxmlformats.org/markup-compatibility/2006">
              <mc:Choice xmlns:v="urn:schemas-microsoft-com:vml" Requires="v">
                <p:oleObj spid="_x0000_s996360" name="Document" r:id="rId3" imgW="2958480" imgH="228600" progId="Word.Document.8">
                  <p:embed/>
                </p:oleObj>
              </mc:Choice>
              <mc:Fallback>
                <p:oleObj name="Document" r:id="rId3" imgW="2958480" imgH="22860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67000"/>
                        <a:ext cx="739140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6357" name="Object 5"/>
          <p:cNvGraphicFramePr>
            <a:graphicFrameLocks noChangeAspect="1"/>
          </p:cNvGraphicFramePr>
          <p:nvPr/>
        </p:nvGraphicFramePr>
        <p:xfrm>
          <a:off x="150813" y="3352800"/>
          <a:ext cx="8993187" cy="1114425"/>
        </p:xfrm>
        <a:graphic>
          <a:graphicData uri="http://schemas.openxmlformats.org/presentationml/2006/ole">
            <mc:AlternateContent xmlns:mc="http://schemas.openxmlformats.org/markup-compatibility/2006">
              <mc:Choice xmlns:v="urn:schemas-microsoft-com:vml" Requires="v">
                <p:oleObj spid="_x0000_s996361" name="Document" r:id="rId5" imgW="3616200" imgH="438120" progId="Word.Document.8">
                  <p:embed/>
                </p:oleObj>
              </mc:Choice>
              <mc:Fallback>
                <p:oleObj name="Document" r:id="rId5" imgW="3616200" imgH="438120"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813" y="3352800"/>
                        <a:ext cx="8993187"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6359" name="Object 7"/>
          <p:cNvGraphicFramePr>
            <a:graphicFrameLocks noChangeAspect="1"/>
          </p:cNvGraphicFramePr>
          <p:nvPr/>
        </p:nvGraphicFramePr>
        <p:xfrm>
          <a:off x="377825" y="382588"/>
          <a:ext cx="8385175" cy="1063625"/>
        </p:xfrm>
        <a:graphic>
          <a:graphicData uri="http://schemas.openxmlformats.org/presentationml/2006/ole">
            <mc:AlternateContent xmlns:mc="http://schemas.openxmlformats.org/markup-compatibility/2006">
              <mc:Choice xmlns:v="urn:schemas-microsoft-com:vml" Requires="v">
                <p:oleObj spid="_x0000_s996362" name="Document" r:id="rId7" imgW="3096360" imgH="401760" progId="Word.Document.8">
                  <p:embed/>
                </p:oleObj>
              </mc:Choice>
              <mc:Fallback>
                <p:oleObj name="Document" r:id="rId7" imgW="3096360" imgH="401760" progId="Word.Document.8">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825" y="382588"/>
                        <a:ext cx="8385175"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6355"/>
                                        </p:tgtEl>
                                        <p:attrNameLst>
                                          <p:attrName>style.visibility</p:attrName>
                                        </p:attrNameLst>
                                      </p:cBhvr>
                                      <p:to>
                                        <p:strVal val="visible"/>
                                      </p:to>
                                    </p:set>
                                    <p:animEffect transition="in" filter="wipe(left)">
                                      <p:cBhvr>
                                        <p:cTn id="7" dur="500"/>
                                        <p:tgtEl>
                                          <p:spTgt spid="996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96356"/>
                                        </p:tgtEl>
                                        <p:attrNameLst>
                                          <p:attrName>style.visibility</p:attrName>
                                        </p:attrNameLst>
                                      </p:cBhvr>
                                      <p:to>
                                        <p:strVal val="visible"/>
                                      </p:to>
                                    </p:set>
                                    <p:animEffect transition="in" filter="wipe(left)">
                                      <p:cBhvr>
                                        <p:cTn id="12" dur="500"/>
                                        <p:tgtEl>
                                          <p:spTgt spid="996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96357"/>
                                        </p:tgtEl>
                                        <p:attrNameLst>
                                          <p:attrName>style.visibility</p:attrName>
                                        </p:attrNameLst>
                                      </p:cBhvr>
                                      <p:to>
                                        <p:strVal val="visible"/>
                                      </p:to>
                                    </p:set>
                                    <p:animEffect transition="in" filter="wipe(left)">
                                      <p:cBhvr>
                                        <p:cTn id="17" dur="500"/>
                                        <p:tgtEl>
                                          <p:spTgt spid="996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C367A0FA-F201-46A5-95C7-15EFAE22D7B1}" type="slidenum">
              <a:rPr lang="zh-CN" altLang="en-US"/>
              <a:pPr/>
              <a:t>66</a:t>
            </a:fld>
            <a:endParaRPr lang="zh-CN" altLang="en-US"/>
          </a:p>
        </p:txBody>
      </p:sp>
      <p:sp>
        <p:nvSpPr>
          <p:cNvPr id="997378" name="Text Box 2"/>
          <p:cNvSpPr txBox="1">
            <a:spLocks noChangeArrowheads="1"/>
          </p:cNvSpPr>
          <p:nvPr/>
        </p:nvSpPr>
        <p:spPr bwMode="auto">
          <a:xfrm>
            <a:off x="152400" y="296863"/>
            <a:ext cx="86106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cs typeface="Times New Roman" panose="02020603050405020304" pitchFamily="18" charset="0"/>
              </a:rPr>
              <a:t>显然，</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是负定（半负定 ）的当且仅当 </a:t>
            </a:r>
            <a:r>
              <a:rPr lang="zh-CN" altLang="en-US">
                <a:latin typeface="Times New Roman" panose="02020603050405020304" pitchFamily="18" charset="0"/>
                <a:ea typeface="黑体" panose="02010609060101010101" pitchFamily="49" charset="-122"/>
              </a:rPr>
              <a:t>–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是正定(半正定) 的。由此，容易得出以下结论：</a:t>
            </a:r>
            <a:r>
              <a:rPr lang="zh-CN" altLang="en-US">
                <a:latin typeface="Times New Roman" panose="02020603050405020304" pitchFamily="18" charset="0"/>
              </a:rPr>
              <a:t> </a:t>
            </a:r>
          </a:p>
        </p:txBody>
      </p:sp>
      <p:sp>
        <p:nvSpPr>
          <p:cNvPr id="997379" name="Text Box 3"/>
          <p:cNvSpPr txBox="1">
            <a:spLocks noChangeArrowheads="1"/>
          </p:cNvSpPr>
          <p:nvPr/>
        </p:nvSpPr>
        <p:spPr bwMode="auto">
          <a:xfrm>
            <a:off x="228600" y="2209800"/>
            <a:ext cx="822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(2)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负定的充分必要条件是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的特征值全负；</a:t>
            </a:r>
            <a:r>
              <a:rPr lang="zh-CN" altLang="en-US">
                <a:latin typeface="Times New Roman" panose="02020603050405020304" pitchFamily="18" charset="0"/>
              </a:rPr>
              <a:t> </a:t>
            </a:r>
          </a:p>
        </p:txBody>
      </p:sp>
      <p:sp>
        <p:nvSpPr>
          <p:cNvPr id="997380" name="Text Box 4"/>
          <p:cNvSpPr txBox="1">
            <a:spLocks noChangeArrowheads="1"/>
          </p:cNvSpPr>
          <p:nvPr/>
        </p:nvSpPr>
        <p:spPr bwMode="auto">
          <a:xfrm>
            <a:off x="219075" y="2794000"/>
            <a:ext cx="85439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(3)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半负定的充分必要条件是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的特征值非正；</a:t>
            </a:r>
            <a:r>
              <a:rPr lang="zh-CN" altLang="en-US">
                <a:latin typeface="Times New Roman" panose="02020603050405020304" pitchFamily="18" charset="0"/>
              </a:rPr>
              <a:t> </a:t>
            </a:r>
          </a:p>
        </p:txBody>
      </p:sp>
      <p:sp>
        <p:nvSpPr>
          <p:cNvPr id="997381" name="Text Box 5"/>
          <p:cNvSpPr txBox="1">
            <a:spLocks noChangeArrowheads="1"/>
          </p:cNvSpPr>
          <p:nvPr/>
        </p:nvSpPr>
        <p:spPr bwMode="auto">
          <a:xfrm>
            <a:off x="228600" y="3302000"/>
            <a:ext cx="83058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nSpc>
                <a:spcPct val="120000"/>
              </a:lnSpc>
              <a:spcBef>
                <a:spcPct val="50000"/>
              </a:spcBef>
            </a:pPr>
            <a:r>
              <a:rPr lang="zh-CN" altLang="en-US">
                <a:latin typeface="Times New Roman" panose="02020603050405020304" pitchFamily="18" charset="0"/>
                <a:cs typeface="Times New Roman" panose="02020603050405020304" pitchFamily="18" charset="0"/>
              </a:rPr>
              <a:t>(4)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负定的充分必要条件是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的奇数阶顺序主子式全为负而偶数阶顺序主子式全为正；</a:t>
            </a:r>
            <a:r>
              <a:rPr lang="zh-CN" altLang="en-US">
                <a:latin typeface="Times New Roman" panose="02020603050405020304" pitchFamily="18" charset="0"/>
              </a:rPr>
              <a:t> </a:t>
            </a:r>
          </a:p>
        </p:txBody>
      </p:sp>
      <p:sp>
        <p:nvSpPr>
          <p:cNvPr id="997382" name="Text Box 6"/>
          <p:cNvSpPr txBox="1">
            <a:spLocks noChangeArrowheads="1"/>
          </p:cNvSpPr>
          <p:nvPr/>
        </p:nvSpPr>
        <p:spPr bwMode="auto">
          <a:xfrm>
            <a:off x="228600" y="1600200"/>
            <a:ext cx="8686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(1) </a:t>
            </a:r>
            <a:r>
              <a:rPr lang="en-US" altLang="zh-CN" i="1">
                <a:latin typeface="Times New Roman" panose="02020603050405020304" pitchFamily="18" charset="0"/>
              </a:rPr>
              <a:t>A </a:t>
            </a:r>
            <a:r>
              <a:rPr lang="zh-CN" altLang="en-US">
                <a:latin typeface="Times New Roman" panose="02020603050405020304" pitchFamily="18" charset="0"/>
              </a:rPr>
              <a:t>半正定</a:t>
            </a:r>
            <a:r>
              <a:rPr lang="zh-CN" altLang="en-US">
                <a:latin typeface="Times New Roman" panose="02020603050405020304" pitchFamily="18" charset="0"/>
                <a:cs typeface="Times New Roman" panose="02020603050405020304" pitchFamily="18" charset="0"/>
              </a:rPr>
              <a:t>的充分必要条件是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的特征值</a:t>
            </a:r>
            <a:r>
              <a:rPr lang="zh-CN" altLang="en-US">
                <a:latin typeface="Times New Roman" panose="02020603050405020304" pitchFamily="18" charset="0"/>
              </a:rPr>
              <a:t>非</a:t>
            </a:r>
            <a:r>
              <a:rPr lang="zh-CN" altLang="en-US">
                <a:latin typeface="Times New Roman" panose="02020603050405020304" pitchFamily="18" charset="0"/>
                <a:cs typeface="Times New Roman" panose="02020603050405020304" pitchFamily="18" charset="0"/>
              </a:rPr>
              <a:t>负；</a:t>
            </a:r>
            <a:r>
              <a:rPr lang="zh-CN" altLang="en-US">
                <a:latin typeface="Times New Roman" panose="02020603050405020304" pitchFamily="18" charset="0"/>
              </a:rPr>
              <a:t> </a:t>
            </a:r>
          </a:p>
        </p:txBody>
      </p:sp>
      <p:sp>
        <p:nvSpPr>
          <p:cNvPr id="997383" name="Text Box 7"/>
          <p:cNvSpPr txBox="1">
            <a:spLocks noChangeArrowheads="1"/>
          </p:cNvSpPr>
          <p:nvPr/>
        </p:nvSpPr>
        <p:spPr bwMode="auto">
          <a:xfrm>
            <a:off x="228600" y="4445000"/>
            <a:ext cx="6781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(5) 若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负定，则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的对角元全为负。</a:t>
            </a:r>
            <a:r>
              <a:rPr lang="zh-CN" altLang="en-US">
                <a:latin typeface="Times New Roman" panose="02020603050405020304" pitchFamily="18" charset="0"/>
              </a:rPr>
              <a:t> </a:t>
            </a:r>
          </a:p>
        </p:txBody>
      </p:sp>
      <p:sp>
        <p:nvSpPr>
          <p:cNvPr id="997384" name="Text Box 8"/>
          <p:cNvSpPr txBox="1">
            <a:spLocks noChangeArrowheads="1"/>
          </p:cNvSpPr>
          <p:nvPr/>
        </p:nvSpPr>
        <p:spPr bwMode="auto">
          <a:xfrm>
            <a:off x="304800" y="5029200"/>
            <a:ext cx="6324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solidFill>
                  <a:srgbClr val="0033CC"/>
                </a:solidFill>
                <a:latin typeface="黑体" panose="02010609060101010101" pitchFamily="49" charset="-122"/>
                <a:ea typeface="黑体" panose="02010609060101010101" pitchFamily="49" charset="-122"/>
              </a:rPr>
              <a:t>注意</a:t>
            </a:r>
            <a:r>
              <a:rPr lang="zh-CN" altLang="en-US"/>
              <a:t>：</a:t>
            </a:r>
            <a:r>
              <a:rPr lang="zh-CN" altLang="en-US">
                <a:latin typeface="Times New Roman" panose="02020603050405020304" pitchFamily="18" charset="0"/>
              </a:rPr>
              <a:t>1</a:t>
            </a:r>
            <a:r>
              <a:rPr lang="zh-CN" altLang="en-US"/>
              <a:t>.最后一条只是必要条件；</a:t>
            </a:r>
          </a:p>
        </p:txBody>
      </p:sp>
      <p:sp>
        <p:nvSpPr>
          <p:cNvPr id="997385" name="Text Box 9"/>
          <p:cNvSpPr txBox="1">
            <a:spLocks noChangeArrowheads="1"/>
          </p:cNvSpPr>
          <p:nvPr/>
        </p:nvSpPr>
        <p:spPr bwMode="auto">
          <a:xfrm>
            <a:off x="533400" y="5562600"/>
            <a:ext cx="8077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2</a:t>
            </a:r>
            <a:r>
              <a:rPr lang="zh-CN" altLang="en-US">
                <a:cs typeface="Times New Roman" panose="02020603050405020304" pitchFamily="18" charset="0"/>
              </a:rPr>
              <a:t>.</a:t>
            </a:r>
            <a:r>
              <a:rPr lang="en-US" altLang="zh-CN" i="1">
                <a:latin typeface="Times New Roman" panose="02020603050405020304" pitchFamily="18" charset="0"/>
              </a:rPr>
              <a:t>A</a:t>
            </a:r>
            <a:r>
              <a:rPr lang="zh-CN" altLang="en-US">
                <a:cs typeface="Times New Roman" panose="02020603050405020304" pitchFamily="18" charset="0"/>
              </a:rPr>
              <a:t>的顺序主子式</a:t>
            </a:r>
            <a:r>
              <a:rPr lang="zh-CN" altLang="en-US"/>
              <a:t>全非</a:t>
            </a:r>
            <a:r>
              <a:rPr lang="zh-CN" altLang="en-US">
                <a:cs typeface="Times New Roman" panose="02020603050405020304" pitchFamily="18" charset="0"/>
              </a:rPr>
              <a:t>负</a:t>
            </a:r>
            <a:r>
              <a:rPr lang="zh-CN" altLang="en-US"/>
              <a:t>，</a:t>
            </a:r>
            <a:r>
              <a:rPr lang="en-US" altLang="zh-CN" i="1">
                <a:latin typeface="Times New Roman" panose="02020603050405020304" pitchFamily="18" charset="0"/>
              </a:rPr>
              <a:t>A </a:t>
            </a:r>
            <a:r>
              <a:rPr lang="zh-CN" altLang="en-US"/>
              <a:t>也未必是半正定</a:t>
            </a:r>
            <a:r>
              <a:rPr lang="zh-CN" altLang="en-US">
                <a:cs typeface="Times New Roman" panose="02020603050405020304" pitchFamily="18" charset="0"/>
              </a:rPr>
              <a:t>的</a:t>
            </a:r>
            <a:r>
              <a:rPr lang="zh-CN" altLang="en-US"/>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7378"/>
                                        </p:tgtEl>
                                        <p:attrNameLst>
                                          <p:attrName>style.visibility</p:attrName>
                                        </p:attrNameLst>
                                      </p:cBhvr>
                                      <p:to>
                                        <p:strVal val="visible"/>
                                      </p:to>
                                    </p:set>
                                    <p:animEffect transition="in" filter="wipe(left)">
                                      <p:cBhvr>
                                        <p:cTn id="7" dur="500"/>
                                        <p:tgtEl>
                                          <p:spTgt spid="997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7382"/>
                                        </p:tgtEl>
                                        <p:attrNameLst>
                                          <p:attrName>style.visibility</p:attrName>
                                        </p:attrNameLst>
                                      </p:cBhvr>
                                      <p:to>
                                        <p:strVal val="visible"/>
                                      </p:to>
                                    </p:set>
                                    <p:animEffect transition="in" filter="wipe(left)">
                                      <p:cBhvr>
                                        <p:cTn id="12" dur="500"/>
                                        <p:tgtEl>
                                          <p:spTgt spid="9973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7379"/>
                                        </p:tgtEl>
                                        <p:attrNameLst>
                                          <p:attrName>style.visibility</p:attrName>
                                        </p:attrNameLst>
                                      </p:cBhvr>
                                      <p:to>
                                        <p:strVal val="visible"/>
                                      </p:to>
                                    </p:set>
                                    <p:animEffect transition="in" filter="wipe(left)">
                                      <p:cBhvr>
                                        <p:cTn id="17" dur="500"/>
                                        <p:tgtEl>
                                          <p:spTgt spid="9973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7380"/>
                                        </p:tgtEl>
                                        <p:attrNameLst>
                                          <p:attrName>style.visibility</p:attrName>
                                        </p:attrNameLst>
                                      </p:cBhvr>
                                      <p:to>
                                        <p:strVal val="visible"/>
                                      </p:to>
                                    </p:set>
                                    <p:animEffect transition="in" filter="wipe(left)">
                                      <p:cBhvr>
                                        <p:cTn id="22" dur="500"/>
                                        <p:tgtEl>
                                          <p:spTgt spid="9973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7381"/>
                                        </p:tgtEl>
                                        <p:attrNameLst>
                                          <p:attrName>style.visibility</p:attrName>
                                        </p:attrNameLst>
                                      </p:cBhvr>
                                      <p:to>
                                        <p:strVal val="visible"/>
                                      </p:to>
                                    </p:set>
                                    <p:animEffect transition="in" filter="wipe(left)">
                                      <p:cBhvr>
                                        <p:cTn id="27" dur="500"/>
                                        <p:tgtEl>
                                          <p:spTgt spid="9973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97383"/>
                                        </p:tgtEl>
                                        <p:attrNameLst>
                                          <p:attrName>style.visibility</p:attrName>
                                        </p:attrNameLst>
                                      </p:cBhvr>
                                      <p:to>
                                        <p:strVal val="visible"/>
                                      </p:to>
                                    </p:set>
                                    <p:animEffect transition="in" filter="wipe(left)">
                                      <p:cBhvr>
                                        <p:cTn id="32" dur="500"/>
                                        <p:tgtEl>
                                          <p:spTgt spid="9973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97384"/>
                                        </p:tgtEl>
                                        <p:attrNameLst>
                                          <p:attrName>style.visibility</p:attrName>
                                        </p:attrNameLst>
                                      </p:cBhvr>
                                      <p:to>
                                        <p:strVal val="visible"/>
                                      </p:to>
                                    </p:set>
                                    <p:animEffect transition="in" filter="wipe(left)">
                                      <p:cBhvr>
                                        <p:cTn id="37" dur="500"/>
                                        <p:tgtEl>
                                          <p:spTgt spid="9973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97385"/>
                                        </p:tgtEl>
                                        <p:attrNameLst>
                                          <p:attrName>style.visibility</p:attrName>
                                        </p:attrNameLst>
                                      </p:cBhvr>
                                      <p:to>
                                        <p:strVal val="visible"/>
                                      </p:to>
                                    </p:set>
                                    <p:animEffect transition="in" filter="wipe(left)">
                                      <p:cBhvr>
                                        <p:cTn id="42" dur="500"/>
                                        <p:tgtEl>
                                          <p:spTgt spid="997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8" grpId="0" autoUpdateAnimBg="0"/>
      <p:bldP spid="997379" grpId="0" autoUpdateAnimBg="0"/>
      <p:bldP spid="997380" grpId="0" autoUpdateAnimBg="0"/>
      <p:bldP spid="997381" grpId="0" autoUpdateAnimBg="0"/>
      <p:bldP spid="997382" grpId="0" autoUpdateAnimBg="0"/>
      <p:bldP spid="997383" grpId="0" autoUpdateAnimBg="0"/>
      <p:bldP spid="997384" grpId="0" autoUpdateAnimBg="0"/>
      <p:bldP spid="997385"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52A93724-55D1-4B39-8CF8-8FF258771FD4}" type="slidenum">
              <a:rPr lang="zh-CN" altLang="en-US"/>
              <a:pPr/>
              <a:t>67</a:t>
            </a:fld>
            <a:endParaRPr lang="zh-CN" altLang="en-US"/>
          </a:p>
        </p:txBody>
      </p:sp>
      <p:sp>
        <p:nvSpPr>
          <p:cNvPr id="998402" name="Text Box 2"/>
          <p:cNvSpPr txBox="1">
            <a:spLocks noChangeArrowheads="1"/>
          </p:cNvSpPr>
          <p:nvPr/>
        </p:nvSpPr>
        <p:spPr bwMode="auto">
          <a:xfrm>
            <a:off x="381000" y="304800"/>
            <a:ext cx="304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例4</a:t>
            </a:r>
            <a:r>
              <a:rPr lang="zh-CN" altLang="en-US"/>
              <a:t>  设矩阵 </a:t>
            </a:r>
          </a:p>
        </p:txBody>
      </p:sp>
      <p:sp>
        <p:nvSpPr>
          <p:cNvPr id="998403" name="Text Box 3"/>
          <p:cNvSpPr txBox="1">
            <a:spLocks noChangeArrowheads="1"/>
          </p:cNvSpPr>
          <p:nvPr/>
        </p:nvSpPr>
        <p:spPr bwMode="auto">
          <a:xfrm>
            <a:off x="304800" y="274320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00"/>
                </a:solidFill>
                <a:latin typeface="Times New Roman" panose="02020603050405020304" pitchFamily="18" charset="0"/>
              </a:rPr>
              <a:t>显然 </a:t>
            </a:r>
            <a:r>
              <a:rPr lang="en-US" altLang="zh-CN" i="1">
                <a:latin typeface="Times New Roman" panose="02020603050405020304" pitchFamily="18" charset="0"/>
              </a:rPr>
              <a:t>A </a:t>
            </a:r>
            <a:r>
              <a:rPr lang="zh-CN" altLang="en-US">
                <a:latin typeface="Times New Roman" panose="02020603050405020304" pitchFamily="18" charset="0"/>
                <a:cs typeface="Times New Roman" panose="02020603050405020304" pitchFamily="18" charset="0"/>
              </a:rPr>
              <a:t>的</a:t>
            </a:r>
            <a:r>
              <a:rPr lang="zh-CN" altLang="en-US">
                <a:latin typeface="Times New Roman" panose="02020603050405020304" pitchFamily="18" charset="0"/>
              </a:rPr>
              <a:t>顺序主子式</a:t>
            </a:r>
          </a:p>
        </p:txBody>
      </p:sp>
      <p:graphicFrame>
        <p:nvGraphicFramePr>
          <p:cNvPr id="998404" name="Object 4"/>
          <p:cNvGraphicFramePr>
            <a:graphicFrameLocks noChangeAspect="1"/>
          </p:cNvGraphicFramePr>
          <p:nvPr/>
        </p:nvGraphicFramePr>
        <p:xfrm>
          <a:off x="2362200" y="762000"/>
          <a:ext cx="2743200" cy="1674813"/>
        </p:xfrm>
        <a:graphic>
          <a:graphicData uri="http://schemas.openxmlformats.org/presentationml/2006/ole">
            <mc:AlternateContent xmlns:mc="http://schemas.openxmlformats.org/markup-compatibility/2006">
              <mc:Choice xmlns:v="urn:schemas-microsoft-com:vml" Requires="v">
                <p:oleObj spid="_x0000_s998409" name="Equation" r:id="rId3" imgW="1143000" imgH="698400" progId="Equation.3">
                  <p:embed/>
                </p:oleObj>
              </mc:Choice>
              <mc:Fallback>
                <p:oleObj name="Equation" r:id="rId3" imgW="1143000" imgH="698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762000"/>
                        <a:ext cx="2743200" cy="167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8405" name="Object 5"/>
          <p:cNvGraphicFramePr>
            <a:graphicFrameLocks noChangeAspect="1"/>
          </p:cNvGraphicFramePr>
          <p:nvPr/>
        </p:nvGraphicFramePr>
        <p:xfrm>
          <a:off x="457200" y="3886200"/>
          <a:ext cx="1905000" cy="503238"/>
        </p:xfrm>
        <a:graphic>
          <a:graphicData uri="http://schemas.openxmlformats.org/presentationml/2006/ole">
            <mc:AlternateContent xmlns:mc="http://schemas.openxmlformats.org/markup-compatibility/2006">
              <mc:Choice xmlns:v="urn:schemas-microsoft-com:vml" Requires="v">
                <p:oleObj spid="_x0000_s998410" name="Equation" r:id="rId5" imgW="825480" imgH="215640" progId="Equation.3">
                  <p:embed/>
                </p:oleObj>
              </mc:Choice>
              <mc:Fallback>
                <p:oleObj name="Equation" r:id="rId5" imgW="825480" imgH="215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886200"/>
                        <a:ext cx="19050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8406" name="Object 6"/>
          <p:cNvGraphicFramePr>
            <a:graphicFrameLocks noChangeAspect="1"/>
          </p:cNvGraphicFramePr>
          <p:nvPr/>
        </p:nvGraphicFramePr>
        <p:xfrm>
          <a:off x="2501900" y="3549650"/>
          <a:ext cx="2679700" cy="1147763"/>
        </p:xfrm>
        <a:graphic>
          <a:graphicData uri="http://schemas.openxmlformats.org/presentationml/2006/ole">
            <mc:AlternateContent xmlns:mc="http://schemas.openxmlformats.org/markup-compatibility/2006">
              <mc:Choice xmlns:v="urn:schemas-microsoft-com:vml" Requires="v">
                <p:oleObj spid="_x0000_s998411" name="Equation" r:id="rId7" imgW="1091880" imgH="469800" progId="Equation.3">
                  <p:embed/>
                </p:oleObj>
              </mc:Choice>
              <mc:Fallback>
                <p:oleObj name="Equation" r:id="rId7" imgW="1091880" imgH="469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1900" y="3549650"/>
                        <a:ext cx="2679700" cy="114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8407" name="Object 7"/>
          <p:cNvGraphicFramePr>
            <a:graphicFrameLocks noChangeAspect="1"/>
          </p:cNvGraphicFramePr>
          <p:nvPr/>
        </p:nvGraphicFramePr>
        <p:xfrm>
          <a:off x="5338763" y="3262313"/>
          <a:ext cx="3500437" cy="1712912"/>
        </p:xfrm>
        <a:graphic>
          <a:graphicData uri="http://schemas.openxmlformats.org/presentationml/2006/ole">
            <mc:AlternateContent xmlns:mc="http://schemas.openxmlformats.org/markup-compatibility/2006">
              <mc:Choice xmlns:v="urn:schemas-microsoft-com:vml" Requires="v">
                <p:oleObj spid="_x0000_s998412" name="Equation" r:id="rId9" imgW="1434960" imgH="698400" progId="Equation.3">
                  <p:embed/>
                </p:oleObj>
              </mc:Choice>
              <mc:Fallback>
                <p:oleObj name="Equation" r:id="rId9" imgW="1434960" imgH="6984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8763" y="3262313"/>
                        <a:ext cx="3500437" cy="171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8408" name="Text Box 8"/>
          <p:cNvSpPr txBox="1">
            <a:spLocks noChangeArrowheads="1"/>
          </p:cNvSpPr>
          <p:nvPr/>
        </p:nvSpPr>
        <p:spPr bwMode="auto">
          <a:xfrm>
            <a:off x="381000" y="5181600"/>
            <a:ext cx="647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rPr>
              <a:t>但对角元有正有负，显然 </a:t>
            </a:r>
            <a:r>
              <a:rPr lang="en-US" altLang="zh-CN" i="1">
                <a:latin typeface="Times New Roman" panose="02020603050405020304" pitchFamily="18" charset="0"/>
              </a:rPr>
              <a:t>A </a:t>
            </a:r>
            <a:r>
              <a:rPr lang="zh-CN" altLang="en-US">
                <a:latin typeface="Times New Roman" panose="02020603050405020304" pitchFamily="18" charset="0"/>
              </a:rPr>
              <a:t>是不定的。</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8402"/>
                                        </p:tgtEl>
                                        <p:attrNameLst>
                                          <p:attrName>style.visibility</p:attrName>
                                        </p:attrNameLst>
                                      </p:cBhvr>
                                      <p:to>
                                        <p:strVal val="visible"/>
                                      </p:to>
                                    </p:set>
                                    <p:animEffect transition="in" filter="wipe(left)">
                                      <p:cBhvr>
                                        <p:cTn id="7" dur="500"/>
                                        <p:tgtEl>
                                          <p:spTgt spid="99840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98404"/>
                                        </p:tgtEl>
                                        <p:attrNameLst>
                                          <p:attrName>style.visibility</p:attrName>
                                        </p:attrNameLst>
                                      </p:cBhvr>
                                      <p:to>
                                        <p:strVal val="visible"/>
                                      </p:to>
                                    </p:set>
                                    <p:animEffect transition="in" filter="wipe(left)">
                                      <p:cBhvr>
                                        <p:cTn id="11" dur="500"/>
                                        <p:tgtEl>
                                          <p:spTgt spid="99840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98403"/>
                                        </p:tgtEl>
                                        <p:attrNameLst>
                                          <p:attrName>style.visibility</p:attrName>
                                        </p:attrNameLst>
                                      </p:cBhvr>
                                      <p:to>
                                        <p:strVal val="visible"/>
                                      </p:to>
                                    </p:set>
                                    <p:animEffect transition="in" filter="wipe(left)">
                                      <p:cBhvr>
                                        <p:cTn id="16" dur="500"/>
                                        <p:tgtEl>
                                          <p:spTgt spid="99840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98405"/>
                                        </p:tgtEl>
                                        <p:attrNameLst>
                                          <p:attrName>style.visibility</p:attrName>
                                        </p:attrNameLst>
                                      </p:cBhvr>
                                      <p:to>
                                        <p:strVal val="visible"/>
                                      </p:to>
                                    </p:set>
                                    <p:animEffect transition="in" filter="wipe(left)">
                                      <p:cBhvr>
                                        <p:cTn id="21" dur="500"/>
                                        <p:tgtEl>
                                          <p:spTgt spid="99840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98406"/>
                                        </p:tgtEl>
                                        <p:attrNameLst>
                                          <p:attrName>style.visibility</p:attrName>
                                        </p:attrNameLst>
                                      </p:cBhvr>
                                      <p:to>
                                        <p:strVal val="visible"/>
                                      </p:to>
                                    </p:set>
                                    <p:animEffect transition="in" filter="wipe(left)">
                                      <p:cBhvr>
                                        <p:cTn id="26" dur="500"/>
                                        <p:tgtEl>
                                          <p:spTgt spid="9984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98407"/>
                                        </p:tgtEl>
                                        <p:attrNameLst>
                                          <p:attrName>style.visibility</p:attrName>
                                        </p:attrNameLst>
                                      </p:cBhvr>
                                      <p:to>
                                        <p:strVal val="visible"/>
                                      </p:to>
                                    </p:set>
                                    <p:animEffect transition="in" filter="wipe(left)">
                                      <p:cBhvr>
                                        <p:cTn id="31" dur="500"/>
                                        <p:tgtEl>
                                          <p:spTgt spid="9984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98408"/>
                                        </p:tgtEl>
                                        <p:attrNameLst>
                                          <p:attrName>style.visibility</p:attrName>
                                        </p:attrNameLst>
                                      </p:cBhvr>
                                      <p:to>
                                        <p:strVal val="visible"/>
                                      </p:to>
                                    </p:set>
                                    <p:animEffect transition="in" filter="wipe(left)">
                                      <p:cBhvr>
                                        <p:cTn id="36" dur="500"/>
                                        <p:tgtEl>
                                          <p:spTgt spid="998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2" grpId="0" autoUpdateAnimBg="0"/>
      <p:bldP spid="998403" grpId="0" autoUpdateAnimBg="0"/>
      <p:bldP spid="998408"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p>
            <a:fld id="{11857D2C-3E07-4C34-819B-FC28B381165D}" type="slidenum">
              <a:rPr lang="zh-CN" altLang="en-US"/>
              <a:pPr/>
              <a:t>68</a:t>
            </a:fld>
            <a:endParaRPr lang="zh-CN" altLang="en-US"/>
          </a:p>
        </p:txBody>
      </p:sp>
      <p:sp>
        <p:nvSpPr>
          <p:cNvPr id="999427" name="Text Box 3"/>
          <p:cNvSpPr txBox="1">
            <a:spLocks noChangeArrowheads="1"/>
          </p:cNvSpPr>
          <p:nvPr/>
        </p:nvSpPr>
        <p:spPr bwMode="auto">
          <a:xfrm>
            <a:off x="304800" y="254000"/>
            <a:ext cx="7467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例5 </a:t>
            </a:r>
            <a:r>
              <a:rPr lang="zh-CN" altLang="en-US">
                <a:cs typeface="Times New Roman" panose="02020603050405020304" pitchFamily="18" charset="0"/>
              </a:rPr>
              <a:t>判定下列二次型是否</a:t>
            </a:r>
            <a:r>
              <a:rPr lang="zh-CN" altLang="en-US"/>
              <a:t>为</a:t>
            </a:r>
            <a:r>
              <a:rPr lang="zh-CN" altLang="en-US">
                <a:cs typeface="Times New Roman" panose="02020603050405020304" pitchFamily="18" charset="0"/>
              </a:rPr>
              <a:t>有定二次型。</a:t>
            </a:r>
            <a:r>
              <a:rPr lang="zh-CN" altLang="en-US"/>
              <a:t> </a:t>
            </a:r>
          </a:p>
        </p:txBody>
      </p:sp>
      <p:sp>
        <p:nvSpPr>
          <p:cNvPr id="999428" name="Text Box 4"/>
          <p:cNvSpPr txBox="1">
            <a:spLocks noChangeArrowheads="1"/>
          </p:cNvSpPr>
          <p:nvPr/>
        </p:nvSpPr>
        <p:spPr bwMode="auto">
          <a:xfrm>
            <a:off x="304800" y="2195513"/>
            <a:ext cx="6794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999429" name="Object 5"/>
          <p:cNvGraphicFramePr>
            <a:graphicFrameLocks noChangeAspect="1"/>
          </p:cNvGraphicFramePr>
          <p:nvPr/>
        </p:nvGraphicFramePr>
        <p:xfrm>
          <a:off x="381000" y="849313"/>
          <a:ext cx="6597650" cy="593725"/>
        </p:xfrm>
        <a:graphic>
          <a:graphicData uri="http://schemas.openxmlformats.org/presentationml/2006/ole">
            <mc:AlternateContent xmlns:mc="http://schemas.openxmlformats.org/markup-compatibility/2006">
              <mc:Choice xmlns:v="urn:schemas-microsoft-com:vml" Requires="v">
                <p:oleObj spid="_x0000_s999438" name="Equation" r:id="rId3" imgW="2641320" imgH="241200" progId="Equation.3">
                  <p:embed/>
                </p:oleObj>
              </mc:Choice>
              <mc:Fallback>
                <p:oleObj name="Equation" r:id="rId3" imgW="2641320" imgH="241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849313"/>
                        <a:ext cx="659765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9430" name="Object 6"/>
          <p:cNvGraphicFramePr>
            <a:graphicFrameLocks noChangeAspect="1"/>
          </p:cNvGraphicFramePr>
          <p:nvPr/>
        </p:nvGraphicFramePr>
        <p:xfrm>
          <a:off x="381000" y="1512888"/>
          <a:ext cx="6324600" cy="603250"/>
        </p:xfrm>
        <a:graphic>
          <a:graphicData uri="http://schemas.openxmlformats.org/presentationml/2006/ole">
            <mc:AlternateContent xmlns:mc="http://schemas.openxmlformats.org/markup-compatibility/2006">
              <mc:Choice xmlns:v="urn:schemas-microsoft-com:vml" Requires="v">
                <p:oleObj spid="_x0000_s999439" name="Equation" r:id="rId5" imgW="2501640" imgH="241200" progId="Equation.3">
                  <p:embed/>
                </p:oleObj>
              </mc:Choice>
              <mc:Fallback>
                <p:oleObj name="Equation" r:id="rId5" imgW="2501640" imgH="24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512888"/>
                        <a:ext cx="632460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9431" name="Text Box 7"/>
          <p:cNvSpPr txBox="1">
            <a:spLocks noChangeArrowheads="1"/>
          </p:cNvSpPr>
          <p:nvPr/>
        </p:nvSpPr>
        <p:spPr bwMode="auto">
          <a:xfrm>
            <a:off x="914400" y="2195513"/>
            <a:ext cx="32004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(1)  </a:t>
            </a:r>
            <a:r>
              <a:rPr lang="en-US" altLang="zh-CN" i="1">
                <a:latin typeface="Times New Roman" panose="02020603050405020304" pitchFamily="18" charset="0"/>
              </a:rPr>
              <a:t>f </a:t>
            </a:r>
            <a:r>
              <a:rPr lang="zh-CN" altLang="en-US">
                <a:cs typeface="Times New Roman" panose="02020603050405020304" pitchFamily="18" charset="0"/>
              </a:rPr>
              <a:t>的矩阵为</a:t>
            </a:r>
            <a:r>
              <a:rPr lang="zh-CN" altLang="en-US"/>
              <a:t> </a:t>
            </a:r>
          </a:p>
        </p:txBody>
      </p:sp>
      <p:graphicFrame>
        <p:nvGraphicFramePr>
          <p:cNvPr id="999432" name="Object 8"/>
          <p:cNvGraphicFramePr>
            <a:graphicFrameLocks noChangeAspect="1"/>
          </p:cNvGraphicFramePr>
          <p:nvPr/>
        </p:nvGraphicFramePr>
        <p:xfrm>
          <a:off x="2133600" y="2728913"/>
          <a:ext cx="3352800" cy="1701800"/>
        </p:xfrm>
        <a:graphic>
          <a:graphicData uri="http://schemas.openxmlformats.org/presentationml/2006/ole">
            <mc:AlternateContent xmlns:mc="http://schemas.openxmlformats.org/markup-compatibility/2006">
              <mc:Choice xmlns:v="urn:schemas-microsoft-com:vml" Requires="v">
                <p:oleObj spid="_x0000_s999440" name="Equation" r:id="rId7" imgW="1384200" imgH="698400" progId="Equation.3">
                  <p:embed/>
                </p:oleObj>
              </mc:Choice>
              <mc:Fallback>
                <p:oleObj name="Equation" r:id="rId7" imgW="1384200" imgH="6984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2728913"/>
                        <a:ext cx="3352800" cy="170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9433" name="Text Box 9"/>
          <p:cNvSpPr txBox="1">
            <a:spLocks noChangeArrowheads="1"/>
          </p:cNvSpPr>
          <p:nvPr/>
        </p:nvSpPr>
        <p:spPr bwMode="auto">
          <a:xfrm>
            <a:off x="152400" y="4252913"/>
            <a:ext cx="21383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cs typeface="Times New Roman" panose="02020603050405020304" pitchFamily="18" charset="0"/>
              </a:rPr>
              <a:t>顺序主子式</a:t>
            </a:r>
            <a:r>
              <a:rPr lang="zh-CN" altLang="en-US"/>
              <a:t> </a:t>
            </a:r>
          </a:p>
        </p:txBody>
      </p:sp>
      <p:graphicFrame>
        <p:nvGraphicFramePr>
          <p:cNvPr id="999434" name="Object 10"/>
          <p:cNvGraphicFramePr>
            <a:graphicFrameLocks noChangeAspect="1"/>
          </p:cNvGraphicFramePr>
          <p:nvPr/>
        </p:nvGraphicFramePr>
        <p:xfrm>
          <a:off x="1295400" y="5140325"/>
          <a:ext cx="1219200" cy="479425"/>
        </p:xfrm>
        <a:graphic>
          <a:graphicData uri="http://schemas.openxmlformats.org/presentationml/2006/ole">
            <mc:AlternateContent xmlns:mc="http://schemas.openxmlformats.org/markup-compatibility/2006">
              <mc:Choice xmlns:v="urn:schemas-microsoft-com:vml" Requires="v">
                <p:oleObj spid="_x0000_s999441" name="Equation" r:id="rId9" imgW="533160" imgH="203040" progId="Equation.3">
                  <p:embed/>
                </p:oleObj>
              </mc:Choice>
              <mc:Fallback>
                <p:oleObj name="Equation" r:id="rId9" imgW="533160" imgH="2030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5400" y="5140325"/>
                        <a:ext cx="12192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9435" name="Object 11"/>
          <p:cNvGraphicFramePr>
            <a:graphicFrameLocks noChangeAspect="1"/>
          </p:cNvGraphicFramePr>
          <p:nvPr/>
        </p:nvGraphicFramePr>
        <p:xfrm>
          <a:off x="2743200" y="4810125"/>
          <a:ext cx="2895600" cy="1119188"/>
        </p:xfrm>
        <a:graphic>
          <a:graphicData uri="http://schemas.openxmlformats.org/presentationml/2006/ole">
            <mc:AlternateContent xmlns:mc="http://schemas.openxmlformats.org/markup-compatibility/2006">
              <mc:Choice xmlns:v="urn:schemas-microsoft-com:vml" Requires="v">
                <p:oleObj spid="_x0000_s999442" name="Equation" r:id="rId11" imgW="1206360" imgH="469800" progId="Equation.3">
                  <p:embed/>
                </p:oleObj>
              </mc:Choice>
              <mc:Fallback>
                <p:oleObj name="Equation" r:id="rId11" imgW="1206360" imgH="4698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4810125"/>
                        <a:ext cx="2895600" cy="1119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9436" name="Object 12"/>
          <p:cNvGraphicFramePr>
            <a:graphicFrameLocks noChangeAspect="1"/>
          </p:cNvGraphicFramePr>
          <p:nvPr/>
        </p:nvGraphicFramePr>
        <p:xfrm>
          <a:off x="5867400" y="5143500"/>
          <a:ext cx="2057400" cy="484188"/>
        </p:xfrm>
        <a:graphic>
          <a:graphicData uri="http://schemas.openxmlformats.org/presentationml/2006/ole">
            <mc:AlternateContent xmlns:mc="http://schemas.openxmlformats.org/markup-compatibility/2006">
              <mc:Choice xmlns:v="urn:schemas-microsoft-com:vml" Requires="v">
                <p:oleObj spid="_x0000_s999443" name="Equation" r:id="rId13" imgW="876240" imgH="203040" progId="Equation.3">
                  <p:embed/>
                </p:oleObj>
              </mc:Choice>
              <mc:Fallback>
                <p:oleObj name="Equation" r:id="rId13" imgW="876240" imgH="20304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7400" y="5143500"/>
                        <a:ext cx="20574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9437" name="Text Box 13"/>
          <p:cNvSpPr txBox="1">
            <a:spLocks noChangeArrowheads="1"/>
          </p:cNvSpPr>
          <p:nvPr/>
        </p:nvSpPr>
        <p:spPr bwMode="auto">
          <a:xfrm>
            <a:off x="152400" y="5929313"/>
            <a:ext cx="31464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cs typeface="Times New Roman" panose="02020603050405020304" pitchFamily="18" charset="0"/>
              </a:rPr>
              <a:t>所以</a:t>
            </a:r>
            <a:r>
              <a:rPr lang="zh-CN" altLang="en-US" sz="1400">
                <a:cs typeface="Times New Roman" panose="02020603050405020304" pitchFamily="18" charset="0"/>
              </a:rPr>
              <a:t> </a:t>
            </a:r>
            <a:r>
              <a:rPr lang="en-US" altLang="zh-CN" i="1">
                <a:latin typeface="Times New Roman" panose="02020603050405020304" pitchFamily="18" charset="0"/>
              </a:rPr>
              <a:t>f </a:t>
            </a:r>
            <a:r>
              <a:rPr lang="zh-CN" altLang="en-US">
                <a:cs typeface="Times New Roman" panose="02020603050405020304" pitchFamily="18" charset="0"/>
              </a:rPr>
              <a:t>是负定的。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9427"/>
                                        </p:tgtEl>
                                        <p:attrNameLst>
                                          <p:attrName>style.visibility</p:attrName>
                                        </p:attrNameLst>
                                      </p:cBhvr>
                                      <p:to>
                                        <p:strVal val="visible"/>
                                      </p:to>
                                    </p:set>
                                    <p:animEffect transition="in" filter="wipe(left)">
                                      <p:cBhvr>
                                        <p:cTn id="7" dur="500"/>
                                        <p:tgtEl>
                                          <p:spTgt spid="9994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99429"/>
                                        </p:tgtEl>
                                        <p:attrNameLst>
                                          <p:attrName>style.visibility</p:attrName>
                                        </p:attrNameLst>
                                      </p:cBhvr>
                                      <p:to>
                                        <p:strVal val="visible"/>
                                      </p:to>
                                    </p:set>
                                    <p:animEffect transition="in" filter="wipe(left)">
                                      <p:cBhvr>
                                        <p:cTn id="11" dur="500"/>
                                        <p:tgtEl>
                                          <p:spTgt spid="99942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999430"/>
                                        </p:tgtEl>
                                        <p:attrNameLst>
                                          <p:attrName>style.visibility</p:attrName>
                                        </p:attrNameLst>
                                      </p:cBhvr>
                                      <p:to>
                                        <p:strVal val="visible"/>
                                      </p:to>
                                    </p:set>
                                    <p:animEffect transition="in" filter="wipe(left)">
                                      <p:cBhvr>
                                        <p:cTn id="15" dur="500"/>
                                        <p:tgtEl>
                                          <p:spTgt spid="99943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99428"/>
                                        </p:tgtEl>
                                        <p:attrNameLst>
                                          <p:attrName>style.visibility</p:attrName>
                                        </p:attrNameLst>
                                      </p:cBhvr>
                                      <p:to>
                                        <p:strVal val="visible"/>
                                      </p:to>
                                    </p:set>
                                    <p:animEffect transition="in" filter="wipe(left)">
                                      <p:cBhvr>
                                        <p:cTn id="20" dur="500"/>
                                        <p:tgtEl>
                                          <p:spTgt spid="99942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99431"/>
                                        </p:tgtEl>
                                        <p:attrNameLst>
                                          <p:attrName>style.visibility</p:attrName>
                                        </p:attrNameLst>
                                      </p:cBhvr>
                                      <p:to>
                                        <p:strVal val="visible"/>
                                      </p:to>
                                    </p:set>
                                    <p:animEffect transition="in" filter="wipe(left)">
                                      <p:cBhvr>
                                        <p:cTn id="25" dur="500"/>
                                        <p:tgtEl>
                                          <p:spTgt spid="99943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99432"/>
                                        </p:tgtEl>
                                        <p:attrNameLst>
                                          <p:attrName>style.visibility</p:attrName>
                                        </p:attrNameLst>
                                      </p:cBhvr>
                                      <p:to>
                                        <p:strVal val="visible"/>
                                      </p:to>
                                    </p:set>
                                    <p:animEffect transition="in" filter="wipe(left)">
                                      <p:cBhvr>
                                        <p:cTn id="30" dur="500"/>
                                        <p:tgtEl>
                                          <p:spTgt spid="99943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99433"/>
                                        </p:tgtEl>
                                        <p:attrNameLst>
                                          <p:attrName>style.visibility</p:attrName>
                                        </p:attrNameLst>
                                      </p:cBhvr>
                                      <p:to>
                                        <p:strVal val="visible"/>
                                      </p:to>
                                    </p:set>
                                    <p:animEffect transition="in" filter="wipe(left)">
                                      <p:cBhvr>
                                        <p:cTn id="35" dur="500"/>
                                        <p:tgtEl>
                                          <p:spTgt spid="99943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99434"/>
                                        </p:tgtEl>
                                        <p:attrNameLst>
                                          <p:attrName>style.visibility</p:attrName>
                                        </p:attrNameLst>
                                      </p:cBhvr>
                                      <p:to>
                                        <p:strVal val="visible"/>
                                      </p:to>
                                    </p:set>
                                    <p:animEffect transition="in" filter="wipe(left)">
                                      <p:cBhvr>
                                        <p:cTn id="40" dur="500"/>
                                        <p:tgtEl>
                                          <p:spTgt spid="99943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99435"/>
                                        </p:tgtEl>
                                        <p:attrNameLst>
                                          <p:attrName>style.visibility</p:attrName>
                                        </p:attrNameLst>
                                      </p:cBhvr>
                                      <p:to>
                                        <p:strVal val="visible"/>
                                      </p:to>
                                    </p:set>
                                    <p:animEffect transition="in" filter="wipe(left)">
                                      <p:cBhvr>
                                        <p:cTn id="45" dur="500"/>
                                        <p:tgtEl>
                                          <p:spTgt spid="99943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99436"/>
                                        </p:tgtEl>
                                        <p:attrNameLst>
                                          <p:attrName>style.visibility</p:attrName>
                                        </p:attrNameLst>
                                      </p:cBhvr>
                                      <p:to>
                                        <p:strVal val="visible"/>
                                      </p:to>
                                    </p:set>
                                    <p:animEffect transition="in" filter="wipe(left)">
                                      <p:cBhvr>
                                        <p:cTn id="50" dur="500"/>
                                        <p:tgtEl>
                                          <p:spTgt spid="99943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99437"/>
                                        </p:tgtEl>
                                        <p:attrNameLst>
                                          <p:attrName>style.visibility</p:attrName>
                                        </p:attrNameLst>
                                      </p:cBhvr>
                                      <p:to>
                                        <p:strVal val="visible"/>
                                      </p:to>
                                    </p:set>
                                    <p:animEffect transition="in" filter="wipe(left)">
                                      <p:cBhvr>
                                        <p:cTn id="55" dur="500"/>
                                        <p:tgtEl>
                                          <p:spTgt spid="999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9427" grpId="0" autoUpdateAnimBg="0"/>
      <p:bldP spid="999428" grpId="0" autoUpdateAnimBg="0"/>
      <p:bldP spid="999431" grpId="0" autoUpdateAnimBg="0"/>
      <p:bldP spid="999433" grpId="0" autoUpdateAnimBg="0"/>
      <p:bldP spid="999437"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C1E32B39-0B42-416D-9A6B-9B00EFC52C5C}" type="slidenum">
              <a:rPr lang="zh-CN" altLang="en-US"/>
              <a:pPr/>
              <a:t>69</a:t>
            </a:fld>
            <a:endParaRPr lang="zh-CN" altLang="en-US"/>
          </a:p>
        </p:txBody>
      </p:sp>
      <p:sp>
        <p:nvSpPr>
          <p:cNvPr id="1000454" name="Text Box 6"/>
          <p:cNvSpPr txBox="1">
            <a:spLocks noChangeArrowheads="1"/>
          </p:cNvSpPr>
          <p:nvPr/>
        </p:nvSpPr>
        <p:spPr bwMode="auto">
          <a:xfrm>
            <a:off x="1003300" y="2170113"/>
            <a:ext cx="3276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cs typeface="Times New Roman" panose="02020603050405020304" pitchFamily="18" charset="0"/>
              </a:rPr>
              <a:t>(2)   </a:t>
            </a:r>
            <a:r>
              <a:rPr lang="en-US" altLang="zh-CN" i="1">
                <a:latin typeface="Times New Roman" panose="02020603050405020304" pitchFamily="18" charset="0"/>
              </a:rPr>
              <a:t>f </a:t>
            </a:r>
            <a:r>
              <a:rPr lang="zh-CN" altLang="en-US">
                <a:cs typeface="Times New Roman" panose="02020603050405020304" pitchFamily="18" charset="0"/>
              </a:rPr>
              <a:t>的矩阵为</a:t>
            </a:r>
            <a:r>
              <a:rPr lang="zh-CN" altLang="en-US"/>
              <a:t> </a:t>
            </a:r>
          </a:p>
        </p:txBody>
      </p:sp>
      <p:graphicFrame>
        <p:nvGraphicFramePr>
          <p:cNvPr id="1000455" name="Object 7"/>
          <p:cNvGraphicFramePr>
            <a:graphicFrameLocks noChangeAspect="1"/>
          </p:cNvGraphicFramePr>
          <p:nvPr/>
        </p:nvGraphicFramePr>
        <p:xfrm>
          <a:off x="2133600" y="2728913"/>
          <a:ext cx="3382963" cy="1701800"/>
        </p:xfrm>
        <a:graphic>
          <a:graphicData uri="http://schemas.openxmlformats.org/presentationml/2006/ole">
            <mc:AlternateContent xmlns:mc="http://schemas.openxmlformats.org/markup-compatibility/2006">
              <mc:Choice xmlns:v="urn:schemas-microsoft-com:vml" Requires="v">
                <p:oleObj spid="_x0000_s1000465" name="Equation" r:id="rId3" imgW="1396800" imgH="698400" progId="Equation.3">
                  <p:embed/>
                </p:oleObj>
              </mc:Choice>
              <mc:Fallback>
                <p:oleObj name="Equation" r:id="rId3" imgW="1396800" imgH="6984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728913"/>
                        <a:ext cx="3382963" cy="170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0456" name="Text Box 8"/>
          <p:cNvSpPr txBox="1">
            <a:spLocks noChangeArrowheads="1"/>
          </p:cNvSpPr>
          <p:nvPr/>
        </p:nvSpPr>
        <p:spPr bwMode="auto">
          <a:xfrm>
            <a:off x="228600" y="4329113"/>
            <a:ext cx="2971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cs typeface="Times New Roman" panose="02020603050405020304" pitchFamily="18" charset="0"/>
              </a:rPr>
              <a:t>顺序主子式</a:t>
            </a:r>
            <a:r>
              <a:rPr lang="zh-CN" altLang="en-US"/>
              <a:t> </a:t>
            </a:r>
          </a:p>
        </p:txBody>
      </p:sp>
      <p:graphicFrame>
        <p:nvGraphicFramePr>
          <p:cNvPr id="1000457" name="Object 9"/>
          <p:cNvGraphicFramePr>
            <a:graphicFrameLocks noChangeAspect="1"/>
          </p:cNvGraphicFramePr>
          <p:nvPr/>
        </p:nvGraphicFramePr>
        <p:xfrm>
          <a:off x="2057400" y="5157788"/>
          <a:ext cx="914400" cy="471487"/>
        </p:xfrm>
        <a:graphic>
          <a:graphicData uri="http://schemas.openxmlformats.org/presentationml/2006/ole">
            <mc:AlternateContent xmlns:mc="http://schemas.openxmlformats.org/markup-compatibility/2006">
              <mc:Choice xmlns:v="urn:schemas-microsoft-com:vml" Requires="v">
                <p:oleObj spid="_x0000_s1000466" name="Equation" r:id="rId5" imgW="406080" imgH="203040" progId="Equation.3">
                  <p:embed/>
                </p:oleObj>
              </mc:Choice>
              <mc:Fallback>
                <p:oleObj name="Equation" r:id="rId5" imgW="406080" imgH="20304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5157788"/>
                        <a:ext cx="914400"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0458" name="Text Box 10"/>
          <p:cNvSpPr txBox="1">
            <a:spLocks noChangeArrowheads="1"/>
          </p:cNvSpPr>
          <p:nvPr/>
        </p:nvSpPr>
        <p:spPr bwMode="auto">
          <a:xfrm>
            <a:off x="152400" y="5929313"/>
            <a:ext cx="31464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cs typeface="Times New Roman" panose="02020603050405020304" pitchFamily="18" charset="0"/>
              </a:rPr>
              <a:t>所以</a:t>
            </a:r>
            <a:r>
              <a:rPr lang="zh-CN" altLang="en-US" sz="1400">
                <a:cs typeface="Times New Roman" panose="02020603050405020304" pitchFamily="18" charset="0"/>
              </a:rPr>
              <a:t> </a:t>
            </a:r>
            <a:r>
              <a:rPr lang="en-US" altLang="zh-CN" i="1">
                <a:latin typeface="Times New Roman" panose="02020603050405020304" pitchFamily="18" charset="0"/>
              </a:rPr>
              <a:t>f </a:t>
            </a:r>
            <a:r>
              <a:rPr lang="zh-CN" altLang="en-US">
                <a:cs typeface="Times New Roman" panose="02020603050405020304" pitchFamily="18" charset="0"/>
              </a:rPr>
              <a:t>是</a:t>
            </a:r>
            <a:r>
              <a:rPr lang="zh-CN" altLang="en-US"/>
              <a:t>不</a:t>
            </a:r>
            <a:r>
              <a:rPr lang="zh-CN" altLang="en-US">
                <a:cs typeface="Times New Roman" panose="02020603050405020304" pitchFamily="18" charset="0"/>
              </a:rPr>
              <a:t>定的。 </a:t>
            </a:r>
          </a:p>
        </p:txBody>
      </p:sp>
      <p:graphicFrame>
        <p:nvGraphicFramePr>
          <p:cNvPr id="1000459" name="Object 11"/>
          <p:cNvGraphicFramePr>
            <a:graphicFrameLocks noChangeAspect="1"/>
          </p:cNvGraphicFramePr>
          <p:nvPr/>
        </p:nvGraphicFramePr>
        <p:xfrm>
          <a:off x="3208338" y="4776788"/>
          <a:ext cx="2963862" cy="1120775"/>
        </p:xfrm>
        <a:graphic>
          <a:graphicData uri="http://schemas.openxmlformats.org/presentationml/2006/ole">
            <mc:AlternateContent xmlns:mc="http://schemas.openxmlformats.org/markup-compatibility/2006">
              <mc:Choice xmlns:v="urn:schemas-microsoft-com:vml" Requires="v">
                <p:oleObj spid="_x0000_s1000467" name="Equation" r:id="rId7" imgW="1231560" imgH="469800" progId="Equation.3">
                  <p:embed/>
                </p:oleObj>
              </mc:Choice>
              <mc:Fallback>
                <p:oleObj name="Equation" r:id="rId7" imgW="1231560" imgH="4698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8338" y="4776788"/>
                        <a:ext cx="2963862" cy="1120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0461" name="Text Box 13"/>
          <p:cNvSpPr txBox="1">
            <a:spLocks noChangeArrowheads="1"/>
          </p:cNvSpPr>
          <p:nvPr/>
        </p:nvSpPr>
        <p:spPr bwMode="auto">
          <a:xfrm>
            <a:off x="304800" y="254000"/>
            <a:ext cx="7467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例5 </a:t>
            </a:r>
            <a:r>
              <a:rPr lang="zh-CN" altLang="en-US">
                <a:cs typeface="Times New Roman" panose="02020603050405020304" pitchFamily="18" charset="0"/>
              </a:rPr>
              <a:t>判定下列二次型是否</a:t>
            </a:r>
            <a:r>
              <a:rPr lang="zh-CN" altLang="en-US"/>
              <a:t>为</a:t>
            </a:r>
            <a:r>
              <a:rPr lang="zh-CN" altLang="en-US">
                <a:cs typeface="Times New Roman" panose="02020603050405020304" pitchFamily="18" charset="0"/>
              </a:rPr>
              <a:t>有定二次型。</a:t>
            </a:r>
            <a:r>
              <a:rPr lang="zh-CN" altLang="en-US"/>
              <a:t> </a:t>
            </a:r>
          </a:p>
        </p:txBody>
      </p:sp>
      <p:sp>
        <p:nvSpPr>
          <p:cNvPr id="1000462" name="Text Box 14"/>
          <p:cNvSpPr txBox="1">
            <a:spLocks noChangeArrowheads="1"/>
          </p:cNvSpPr>
          <p:nvPr/>
        </p:nvSpPr>
        <p:spPr bwMode="auto">
          <a:xfrm>
            <a:off x="304800" y="2195513"/>
            <a:ext cx="6794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graphicFrame>
        <p:nvGraphicFramePr>
          <p:cNvPr id="1000463" name="Object 15"/>
          <p:cNvGraphicFramePr>
            <a:graphicFrameLocks noChangeAspect="1"/>
          </p:cNvGraphicFramePr>
          <p:nvPr/>
        </p:nvGraphicFramePr>
        <p:xfrm>
          <a:off x="381000" y="849313"/>
          <a:ext cx="6597650" cy="593725"/>
        </p:xfrm>
        <a:graphic>
          <a:graphicData uri="http://schemas.openxmlformats.org/presentationml/2006/ole">
            <mc:AlternateContent xmlns:mc="http://schemas.openxmlformats.org/markup-compatibility/2006">
              <mc:Choice xmlns:v="urn:schemas-microsoft-com:vml" Requires="v">
                <p:oleObj spid="_x0000_s1000468" name="Equation" r:id="rId9" imgW="2641320" imgH="241200" progId="Equation.3">
                  <p:embed/>
                </p:oleObj>
              </mc:Choice>
              <mc:Fallback>
                <p:oleObj name="Equation" r:id="rId9" imgW="2641320" imgH="2412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849313"/>
                        <a:ext cx="659765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0464" name="Object 16"/>
          <p:cNvGraphicFramePr>
            <a:graphicFrameLocks noChangeAspect="1"/>
          </p:cNvGraphicFramePr>
          <p:nvPr/>
        </p:nvGraphicFramePr>
        <p:xfrm>
          <a:off x="381000" y="1512888"/>
          <a:ext cx="6324600" cy="603250"/>
        </p:xfrm>
        <a:graphic>
          <a:graphicData uri="http://schemas.openxmlformats.org/presentationml/2006/ole">
            <mc:AlternateContent xmlns:mc="http://schemas.openxmlformats.org/markup-compatibility/2006">
              <mc:Choice xmlns:v="urn:schemas-microsoft-com:vml" Requires="v">
                <p:oleObj spid="_x0000_s1000469" name="Equation" r:id="rId11" imgW="2501640" imgH="241200" progId="Equation.3">
                  <p:embed/>
                </p:oleObj>
              </mc:Choice>
              <mc:Fallback>
                <p:oleObj name="Equation" r:id="rId11" imgW="2501640" imgH="2412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1512888"/>
                        <a:ext cx="632460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0454"/>
                                        </p:tgtEl>
                                        <p:attrNameLst>
                                          <p:attrName>style.visibility</p:attrName>
                                        </p:attrNameLst>
                                      </p:cBhvr>
                                      <p:to>
                                        <p:strVal val="visible"/>
                                      </p:to>
                                    </p:set>
                                    <p:animEffect transition="in" filter="wipe(left)">
                                      <p:cBhvr>
                                        <p:cTn id="7" dur="500"/>
                                        <p:tgtEl>
                                          <p:spTgt spid="10004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00455"/>
                                        </p:tgtEl>
                                        <p:attrNameLst>
                                          <p:attrName>style.visibility</p:attrName>
                                        </p:attrNameLst>
                                      </p:cBhvr>
                                      <p:to>
                                        <p:strVal val="visible"/>
                                      </p:to>
                                    </p:set>
                                    <p:animEffect transition="in" filter="wipe(left)">
                                      <p:cBhvr>
                                        <p:cTn id="12" dur="500"/>
                                        <p:tgtEl>
                                          <p:spTgt spid="10004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0456"/>
                                        </p:tgtEl>
                                        <p:attrNameLst>
                                          <p:attrName>style.visibility</p:attrName>
                                        </p:attrNameLst>
                                      </p:cBhvr>
                                      <p:to>
                                        <p:strVal val="visible"/>
                                      </p:to>
                                    </p:set>
                                    <p:animEffect transition="in" filter="wipe(left)">
                                      <p:cBhvr>
                                        <p:cTn id="17" dur="500"/>
                                        <p:tgtEl>
                                          <p:spTgt spid="10004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00457"/>
                                        </p:tgtEl>
                                        <p:attrNameLst>
                                          <p:attrName>style.visibility</p:attrName>
                                        </p:attrNameLst>
                                      </p:cBhvr>
                                      <p:to>
                                        <p:strVal val="visible"/>
                                      </p:to>
                                    </p:set>
                                    <p:animEffect transition="in" filter="wipe(left)">
                                      <p:cBhvr>
                                        <p:cTn id="22" dur="500"/>
                                        <p:tgtEl>
                                          <p:spTgt spid="10004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00459"/>
                                        </p:tgtEl>
                                        <p:attrNameLst>
                                          <p:attrName>style.visibility</p:attrName>
                                        </p:attrNameLst>
                                      </p:cBhvr>
                                      <p:to>
                                        <p:strVal val="visible"/>
                                      </p:to>
                                    </p:set>
                                    <p:animEffect transition="in" filter="wipe(left)">
                                      <p:cBhvr>
                                        <p:cTn id="27" dur="500"/>
                                        <p:tgtEl>
                                          <p:spTgt spid="10004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00458"/>
                                        </p:tgtEl>
                                        <p:attrNameLst>
                                          <p:attrName>style.visibility</p:attrName>
                                        </p:attrNameLst>
                                      </p:cBhvr>
                                      <p:to>
                                        <p:strVal val="visible"/>
                                      </p:to>
                                    </p:set>
                                    <p:animEffect transition="in" filter="wipe(left)">
                                      <p:cBhvr>
                                        <p:cTn id="32" dur="500"/>
                                        <p:tgtEl>
                                          <p:spTgt spid="1000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54" grpId="0" autoUpdateAnimBg="0"/>
      <p:bldP spid="1000456" grpId="0" autoUpdateAnimBg="0"/>
      <p:bldP spid="1000458"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88BF4B3-07F3-4439-976D-1B01D3E49134}" type="slidenum">
              <a:rPr lang="zh-CN" altLang="en-US"/>
              <a:pPr/>
              <a:t>70</a:t>
            </a:fld>
            <a:endParaRPr lang="zh-CN" altLang="en-US"/>
          </a:p>
        </p:txBody>
      </p:sp>
      <p:sp>
        <p:nvSpPr>
          <p:cNvPr id="1024002" name="WordArt 2"/>
          <p:cNvSpPr>
            <a:spLocks noChangeArrowheads="1" noChangeShapeType="1" noTextEdit="1"/>
          </p:cNvSpPr>
          <p:nvPr/>
        </p:nvSpPr>
        <p:spPr bwMode="auto">
          <a:xfrm>
            <a:off x="5181600" y="228600"/>
            <a:ext cx="2971800" cy="1752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rgbClr val="FFFFFF"/>
                </a:solidFill>
                <a:effectLst>
                  <a:outerShdw dist="35921" dir="2700000" algn="ctr" rotWithShape="0">
                    <a:srgbClr val="C0C0C0"/>
                  </a:outerShdw>
                </a:effectLst>
              </a:rPr>
              <a:t>END</a:t>
            </a:r>
            <a:endParaRPr lang="zh-CN" altLang="en-US" sz="3600" kern="10">
              <a:solidFill>
                <a:srgbClr val="FFFFFF"/>
              </a:solidFill>
              <a:effectLst>
                <a:outerShdw dist="35921" dir="2700000" algn="ctr" rotWithShape="0">
                  <a:srgbClr val="C0C0C0"/>
                </a:outerShdw>
              </a:effectLst>
            </a:endParaRPr>
          </a:p>
        </p:txBody>
      </p:sp>
      <p:sp>
        <p:nvSpPr>
          <p:cNvPr id="1024003" name="Rectangle 3"/>
          <p:cNvSpPr>
            <a:spLocks noGrp="1" noChangeArrowheads="1"/>
          </p:cNvSpPr>
          <p:nvPr>
            <p:ph type="title"/>
          </p:nvPr>
        </p:nvSpPr>
        <p:spPr>
          <a:xfrm>
            <a:off x="8153400" y="5334000"/>
            <a:ext cx="609600" cy="304800"/>
          </a:xfrm>
        </p:spPr>
        <p:txBody>
          <a:bodyPr/>
          <a:lstStyle/>
          <a:p>
            <a:pPr algn="l"/>
            <a:r>
              <a:rPr lang="en-US" altLang="zh-CN" sz="1600"/>
              <a:t>END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1E983C75-93B4-414B-A98E-F281BB496C6B}" type="slidenum">
              <a:rPr lang="zh-CN" altLang="en-US"/>
              <a:pPr/>
              <a:t>71</a:t>
            </a:fld>
            <a:endParaRPr lang="zh-CN" altLang="en-US"/>
          </a:p>
        </p:txBody>
      </p:sp>
      <p:sp>
        <p:nvSpPr>
          <p:cNvPr id="1021954" name="Rectangle 2"/>
          <p:cNvSpPr>
            <a:spLocks noGrp="1" noChangeArrowheads="1"/>
          </p:cNvSpPr>
          <p:nvPr>
            <p:ph type="title"/>
          </p:nvPr>
        </p:nvSpPr>
        <p:spPr>
          <a:xfrm>
            <a:off x="1295400" y="152400"/>
            <a:ext cx="6553200" cy="609600"/>
          </a:xfrm>
        </p:spPr>
        <p:txBody>
          <a:bodyPr/>
          <a:lstStyle/>
          <a:p>
            <a:r>
              <a:rPr lang="zh-CN" altLang="en-US" sz="3600" b="1">
                <a:solidFill>
                  <a:srgbClr val="0033CC"/>
                </a:solidFill>
                <a:latin typeface="黑体" panose="02010609060101010101" pitchFamily="49" charset="-122"/>
                <a:ea typeface="黑体" panose="02010609060101010101" pitchFamily="49" charset="-122"/>
              </a:rPr>
              <a:t>习题选解</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1954"/>
                                        </p:tgtEl>
                                        <p:attrNameLst>
                                          <p:attrName>style.visibility</p:attrName>
                                        </p:attrNameLst>
                                      </p:cBhvr>
                                      <p:to>
                                        <p:strVal val="visible"/>
                                      </p:to>
                                    </p:set>
                                    <p:animEffect transition="in" filter="wipe(left)">
                                      <p:cBhvr>
                                        <p:cTn id="7" dur="500"/>
                                        <p:tgtEl>
                                          <p:spTgt spid="1021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54"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2"/>
          </p:nvPr>
        </p:nvSpPr>
        <p:spPr/>
        <p:txBody>
          <a:bodyPr/>
          <a:lstStyle/>
          <a:p>
            <a:fld id="{4C6C2AAE-FFB0-47B9-9FF4-170C8CB97C12}" type="slidenum">
              <a:rPr lang="zh-CN" altLang="en-US"/>
              <a:pPr/>
              <a:t>72</a:t>
            </a:fld>
            <a:endParaRPr lang="zh-CN" altLang="en-US"/>
          </a:p>
        </p:txBody>
      </p:sp>
      <p:graphicFrame>
        <p:nvGraphicFramePr>
          <p:cNvPr id="1022978" name="Object 2"/>
          <p:cNvGraphicFramePr>
            <a:graphicFrameLocks noChangeAspect="1"/>
          </p:cNvGraphicFramePr>
          <p:nvPr/>
        </p:nvGraphicFramePr>
        <p:xfrm>
          <a:off x="381000" y="304800"/>
          <a:ext cx="8139113" cy="1660525"/>
        </p:xfrm>
        <a:graphic>
          <a:graphicData uri="http://schemas.openxmlformats.org/presentationml/2006/ole">
            <mc:AlternateContent xmlns:mc="http://schemas.openxmlformats.org/markup-compatibility/2006">
              <mc:Choice xmlns:v="urn:schemas-microsoft-com:vml" Requires="v">
                <p:oleObj spid="_x0000_s1022986" name="Equation" r:id="rId3" imgW="3352680" imgH="711000" progId="Equation.3">
                  <p:embed/>
                </p:oleObj>
              </mc:Choice>
              <mc:Fallback>
                <p:oleObj name="Equation" r:id="rId3" imgW="3352680" imgH="711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04800"/>
                        <a:ext cx="8139113" cy="166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2979" name="Object 3"/>
          <p:cNvGraphicFramePr>
            <a:graphicFrameLocks noChangeAspect="1"/>
          </p:cNvGraphicFramePr>
          <p:nvPr/>
        </p:nvGraphicFramePr>
        <p:xfrm>
          <a:off x="304800" y="1958975"/>
          <a:ext cx="8534400" cy="1582738"/>
        </p:xfrm>
        <a:graphic>
          <a:graphicData uri="http://schemas.openxmlformats.org/presentationml/2006/ole">
            <mc:AlternateContent xmlns:mc="http://schemas.openxmlformats.org/markup-compatibility/2006">
              <mc:Choice xmlns:v="urn:schemas-microsoft-com:vml" Requires="v">
                <p:oleObj spid="_x0000_s1022987" name="Equation" r:id="rId5" imgW="3492360" imgH="647640" progId="Equation.3">
                  <p:embed/>
                </p:oleObj>
              </mc:Choice>
              <mc:Fallback>
                <p:oleObj name="Equation" r:id="rId5" imgW="3492360" imgH="6476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958975"/>
                        <a:ext cx="8534400" cy="158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2980" name="Object 4"/>
          <p:cNvGraphicFramePr>
            <a:graphicFrameLocks noChangeAspect="1"/>
          </p:cNvGraphicFramePr>
          <p:nvPr/>
        </p:nvGraphicFramePr>
        <p:xfrm>
          <a:off x="457200" y="3517900"/>
          <a:ext cx="4495800" cy="1154113"/>
        </p:xfrm>
        <a:graphic>
          <a:graphicData uri="http://schemas.openxmlformats.org/presentationml/2006/ole">
            <mc:AlternateContent xmlns:mc="http://schemas.openxmlformats.org/markup-compatibility/2006">
              <mc:Choice xmlns:v="urn:schemas-microsoft-com:vml" Requires="v">
                <p:oleObj spid="_x0000_s1022988" name="Equation" r:id="rId7" imgW="1828800" imgH="469800" progId="Equation.3">
                  <p:embed/>
                </p:oleObj>
              </mc:Choice>
              <mc:Fallback>
                <p:oleObj name="Equation" r:id="rId7" imgW="1828800" imgH="4698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3517900"/>
                        <a:ext cx="4495800" cy="1154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2981" name="Object 5"/>
          <p:cNvGraphicFramePr>
            <a:graphicFrameLocks noChangeAspect="1"/>
          </p:cNvGraphicFramePr>
          <p:nvPr/>
        </p:nvGraphicFramePr>
        <p:xfrm>
          <a:off x="457200" y="4714875"/>
          <a:ext cx="3429000" cy="576263"/>
        </p:xfrm>
        <a:graphic>
          <a:graphicData uri="http://schemas.openxmlformats.org/presentationml/2006/ole">
            <mc:AlternateContent xmlns:mc="http://schemas.openxmlformats.org/markup-compatibility/2006">
              <mc:Choice xmlns:v="urn:schemas-microsoft-com:vml" Requires="v">
                <p:oleObj spid="_x0000_s1022989" name="Equation" r:id="rId9" imgW="1358640" imgH="228600" progId="Equation.3">
                  <p:embed/>
                </p:oleObj>
              </mc:Choice>
              <mc:Fallback>
                <p:oleObj name="Equation" r:id="rId9" imgW="1358640" imgH="228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4714875"/>
                        <a:ext cx="342900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2982" name="Text Box 6"/>
          <p:cNvSpPr txBox="1">
            <a:spLocks noChangeArrowheads="1"/>
          </p:cNvSpPr>
          <p:nvPr/>
        </p:nvSpPr>
        <p:spPr bwMode="auto">
          <a:xfrm>
            <a:off x="304800" y="1958975"/>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黑体" panose="02010609060101010101" pitchFamily="49" charset="-122"/>
                <a:ea typeface="黑体" panose="02010609060101010101" pitchFamily="49" charset="-122"/>
              </a:rPr>
              <a:t>解</a:t>
            </a:r>
          </a:p>
        </p:txBody>
      </p:sp>
      <p:sp>
        <p:nvSpPr>
          <p:cNvPr id="1022983" name="Text Box 7"/>
          <p:cNvSpPr txBox="1">
            <a:spLocks noChangeArrowheads="1"/>
          </p:cNvSpPr>
          <p:nvPr/>
        </p:nvSpPr>
        <p:spPr bwMode="auto">
          <a:xfrm>
            <a:off x="228600" y="5464175"/>
            <a:ext cx="685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rPr>
              <a:t>且 </a:t>
            </a:r>
            <a:r>
              <a:rPr lang="en-US" altLang="zh-CN" i="1">
                <a:latin typeface="Times New Roman" panose="02020603050405020304" pitchFamily="18" charset="0"/>
              </a:rPr>
              <a:t>C </a:t>
            </a:r>
            <a:r>
              <a:rPr lang="zh-CN" altLang="en-US">
                <a:latin typeface="Times New Roman" panose="02020603050405020304" pitchFamily="18" charset="0"/>
              </a:rPr>
              <a:t>是实对称阵，故 </a:t>
            </a:r>
            <a:r>
              <a:rPr lang="en-US" altLang="zh-CN" i="1">
                <a:latin typeface="Times New Roman" panose="02020603050405020304" pitchFamily="18" charset="0"/>
              </a:rPr>
              <a:t>C </a:t>
            </a:r>
            <a:r>
              <a:rPr lang="zh-CN" altLang="en-US">
                <a:latin typeface="Times New Roman" panose="02020603050405020304" pitchFamily="18" charset="0"/>
              </a:rPr>
              <a:t>是正定矩阵。</a:t>
            </a:r>
          </a:p>
        </p:txBody>
      </p:sp>
      <p:sp>
        <p:nvSpPr>
          <p:cNvPr id="1022984" name="Text Box 8"/>
          <p:cNvSpPr txBox="1">
            <a:spLocks noChangeArrowheads="1"/>
          </p:cNvSpPr>
          <p:nvPr/>
        </p:nvSpPr>
        <p:spPr bwMode="auto">
          <a:xfrm>
            <a:off x="228600" y="288925"/>
            <a:ext cx="914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ct val="50000"/>
              </a:spcBef>
            </a:pPr>
            <a:r>
              <a:rPr lang="zh-CN" altLang="en-US">
                <a:solidFill>
                  <a:srgbClr val="0033CC"/>
                </a:solidFill>
                <a:latin typeface="Times New Roman" panose="02020603050405020304" pitchFamily="18" charset="0"/>
                <a:ea typeface="黑体" panose="02010609060101010101" pitchFamily="49" charset="-122"/>
              </a:rPr>
              <a:t>12.</a:t>
            </a:r>
          </a:p>
        </p:txBody>
      </p:sp>
      <p:graphicFrame>
        <p:nvGraphicFramePr>
          <p:cNvPr id="1022985" name="Object 9"/>
          <p:cNvGraphicFramePr>
            <a:graphicFrameLocks noChangeAspect="1"/>
          </p:cNvGraphicFramePr>
          <p:nvPr/>
        </p:nvGraphicFramePr>
        <p:xfrm>
          <a:off x="4927600" y="3482975"/>
          <a:ext cx="2921000" cy="1187450"/>
        </p:xfrm>
        <a:graphic>
          <a:graphicData uri="http://schemas.openxmlformats.org/presentationml/2006/ole">
            <mc:AlternateContent xmlns:mc="http://schemas.openxmlformats.org/markup-compatibility/2006">
              <mc:Choice xmlns:v="urn:schemas-microsoft-com:vml" Requires="v">
                <p:oleObj spid="_x0000_s1022990" name="Equation" r:id="rId11" imgW="1155600" imgH="469800" progId="Equation.3">
                  <p:embed/>
                </p:oleObj>
              </mc:Choice>
              <mc:Fallback>
                <p:oleObj name="Equation" r:id="rId11" imgW="1155600" imgH="4698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7600" y="3482975"/>
                        <a:ext cx="2921000"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2984"/>
                                        </p:tgtEl>
                                        <p:attrNameLst>
                                          <p:attrName>style.visibility</p:attrName>
                                        </p:attrNameLst>
                                      </p:cBhvr>
                                      <p:to>
                                        <p:strVal val="visible"/>
                                      </p:to>
                                    </p:set>
                                    <p:animEffect transition="in" filter="wipe(left)">
                                      <p:cBhvr>
                                        <p:cTn id="7" dur="500"/>
                                        <p:tgtEl>
                                          <p:spTgt spid="102298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22978"/>
                                        </p:tgtEl>
                                        <p:attrNameLst>
                                          <p:attrName>style.visibility</p:attrName>
                                        </p:attrNameLst>
                                      </p:cBhvr>
                                      <p:to>
                                        <p:strVal val="visible"/>
                                      </p:to>
                                    </p:set>
                                    <p:animEffect transition="in" filter="wipe(left)">
                                      <p:cBhvr>
                                        <p:cTn id="11" dur="500"/>
                                        <p:tgtEl>
                                          <p:spTgt spid="102297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2982"/>
                                        </p:tgtEl>
                                        <p:attrNameLst>
                                          <p:attrName>style.visibility</p:attrName>
                                        </p:attrNameLst>
                                      </p:cBhvr>
                                      <p:to>
                                        <p:strVal val="visible"/>
                                      </p:to>
                                    </p:set>
                                    <p:animEffect transition="in" filter="wipe(left)">
                                      <p:cBhvr>
                                        <p:cTn id="16" dur="500"/>
                                        <p:tgtEl>
                                          <p:spTgt spid="10229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022979"/>
                                        </p:tgtEl>
                                        <p:attrNameLst>
                                          <p:attrName>style.visibility</p:attrName>
                                        </p:attrNameLst>
                                      </p:cBhvr>
                                      <p:to>
                                        <p:strVal val="visible"/>
                                      </p:to>
                                    </p:set>
                                    <p:animEffect transition="in" filter="wipe(left)">
                                      <p:cBhvr>
                                        <p:cTn id="21" dur="500"/>
                                        <p:tgtEl>
                                          <p:spTgt spid="102297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022980"/>
                                        </p:tgtEl>
                                        <p:attrNameLst>
                                          <p:attrName>style.visibility</p:attrName>
                                        </p:attrNameLst>
                                      </p:cBhvr>
                                      <p:to>
                                        <p:strVal val="visible"/>
                                      </p:to>
                                    </p:set>
                                    <p:animEffect transition="in" filter="wipe(left)">
                                      <p:cBhvr>
                                        <p:cTn id="26" dur="500"/>
                                        <p:tgtEl>
                                          <p:spTgt spid="10229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22985"/>
                                        </p:tgtEl>
                                        <p:attrNameLst>
                                          <p:attrName>style.visibility</p:attrName>
                                        </p:attrNameLst>
                                      </p:cBhvr>
                                      <p:to>
                                        <p:strVal val="visible"/>
                                      </p:to>
                                    </p:set>
                                    <p:animEffect transition="in" filter="wipe(left)">
                                      <p:cBhvr>
                                        <p:cTn id="31" dur="500"/>
                                        <p:tgtEl>
                                          <p:spTgt spid="102298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22981"/>
                                        </p:tgtEl>
                                        <p:attrNameLst>
                                          <p:attrName>style.visibility</p:attrName>
                                        </p:attrNameLst>
                                      </p:cBhvr>
                                      <p:to>
                                        <p:strVal val="visible"/>
                                      </p:to>
                                    </p:set>
                                    <p:animEffect transition="in" filter="wipe(left)">
                                      <p:cBhvr>
                                        <p:cTn id="36" dur="500"/>
                                        <p:tgtEl>
                                          <p:spTgt spid="102298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22983"/>
                                        </p:tgtEl>
                                        <p:attrNameLst>
                                          <p:attrName>style.visibility</p:attrName>
                                        </p:attrNameLst>
                                      </p:cBhvr>
                                      <p:to>
                                        <p:strVal val="visible"/>
                                      </p:to>
                                    </p:set>
                                    <p:animEffect transition="in" filter="wipe(left)">
                                      <p:cBhvr>
                                        <p:cTn id="41" dur="500"/>
                                        <p:tgtEl>
                                          <p:spTgt spid="1022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82" grpId="0" autoUpdateAnimBg="0"/>
      <p:bldP spid="1022983" grpId="0" autoUpdateAnimBg="0"/>
      <p:bldP spid="1022984" grpId="0" autoUpdateAnimBg="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31750" cap="flat" cmpd="sng" algn="ctr">
          <a:solidFill>
            <a:srgbClr val="0033CC"/>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31750" cap="flat" cmpd="sng" algn="ctr">
          <a:solidFill>
            <a:srgbClr val="0033CC"/>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13232</TotalTime>
  <Words>1697</Words>
  <Application>Microsoft Office PowerPoint</Application>
  <PresentationFormat>全屏显示(4:3)</PresentationFormat>
  <Paragraphs>298</Paragraphs>
  <Slides>72</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72</vt:i4>
      </vt:variant>
    </vt:vector>
  </HeadingPairs>
  <TitlesOfParts>
    <vt:vector size="79" baseType="lpstr">
      <vt:lpstr>Times New Roman</vt:lpstr>
      <vt:lpstr>宋体</vt:lpstr>
      <vt:lpstr>隶书</vt:lpstr>
      <vt:lpstr>黑体</vt:lpstr>
      <vt:lpstr>默认设计模板</vt:lpstr>
      <vt:lpstr>Microsoft 公式 3.0</vt:lpstr>
      <vt:lpstr>Microsoft Word 文档</vt:lpstr>
      <vt:lpstr>第五章</vt:lpstr>
      <vt:lpstr>PowerPoint 演示文稿</vt:lpstr>
      <vt:lpstr>第一节  二次型与对称矩阵</vt:lpstr>
      <vt:lpstr>PowerPoint 演示文稿</vt:lpstr>
      <vt:lpstr>PowerPoint 演示文稿</vt:lpstr>
      <vt:lpstr>PowerPoint 演示文稿</vt:lpstr>
      <vt:lpstr>PowerPoint 演示文稿</vt:lpstr>
      <vt:lpstr>PowerPoint 演示文稿</vt:lpstr>
      <vt:lpstr>PowerPoint 演示文稿</vt:lpstr>
      <vt:lpstr>(二) 线性变换</vt:lpstr>
      <vt:lpstr>PowerPoint 演示文稿</vt:lpstr>
      <vt:lpstr>PowerPoint 演示文稿</vt:lpstr>
      <vt:lpstr>(三) 矩阵的合同关系</vt:lpstr>
      <vt:lpstr>PowerPoint 演示文稿</vt:lpstr>
      <vt:lpstr>第二节  二次型与对称矩阵的标准型</vt:lpstr>
      <vt:lpstr>(一) 二次型的标准形</vt:lpstr>
      <vt:lpstr>1、用拉格朗日配方法化二次型为标准形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 用正交变换法化二次型为标准形</vt:lpstr>
      <vt:lpstr>用正交变换化二次型为标准形的具体步骤：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 二次型与对称矩阵的规范形</vt:lpstr>
      <vt:lpstr>PowerPoint 演示文稿</vt:lpstr>
      <vt:lpstr>PowerPoint 演示文稿</vt:lpstr>
      <vt:lpstr>PowerPoint 演示文稿</vt:lpstr>
      <vt:lpstr>PowerPoint 演示文稿</vt:lpstr>
      <vt:lpstr>PowerPoint 演示文稿</vt:lpstr>
      <vt:lpstr>第三节  二次型与对称矩阵的有定性</vt:lpstr>
      <vt:lpstr>正定矩阵、正定二次型的判别：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正定矩阵的性质：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END</vt:lpstr>
      <vt:lpstr>习题选解</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二次型</dc:title>
  <dc:creator>金义明</dc:creator>
  <cp:lastModifiedBy>5J605</cp:lastModifiedBy>
  <cp:revision>1022</cp:revision>
  <dcterms:created xsi:type="dcterms:W3CDTF">1601-01-01T00:00:00Z</dcterms:created>
  <dcterms:modified xsi:type="dcterms:W3CDTF">2024-09-09T13:26:59Z</dcterms:modified>
</cp:coreProperties>
</file>